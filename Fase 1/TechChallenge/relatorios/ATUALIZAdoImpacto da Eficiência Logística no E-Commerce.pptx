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9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E6"/>
    <a:srgbClr val="C3D0DF"/>
    <a:srgbClr val="222832"/>
    <a:srgbClr val="F2A4A4"/>
    <a:srgbClr val="C9C8C1"/>
    <a:srgbClr val="EC7E7E"/>
    <a:srgbClr val="1A1A19"/>
    <a:srgbClr val="B1B0A6"/>
    <a:srgbClr val="F6C2C2"/>
    <a:srgbClr val="8C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07727-DDF0-44E0-B581-C690B382669A}" v="87" dt="2026-08-25T22:36:13.924"/>
    <p1510:client id="{1B2F8BD5-1171-41FD-827A-981E71F33F76}" v="250" dt="2026-08-26T02:41:37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756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153E1-44D1-4BB1-9126-13819553E666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D5960-960F-426E-9A97-52C29A3208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75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D5960-960F-426E-9A97-52C29A3208F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71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D5960-960F-426E-9A97-52C29A3208F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77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áfico 207">
            <a:extLst>
              <a:ext uri="{FF2B5EF4-FFF2-40B4-BE49-F238E27FC236}">
                <a16:creationId xmlns:a16="http://schemas.microsoft.com/office/drawing/2014/main" id="{A4F05FD2-002D-3681-DC8D-17F692CEAD1A}"/>
              </a:ext>
            </a:extLst>
          </p:cNvPr>
          <p:cNvGrpSpPr/>
          <p:nvPr/>
        </p:nvGrpSpPr>
        <p:grpSpPr>
          <a:xfrm>
            <a:off x="6882112" y="382769"/>
            <a:ext cx="6835440" cy="6233109"/>
            <a:chOff x="3856171" y="1411455"/>
            <a:chExt cx="6835440" cy="6233109"/>
          </a:xfrm>
          <a:solidFill>
            <a:srgbClr val="C3D0DF"/>
          </a:solidFill>
        </p:grpSpPr>
        <p:sp>
          <p:nvSpPr>
            <p:cNvPr id="211" name="Forma Livre: Forma 210">
              <a:extLst>
                <a:ext uri="{FF2B5EF4-FFF2-40B4-BE49-F238E27FC236}">
                  <a16:creationId xmlns:a16="http://schemas.microsoft.com/office/drawing/2014/main" id="{9C953D3A-A144-C4E7-72CD-5FC4AD2DB7C9}"/>
                </a:ext>
              </a:extLst>
            </p:cNvPr>
            <p:cNvSpPr/>
            <p:nvPr/>
          </p:nvSpPr>
          <p:spPr>
            <a:xfrm>
              <a:off x="6340692" y="6472238"/>
              <a:ext cx="1197894" cy="1172326"/>
            </a:xfrm>
            <a:custGeom>
              <a:avLst/>
              <a:gdLst>
                <a:gd name="csX0" fmla="*/ 570748 w 1197894"/>
                <a:gd name="csY0" fmla="*/ 15039 h 1172326"/>
                <a:gd name="csX1" fmla="*/ 570748 w 1197894"/>
                <a:gd name="csY1" fmla="*/ 15791 h 1172326"/>
                <a:gd name="csX2" fmla="*/ 572252 w 1197894"/>
                <a:gd name="csY2" fmla="*/ 15791 h 1172326"/>
                <a:gd name="csX3" fmla="*/ 573756 w 1197894"/>
                <a:gd name="csY3" fmla="*/ 15039 h 1172326"/>
                <a:gd name="csX4" fmla="*/ 574508 w 1197894"/>
                <a:gd name="csY4" fmla="*/ 14287 h 1172326"/>
                <a:gd name="csX5" fmla="*/ 576012 w 1197894"/>
                <a:gd name="csY5" fmla="*/ 13535 h 1172326"/>
                <a:gd name="csX6" fmla="*/ 579020 w 1197894"/>
                <a:gd name="csY6" fmla="*/ 12783 h 1172326"/>
                <a:gd name="csX7" fmla="*/ 580524 w 1197894"/>
                <a:gd name="csY7" fmla="*/ 12783 h 1172326"/>
                <a:gd name="csX8" fmla="*/ 581276 w 1197894"/>
                <a:gd name="csY8" fmla="*/ 14287 h 1172326"/>
                <a:gd name="csX9" fmla="*/ 582028 w 1197894"/>
                <a:gd name="csY9" fmla="*/ 15791 h 1172326"/>
                <a:gd name="csX10" fmla="*/ 582780 w 1197894"/>
                <a:gd name="csY10" fmla="*/ 17295 h 1172326"/>
                <a:gd name="csX11" fmla="*/ 583532 w 1197894"/>
                <a:gd name="csY11" fmla="*/ 18047 h 1172326"/>
                <a:gd name="csX12" fmla="*/ 585036 w 1197894"/>
                <a:gd name="csY12" fmla="*/ 18047 h 1172326"/>
                <a:gd name="csX13" fmla="*/ 586540 w 1197894"/>
                <a:gd name="csY13" fmla="*/ 18047 h 1172326"/>
                <a:gd name="csX14" fmla="*/ 588044 w 1197894"/>
                <a:gd name="csY14" fmla="*/ 18047 h 1172326"/>
                <a:gd name="csX15" fmla="*/ 591803 w 1197894"/>
                <a:gd name="csY15" fmla="*/ 15791 h 1172326"/>
                <a:gd name="csX16" fmla="*/ 593307 w 1197894"/>
                <a:gd name="csY16" fmla="*/ 14287 h 1172326"/>
                <a:gd name="csX17" fmla="*/ 594059 w 1197894"/>
                <a:gd name="csY17" fmla="*/ 13535 h 1172326"/>
                <a:gd name="csX18" fmla="*/ 595563 w 1197894"/>
                <a:gd name="csY18" fmla="*/ 13535 h 1172326"/>
                <a:gd name="csX19" fmla="*/ 597819 w 1197894"/>
                <a:gd name="csY19" fmla="*/ 15791 h 1172326"/>
                <a:gd name="csX20" fmla="*/ 598571 w 1197894"/>
                <a:gd name="csY20" fmla="*/ 19551 h 1172326"/>
                <a:gd name="csX21" fmla="*/ 599323 w 1197894"/>
                <a:gd name="csY21" fmla="*/ 24063 h 1172326"/>
                <a:gd name="csX22" fmla="*/ 602331 w 1197894"/>
                <a:gd name="csY22" fmla="*/ 23311 h 1172326"/>
                <a:gd name="csX23" fmla="*/ 606091 w 1197894"/>
                <a:gd name="csY23" fmla="*/ 18799 h 1172326"/>
                <a:gd name="csX24" fmla="*/ 609099 w 1197894"/>
                <a:gd name="csY24" fmla="*/ 17295 h 1172326"/>
                <a:gd name="csX25" fmla="*/ 612107 w 1197894"/>
                <a:gd name="csY25" fmla="*/ 18047 h 1172326"/>
                <a:gd name="csX26" fmla="*/ 619626 w 1197894"/>
                <a:gd name="csY26" fmla="*/ 20303 h 1172326"/>
                <a:gd name="csX27" fmla="*/ 621882 w 1197894"/>
                <a:gd name="csY27" fmla="*/ 20303 h 1172326"/>
                <a:gd name="csX28" fmla="*/ 622634 w 1197894"/>
                <a:gd name="csY28" fmla="*/ 17295 h 1172326"/>
                <a:gd name="csX29" fmla="*/ 622634 w 1197894"/>
                <a:gd name="csY29" fmla="*/ 12783 h 1172326"/>
                <a:gd name="csX30" fmla="*/ 622634 w 1197894"/>
                <a:gd name="csY30" fmla="*/ 9023 h 1172326"/>
                <a:gd name="csX31" fmla="*/ 624890 w 1197894"/>
                <a:gd name="csY31" fmla="*/ 6767 h 1172326"/>
                <a:gd name="csX32" fmla="*/ 626394 w 1197894"/>
                <a:gd name="csY32" fmla="*/ 7520 h 1172326"/>
                <a:gd name="csX33" fmla="*/ 627146 w 1197894"/>
                <a:gd name="csY33" fmla="*/ 9023 h 1172326"/>
                <a:gd name="csX34" fmla="*/ 628650 w 1197894"/>
                <a:gd name="csY34" fmla="*/ 10527 h 1172326"/>
                <a:gd name="csX35" fmla="*/ 629402 w 1197894"/>
                <a:gd name="csY35" fmla="*/ 11280 h 1172326"/>
                <a:gd name="csX36" fmla="*/ 630906 w 1197894"/>
                <a:gd name="csY36" fmla="*/ 11280 h 1172326"/>
                <a:gd name="csX37" fmla="*/ 633162 w 1197894"/>
                <a:gd name="csY37" fmla="*/ 9776 h 1172326"/>
                <a:gd name="csX38" fmla="*/ 634666 w 1197894"/>
                <a:gd name="csY38" fmla="*/ 9023 h 1172326"/>
                <a:gd name="csX39" fmla="*/ 636922 w 1197894"/>
                <a:gd name="csY39" fmla="*/ 8272 h 1172326"/>
                <a:gd name="csX40" fmla="*/ 639178 w 1197894"/>
                <a:gd name="csY40" fmla="*/ 5263 h 1172326"/>
                <a:gd name="csX41" fmla="*/ 642186 w 1197894"/>
                <a:gd name="csY41" fmla="*/ 0 h 1172326"/>
                <a:gd name="csX42" fmla="*/ 648201 w 1197894"/>
                <a:gd name="csY42" fmla="*/ 3760 h 1172326"/>
                <a:gd name="csX43" fmla="*/ 651209 w 1197894"/>
                <a:gd name="csY43" fmla="*/ 5263 h 1172326"/>
                <a:gd name="csX44" fmla="*/ 654969 w 1197894"/>
                <a:gd name="csY44" fmla="*/ 5263 h 1172326"/>
                <a:gd name="csX45" fmla="*/ 656473 w 1197894"/>
                <a:gd name="csY45" fmla="*/ 7520 h 1172326"/>
                <a:gd name="csX46" fmla="*/ 654217 w 1197894"/>
                <a:gd name="csY46" fmla="*/ 12783 h 1172326"/>
                <a:gd name="csX47" fmla="*/ 650457 w 1197894"/>
                <a:gd name="csY47" fmla="*/ 21055 h 1172326"/>
                <a:gd name="csX48" fmla="*/ 654217 w 1197894"/>
                <a:gd name="csY48" fmla="*/ 21055 h 1172326"/>
                <a:gd name="csX49" fmla="*/ 660985 w 1197894"/>
                <a:gd name="csY49" fmla="*/ 16543 h 1172326"/>
                <a:gd name="csX50" fmla="*/ 665497 w 1197894"/>
                <a:gd name="csY50" fmla="*/ 15039 h 1172326"/>
                <a:gd name="csX51" fmla="*/ 667001 w 1197894"/>
                <a:gd name="csY51" fmla="*/ 15791 h 1172326"/>
                <a:gd name="csX52" fmla="*/ 670009 w 1197894"/>
                <a:gd name="csY52" fmla="*/ 18047 h 1172326"/>
                <a:gd name="csX53" fmla="*/ 671513 w 1197894"/>
                <a:gd name="csY53" fmla="*/ 18047 h 1172326"/>
                <a:gd name="csX54" fmla="*/ 673016 w 1197894"/>
                <a:gd name="csY54" fmla="*/ 17295 h 1172326"/>
                <a:gd name="csX55" fmla="*/ 674521 w 1197894"/>
                <a:gd name="csY55" fmla="*/ 15039 h 1172326"/>
                <a:gd name="csX56" fmla="*/ 675273 w 1197894"/>
                <a:gd name="csY56" fmla="*/ 9776 h 1172326"/>
                <a:gd name="csX57" fmla="*/ 679032 w 1197894"/>
                <a:gd name="csY57" fmla="*/ 14287 h 1172326"/>
                <a:gd name="csX58" fmla="*/ 681288 w 1197894"/>
                <a:gd name="csY58" fmla="*/ 15039 h 1172326"/>
                <a:gd name="csX59" fmla="*/ 685048 w 1197894"/>
                <a:gd name="csY59" fmla="*/ 15039 h 1172326"/>
                <a:gd name="csX60" fmla="*/ 687304 w 1197894"/>
                <a:gd name="csY60" fmla="*/ 12783 h 1172326"/>
                <a:gd name="csX61" fmla="*/ 688808 w 1197894"/>
                <a:gd name="csY61" fmla="*/ 10527 h 1172326"/>
                <a:gd name="csX62" fmla="*/ 688808 w 1197894"/>
                <a:gd name="csY62" fmla="*/ 7520 h 1172326"/>
                <a:gd name="csX63" fmla="*/ 690312 w 1197894"/>
                <a:gd name="csY63" fmla="*/ 4512 h 1172326"/>
                <a:gd name="csX64" fmla="*/ 692568 w 1197894"/>
                <a:gd name="csY64" fmla="*/ 2256 h 1172326"/>
                <a:gd name="csX65" fmla="*/ 695576 w 1197894"/>
                <a:gd name="csY65" fmla="*/ 1504 h 1172326"/>
                <a:gd name="csX66" fmla="*/ 697832 w 1197894"/>
                <a:gd name="csY66" fmla="*/ 2256 h 1172326"/>
                <a:gd name="csX67" fmla="*/ 697832 w 1197894"/>
                <a:gd name="csY67" fmla="*/ 3760 h 1172326"/>
                <a:gd name="csX68" fmla="*/ 695576 w 1197894"/>
                <a:gd name="csY68" fmla="*/ 6767 h 1172326"/>
                <a:gd name="csX69" fmla="*/ 694824 w 1197894"/>
                <a:gd name="csY69" fmla="*/ 8272 h 1172326"/>
                <a:gd name="csX70" fmla="*/ 694072 w 1197894"/>
                <a:gd name="csY70" fmla="*/ 9776 h 1172326"/>
                <a:gd name="csX71" fmla="*/ 694824 w 1197894"/>
                <a:gd name="csY71" fmla="*/ 12031 h 1172326"/>
                <a:gd name="csX72" fmla="*/ 696328 w 1197894"/>
                <a:gd name="csY72" fmla="*/ 12783 h 1172326"/>
                <a:gd name="csX73" fmla="*/ 697832 w 1197894"/>
                <a:gd name="csY73" fmla="*/ 12031 h 1172326"/>
                <a:gd name="csX74" fmla="*/ 698584 w 1197894"/>
                <a:gd name="csY74" fmla="*/ 11280 h 1172326"/>
                <a:gd name="csX75" fmla="*/ 700088 w 1197894"/>
                <a:gd name="csY75" fmla="*/ 13535 h 1172326"/>
                <a:gd name="csX76" fmla="*/ 700840 w 1197894"/>
                <a:gd name="csY76" fmla="*/ 15791 h 1172326"/>
                <a:gd name="csX77" fmla="*/ 699336 w 1197894"/>
                <a:gd name="csY77" fmla="*/ 18799 h 1172326"/>
                <a:gd name="csX78" fmla="*/ 697832 w 1197894"/>
                <a:gd name="csY78" fmla="*/ 21055 h 1172326"/>
                <a:gd name="csX79" fmla="*/ 697832 w 1197894"/>
                <a:gd name="csY79" fmla="*/ 22559 h 1172326"/>
                <a:gd name="csX80" fmla="*/ 697832 w 1197894"/>
                <a:gd name="csY80" fmla="*/ 24063 h 1172326"/>
                <a:gd name="csX81" fmla="*/ 699336 w 1197894"/>
                <a:gd name="csY81" fmla="*/ 25567 h 1172326"/>
                <a:gd name="csX82" fmla="*/ 700088 w 1197894"/>
                <a:gd name="csY82" fmla="*/ 25567 h 1172326"/>
                <a:gd name="csX83" fmla="*/ 701592 w 1197894"/>
                <a:gd name="csY83" fmla="*/ 24815 h 1172326"/>
                <a:gd name="csX84" fmla="*/ 702343 w 1197894"/>
                <a:gd name="csY84" fmla="*/ 23311 h 1172326"/>
                <a:gd name="csX85" fmla="*/ 703095 w 1197894"/>
                <a:gd name="csY85" fmla="*/ 21055 h 1172326"/>
                <a:gd name="csX86" fmla="*/ 703847 w 1197894"/>
                <a:gd name="csY86" fmla="*/ 19551 h 1172326"/>
                <a:gd name="csX87" fmla="*/ 706855 w 1197894"/>
                <a:gd name="csY87" fmla="*/ 15039 h 1172326"/>
                <a:gd name="csX88" fmla="*/ 706855 w 1197894"/>
                <a:gd name="csY88" fmla="*/ 16543 h 1172326"/>
                <a:gd name="csX89" fmla="*/ 707607 w 1197894"/>
                <a:gd name="csY89" fmla="*/ 20303 h 1172326"/>
                <a:gd name="csX90" fmla="*/ 709111 w 1197894"/>
                <a:gd name="csY90" fmla="*/ 21807 h 1172326"/>
                <a:gd name="csX91" fmla="*/ 712119 w 1197894"/>
                <a:gd name="csY91" fmla="*/ 21055 h 1172326"/>
                <a:gd name="csX92" fmla="*/ 714375 w 1197894"/>
                <a:gd name="csY92" fmla="*/ 18799 h 1172326"/>
                <a:gd name="csX93" fmla="*/ 715879 w 1197894"/>
                <a:gd name="csY93" fmla="*/ 16543 h 1172326"/>
                <a:gd name="csX94" fmla="*/ 718135 w 1197894"/>
                <a:gd name="csY94" fmla="*/ 15039 h 1172326"/>
                <a:gd name="csX95" fmla="*/ 721895 w 1197894"/>
                <a:gd name="csY95" fmla="*/ 15039 h 1172326"/>
                <a:gd name="csX96" fmla="*/ 723399 w 1197894"/>
                <a:gd name="csY96" fmla="*/ 18047 h 1172326"/>
                <a:gd name="csX97" fmla="*/ 724151 w 1197894"/>
                <a:gd name="csY97" fmla="*/ 21807 h 1172326"/>
                <a:gd name="csX98" fmla="*/ 727159 w 1197894"/>
                <a:gd name="csY98" fmla="*/ 23311 h 1172326"/>
                <a:gd name="csX99" fmla="*/ 730919 w 1197894"/>
                <a:gd name="csY99" fmla="*/ 23311 h 1172326"/>
                <a:gd name="csX100" fmla="*/ 733174 w 1197894"/>
                <a:gd name="csY100" fmla="*/ 25567 h 1172326"/>
                <a:gd name="csX101" fmla="*/ 737686 w 1197894"/>
                <a:gd name="csY101" fmla="*/ 30079 h 1172326"/>
                <a:gd name="csX102" fmla="*/ 739190 w 1197894"/>
                <a:gd name="csY102" fmla="*/ 27823 h 1172326"/>
                <a:gd name="csX103" fmla="*/ 740694 w 1197894"/>
                <a:gd name="csY103" fmla="*/ 27823 h 1172326"/>
                <a:gd name="csX104" fmla="*/ 742198 w 1197894"/>
                <a:gd name="csY104" fmla="*/ 29327 h 1172326"/>
                <a:gd name="csX105" fmla="*/ 742950 w 1197894"/>
                <a:gd name="csY105" fmla="*/ 31583 h 1172326"/>
                <a:gd name="csX106" fmla="*/ 743702 w 1197894"/>
                <a:gd name="csY106" fmla="*/ 33839 h 1172326"/>
                <a:gd name="csX107" fmla="*/ 745206 w 1197894"/>
                <a:gd name="csY107" fmla="*/ 33087 h 1172326"/>
                <a:gd name="csX108" fmla="*/ 746710 w 1197894"/>
                <a:gd name="csY108" fmla="*/ 30831 h 1172326"/>
                <a:gd name="csX109" fmla="*/ 747462 w 1197894"/>
                <a:gd name="csY109" fmla="*/ 30079 h 1172326"/>
                <a:gd name="csX110" fmla="*/ 749718 w 1197894"/>
                <a:gd name="csY110" fmla="*/ 30079 h 1172326"/>
                <a:gd name="csX111" fmla="*/ 752726 w 1197894"/>
                <a:gd name="csY111" fmla="*/ 30831 h 1172326"/>
                <a:gd name="csX112" fmla="*/ 755734 w 1197894"/>
                <a:gd name="csY112" fmla="*/ 31583 h 1172326"/>
                <a:gd name="csX113" fmla="*/ 757238 w 1197894"/>
                <a:gd name="csY113" fmla="*/ 30831 h 1172326"/>
                <a:gd name="csX114" fmla="*/ 761750 w 1197894"/>
                <a:gd name="csY114" fmla="*/ 29327 h 1172326"/>
                <a:gd name="csX115" fmla="*/ 764005 w 1197894"/>
                <a:gd name="csY115" fmla="*/ 28575 h 1172326"/>
                <a:gd name="csX116" fmla="*/ 766261 w 1197894"/>
                <a:gd name="csY116" fmla="*/ 27823 h 1172326"/>
                <a:gd name="csX117" fmla="*/ 767013 w 1197894"/>
                <a:gd name="csY117" fmla="*/ 27823 h 1172326"/>
                <a:gd name="csX118" fmla="*/ 767765 w 1197894"/>
                <a:gd name="csY118" fmla="*/ 27823 h 1172326"/>
                <a:gd name="csX119" fmla="*/ 768517 w 1197894"/>
                <a:gd name="csY119" fmla="*/ 29327 h 1172326"/>
                <a:gd name="csX120" fmla="*/ 769269 w 1197894"/>
                <a:gd name="csY120" fmla="*/ 30079 h 1172326"/>
                <a:gd name="csX121" fmla="*/ 773781 w 1197894"/>
                <a:gd name="csY121" fmla="*/ 31583 h 1172326"/>
                <a:gd name="csX122" fmla="*/ 776037 w 1197894"/>
                <a:gd name="csY122" fmla="*/ 31583 h 1172326"/>
                <a:gd name="csX123" fmla="*/ 776789 w 1197894"/>
                <a:gd name="csY123" fmla="*/ 29327 h 1172326"/>
                <a:gd name="csX124" fmla="*/ 777541 w 1197894"/>
                <a:gd name="csY124" fmla="*/ 27823 h 1172326"/>
                <a:gd name="csX125" fmla="*/ 778293 w 1197894"/>
                <a:gd name="csY125" fmla="*/ 26319 h 1172326"/>
                <a:gd name="csX126" fmla="*/ 779045 w 1197894"/>
                <a:gd name="csY126" fmla="*/ 24815 h 1172326"/>
                <a:gd name="csX127" fmla="*/ 780549 w 1197894"/>
                <a:gd name="csY127" fmla="*/ 24063 h 1172326"/>
                <a:gd name="csX128" fmla="*/ 782053 w 1197894"/>
                <a:gd name="csY128" fmla="*/ 24063 h 1172326"/>
                <a:gd name="csX129" fmla="*/ 782053 w 1197894"/>
                <a:gd name="csY129" fmla="*/ 24815 h 1172326"/>
                <a:gd name="csX130" fmla="*/ 782053 w 1197894"/>
                <a:gd name="csY130" fmla="*/ 25567 h 1172326"/>
                <a:gd name="csX131" fmla="*/ 782053 w 1197894"/>
                <a:gd name="csY131" fmla="*/ 26319 h 1172326"/>
                <a:gd name="csX132" fmla="*/ 783557 w 1197894"/>
                <a:gd name="csY132" fmla="*/ 28575 h 1172326"/>
                <a:gd name="csX133" fmla="*/ 785061 w 1197894"/>
                <a:gd name="csY133" fmla="*/ 31583 h 1172326"/>
                <a:gd name="csX134" fmla="*/ 786565 w 1197894"/>
                <a:gd name="csY134" fmla="*/ 33839 h 1172326"/>
                <a:gd name="csX135" fmla="*/ 787317 w 1197894"/>
                <a:gd name="csY135" fmla="*/ 31583 h 1172326"/>
                <a:gd name="csX136" fmla="*/ 787317 w 1197894"/>
                <a:gd name="csY136" fmla="*/ 30831 h 1172326"/>
                <a:gd name="csX137" fmla="*/ 786565 w 1197894"/>
                <a:gd name="csY137" fmla="*/ 30079 h 1172326"/>
                <a:gd name="csX138" fmla="*/ 786565 w 1197894"/>
                <a:gd name="csY138" fmla="*/ 29327 h 1172326"/>
                <a:gd name="csX139" fmla="*/ 787317 w 1197894"/>
                <a:gd name="csY139" fmla="*/ 27823 h 1172326"/>
                <a:gd name="csX140" fmla="*/ 788069 w 1197894"/>
                <a:gd name="csY140" fmla="*/ 27823 h 1172326"/>
                <a:gd name="csX141" fmla="*/ 788820 w 1197894"/>
                <a:gd name="csY141" fmla="*/ 28575 h 1172326"/>
                <a:gd name="csX142" fmla="*/ 789572 w 1197894"/>
                <a:gd name="csY142" fmla="*/ 29327 h 1172326"/>
                <a:gd name="csX143" fmla="*/ 790324 w 1197894"/>
                <a:gd name="csY143" fmla="*/ 30831 h 1172326"/>
                <a:gd name="csX144" fmla="*/ 791076 w 1197894"/>
                <a:gd name="csY144" fmla="*/ 35342 h 1172326"/>
                <a:gd name="csX145" fmla="*/ 791828 w 1197894"/>
                <a:gd name="csY145" fmla="*/ 36095 h 1172326"/>
                <a:gd name="csX146" fmla="*/ 792580 w 1197894"/>
                <a:gd name="csY146" fmla="*/ 35342 h 1172326"/>
                <a:gd name="csX147" fmla="*/ 794836 w 1197894"/>
                <a:gd name="csY147" fmla="*/ 34591 h 1172326"/>
                <a:gd name="csX148" fmla="*/ 797092 w 1197894"/>
                <a:gd name="csY148" fmla="*/ 34591 h 1172326"/>
                <a:gd name="csX149" fmla="*/ 798596 w 1197894"/>
                <a:gd name="csY149" fmla="*/ 34591 h 1172326"/>
                <a:gd name="csX150" fmla="*/ 800100 w 1197894"/>
                <a:gd name="csY150" fmla="*/ 36095 h 1172326"/>
                <a:gd name="csX151" fmla="*/ 800852 w 1197894"/>
                <a:gd name="csY151" fmla="*/ 36846 h 1172326"/>
                <a:gd name="csX152" fmla="*/ 801604 w 1197894"/>
                <a:gd name="csY152" fmla="*/ 37599 h 1172326"/>
                <a:gd name="csX153" fmla="*/ 803860 w 1197894"/>
                <a:gd name="csY153" fmla="*/ 36846 h 1172326"/>
                <a:gd name="csX154" fmla="*/ 803108 w 1197894"/>
                <a:gd name="csY154" fmla="*/ 33087 h 1172326"/>
                <a:gd name="csX155" fmla="*/ 803108 w 1197894"/>
                <a:gd name="csY155" fmla="*/ 30831 h 1172326"/>
                <a:gd name="csX156" fmla="*/ 804612 w 1197894"/>
                <a:gd name="csY156" fmla="*/ 29327 h 1172326"/>
                <a:gd name="csX157" fmla="*/ 808372 w 1197894"/>
                <a:gd name="csY157" fmla="*/ 28575 h 1172326"/>
                <a:gd name="csX158" fmla="*/ 811380 w 1197894"/>
                <a:gd name="csY158" fmla="*/ 30079 h 1172326"/>
                <a:gd name="csX159" fmla="*/ 812884 w 1197894"/>
                <a:gd name="csY159" fmla="*/ 31583 h 1172326"/>
                <a:gd name="csX160" fmla="*/ 812132 w 1197894"/>
                <a:gd name="csY160" fmla="*/ 33087 h 1172326"/>
                <a:gd name="csX161" fmla="*/ 809124 w 1197894"/>
                <a:gd name="csY161" fmla="*/ 33839 h 1172326"/>
                <a:gd name="csX162" fmla="*/ 809124 w 1197894"/>
                <a:gd name="csY162" fmla="*/ 34591 h 1172326"/>
                <a:gd name="csX163" fmla="*/ 809876 w 1197894"/>
                <a:gd name="csY163" fmla="*/ 37599 h 1172326"/>
                <a:gd name="csX164" fmla="*/ 812132 w 1197894"/>
                <a:gd name="csY164" fmla="*/ 40606 h 1172326"/>
                <a:gd name="csX165" fmla="*/ 814388 w 1197894"/>
                <a:gd name="csY165" fmla="*/ 42110 h 1172326"/>
                <a:gd name="csX166" fmla="*/ 818899 w 1197894"/>
                <a:gd name="csY166" fmla="*/ 36095 h 1172326"/>
                <a:gd name="csX167" fmla="*/ 822659 w 1197894"/>
                <a:gd name="csY167" fmla="*/ 33087 h 1172326"/>
                <a:gd name="csX168" fmla="*/ 824163 w 1197894"/>
                <a:gd name="csY168" fmla="*/ 33839 h 1172326"/>
                <a:gd name="csX169" fmla="*/ 825667 w 1197894"/>
                <a:gd name="csY169" fmla="*/ 37599 h 1172326"/>
                <a:gd name="csX170" fmla="*/ 828675 w 1197894"/>
                <a:gd name="csY170" fmla="*/ 37599 h 1172326"/>
                <a:gd name="csX171" fmla="*/ 831683 w 1197894"/>
                <a:gd name="csY171" fmla="*/ 37599 h 1172326"/>
                <a:gd name="csX172" fmla="*/ 833187 w 1197894"/>
                <a:gd name="csY172" fmla="*/ 39102 h 1172326"/>
                <a:gd name="csX173" fmla="*/ 832435 w 1197894"/>
                <a:gd name="csY173" fmla="*/ 42110 h 1172326"/>
                <a:gd name="csX174" fmla="*/ 832435 w 1197894"/>
                <a:gd name="csY174" fmla="*/ 43614 h 1172326"/>
                <a:gd name="csX175" fmla="*/ 834691 w 1197894"/>
                <a:gd name="csY175" fmla="*/ 43614 h 1172326"/>
                <a:gd name="csX176" fmla="*/ 845970 w 1197894"/>
                <a:gd name="csY176" fmla="*/ 43614 h 1172326"/>
                <a:gd name="csX177" fmla="*/ 846722 w 1197894"/>
                <a:gd name="csY177" fmla="*/ 43614 h 1172326"/>
                <a:gd name="csX178" fmla="*/ 846722 w 1197894"/>
                <a:gd name="csY178" fmla="*/ 45870 h 1172326"/>
                <a:gd name="csX179" fmla="*/ 848227 w 1197894"/>
                <a:gd name="csY179" fmla="*/ 48878 h 1172326"/>
                <a:gd name="csX180" fmla="*/ 854994 w 1197894"/>
                <a:gd name="csY180" fmla="*/ 50382 h 1172326"/>
                <a:gd name="csX181" fmla="*/ 857250 w 1197894"/>
                <a:gd name="csY181" fmla="*/ 53390 h 1172326"/>
                <a:gd name="csX182" fmla="*/ 851986 w 1197894"/>
                <a:gd name="csY182" fmla="*/ 53390 h 1172326"/>
                <a:gd name="csX183" fmla="*/ 849730 w 1197894"/>
                <a:gd name="csY183" fmla="*/ 53390 h 1172326"/>
                <a:gd name="csX184" fmla="*/ 847474 w 1197894"/>
                <a:gd name="csY184" fmla="*/ 54894 h 1172326"/>
                <a:gd name="csX185" fmla="*/ 856498 w 1197894"/>
                <a:gd name="csY185" fmla="*/ 59406 h 1172326"/>
                <a:gd name="csX186" fmla="*/ 860258 w 1197894"/>
                <a:gd name="csY186" fmla="*/ 63166 h 1172326"/>
                <a:gd name="csX187" fmla="*/ 855746 w 1197894"/>
                <a:gd name="csY187" fmla="*/ 66174 h 1172326"/>
                <a:gd name="csX188" fmla="*/ 858002 w 1197894"/>
                <a:gd name="csY188" fmla="*/ 66925 h 1172326"/>
                <a:gd name="csX189" fmla="*/ 859506 w 1197894"/>
                <a:gd name="csY189" fmla="*/ 66174 h 1172326"/>
                <a:gd name="csX190" fmla="*/ 861010 w 1197894"/>
                <a:gd name="csY190" fmla="*/ 65421 h 1172326"/>
                <a:gd name="csX191" fmla="*/ 862514 w 1197894"/>
                <a:gd name="csY191" fmla="*/ 63918 h 1172326"/>
                <a:gd name="csX192" fmla="*/ 863266 w 1197894"/>
                <a:gd name="csY192" fmla="*/ 66925 h 1172326"/>
                <a:gd name="csX193" fmla="*/ 864018 w 1197894"/>
                <a:gd name="csY193" fmla="*/ 72189 h 1172326"/>
                <a:gd name="csX194" fmla="*/ 865522 w 1197894"/>
                <a:gd name="csY194" fmla="*/ 75197 h 1172326"/>
                <a:gd name="csX195" fmla="*/ 868530 w 1197894"/>
                <a:gd name="csY195" fmla="*/ 75949 h 1172326"/>
                <a:gd name="csX196" fmla="*/ 869282 w 1197894"/>
                <a:gd name="csY196" fmla="*/ 74445 h 1172326"/>
                <a:gd name="csX197" fmla="*/ 870786 w 1197894"/>
                <a:gd name="csY197" fmla="*/ 68429 h 1172326"/>
                <a:gd name="csX198" fmla="*/ 871538 w 1197894"/>
                <a:gd name="csY198" fmla="*/ 69181 h 1172326"/>
                <a:gd name="csX199" fmla="*/ 872290 w 1197894"/>
                <a:gd name="csY199" fmla="*/ 69933 h 1172326"/>
                <a:gd name="csX200" fmla="*/ 873042 w 1197894"/>
                <a:gd name="csY200" fmla="*/ 71438 h 1172326"/>
                <a:gd name="csX201" fmla="*/ 871538 w 1197894"/>
                <a:gd name="csY201" fmla="*/ 74445 h 1172326"/>
                <a:gd name="csX202" fmla="*/ 871538 w 1197894"/>
                <a:gd name="csY202" fmla="*/ 75197 h 1172326"/>
                <a:gd name="csX203" fmla="*/ 875297 w 1197894"/>
                <a:gd name="csY203" fmla="*/ 75949 h 1172326"/>
                <a:gd name="csX204" fmla="*/ 878305 w 1197894"/>
                <a:gd name="csY204" fmla="*/ 76701 h 1172326"/>
                <a:gd name="csX205" fmla="*/ 882817 w 1197894"/>
                <a:gd name="csY205" fmla="*/ 76701 h 1172326"/>
                <a:gd name="csX206" fmla="*/ 882065 w 1197894"/>
                <a:gd name="csY206" fmla="*/ 72941 h 1172326"/>
                <a:gd name="csX207" fmla="*/ 882817 w 1197894"/>
                <a:gd name="csY207" fmla="*/ 70685 h 1172326"/>
                <a:gd name="csX208" fmla="*/ 885825 w 1197894"/>
                <a:gd name="csY208" fmla="*/ 70685 h 1172326"/>
                <a:gd name="csX209" fmla="*/ 888833 w 1197894"/>
                <a:gd name="csY209" fmla="*/ 70685 h 1172326"/>
                <a:gd name="csX210" fmla="*/ 889585 w 1197894"/>
                <a:gd name="csY210" fmla="*/ 71438 h 1172326"/>
                <a:gd name="csX211" fmla="*/ 891089 w 1197894"/>
                <a:gd name="csY211" fmla="*/ 72941 h 1172326"/>
                <a:gd name="csX212" fmla="*/ 892593 w 1197894"/>
                <a:gd name="csY212" fmla="*/ 74445 h 1172326"/>
                <a:gd name="csX213" fmla="*/ 894097 w 1197894"/>
                <a:gd name="csY213" fmla="*/ 73693 h 1172326"/>
                <a:gd name="csX214" fmla="*/ 895601 w 1197894"/>
                <a:gd name="csY214" fmla="*/ 70685 h 1172326"/>
                <a:gd name="csX215" fmla="*/ 897105 w 1197894"/>
                <a:gd name="csY215" fmla="*/ 69181 h 1172326"/>
                <a:gd name="csX216" fmla="*/ 898609 w 1197894"/>
                <a:gd name="csY216" fmla="*/ 68429 h 1172326"/>
                <a:gd name="csX217" fmla="*/ 900113 w 1197894"/>
                <a:gd name="csY217" fmla="*/ 69181 h 1172326"/>
                <a:gd name="csX218" fmla="*/ 900865 w 1197894"/>
                <a:gd name="csY218" fmla="*/ 70685 h 1172326"/>
                <a:gd name="csX219" fmla="*/ 900865 w 1197894"/>
                <a:gd name="csY219" fmla="*/ 72189 h 1172326"/>
                <a:gd name="csX220" fmla="*/ 901616 w 1197894"/>
                <a:gd name="csY220" fmla="*/ 72941 h 1172326"/>
                <a:gd name="csX221" fmla="*/ 903873 w 1197894"/>
                <a:gd name="csY221" fmla="*/ 74445 h 1172326"/>
                <a:gd name="csX222" fmla="*/ 904625 w 1197894"/>
                <a:gd name="csY222" fmla="*/ 74445 h 1172326"/>
                <a:gd name="csX223" fmla="*/ 905376 w 1197894"/>
                <a:gd name="csY223" fmla="*/ 72941 h 1172326"/>
                <a:gd name="csX224" fmla="*/ 906128 w 1197894"/>
                <a:gd name="csY224" fmla="*/ 71438 h 1172326"/>
                <a:gd name="csX225" fmla="*/ 908384 w 1197894"/>
                <a:gd name="csY225" fmla="*/ 70685 h 1172326"/>
                <a:gd name="csX226" fmla="*/ 909136 w 1197894"/>
                <a:gd name="csY226" fmla="*/ 72941 h 1172326"/>
                <a:gd name="csX227" fmla="*/ 909888 w 1197894"/>
                <a:gd name="csY227" fmla="*/ 75949 h 1172326"/>
                <a:gd name="csX228" fmla="*/ 909888 w 1197894"/>
                <a:gd name="csY228" fmla="*/ 78205 h 1172326"/>
                <a:gd name="csX229" fmla="*/ 910640 w 1197894"/>
                <a:gd name="csY229" fmla="*/ 78957 h 1172326"/>
                <a:gd name="csX230" fmla="*/ 915904 w 1197894"/>
                <a:gd name="csY230" fmla="*/ 76701 h 1172326"/>
                <a:gd name="csX231" fmla="*/ 916656 w 1197894"/>
                <a:gd name="csY231" fmla="*/ 77453 h 1172326"/>
                <a:gd name="csX232" fmla="*/ 915152 w 1197894"/>
                <a:gd name="csY232" fmla="*/ 81213 h 1172326"/>
                <a:gd name="csX233" fmla="*/ 915152 w 1197894"/>
                <a:gd name="csY233" fmla="*/ 82717 h 1172326"/>
                <a:gd name="csX234" fmla="*/ 917408 w 1197894"/>
                <a:gd name="csY234" fmla="*/ 84973 h 1172326"/>
                <a:gd name="csX235" fmla="*/ 920416 w 1197894"/>
                <a:gd name="csY235" fmla="*/ 84221 h 1172326"/>
                <a:gd name="csX236" fmla="*/ 923424 w 1197894"/>
                <a:gd name="csY236" fmla="*/ 83469 h 1172326"/>
                <a:gd name="csX237" fmla="*/ 926432 w 1197894"/>
                <a:gd name="csY237" fmla="*/ 82717 h 1172326"/>
                <a:gd name="csX238" fmla="*/ 930192 w 1197894"/>
                <a:gd name="csY238" fmla="*/ 83469 h 1172326"/>
                <a:gd name="csX239" fmla="*/ 931695 w 1197894"/>
                <a:gd name="csY239" fmla="*/ 84973 h 1172326"/>
                <a:gd name="csX240" fmla="*/ 932447 w 1197894"/>
                <a:gd name="csY240" fmla="*/ 87229 h 1172326"/>
                <a:gd name="csX241" fmla="*/ 933951 w 1197894"/>
                <a:gd name="csY241" fmla="*/ 90989 h 1172326"/>
                <a:gd name="csX242" fmla="*/ 935455 w 1197894"/>
                <a:gd name="csY242" fmla="*/ 92493 h 1172326"/>
                <a:gd name="csX243" fmla="*/ 936959 w 1197894"/>
                <a:gd name="csY243" fmla="*/ 92493 h 1172326"/>
                <a:gd name="csX244" fmla="*/ 937711 w 1197894"/>
                <a:gd name="csY244" fmla="*/ 92493 h 1172326"/>
                <a:gd name="csX245" fmla="*/ 939215 w 1197894"/>
                <a:gd name="csY245" fmla="*/ 93997 h 1172326"/>
                <a:gd name="csX246" fmla="*/ 940719 w 1197894"/>
                <a:gd name="csY246" fmla="*/ 94749 h 1172326"/>
                <a:gd name="csX247" fmla="*/ 940719 w 1197894"/>
                <a:gd name="csY247" fmla="*/ 96253 h 1172326"/>
                <a:gd name="csX248" fmla="*/ 940719 w 1197894"/>
                <a:gd name="csY248" fmla="*/ 97757 h 1172326"/>
                <a:gd name="csX249" fmla="*/ 942223 w 1197894"/>
                <a:gd name="csY249" fmla="*/ 99260 h 1172326"/>
                <a:gd name="csX250" fmla="*/ 945983 w 1197894"/>
                <a:gd name="csY250" fmla="*/ 95500 h 1172326"/>
                <a:gd name="csX251" fmla="*/ 948239 w 1197894"/>
                <a:gd name="csY251" fmla="*/ 93997 h 1172326"/>
                <a:gd name="csX252" fmla="*/ 949743 w 1197894"/>
                <a:gd name="csY252" fmla="*/ 97004 h 1172326"/>
                <a:gd name="csX253" fmla="*/ 950495 w 1197894"/>
                <a:gd name="csY253" fmla="*/ 101516 h 1172326"/>
                <a:gd name="csX254" fmla="*/ 952751 w 1197894"/>
                <a:gd name="csY254" fmla="*/ 102268 h 1172326"/>
                <a:gd name="csX255" fmla="*/ 955007 w 1197894"/>
                <a:gd name="csY255" fmla="*/ 102268 h 1172326"/>
                <a:gd name="csX256" fmla="*/ 958014 w 1197894"/>
                <a:gd name="csY256" fmla="*/ 103772 h 1172326"/>
                <a:gd name="csX257" fmla="*/ 958014 w 1197894"/>
                <a:gd name="csY257" fmla="*/ 105276 h 1172326"/>
                <a:gd name="csX258" fmla="*/ 958014 w 1197894"/>
                <a:gd name="csY258" fmla="*/ 106780 h 1172326"/>
                <a:gd name="csX259" fmla="*/ 957263 w 1197894"/>
                <a:gd name="csY259" fmla="*/ 108284 h 1172326"/>
                <a:gd name="csX260" fmla="*/ 956511 w 1197894"/>
                <a:gd name="csY260" fmla="*/ 109788 h 1172326"/>
                <a:gd name="csX261" fmla="*/ 957263 w 1197894"/>
                <a:gd name="csY261" fmla="*/ 110540 h 1172326"/>
                <a:gd name="csX262" fmla="*/ 960271 w 1197894"/>
                <a:gd name="csY262" fmla="*/ 111292 h 1172326"/>
                <a:gd name="csX263" fmla="*/ 961023 w 1197894"/>
                <a:gd name="csY263" fmla="*/ 112796 h 1172326"/>
                <a:gd name="csX264" fmla="*/ 966286 w 1197894"/>
                <a:gd name="csY264" fmla="*/ 118060 h 1172326"/>
                <a:gd name="csX265" fmla="*/ 967790 w 1197894"/>
                <a:gd name="csY265" fmla="*/ 118812 h 1172326"/>
                <a:gd name="csX266" fmla="*/ 969294 w 1197894"/>
                <a:gd name="csY266" fmla="*/ 118812 h 1172326"/>
                <a:gd name="csX267" fmla="*/ 970798 w 1197894"/>
                <a:gd name="csY267" fmla="*/ 118060 h 1172326"/>
                <a:gd name="csX268" fmla="*/ 972302 w 1197894"/>
                <a:gd name="csY268" fmla="*/ 118060 h 1172326"/>
                <a:gd name="csX269" fmla="*/ 974558 w 1197894"/>
                <a:gd name="csY269" fmla="*/ 118812 h 1172326"/>
                <a:gd name="csX270" fmla="*/ 978318 w 1197894"/>
                <a:gd name="csY270" fmla="*/ 122572 h 1172326"/>
                <a:gd name="csX271" fmla="*/ 982830 w 1197894"/>
                <a:gd name="csY271" fmla="*/ 124076 h 1172326"/>
                <a:gd name="csX272" fmla="*/ 985086 w 1197894"/>
                <a:gd name="csY272" fmla="*/ 126331 h 1172326"/>
                <a:gd name="csX273" fmla="*/ 988845 w 1197894"/>
                <a:gd name="csY273" fmla="*/ 127836 h 1172326"/>
                <a:gd name="csX274" fmla="*/ 989597 w 1197894"/>
                <a:gd name="csY274" fmla="*/ 128587 h 1172326"/>
                <a:gd name="csX275" fmla="*/ 989597 w 1197894"/>
                <a:gd name="csY275" fmla="*/ 129339 h 1172326"/>
                <a:gd name="csX276" fmla="*/ 989597 w 1197894"/>
                <a:gd name="csY276" fmla="*/ 130843 h 1172326"/>
                <a:gd name="csX277" fmla="*/ 993357 w 1197894"/>
                <a:gd name="csY277" fmla="*/ 136107 h 1172326"/>
                <a:gd name="csX278" fmla="*/ 999373 w 1197894"/>
                <a:gd name="csY278" fmla="*/ 146635 h 1172326"/>
                <a:gd name="csX279" fmla="*/ 1003133 w 1197894"/>
                <a:gd name="csY279" fmla="*/ 150395 h 1172326"/>
                <a:gd name="csX280" fmla="*/ 1006893 w 1197894"/>
                <a:gd name="csY280" fmla="*/ 149642 h 1172326"/>
                <a:gd name="csX281" fmla="*/ 1009149 w 1197894"/>
                <a:gd name="csY281" fmla="*/ 151898 h 1172326"/>
                <a:gd name="csX282" fmla="*/ 1013661 w 1197894"/>
                <a:gd name="csY282" fmla="*/ 157914 h 1172326"/>
                <a:gd name="csX283" fmla="*/ 1018172 w 1197894"/>
                <a:gd name="csY283" fmla="*/ 162426 h 1172326"/>
                <a:gd name="csX284" fmla="*/ 1018924 w 1197894"/>
                <a:gd name="csY284" fmla="*/ 164682 h 1172326"/>
                <a:gd name="csX285" fmla="*/ 1018924 w 1197894"/>
                <a:gd name="csY285" fmla="*/ 168442 h 1172326"/>
                <a:gd name="csX286" fmla="*/ 1017421 w 1197894"/>
                <a:gd name="csY286" fmla="*/ 170698 h 1172326"/>
                <a:gd name="csX287" fmla="*/ 1017421 w 1197894"/>
                <a:gd name="csY287" fmla="*/ 172202 h 1172326"/>
                <a:gd name="csX288" fmla="*/ 1019676 w 1197894"/>
                <a:gd name="csY288" fmla="*/ 172954 h 1172326"/>
                <a:gd name="csX289" fmla="*/ 1020428 w 1197894"/>
                <a:gd name="csY289" fmla="*/ 173706 h 1172326"/>
                <a:gd name="csX290" fmla="*/ 1021180 w 1197894"/>
                <a:gd name="csY290" fmla="*/ 175962 h 1172326"/>
                <a:gd name="csX291" fmla="*/ 1020428 w 1197894"/>
                <a:gd name="csY291" fmla="*/ 178217 h 1172326"/>
                <a:gd name="csX292" fmla="*/ 1021180 w 1197894"/>
                <a:gd name="csY292" fmla="*/ 179721 h 1172326"/>
                <a:gd name="csX293" fmla="*/ 1022684 w 1197894"/>
                <a:gd name="csY293" fmla="*/ 181225 h 1172326"/>
                <a:gd name="csX294" fmla="*/ 1024188 w 1197894"/>
                <a:gd name="csY294" fmla="*/ 180474 h 1172326"/>
                <a:gd name="csX295" fmla="*/ 1025692 w 1197894"/>
                <a:gd name="csY295" fmla="*/ 179721 h 1172326"/>
                <a:gd name="csX296" fmla="*/ 1026444 w 1197894"/>
                <a:gd name="csY296" fmla="*/ 178970 h 1172326"/>
                <a:gd name="csX297" fmla="*/ 1028700 w 1197894"/>
                <a:gd name="csY297" fmla="*/ 179721 h 1172326"/>
                <a:gd name="csX298" fmla="*/ 1029452 w 1197894"/>
                <a:gd name="csY298" fmla="*/ 181225 h 1172326"/>
                <a:gd name="csX299" fmla="*/ 1030956 w 1197894"/>
                <a:gd name="csY299" fmla="*/ 181977 h 1172326"/>
                <a:gd name="csX300" fmla="*/ 1032460 w 1197894"/>
                <a:gd name="csY300" fmla="*/ 181225 h 1172326"/>
                <a:gd name="csX301" fmla="*/ 1035468 w 1197894"/>
                <a:gd name="csY301" fmla="*/ 184985 h 1172326"/>
                <a:gd name="csX302" fmla="*/ 1038476 w 1197894"/>
                <a:gd name="csY302" fmla="*/ 195513 h 1172326"/>
                <a:gd name="csX303" fmla="*/ 1039980 w 1197894"/>
                <a:gd name="csY303" fmla="*/ 198521 h 1172326"/>
                <a:gd name="csX304" fmla="*/ 1041484 w 1197894"/>
                <a:gd name="csY304" fmla="*/ 200025 h 1172326"/>
                <a:gd name="csX305" fmla="*/ 1045244 w 1197894"/>
                <a:gd name="csY305" fmla="*/ 202281 h 1172326"/>
                <a:gd name="csX306" fmla="*/ 1046747 w 1197894"/>
                <a:gd name="csY306" fmla="*/ 203785 h 1172326"/>
                <a:gd name="csX307" fmla="*/ 1048251 w 1197894"/>
                <a:gd name="csY307" fmla="*/ 205289 h 1172326"/>
                <a:gd name="csX308" fmla="*/ 1049755 w 1197894"/>
                <a:gd name="csY308" fmla="*/ 209800 h 1172326"/>
                <a:gd name="csX309" fmla="*/ 1055019 w 1197894"/>
                <a:gd name="csY309" fmla="*/ 216568 h 1172326"/>
                <a:gd name="csX310" fmla="*/ 1058027 w 1197894"/>
                <a:gd name="csY310" fmla="*/ 221080 h 1172326"/>
                <a:gd name="csX311" fmla="*/ 1058027 w 1197894"/>
                <a:gd name="csY311" fmla="*/ 222584 h 1172326"/>
                <a:gd name="csX312" fmla="*/ 1059531 w 1197894"/>
                <a:gd name="csY312" fmla="*/ 223336 h 1172326"/>
                <a:gd name="csX313" fmla="*/ 1064795 w 1197894"/>
                <a:gd name="csY313" fmla="*/ 224840 h 1172326"/>
                <a:gd name="csX314" fmla="*/ 1070811 w 1197894"/>
                <a:gd name="csY314" fmla="*/ 229352 h 1172326"/>
                <a:gd name="csX315" fmla="*/ 1072315 w 1197894"/>
                <a:gd name="csY315" fmla="*/ 228600 h 1172326"/>
                <a:gd name="csX316" fmla="*/ 1074570 w 1197894"/>
                <a:gd name="csY316" fmla="*/ 227096 h 1172326"/>
                <a:gd name="csX317" fmla="*/ 1076826 w 1197894"/>
                <a:gd name="csY317" fmla="*/ 227096 h 1172326"/>
                <a:gd name="csX318" fmla="*/ 1079083 w 1197894"/>
                <a:gd name="csY318" fmla="*/ 227096 h 1172326"/>
                <a:gd name="csX319" fmla="*/ 1080586 w 1197894"/>
                <a:gd name="csY319" fmla="*/ 227848 h 1172326"/>
                <a:gd name="csX320" fmla="*/ 1083594 w 1197894"/>
                <a:gd name="csY320" fmla="*/ 230104 h 1172326"/>
                <a:gd name="csX321" fmla="*/ 1085098 w 1197894"/>
                <a:gd name="csY321" fmla="*/ 230856 h 1172326"/>
                <a:gd name="csX322" fmla="*/ 1094122 w 1197894"/>
                <a:gd name="csY322" fmla="*/ 230856 h 1172326"/>
                <a:gd name="csX323" fmla="*/ 1097882 w 1197894"/>
                <a:gd name="csY323" fmla="*/ 232360 h 1172326"/>
                <a:gd name="csX324" fmla="*/ 1100138 w 1197894"/>
                <a:gd name="csY324" fmla="*/ 235368 h 1172326"/>
                <a:gd name="csX325" fmla="*/ 1102394 w 1197894"/>
                <a:gd name="csY325" fmla="*/ 233864 h 1172326"/>
                <a:gd name="csX326" fmla="*/ 1104649 w 1197894"/>
                <a:gd name="csY326" fmla="*/ 233864 h 1172326"/>
                <a:gd name="csX327" fmla="*/ 1119689 w 1197894"/>
                <a:gd name="csY327" fmla="*/ 235368 h 1172326"/>
                <a:gd name="csX328" fmla="*/ 1122697 w 1197894"/>
                <a:gd name="csY328" fmla="*/ 236872 h 1172326"/>
                <a:gd name="csX329" fmla="*/ 1125705 w 1197894"/>
                <a:gd name="csY329" fmla="*/ 239879 h 1172326"/>
                <a:gd name="csX330" fmla="*/ 1127961 w 1197894"/>
                <a:gd name="csY330" fmla="*/ 241383 h 1172326"/>
                <a:gd name="csX331" fmla="*/ 1130217 w 1197894"/>
                <a:gd name="csY331" fmla="*/ 241383 h 1172326"/>
                <a:gd name="csX332" fmla="*/ 1130968 w 1197894"/>
                <a:gd name="csY332" fmla="*/ 239128 h 1172326"/>
                <a:gd name="csX333" fmla="*/ 1130968 w 1197894"/>
                <a:gd name="csY333" fmla="*/ 236119 h 1172326"/>
                <a:gd name="csX334" fmla="*/ 1132473 w 1197894"/>
                <a:gd name="csY334" fmla="*/ 233864 h 1172326"/>
                <a:gd name="csX335" fmla="*/ 1133977 w 1197894"/>
                <a:gd name="csY335" fmla="*/ 234615 h 1172326"/>
                <a:gd name="csX336" fmla="*/ 1134728 w 1197894"/>
                <a:gd name="csY336" fmla="*/ 236119 h 1172326"/>
                <a:gd name="csX337" fmla="*/ 1134728 w 1197894"/>
                <a:gd name="csY337" fmla="*/ 238375 h 1172326"/>
                <a:gd name="csX338" fmla="*/ 1135481 w 1197894"/>
                <a:gd name="csY338" fmla="*/ 239128 h 1172326"/>
                <a:gd name="csX339" fmla="*/ 1136984 w 1197894"/>
                <a:gd name="csY339" fmla="*/ 239128 h 1172326"/>
                <a:gd name="csX340" fmla="*/ 1139992 w 1197894"/>
                <a:gd name="csY340" fmla="*/ 239879 h 1172326"/>
                <a:gd name="csX341" fmla="*/ 1143752 w 1197894"/>
                <a:gd name="csY341" fmla="*/ 240632 h 1172326"/>
                <a:gd name="csX342" fmla="*/ 1145256 w 1197894"/>
                <a:gd name="csY342" fmla="*/ 240632 h 1172326"/>
                <a:gd name="csX343" fmla="*/ 1146760 w 1197894"/>
                <a:gd name="csY343" fmla="*/ 240632 h 1172326"/>
                <a:gd name="csX344" fmla="*/ 1149016 w 1197894"/>
                <a:gd name="csY344" fmla="*/ 239879 h 1172326"/>
                <a:gd name="csX345" fmla="*/ 1152024 w 1197894"/>
                <a:gd name="csY345" fmla="*/ 237624 h 1172326"/>
                <a:gd name="csX346" fmla="*/ 1156536 w 1197894"/>
                <a:gd name="csY346" fmla="*/ 235368 h 1172326"/>
                <a:gd name="csX347" fmla="*/ 1158040 w 1197894"/>
                <a:gd name="csY347" fmla="*/ 236119 h 1172326"/>
                <a:gd name="csX348" fmla="*/ 1159543 w 1197894"/>
                <a:gd name="csY348" fmla="*/ 236872 h 1172326"/>
                <a:gd name="csX349" fmla="*/ 1161047 w 1197894"/>
                <a:gd name="csY349" fmla="*/ 239128 h 1172326"/>
                <a:gd name="csX350" fmla="*/ 1161800 w 1197894"/>
                <a:gd name="csY350" fmla="*/ 239128 h 1172326"/>
                <a:gd name="csX351" fmla="*/ 1162551 w 1197894"/>
                <a:gd name="csY351" fmla="*/ 238375 h 1172326"/>
                <a:gd name="csX352" fmla="*/ 1164807 w 1197894"/>
                <a:gd name="csY352" fmla="*/ 237624 h 1172326"/>
                <a:gd name="csX353" fmla="*/ 1170071 w 1197894"/>
                <a:gd name="csY353" fmla="*/ 235368 h 1172326"/>
                <a:gd name="csX354" fmla="*/ 1171575 w 1197894"/>
                <a:gd name="csY354" fmla="*/ 235368 h 1172326"/>
                <a:gd name="csX355" fmla="*/ 1173079 w 1197894"/>
                <a:gd name="csY355" fmla="*/ 236872 h 1172326"/>
                <a:gd name="csX356" fmla="*/ 1173831 w 1197894"/>
                <a:gd name="csY356" fmla="*/ 237624 h 1172326"/>
                <a:gd name="csX357" fmla="*/ 1174583 w 1197894"/>
                <a:gd name="csY357" fmla="*/ 239879 h 1172326"/>
                <a:gd name="csX358" fmla="*/ 1175335 w 1197894"/>
                <a:gd name="csY358" fmla="*/ 241383 h 1172326"/>
                <a:gd name="csX359" fmla="*/ 1177591 w 1197894"/>
                <a:gd name="csY359" fmla="*/ 242887 h 1172326"/>
                <a:gd name="csX360" fmla="*/ 1179847 w 1197894"/>
                <a:gd name="csY360" fmla="*/ 243639 h 1172326"/>
                <a:gd name="csX361" fmla="*/ 1185862 w 1197894"/>
                <a:gd name="csY361" fmla="*/ 243639 h 1172326"/>
                <a:gd name="csX362" fmla="*/ 1186615 w 1197894"/>
                <a:gd name="csY362" fmla="*/ 242887 h 1172326"/>
                <a:gd name="csX363" fmla="*/ 1187366 w 1197894"/>
                <a:gd name="csY363" fmla="*/ 241383 h 1172326"/>
                <a:gd name="csX364" fmla="*/ 1188119 w 1197894"/>
                <a:gd name="csY364" fmla="*/ 239128 h 1172326"/>
                <a:gd name="csX365" fmla="*/ 1188871 w 1197894"/>
                <a:gd name="csY365" fmla="*/ 239128 h 1172326"/>
                <a:gd name="csX366" fmla="*/ 1189622 w 1197894"/>
                <a:gd name="csY366" fmla="*/ 239879 h 1172326"/>
                <a:gd name="csX367" fmla="*/ 1191879 w 1197894"/>
                <a:gd name="csY367" fmla="*/ 244391 h 1172326"/>
                <a:gd name="csX368" fmla="*/ 1192630 w 1197894"/>
                <a:gd name="csY368" fmla="*/ 245895 h 1172326"/>
                <a:gd name="csX369" fmla="*/ 1196390 w 1197894"/>
                <a:gd name="csY369" fmla="*/ 248903 h 1172326"/>
                <a:gd name="csX370" fmla="*/ 1197142 w 1197894"/>
                <a:gd name="csY370" fmla="*/ 249655 h 1172326"/>
                <a:gd name="csX371" fmla="*/ 1196390 w 1197894"/>
                <a:gd name="csY371" fmla="*/ 250407 h 1172326"/>
                <a:gd name="csX372" fmla="*/ 1194886 w 1197894"/>
                <a:gd name="csY372" fmla="*/ 251159 h 1172326"/>
                <a:gd name="csX373" fmla="*/ 1194886 w 1197894"/>
                <a:gd name="csY373" fmla="*/ 251911 h 1172326"/>
                <a:gd name="csX374" fmla="*/ 1194886 w 1197894"/>
                <a:gd name="csY374" fmla="*/ 253415 h 1172326"/>
                <a:gd name="csX375" fmla="*/ 1194886 w 1197894"/>
                <a:gd name="csY375" fmla="*/ 254919 h 1172326"/>
                <a:gd name="csX376" fmla="*/ 1197894 w 1197894"/>
                <a:gd name="csY376" fmla="*/ 260935 h 1172326"/>
                <a:gd name="csX377" fmla="*/ 1197142 w 1197894"/>
                <a:gd name="csY377" fmla="*/ 263191 h 1172326"/>
                <a:gd name="csX378" fmla="*/ 1195638 w 1197894"/>
                <a:gd name="csY378" fmla="*/ 263943 h 1172326"/>
                <a:gd name="csX379" fmla="*/ 1194134 w 1197894"/>
                <a:gd name="csY379" fmla="*/ 264694 h 1172326"/>
                <a:gd name="csX380" fmla="*/ 1193382 w 1197894"/>
                <a:gd name="csY380" fmla="*/ 264694 h 1172326"/>
                <a:gd name="csX381" fmla="*/ 1192630 w 1197894"/>
                <a:gd name="csY381" fmla="*/ 263943 h 1172326"/>
                <a:gd name="csX382" fmla="*/ 1191879 w 1197894"/>
                <a:gd name="csY382" fmla="*/ 263943 h 1172326"/>
                <a:gd name="csX383" fmla="*/ 1190375 w 1197894"/>
                <a:gd name="csY383" fmla="*/ 263191 h 1172326"/>
                <a:gd name="csX384" fmla="*/ 1188871 w 1197894"/>
                <a:gd name="csY384" fmla="*/ 262439 h 1172326"/>
                <a:gd name="csX385" fmla="*/ 1188119 w 1197894"/>
                <a:gd name="csY385" fmla="*/ 262439 h 1172326"/>
                <a:gd name="csX386" fmla="*/ 1187366 w 1197894"/>
                <a:gd name="csY386" fmla="*/ 262439 h 1172326"/>
                <a:gd name="csX387" fmla="*/ 1186615 w 1197894"/>
                <a:gd name="csY387" fmla="*/ 262439 h 1172326"/>
                <a:gd name="csX388" fmla="*/ 1185862 w 1197894"/>
                <a:gd name="csY388" fmla="*/ 263191 h 1172326"/>
                <a:gd name="csX389" fmla="*/ 1185111 w 1197894"/>
                <a:gd name="csY389" fmla="*/ 263943 h 1172326"/>
                <a:gd name="csX390" fmla="*/ 1183607 w 1197894"/>
                <a:gd name="csY390" fmla="*/ 264694 h 1172326"/>
                <a:gd name="csX391" fmla="*/ 1183607 w 1197894"/>
                <a:gd name="csY391" fmla="*/ 265447 h 1172326"/>
                <a:gd name="csX392" fmla="*/ 1178343 w 1197894"/>
                <a:gd name="csY392" fmla="*/ 274470 h 1172326"/>
                <a:gd name="csX393" fmla="*/ 1176839 w 1197894"/>
                <a:gd name="csY393" fmla="*/ 276726 h 1172326"/>
                <a:gd name="csX394" fmla="*/ 1176087 w 1197894"/>
                <a:gd name="csY394" fmla="*/ 278230 h 1172326"/>
                <a:gd name="csX395" fmla="*/ 1173831 w 1197894"/>
                <a:gd name="csY395" fmla="*/ 278230 h 1172326"/>
                <a:gd name="csX396" fmla="*/ 1173079 w 1197894"/>
                <a:gd name="csY396" fmla="*/ 278982 h 1172326"/>
                <a:gd name="csX397" fmla="*/ 1171575 w 1197894"/>
                <a:gd name="csY397" fmla="*/ 279734 h 1172326"/>
                <a:gd name="csX398" fmla="*/ 1170823 w 1197894"/>
                <a:gd name="csY398" fmla="*/ 280486 h 1172326"/>
                <a:gd name="csX399" fmla="*/ 1168567 w 1197894"/>
                <a:gd name="csY399" fmla="*/ 283494 h 1172326"/>
                <a:gd name="csX400" fmla="*/ 1167815 w 1197894"/>
                <a:gd name="csY400" fmla="*/ 284246 h 1172326"/>
                <a:gd name="csX401" fmla="*/ 1167063 w 1197894"/>
                <a:gd name="csY401" fmla="*/ 284246 h 1172326"/>
                <a:gd name="csX402" fmla="*/ 1166311 w 1197894"/>
                <a:gd name="csY402" fmla="*/ 283494 h 1172326"/>
                <a:gd name="csX403" fmla="*/ 1166311 w 1197894"/>
                <a:gd name="csY403" fmla="*/ 282742 h 1172326"/>
                <a:gd name="csX404" fmla="*/ 1166311 w 1197894"/>
                <a:gd name="csY404" fmla="*/ 281990 h 1172326"/>
                <a:gd name="csX405" fmla="*/ 1166311 w 1197894"/>
                <a:gd name="csY405" fmla="*/ 281238 h 1172326"/>
                <a:gd name="csX406" fmla="*/ 1165560 w 1197894"/>
                <a:gd name="csY406" fmla="*/ 280486 h 1172326"/>
                <a:gd name="csX407" fmla="*/ 1164807 w 1197894"/>
                <a:gd name="csY407" fmla="*/ 281238 h 1172326"/>
                <a:gd name="csX408" fmla="*/ 1164807 w 1197894"/>
                <a:gd name="csY408" fmla="*/ 281990 h 1172326"/>
                <a:gd name="csX409" fmla="*/ 1164055 w 1197894"/>
                <a:gd name="csY409" fmla="*/ 282742 h 1172326"/>
                <a:gd name="csX410" fmla="*/ 1164055 w 1197894"/>
                <a:gd name="csY410" fmla="*/ 283494 h 1172326"/>
                <a:gd name="csX411" fmla="*/ 1164055 w 1197894"/>
                <a:gd name="csY411" fmla="*/ 285750 h 1172326"/>
                <a:gd name="csX412" fmla="*/ 1164055 w 1197894"/>
                <a:gd name="csY412" fmla="*/ 286502 h 1172326"/>
                <a:gd name="csX413" fmla="*/ 1164807 w 1197894"/>
                <a:gd name="csY413" fmla="*/ 288006 h 1172326"/>
                <a:gd name="csX414" fmla="*/ 1164055 w 1197894"/>
                <a:gd name="csY414" fmla="*/ 288758 h 1172326"/>
                <a:gd name="csX415" fmla="*/ 1163303 w 1197894"/>
                <a:gd name="csY415" fmla="*/ 290262 h 1172326"/>
                <a:gd name="csX416" fmla="*/ 1162551 w 1197894"/>
                <a:gd name="csY416" fmla="*/ 291013 h 1172326"/>
                <a:gd name="csX417" fmla="*/ 1161047 w 1197894"/>
                <a:gd name="csY417" fmla="*/ 291766 h 1172326"/>
                <a:gd name="csX418" fmla="*/ 1160296 w 1197894"/>
                <a:gd name="csY418" fmla="*/ 292518 h 1172326"/>
                <a:gd name="csX419" fmla="*/ 1160296 w 1197894"/>
                <a:gd name="csY419" fmla="*/ 293270 h 1172326"/>
                <a:gd name="csX420" fmla="*/ 1159543 w 1197894"/>
                <a:gd name="csY420" fmla="*/ 294022 h 1172326"/>
                <a:gd name="csX421" fmla="*/ 1159543 w 1197894"/>
                <a:gd name="csY421" fmla="*/ 294773 h 1172326"/>
                <a:gd name="csX422" fmla="*/ 1158040 w 1197894"/>
                <a:gd name="csY422" fmla="*/ 301541 h 1172326"/>
                <a:gd name="csX423" fmla="*/ 1158040 w 1197894"/>
                <a:gd name="csY423" fmla="*/ 306053 h 1172326"/>
                <a:gd name="csX424" fmla="*/ 1160296 w 1197894"/>
                <a:gd name="csY424" fmla="*/ 321845 h 1172326"/>
                <a:gd name="csX425" fmla="*/ 1160296 w 1197894"/>
                <a:gd name="csY425" fmla="*/ 324100 h 1172326"/>
                <a:gd name="csX426" fmla="*/ 1159543 w 1197894"/>
                <a:gd name="csY426" fmla="*/ 325605 h 1172326"/>
                <a:gd name="csX427" fmla="*/ 1157288 w 1197894"/>
                <a:gd name="csY427" fmla="*/ 331620 h 1172326"/>
                <a:gd name="csX428" fmla="*/ 1156536 w 1197894"/>
                <a:gd name="csY428" fmla="*/ 336132 h 1172326"/>
                <a:gd name="csX429" fmla="*/ 1155784 w 1197894"/>
                <a:gd name="csY429" fmla="*/ 337636 h 1172326"/>
                <a:gd name="csX430" fmla="*/ 1152024 w 1197894"/>
                <a:gd name="csY430" fmla="*/ 340644 h 1172326"/>
                <a:gd name="csX431" fmla="*/ 1152024 w 1197894"/>
                <a:gd name="csY431" fmla="*/ 341396 h 1172326"/>
                <a:gd name="csX432" fmla="*/ 1152024 w 1197894"/>
                <a:gd name="csY432" fmla="*/ 342148 h 1172326"/>
                <a:gd name="csX433" fmla="*/ 1152024 w 1197894"/>
                <a:gd name="csY433" fmla="*/ 344404 h 1172326"/>
                <a:gd name="csX434" fmla="*/ 1152024 w 1197894"/>
                <a:gd name="csY434" fmla="*/ 346660 h 1172326"/>
                <a:gd name="csX435" fmla="*/ 1152024 w 1197894"/>
                <a:gd name="csY435" fmla="*/ 347411 h 1172326"/>
                <a:gd name="csX436" fmla="*/ 1151272 w 1197894"/>
                <a:gd name="csY436" fmla="*/ 348164 h 1172326"/>
                <a:gd name="csX437" fmla="*/ 1150520 w 1197894"/>
                <a:gd name="csY437" fmla="*/ 348916 h 1172326"/>
                <a:gd name="csX438" fmla="*/ 1149768 w 1197894"/>
                <a:gd name="csY438" fmla="*/ 348916 h 1172326"/>
                <a:gd name="csX439" fmla="*/ 1149016 w 1197894"/>
                <a:gd name="csY439" fmla="*/ 348164 h 1172326"/>
                <a:gd name="csX440" fmla="*/ 1148264 w 1197894"/>
                <a:gd name="csY440" fmla="*/ 348164 h 1172326"/>
                <a:gd name="csX441" fmla="*/ 1147512 w 1197894"/>
                <a:gd name="csY441" fmla="*/ 348916 h 1172326"/>
                <a:gd name="csX442" fmla="*/ 1146760 w 1197894"/>
                <a:gd name="csY442" fmla="*/ 349668 h 1172326"/>
                <a:gd name="csX443" fmla="*/ 1146008 w 1197894"/>
                <a:gd name="csY443" fmla="*/ 350420 h 1172326"/>
                <a:gd name="csX444" fmla="*/ 1145256 w 1197894"/>
                <a:gd name="csY444" fmla="*/ 350420 h 1172326"/>
                <a:gd name="csX445" fmla="*/ 1144504 w 1197894"/>
                <a:gd name="csY445" fmla="*/ 349668 h 1172326"/>
                <a:gd name="csX446" fmla="*/ 1143752 w 1197894"/>
                <a:gd name="csY446" fmla="*/ 347411 h 1172326"/>
                <a:gd name="csX447" fmla="*/ 1143000 w 1197894"/>
                <a:gd name="csY447" fmla="*/ 346660 h 1172326"/>
                <a:gd name="csX448" fmla="*/ 1142248 w 1197894"/>
                <a:gd name="csY448" fmla="*/ 346660 h 1172326"/>
                <a:gd name="csX449" fmla="*/ 1141496 w 1197894"/>
                <a:gd name="csY449" fmla="*/ 347411 h 1172326"/>
                <a:gd name="csX450" fmla="*/ 1140744 w 1197894"/>
                <a:gd name="csY450" fmla="*/ 348916 h 1172326"/>
                <a:gd name="csX451" fmla="*/ 1139992 w 1197894"/>
                <a:gd name="csY451" fmla="*/ 351171 h 1172326"/>
                <a:gd name="csX452" fmla="*/ 1138488 w 1197894"/>
                <a:gd name="csY452" fmla="*/ 353428 h 1172326"/>
                <a:gd name="csX453" fmla="*/ 1136232 w 1197894"/>
                <a:gd name="csY453" fmla="*/ 356435 h 1172326"/>
                <a:gd name="csX454" fmla="*/ 1131721 w 1197894"/>
                <a:gd name="csY454" fmla="*/ 360947 h 1172326"/>
                <a:gd name="csX455" fmla="*/ 1128713 w 1197894"/>
                <a:gd name="csY455" fmla="*/ 363203 h 1172326"/>
                <a:gd name="csX456" fmla="*/ 1127961 w 1197894"/>
                <a:gd name="csY456" fmla="*/ 363203 h 1172326"/>
                <a:gd name="csX457" fmla="*/ 1127209 w 1197894"/>
                <a:gd name="csY457" fmla="*/ 364707 h 1172326"/>
                <a:gd name="csX458" fmla="*/ 1127209 w 1197894"/>
                <a:gd name="csY458" fmla="*/ 366211 h 1172326"/>
                <a:gd name="csX459" fmla="*/ 1127961 w 1197894"/>
                <a:gd name="csY459" fmla="*/ 369219 h 1172326"/>
                <a:gd name="csX460" fmla="*/ 1127961 w 1197894"/>
                <a:gd name="csY460" fmla="*/ 372227 h 1172326"/>
                <a:gd name="csX461" fmla="*/ 1127209 w 1197894"/>
                <a:gd name="csY461" fmla="*/ 377490 h 1172326"/>
                <a:gd name="csX462" fmla="*/ 1127209 w 1197894"/>
                <a:gd name="csY462" fmla="*/ 378243 h 1172326"/>
                <a:gd name="csX463" fmla="*/ 1127209 w 1197894"/>
                <a:gd name="csY463" fmla="*/ 379747 h 1172326"/>
                <a:gd name="csX464" fmla="*/ 1127209 w 1197894"/>
                <a:gd name="csY464" fmla="*/ 380499 h 1172326"/>
                <a:gd name="csX465" fmla="*/ 1127961 w 1197894"/>
                <a:gd name="csY465" fmla="*/ 382003 h 1172326"/>
                <a:gd name="csX466" fmla="*/ 1129464 w 1197894"/>
                <a:gd name="csY466" fmla="*/ 383507 h 1172326"/>
                <a:gd name="csX467" fmla="*/ 1130968 w 1197894"/>
                <a:gd name="csY467" fmla="*/ 384258 h 1172326"/>
                <a:gd name="csX468" fmla="*/ 1139240 w 1197894"/>
                <a:gd name="csY468" fmla="*/ 386514 h 1172326"/>
                <a:gd name="csX469" fmla="*/ 1139992 w 1197894"/>
                <a:gd name="csY469" fmla="*/ 387266 h 1172326"/>
                <a:gd name="csX470" fmla="*/ 1141496 w 1197894"/>
                <a:gd name="csY470" fmla="*/ 388018 h 1172326"/>
                <a:gd name="csX471" fmla="*/ 1143000 w 1197894"/>
                <a:gd name="csY471" fmla="*/ 391026 h 1172326"/>
                <a:gd name="csX472" fmla="*/ 1143752 w 1197894"/>
                <a:gd name="csY472" fmla="*/ 391778 h 1172326"/>
                <a:gd name="csX473" fmla="*/ 1144504 w 1197894"/>
                <a:gd name="csY473" fmla="*/ 391778 h 1172326"/>
                <a:gd name="csX474" fmla="*/ 1145256 w 1197894"/>
                <a:gd name="csY474" fmla="*/ 391778 h 1172326"/>
                <a:gd name="csX475" fmla="*/ 1146760 w 1197894"/>
                <a:gd name="csY475" fmla="*/ 391026 h 1172326"/>
                <a:gd name="csX476" fmla="*/ 1147512 w 1197894"/>
                <a:gd name="csY476" fmla="*/ 388770 h 1172326"/>
                <a:gd name="csX477" fmla="*/ 1147512 w 1197894"/>
                <a:gd name="csY477" fmla="*/ 387266 h 1172326"/>
                <a:gd name="csX478" fmla="*/ 1147512 w 1197894"/>
                <a:gd name="csY478" fmla="*/ 385762 h 1172326"/>
                <a:gd name="csX479" fmla="*/ 1147512 w 1197894"/>
                <a:gd name="csY479" fmla="*/ 385010 h 1172326"/>
                <a:gd name="csX480" fmla="*/ 1146760 w 1197894"/>
                <a:gd name="csY480" fmla="*/ 383507 h 1172326"/>
                <a:gd name="csX481" fmla="*/ 1146008 w 1197894"/>
                <a:gd name="csY481" fmla="*/ 382754 h 1172326"/>
                <a:gd name="csX482" fmla="*/ 1146008 w 1197894"/>
                <a:gd name="csY482" fmla="*/ 382003 h 1172326"/>
                <a:gd name="csX483" fmla="*/ 1144504 w 1197894"/>
                <a:gd name="csY483" fmla="*/ 380499 h 1172326"/>
                <a:gd name="csX484" fmla="*/ 1139240 w 1197894"/>
                <a:gd name="csY484" fmla="*/ 376739 h 1172326"/>
                <a:gd name="csX485" fmla="*/ 1138488 w 1197894"/>
                <a:gd name="csY485" fmla="*/ 375987 h 1172326"/>
                <a:gd name="csX486" fmla="*/ 1138488 w 1197894"/>
                <a:gd name="csY486" fmla="*/ 375235 h 1172326"/>
                <a:gd name="csX487" fmla="*/ 1138488 w 1197894"/>
                <a:gd name="csY487" fmla="*/ 374483 h 1172326"/>
                <a:gd name="csX488" fmla="*/ 1139240 w 1197894"/>
                <a:gd name="csY488" fmla="*/ 373731 h 1172326"/>
                <a:gd name="csX489" fmla="*/ 1140744 w 1197894"/>
                <a:gd name="csY489" fmla="*/ 372979 h 1172326"/>
                <a:gd name="csX490" fmla="*/ 1147512 w 1197894"/>
                <a:gd name="csY490" fmla="*/ 371475 h 1172326"/>
                <a:gd name="csX491" fmla="*/ 1149016 w 1197894"/>
                <a:gd name="csY491" fmla="*/ 370723 h 1172326"/>
                <a:gd name="csX492" fmla="*/ 1152024 w 1197894"/>
                <a:gd name="csY492" fmla="*/ 368467 h 1172326"/>
                <a:gd name="csX493" fmla="*/ 1152776 w 1197894"/>
                <a:gd name="csY493" fmla="*/ 368467 h 1172326"/>
                <a:gd name="csX494" fmla="*/ 1153528 w 1197894"/>
                <a:gd name="csY494" fmla="*/ 368467 h 1172326"/>
                <a:gd name="csX495" fmla="*/ 1156536 w 1197894"/>
                <a:gd name="csY495" fmla="*/ 368467 h 1172326"/>
                <a:gd name="csX496" fmla="*/ 1157288 w 1197894"/>
                <a:gd name="csY496" fmla="*/ 367715 h 1172326"/>
                <a:gd name="csX497" fmla="*/ 1158040 w 1197894"/>
                <a:gd name="csY497" fmla="*/ 365459 h 1172326"/>
                <a:gd name="csX498" fmla="*/ 1158792 w 1197894"/>
                <a:gd name="csY498" fmla="*/ 364707 h 1172326"/>
                <a:gd name="csX499" fmla="*/ 1159543 w 1197894"/>
                <a:gd name="csY499" fmla="*/ 363955 h 1172326"/>
                <a:gd name="csX500" fmla="*/ 1163303 w 1197894"/>
                <a:gd name="csY500" fmla="*/ 364707 h 1172326"/>
                <a:gd name="csX501" fmla="*/ 1172327 w 1197894"/>
                <a:gd name="csY501" fmla="*/ 368467 h 1172326"/>
                <a:gd name="csX502" fmla="*/ 1173079 w 1197894"/>
                <a:gd name="csY502" fmla="*/ 369219 h 1172326"/>
                <a:gd name="csX503" fmla="*/ 1174583 w 1197894"/>
                <a:gd name="csY503" fmla="*/ 369971 h 1172326"/>
                <a:gd name="csX504" fmla="*/ 1180599 w 1197894"/>
                <a:gd name="csY504" fmla="*/ 377490 h 1172326"/>
                <a:gd name="csX505" fmla="*/ 1183607 w 1197894"/>
                <a:gd name="csY505" fmla="*/ 378994 h 1172326"/>
                <a:gd name="csX506" fmla="*/ 1188119 w 1197894"/>
                <a:gd name="csY506" fmla="*/ 380499 h 1172326"/>
                <a:gd name="csX507" fmla="*/ 1189622 w 1197894"/>
                <a:gd name="csY507" fmla="*/ 380499 h 1172326"/>
                <a:gd name="csX508" fmla="*/ 1190375 w 1197894"/>
                <a:gd name="csY508" fmla="*/ 381250 h 1172326"/>
                <a:gd name="csX509" fmla="*/ 1191126 w 1197894"/>
                <a:gd name="csY509" fmla="*/ 382003 h 1172326"/>
                <a:gd name="csX510" fmla="*/ 1191879 w 1197894"/>
                <a:gd name="csY510" fmla="*/ 383507 h 1172326"/>
                <a:gd name="csX511" fmla="*/ 1192630 w 1197894"/>
                <a:gd name="csY511" fmla="*/ 385762 h 1172326"/>
                <a:gd name="csX512" fmla="*/ 1193382 w 1197894"/>
                <a:gd name="csY512" fmla="*/ 386514 h 1172326"/>
                <a:gd name="csX513" fmla="*/ 1195638 w 1197894"/>
                <a:gd name="csY513" fmla="*/ 386514 h 1172326"/>
                <a:gd name="csX514" fmla="*/ 1181351 w 1197894"/>
                <a:gd name="csY514" fmla="*/ 407569 h 1172326"/>
                <a:gd name="csX515" fmla="*/ 1173831 w 1197894"/>
                <a:gd name="csY515" fmla="*/ 422609 h 1172326"/>
                <a:gd name="csX516" fmla="*/ 1162551 w 1197894"/>
                <a:gd name="csY516" fmla="*/ 440656 h 1172326"/>
                <a:gd name="csX517" fmla="*/ 1152776 w 1197894"/>
                <a:gd name="csY517" fmla="*/ 463216 h 1172326"/>
                <a:gd name="csX518" fmla="*/ 1145256 w 1197894"/>
                <a:gd name="csY518" fmla="*/ 472239 h 1172326"/>
                <a:gd name="csX519" fmla="*/ 1121193 w 1197894"/>
                <a:gd name="csY519" fmla="*/ 539917 h 1172326"/>
                <a:gd name="csX520" fmla="*/ 1114425 w 1197894"/>
                <a:gd name="csY520" fmla="*/ 560972 h 1172326"/>
                <a:gd name="csX521" fmla="*/ 1104649 w 1197894"/>
                <a:gd name="csY521" fmla="*/ 585035 h 1172326"/>
                <a:gd name="csX522" fmla="*/ 1063291 w 1197894"/>
                <a:gd name="csY522" fmla="*/ 654217 h 1172326"/>
                <a:gd name="csX523" fmla="*/ 1062539 w 1197894"/>
                <a:gd name="csY523" fmla="*/ 657225 h 1172326"/>
                <a:gd name="csX524" fmla="*/ 1061787 w 1197894"/>
                <a:gd name="csY524" fmla="*/ 659481 h 1172326"/>
                <a:gd name="csX525" fmla="*/ 1042987 w 1197894"/>
                <a:gd name="csY525" fmla="*/ 688056 h 1172326"/>
                <a:gd name="csX526" fmla="*/ 1027196 w 1197894"/>
                <a:gd name="csY526" fmla="*/ 705351 h 1172326"/>
                <a:gd name="csX527" fmla="*/ 1018924 w 1197894"/>
                <a:gd name="csY527" fmla="*/ 718887 h 1172326"/>
                <a:gd name="csX528" fmla="*/ 995613 w 1197894"/>
                <a:gd name="csY528" fmla="*/ 747462 h 1172326"/>
                <a:gd name="csX529" fmla="*/ 978318 w 1197894"/>
                <a:gd name="csY529" fmla="*/ 765509 h 1172326"/>
                <a:gd name="csX530" fmla="*/ 951999 w 1197894"/>
                <a:gd name="csY530" fmla="*/ 787316 h 1172326"/>
                <a:gd name="csX531" fmla="*/ 915904 w 1197894"/>
                <a:gd name="csY531" fmla="*/ 818147 h 1172326"/>
                <a:gd name="csX532" fmla="*/ 870034 w 1197894"/>
                <a:gd name="csY532" fmla="*/ 845970 h 1172326"/>
                <a:gd name="csX533" fmla="*/ 866274 w 1197894"/>
                <a:gd name="csY533" fmla="*/ 849730 h 1172326"/>
                <a:gd name="csX534" fmla="*/ 844467 w 1197894"/>
                <a:gd name="csY534" fmla="*/ 877553 h 1172326"/>
                <a:gd name="csX535" fmla="*/ 839203 w 1197894"/>
                <a:gd name="csY535" fmla="*/ 886577 h 1172326"/>
                <a:gd name="csX536" fmla="*/ 837699 w 1197894"/>
                <a:gd name="csY536" fmla="*/ 888081 h 1172326"/>
                <a:gd name="csX537" fmla="*/ 836947 w 1197894"/>
                <a:gd name="csY537" fmla="*/ 884321 h 1172326"/>
                <a:gd name="csX538" fmla="*/ 837699 w 1197894"/>
                <a:gd name="csY538" fmla="*/ 879809 h 1172326"/>
                <a:gd name="csX539" fmla="*/ 841459 w 1197894"/>
                <a:gd name="csY539" fmla="*/ 873793 h 1172326"/>
                <a:gd name="csX540" fmla="*/ 842211 w 1197894"/>
                <a:gd name="csY540" fmla="*/ 870785 h 1172326"/>
                <a:gd name="csX541" fmla="*/ 843715 w 1197894"/>
                <a:gd name="csY541" fmla="*/ 867026 h 1172326"/>
                <a:gd name="csX542" fmla="*/ 844467 w 1197894"/>
                <a:gd name="csY542" fmla="*/ 862513 h 1172326"/>
                <a:gd name="csX543" fmla="*/ 842963 w 1197894"/>
                <a:gd name="csY543" fmla="*/ 859506 h 1172326"/>
                <a:gd name="csX544" fmla="*/ 840707 w 1197894"/>
                <a:gd name="csY544" fmla="*/ 855746 h 1172326"/>
                <a:gd name="csX545" fmla="*/ 842963 w 1197894"/>
                <a:gd name="csY545" fmla="*/ 853490 h 1172326"/>
                <a:gd name="csX546" fmla="*/ 845970 w 1197894"/>
                <a:gd name="csY546" fmla="*/ 851986 h 1172326"/>
                <a:gd name="csX547" fmla="*/ 847474 w 1197894"/>
                <a:gd name="csY547" fmla="*/ 848978 h 1172326"/>
                <a:gd name="csX548" fmla="*/ 845970 w 1197894"/>
                <a:gd name="csY548" fmla="*/ 843714 h 1172326"/>
                <a:gd name="csX549" fmla="*/ 836195 w 1197894"/>
                <a:gd name="csY549" fmla="*/ 832435 h 1172326"/>
                <a:gd name="csX550" fmla="*/ 836195 w 1197894"/>
                <a:gd name="csY550" fmla="*/ 827171 h 1172326"/>
                <a:gd name="csX551" fmla="*/ 842211 w 1197894"/>
                <a:gd name="csY551" fmla="*/ 823411 h 1172326"/>
                <a:gd name="csX552" fmla="*/ 848978 w 1197894"/>
                <a:gd name="csY552" fmla="*/ 826419 h 1172326"/>
                <a:gd name="csX553" fmla="*/ 861010 w 1197894"/>
                <a:gd name="csY553" fmla="*/ 834691 h 1172326"/>
                <a:gd name="csX554" fmla="*/ 867778 w 1197894"/>
                <a:gd name="csY554" fmla="*/ 834691 h 1172326"/>
                <a:gd name="csX555" fmla="*/ 874546 w 1197894"/>
                <a:gd name="csY555" fmla="*/ 831683 h 1172326"/>
                <a:gd name="csX556" fmla="*/ 877553 w 1197894"/>
                <a:gd name="csY556" fmla="*/ 827171 h 1172326"/>
                <a:gd name="csX557" fmla="*/ 874546 w 1197894"/>
                <a:gd name="csY557" fmla="*/ 822659 h 1172326"/>
                <a:gd name="csX558" fmla="*/ 882065 w 1197894"/>
                <a:gd name="csY558" fmla="*/ 821155 h 1172326"/>
                <a:gd name="csX559" fmla="*/ 888081 w 1197894"/>
                <a:gd name="csY559" fmla="*/ 821155 h 1172326"/>
                <a:gd name="csX560" fmla="*/ 894097 w 1197894"/>
                <a:gd name="csY560" fmla="*/ 821155 h 1172326"/>
                <a:gd name="csX561" fmla="*/ 900113 w 1197894"/>
                <a:gd name="csY561" fmla="*/ 816643 h 1172326"/>
                <a:gd name="csX562" fmla="*/ 915904 w 1197894"/>
                <a:gd name="csY562" fmla="*/ 798596 h 1172326"/>
                <a:gd name="csX563" fmla="*/ 918160 w 1197894"/>
                <a:gd name="csY563" fmla="*/ 793332 h 1172326"/>
                <a:gd name="csX564" fmla="*/ 923424 w 1197894"/>
                <a:gd name="csY564" fmla="*/ 789572 h 1172326"/>
                <a:gd name="csX565" fmla="*/ 924176 w 1197894"/>
                <a:gd name="csY565" fmla="*/ 786564 h 1172326"/>
                <a:gd name="csX566" fmla="*/ 925680 w 1197894"/>
                <a:gd name="csY566" fmla="*/ 782053 h 1172326"/>
                <a:gd name="csX567" fmla="*/ 927936 w 1197894"/>
                <a:gd name="csY567" fmla="*/ 783556 h 1172326"/>
                <a:gd name="csX568" fmla="*/ 931695 w 1197894"/>
                <a:gd name="csY568" fmla="*/ 789572 h 1172326"/>
                <a:gd name="csX569" fmla="*/ 933199 w 1197894"/>
                <a:gd name="csY569" fmla="*/ 788820 h 1172326"/>
                <a:gd name="csX570" fmla="*/ 932447 w 1197894"/>
                <a:gd name="csY570" fmla="*/ 785813 h 1172326"/>
                <a:gd name="csX571" fmla="*/ 930944 w 1197894"/>
                <a:gd name="csY571" fmla="*/ 779045 h 1172326"/>
                <a:gd name="csX572" fmla="*/ 931695 w 1197894"/>
                <a:gd name="csY572" fmla="*/ 776037 h 1172326"/>
                <a:gd name="csX573" fmla="*/ 933199 w 1197894"/>
                <a:gd name="csY573" fmla="*/ 771525 h 1172326"/>
                <a:gd name="csX574" fmla="*/ 935455 w 1197894"/>
                <a:gd name="csY574" fmla="*/ 768517 h 1172326"/>
                <a:gd name="csX575" fmla="*/ 936959 w 1197894"/>
                <a:gd name="csY575" fmla="*/ 766261 h 1172326"/>
                <a:gd name="csX576" fmla="*/ 938463 w 1197894"/>
                <a:gd name="csY576" fmla="*/ 772277 h 1172326"/>
                <a:gd name="csX577" fmla="*/ 943727 w 1197894"/>
                <a:gd name="csY577" fmla="*/ 773781 h 1172326"/>
                <a:gd name="csX578" fmla="*/ 950495 w 1197894"/>
                <a:gd name="csY578" fmla="*/ 772277 h 1172326"/>
                <a:gd name="csX579" fmla="*/ 955007 w 1197894"/>
                <a:gd name="csY579" fmla="*/ 769269 h 1172326"/>
                <a:gd name="csX580" fmla="*/ 957263 w 1197894"/>
                <a:gd name="csY580" fmla="*/ 767013 h 1172326"/>
                <a:gd name="csX581" fmla="*/ 961774 w 1197894"/>
                <a:gd name="csY581" fmla="*/ 764005 h 1172326"/>
                <a:gd name="csX582" fmla="*/ 964030 w 1197894"/>
                <a:gd name="csY582" fmla="*/ 762501 h 1172326"/>
                <a:gd name="csX583" fmla="*/ 969294 w 1197894"/>
                <a:gd name="csY583" fmla="*/ 754230 h 1172326"/>
                <a:gd name="csX584" fmla="*/ 973806 w 1197894"/>
                <a:gd name="csY584" fmla="*/ 743702 h 1172326"/>
                <a:gd name="csX585" fmla="*/ 976814 w 1197894"/>
                <a:gd name="csY585" fmla="*/ 730918 h 1172326"/>
                <a:gd name="csX586" fmla="*/ 977566 w 1197894"/>
                <a:gd name="csY586" fmla="*/ 718135 h 1172326"/>
                <a:gd name="csX587" fmla="*/ 974558 w 1197894"/>
                <a:gd name="csY587" fmla="*/ 706855 h 1172326"/>
                <a:gd name="csX588" fmla="*/ 975310 w 1197894"/>
                <a:gd name="csY588" fmla="*/ 703847 h 1172326"/>
                <a:gd name="csX589" fmla="*/ 976062 w 1197894"/>
                <a:gd name="csY589" fmla="*/ 696327 h 1172326"/>
                <a:gd name="csX590" fmla="*/ 976814 w 1197894"/>
                <a:gd name="csY590" fmla="*/ 694072 h 1172326"/>
                <a:gd name="csX591" fmla="*/ 977566 w 1197894"/>
                <a:gd name="csY591" fmla="*/ 691816 h 1172326"/>
                <a:gd name="csX592" fmla="*/ 980574 w 1197894"/>
                <a:gd name="csY592" fmla="*/ 692568 h 1172326"/>
                <a:gd name="csX593" fmla="*/ 986590 w 1197894"/>
                <a:gd name="csY593" fmla="*/ 694823 h 1172326"/>
                <a:gd name="csX594" fmla="*/ 988845 w 1197894"/>
                <a:gd name="csY594" fmla="*/ 694072 h 1172326"/>
                <a:gd name="csX595" fmla="*/ 994109 w 1197894"/>
                <a:gd name="csY595" fmla="*/ 691816 h 1172326"/>
                <a:gd name="csX596" fmla="*/ 996365 w 1197894"/>
                <a:gd name="csY596" fmla="*/ 691064 h 1172326"/>
                <a:gd name="csX597" fmla="*/ 998621 w 1197894"/>
                <a:gd name="csY597" fmla="*/ 691064 h 1172326"/>
                <a:gd name="csX598" fmla="*/ 1000125 w 1197894"/>
                <a:gd name="csY598" fmla="*/ 692568 h 1172326"/>
                <a:gd name="csX599" fmla="*/ 1000125 w 1197894"/>
                <a:gd name="csY599" fmla="*/ 702343 h 1172326"/>
                <a:gd name="csX600" fmla="*/ 1000877 w 1197894"/>
                <a:gd name="csY600" fmla="*/ 703847 h 1172326"/>
                <a:gd name="csX601" fmla="*/ 1001629 w 1197894"/>
                <a:gd name="csY601" fmla="*/ 704599 h 1172326"/>
                <a:gd name="csX602" fmla="*/ 1003133 w 1197894"/>
                <a:gd name="csY602" fmla="*/ 703847 h 1172326"/>
                <a:gd name="csX603" fmla="*/ 1004637 w 1197894"/>
                <a:gd name="csY603" fmla="*/ 703095 h 1172326"/>
                <a:gd name="csX604" fmla="*/ 1005389 w 1197894"/>
                <a:gd name="csY604" fmla="*/ 702343 h 1172326"/>
                <a:gd name="csX605" fmla="*/ 1005389 w 1197894"/>
                <a:gd name="csY605" fmla="*/ 700087 h 1172326"/>
                <a:gd name="csX606" fmla="*/ 1006141 w 1197894"/>
                <a:gd name="csY606" fmla="*/ 697832 h 1172326"/>
                <a:gd name="csX607" fmla="*/ 1008397 w 1197894"/>
                <a:gd name="csY607" fmla="*/ 697079 h 1172326"/>
                <a:gd name="csX608" fmla="*/ 1009901 w 1197894"/>
                <a:gd name="csY608" fmla="*/ 696327 h 1172326"/>
                <a:gd name="csX609" fmla="*/ 1010653 w 1197894"/>
                <a:gd name="csY609" fmla="*/ 695576 h 1172326"/>
                <a:gd name="csX610" fmla="*/ 1009901 w 1197894"/>
                <a:gd name="csY610" fmla="*/ 694072 h 1172326"/>
                <a:gd name="csX611" fmla="*/ 1009149 w 1197894"/>
                <a:gd name="csY611" fmla="*/ 693319 h 1172326"/>
                <a:gd name="csX612" fmla="*/ 1006893 w 1197894"/>
                <a:gd name="csY612" fmla="*/ 694072 h 1172326"/>
                <a:gd name="csX613" fmla="*/ 1005389 w 1197894"/>
                <a:gd name="csY613" fmla="*/ 693319 h 1172326"/>
                <a:gd name="csX614" fmla="*/ 1003133 w 1197894"/>
                <a:gd name="csY614" fmla="*/ 688056 h 1172326"/>
                <a:gd name="csX615" fmla="*/ 1004637 w 1197894"/>
                <a:gd name="csY615" fmla="*/ 682040 h 1172326"/>
                <a:gd name="csX616" fmla="*/ 1006893 w 1197894"/>
                <a:gd name="csY616" fmla="*/ 674520 h 1172326"/>
                <a:gd name="csX617" fmla="*/ 1007645 w 1197894"/>
                <a:gd name="csY617" fmla="*/ 667000 h 1172326"/>
                <a:gd name="csX618" fmla="*/ 1005389 w 1197894"/>
                <a:gd name="csY618" fmla="*/ 663240 h 1172326"/>
                <a:gd name="csX619" fmla="*/ 1004637 w 1197894"/>
                <a:gd name="csY619" fmla="*/ 661737 h 1172326"/>
                <a:gd name="csX620" fmla="*/ 1004637 w 1197894"/>
                <a:gd name="csY620" fmla="*/ 660233 h 1172326"/>
                <a:gd name="csX621" fmla="*/ 1006893 w 1197894"/>
                <a:gd name="csY621" fmla="*/ 660985 h 1172326"/>
                <a:gd name="csX622" fmla="*/ 1008397 w 1197894"/>
                <a:gd name="csY622" fmla="*/ 661737 h 1172326"/>
                <a:gd name="csX623" fmla="*/ 1009901 w 1197894"/>
                <a:gd name="csY623" fmla="*/ 661737 h 1172326"/>
                <a:gd name="csX624" fmla="*/ 1014413 w 1197894"/>
                <a:gd name="csY624" fmla="*/ 661737 h 1172326"/>
                <a:gd name="csX625" fmla="*/ 1016669 w 1197894"/>
                <a:gd name="csY625" fmla="*/ 660233 h 1172326"/>
                <a:gd name="csX626" fmla="*/ 1028700 w 1197894"/>
                <a:gd name="csY626" fmla="*/ 650457 h 1172326"/>
                <a:gd name="csX627" fmla="*/ 1034716 w 1197894"/>
                <a:gd name="csY627" fmla="*/ 648953 h 1172326"/>
                <a:gd name="csX628" fmla="*/ 1036972 w 1197894"/>
                <a:gd name="csY628" fmla="*/ 647449 h 1172326"/>
                <a:gd name="csX629" fmla="*/ 1039980 w 1197894"/>
                <a:gd name="csY629" fmla="*/ 645945 h 1172326"/>
                <a:gd name="csX630" fmla="*/ 1041484 w 1197894"/>
                <a:gd name="csY630" fmla="*/ 643689 h 1172326"/>
                <a:gd name="csX631" fmla="*/ 1047500 w 1197894"/>
                <a:gd name="csY631" fmla="*/ 631658 h 1172326"/>
                <a:gd name="csX632" fmla="*/ 1049755 w 1197894"/>
                <a:gd name="csY632" fmla="*/ 617370 h 1172326"/>
                <a:gd name="csX633" fmla="*/ 1048251 w 1197894"/>
                <a:gd name="csY633" fmla="*/ 585787 h 1172326"/>
                <a:gd name="csX634" fmla="*/ 1047500 w 1197894"/>
                <a:gd name="csY634" fmla="*/ 582780 h 1172326"/>
                <a:gd name="csX635" fmla="*/ 1044491 w 1197894"/>
                <a:gd name="csY635" fmla="*/ 576012 h 1172326"/>
                <a:gd name="csX636" fmla="*/ 1042987 w 1197894"/>
                <a:gd name="csY636" fmla="*/ 570748 h 1172326"/>
                <a:gd name="csX637" fmla="*/ 1042236 w 1197894"/>
                <a:gd name="csY637" fmla="*/ 569244 h 1172326"/>
                <a:gd name="csX638" fmla="*/ 1042236 w 1197894"/>
                <a:gd name="csY638" fmla="*/ 567740 h 1172326"/>
                <a:gd name="csX639" fmla="*/ 1045244 w 1197894"/>
                <a:gd name="csY639" fmla="*/ 566236 h 1172326"/>
                <a:gd name="csX640" fmla="*/ 1046747 w 1197894"/>
                <a:gd name="csY640" fmla="*/ 566236 h 1172326"/>
                <a:gd name="csX641" fmla="*/ 1048251 w 1197894"/>
                <a:gd name="csY641" fmla="*/ 566236 h 1172326"/>
                <a:gd name="csX642" fmla="*/ 1049755 w 1197894"/>
                <a:gd name="csY642" fmla="*/ 569244 h 1172326"/>
                <a:gd name="csX643" fmla="*/ 1055019 w 1197894"/>
                <a:gd name="csY643" fmla="*/ 573004 h 1172326"/>
                <a:gd name="csX644" fmla="*/ 1055019 w 1197894"/>
                <a:gd name="csY644" fmla="*/ 574508 h 1172326"/>
                <a:gd name="csX645" fmla="*/ 1054267 w 1197894"/>
                <a:gd name="csY645" fmla="*/ 575260 h 1172326"/>
                <a:gd name="csX646" fmla="*/ 1053515 w 1197894"/>
                <a:gd name="csY646" fmla="*/ 576763 h 1172326"/>
                <a:gd name="csX647" fmla="*/ 1053515 w 1197894"/>
                <a:gd name="csY647" fmla="*/ 578268 h 1172326"/>
                <a:gd name="csX648" fmla="*/ 1054267 w 1197894"/>
                <a:gd name="csY648" fmla="*/ 581276 h 1172326"/>
                <a:gd name="csX649" fmla="*/ 1055771 w 1197894"/>
                <a:gd name="csY649" fmla="*/ 584283 h 1172326"/>
                <a:gd name="csX650" fmla="*/ 1058027 w 1197894"/>
                <a:gd name="csY650" fmla="*/ 587291 h 1172326"/>
                <a:gd name="csX651" fmla="*/ 1060283 w 1197894"/>
                <a:gd name="csY651" fmla="*/ 589547 h 1172326"/>
                <a:gd name="csX652" fmla="*/ 1065547 w 1197894"/>
                <a:gd name="csY652" fmla="*/ 585035 h 1172326"/>
                <a:gd name="csX653" fmla="*/ 1067051 w 1197894"/>
                <a:gd name="csY653" fmla="*/ 583531 h 1172326"/>
                <a:gd name="csX654" fmla="*/ 1066299 w 1197894"/>
                <a:gd name="csY654" fmla="*/ 580523 h 1172326"/>
                <a:gd name="csX655" fmla="*/ 1065547 w 1197894"/>
                <a:gd name="csY655" fmla="*/ 576012 h 1172326"/>
                <a:gd name="csX656" fmla="*/ 1066299 w 1197894"/>
                <a:gd name="csY656" fmla="*/ 574508 h 1172326"/>
                <a:gd name="csX657" fmla="*/ 1068555 w 1197894"/>
                <a:gd name="csY657" fmla="*/ 570748 h 1172326"/>
                <a:gd name="csX658" fmla="*/ 1070811 w 1197894"/>
                <a:gd name="csY658" fmla="*/ 560972 h 1172326"/>
                <a:gd name="csX659" fmla="*/ 1070811 w 1197894"/>
                <a:gd name="csY659" fmla="*/ 555708 h 1172326"/>
                <a:gd name="csX660" fmla="*/ 1070811 w 1197894"/>
                <a:gd name="csY660" fmla="*/ 551197 h 1172326"/>
                <a:gd name="csX661" fmla="*/ 1070059 w 1197894"/>
                <a:gd name="csY661" fmla="*/ 548189 h 1172326"/>
                <a:gd name="csX662" fmla="*/ 1064043 w 1197894"/>
                <a:gd name="csY662" fmla="*/ 545181 h 1172326"/>
                <a:gd name="csX663" fmla="*/ 1063291 w 1197894"/>
                <a:gd name="csY663" fmla="*/ 544429 h 1172326"/>
                <a:gd name="csX664" fmla="*/ 1061787 w 1197894"/>
                <a:gd name="csY664" fmla="*/ 539917 h 1172326"/>
                <a:gd name="csX665" fmla="*/ 1061035 w 1197894"/>
                <a:gd name="csY665" fmla="*/ 538413 h 1172326"/>
                <a:gd name="csX666" fmla="*/ 1059531 w 1197894"/>
                <a:gd name="csY666" fmla="*/ 536909 h 1172326"/>
                <a:gd name="csX667" fmla="*/ 1058027 w 1197894"/>
                <a:gd name="csY667" fmla="*/ 536909 h 1172326"/>
                <a:gd name="csX668" fmla="*/ 1055771 w 1197894"/>
                <a:gd name="csY668" fmla="*/ 536909 h 1172326"/>
                <a:gd name="csX669" fmla="*/ 1054267 w 1197894"/>
                <a:gd name="csY669" fmla="*/ 537661 h 1172326"/>
                <a:gd name="csX670" fmla="*/ 1050507 w 1197894"/>
                <a:gd name="csY670" fmla="*/ 542173 h 1172326"/>
                <a:gd name="csX671" fmla="*/ 1049755 w 1197894"/>
                <a:gd name="csY671" fmla="*/ 542925 h 1172326"/>
                <a:gd name="csX672" fmla="*/ 1049755 w 1197894"/>
                <a:gd name="csY672" fmla="*/ 544429 h 1172326"/>
                <a:gd name="csX673" fmla="*/ 1049755 w 1197894"/>
                <a:gd name="csY673" fmla="*/ 545181 h 1172326"/>
                <a:gd name="csX674" fmla="*/ 1051259 w 1197894"/>
                <a:gd name="csY674" fmla="*/ 545181 h 1172326"/>
                <a:gd name="csX675" fmla="*/ 1052763 w 1197894"/>
                <a:gd name="csY675" fmla="*/ 546685 h 1172326"/>
                <a:gd name="csX676" fmla="*/ 1053515 w 1197894"/>
                <a:gd name="csY676" fmla="*/ 548189 h 1172326"/>
                <a:gd name="csX677" fmla="*/ 1053515 w 1197894"/>
                <a:gd name="csY677" fmla="*/ 550444 h 1172326"/>
                <a:gd name="csX678" fmla="*/ 1052011 w 1197894"/>
                <a:gd name="csY678" fmla="*/ 552701 h 1172326"/>
                <a:gd name="csX679" fmla="*/ 1050507 w 1197894"/>
                <a:gd name="csY679" fmla="*/ 554957 h 1172326"/>
                <a:gd name="csX680" fmla="*/ 1047500 w 1197894"/>
                <a:gd name="csY680" fmla="*/ 555708 h 1172326"/>
                <a:gd name="csX681" fmla="*/ 1036972 w 1197894"/>
                <a:gd name="csY681" fmla="*/ 555708 h 1172326"/>
                <a:gd name="csX682" fmla="*/ 1034716 w 1197894"/>
                <a:gd name="csY682" fmla="*/ 555708 h 1172326"/>
                <a:gd name="csX683" fmla="*/ 1032460 w 1197894"/>
                <a:gd name="csY683" fmla="*/ 557212 h 1172326"/>
                <a:gd name="csX684" fmla="*/ 1031708 w 1197894"/>
                <a:gd name="csY684" fmla="*/ 560972 h 1172326"/>
                <a:gd name="csX685" fmla="*/ 1022684 w 1197894"/>
                <a:gd name="csY685" fmla="*/ 560220 h 1172326"/>
                <a:gd name="csX686" fmla="*/ 1019676 w 1197894"/>
                <a:gd name="csY686" fmla="*/ 560220 h 1172326"/>
                <a:gd name="csX687" fmla="*/ 1016669 w 1197894"/>
                <a:gd name="csY687" fmla="*/ 558716 h 1172326"/>
                <a:gd name="csX688" fmla="*/ 1014413 w 1197894"/>
                <a:gd name="csY688" fmla="*/ 560220 h 1172326"/>
                <a:gd name="csX689" fmla="*/ 1012909 w 1197894"/>
                <a:gd name="csY689" fmla="*/ 563228 h 1172326"/>
                <a:gd name="csX690" fmla="*/ 1011405 w 1197894"/>
                <a:gd name="csY690" fmla="*/ 566236 h 1172326"/>
                <a:gd name="csX691" fmla="*/ 1011405 w 1197894"/>
                <a:gd name="csY691" fmla="*/ 571500 h 1172326"/>
                <a:gd name="csX692" fmla="*/ 1011405 w 1197894"/>
                <a:gd name="csY692" fmla="*/ 574508 h 1172326"/>
                <a:gd name="csX693" fmla="*/ 1013661 w 1197894"/>
                <a:gd name="csY693" fmla="*/ 581276 h 1172326"/>
                <a:gd name="csX694" fmla="*/ 1010653 w 1197894"/>
                <a:gd name="csY694" fmla="*/ 579772 h 1172326"/>
                <a:gd name="csX695" fmla="*/ 1003133 w 1197894"/>
                <a:gd name="csY695" fmla="*/ 573756 h 1172326"/>
                <a:gd name="csX696" fmla="*/ 1000125 w 1197894"/>
                <a:gd name="csY696" fmla="*/ 572252 h 1172326"/>
                <a:gd name="csX697" fmla="*/ 997869 w 1197894"/>
                <a:gd name="csY697" fmla="*/ 571500 h 1172326"/>
                <a:gd name="csX698" fmla="*/ 995613 w 1197894"/>
                <a:gd name="csY698" fmla="*/ 569996 h 1172326"/>
                <a:gd name="csX699" fmla="*/ 994861 w 1197894"/>
                <a:gd name="csY699" fmla="*/ 566988 h 1172326"/>
                <a:gd name="csX700" fmla="*/ 994861 w 1197894"/>
                <a:gd name="csY700" fmla="*/ 564732 h 1172326"/>
                <a:gd name="csX701" fmla="*/ 994861 w 1197894"/>
                <a:gd name="csY701" fmla="*/ 563980 h 1172326"/>
                <a:gd name="csX702" fmla="*/ 996365 w 1197894"/>
                <a:gd name="csY702" fmla="*/ 561724 h 1172326"/>
                <a:gd name="csX703" fmla="*/ 997117 w 1197894"/>
                <a:gd name="csY703" fmla="*/ 560220 h 1172326"/>
                <a:gd name="csX704" fmla="*/ 997869 w 1197894"/>
                <a:gd name="csY704" fmla="*/ 558716 h 1172326"/>
                <a:gd name="csX705" fmla="*/ 998621 w 1197894"/>
                <a:gd name="csY705" fmla="*/ 557964 h 1172326"/>
                <a:gd name="csX706" fmla="*/ 999373 w 1197894"/>
                <a:gd name="csY706" fmla="*/ 556461 h 1172326"/>
                <a:gd name="csX707" fmla="*/ 998621 w 1197894"/>
                <a:gd name="csY707" fmla="*/ 553452 h 1172326"/>
                <a:gd name="csX708" fmla="*/ 997869 w 1197894"/>
                <a:gd name="csY708" fmla="*/ 550444 h 1172326"/>
                <a:gd name="csX709" fmla="*/ 995613 w 1197894"/>
                <a:gd name="csY709" fmla="*/ 549693 h 1172326"/>
                <a:gd name="csX710" fmla="*/ 994109 w 1197894"/>
                <a:gd name="csY710" fmla="*/ 551197 h 1172326"/>
                <a:gd name="csX711" fmla="*/ 993357 w 1197894"/>
                <a:gd name="csY711" fmla="*/ 551197 h 1172326"/>
                <a:gd name="csX712" fmla="*/ 992605 w 1197894"/>
                <a:gd name="csY712" fmla="*/ 546685 h 1172326"/>
                <a:gd name="csX713" fmla="*/ 988845 w 1197894"/>
                <a:gd name="csY713" fmla="*/ 545933 h 1172326"/>
                <a:gd name="csX714" fmla="*/ 985086 w 1197894"/>
                <a:gd name="csY714" fmla="*/ 547437 h 1172326"/>
                <a:gd name="csX715" fmla="*/ 983582 w 1197894"/>
                <a:gd name="csY715" fmla="*/ 548189 h 1172326"/>
                <a:gd name="csX716" fmla="*/ 982078 w 1197894"/>
                <a:gd name="csY716" fmla="*/ 549693 h 1172326"/>
                <a:gd name="csX717" fmla="*/ 979822 w 1197894"/>
                <a:gd name="csY717" fmla="*/ 548189 h 1172326"/>
                <a:gd name="csX718" fmla="*/ 974558 w 1197894"/>
                <a:gd name="csY718" fmla="*/ 543677 h 1172326"/>
                <a:gd name="csX719" fmla="*/ 975310 w 1197894"/>
                <a:gd name="csY719" fmla="*/ 541421 h 1172326"/>
                <a:gd name="csX720" fmla="*/ 973806 w 1197894"/>
                <a:gd name="csY720" fmla="*/ 539917 h 1172326"/>
                <a:gd name="csX721" fmla="*/ 969294 w 1197894"/>
                <a:gd name="csY721" fmla="*/ 537661 h 1172326"/>
                <a:gd name="csX722" fmla="*/ 967790 w 1197894"/>
                <a:gd name="csY722" fmla="*/ 537661 h 1172326"/>
                <a:gd name="csX723" fmla="*/ 966286 w 1197894"/>
                <a:gd name="csY723" fmla="*/ 537661 h 1172326"/>
                <a:gd name="csX724" fmla="*/ 965534 w 1197894"/>
                <a:gd name="csY724" fmla="*/ 537661 h 1172326"/>
                <a:gd name="csX725" fmla="*/ 964782 w 1197894"/>
                <a:gd name="csY725" fmla="*/ 536909 h 1172326"/>
                <a:gd name="csX726" fmla="*/ 965534 w 1197894"/>
                <a:gd name="csY726" fmla="*/ 535405 h 1172326"/>
                <a:gd name="csX727" fmla="*/ 967790 w 1197894"/>
                <a:gd name="csY727" fmla="*/ 533149 h 1172326"/>
                <a:gd name="csX728" fmla="*/ 967790 w 1197894"/>
                <a:gd name="csY728" fmla="*/ 531645 h 1172326"/>
                <a:gd name="csX729" fmla="*/ 967790 w 1197894"/>
                <a:gd name="csY729" fmla="*/ 528637 h 1172326"/>
                <a:gd name="csX730" fmla="*/ 966286 w 1197894"/>
                <a:gd name="csY730" fmla="*/ 526382 h 1172326"/>
                <a:gd name="csX731" fmla="*/ 964030 w 1197894"/>
                <a:gd name="csY731" fmla="*/ 524878 h 1172326"/>
                <a:gd name="csX732" fmla="*/ 963278 w 1197894"/>
                <a:gd name="csY732" fmla="*/ 523374 h 1172326"/>
                <a:gd name="csX733" fmla="*/ 963278 w 1197894"/>
                <a:gd name="csY733" fmla="*/ 520365 h 1172326"/>
                <a:gd name="csX734" fmla="*/ 964782 w 1197894"/>
                <a:gd name="csY734" fmla="*/ 515102 h 1172326"/>
                <a:gd name="csX735" fmla="*/ 964782 w 1197894"/>
                <a:gd name="csY735" fmla="*/ 511342 h 1172326"/>
                <a:gd name="csX736" fmla="*/ 961774 w 1197894"/>
                <a:gd name="csY736" fmla="*/ 512846 h 1172326"/>
                <a:gd name="csX737" fmla="*/ 961023 w 1197894"/>
                <a:gd name="csY737" fmla="*/ 510590 h 1172326"/>
                <a:gd name="csX738" fmla="*/ 961023 w 1197894"/>
                <a:gd name="csY738" fmla="*/ 506830 h 1172326"/>
                <a:gd name="csX739" fmla="*/ 959519 w 1197894"/>
                <a:gd name="csY739" fmla="*/ 505326 h 1172326"/>
                <a:gd name="csX740" fmla="*/ 958014 w 1197894"/>
                <a:gd name="csY740" fmla="*/ 506078 h 1172326"/>
                <a:gd name="csX741" fmla="*/ 958014 w 1197894"/>
                <a:gd name="csY741" fmla="*/ 506830 h 1172326"/>
                <a:gd name="csX742" fmla="*/ 958014 w 1197894"/>
                <a:gd name="csY742" fmla="*/ 508334 h 1172326"/>
                <a:gd name="csX743" fmla="*/ 958014 w 1197894"/>
                <a:gd name="csY743" fmla="*/ 509838 h 1172326"/>
                <a:gd name="csX744" fmla="*/ 955007 w 1197894"/>
                <a:gd name="csY744" fmla="*/ 515854 h 1172326"/>
                <a:gd name="csX745" fmla="*/ 954255 w 1197894"/>
                <a:gd name="csY745" fmla="*/ 516606 h 1172326"/>
                <a:gd name="csX746" fmla="*/ 955007 w 1197894"/>
                <a:gd name="csY746" fmla="*/ 518110 h 1172326"/>
                <a:gd name="csX747" fmla="*/ 955759 w 1197894"/>
                <a:gd name="csY747" fmla="*/ 518110 h 1172326"/>
                <a:gd name="csX748" fmla="*/ 956511 w 1197894"/>
                <a:gd name="csY748" fmla="*/ 518862 h 1172326"/>
                <a:gd name="csX749" fmla="*/ 956511 w 1197894"/>
                <a:gd name="csY749" fmla="*/ 520365 h 1172326"/>
                <a:gd name="csX750" fmla="*/ 955759 w 1197894"/>
                <a:gd name="csY750" fmla="*/ 521869 h 1172326"/>
                <a:gd name="csX751" fmla="*/ 955759 w 1197894"/>
                <a:gd name="csY751" fmla="*/ 522622 h 1172326"/>
                <a:gd name="csX752" fmla="*/ 955759 w 1197894"/>
                <a:gd name="csY752" fmla="*/ 526382 h 1172326"/>
                <a:gd name="csX753" fmla="*/ 955007 w 1197894"/>
                <a:gd name="csY753" fmla="*/ 528637 h 1172326"/>
                <a:gd name="csX754" fmla="*/ 954255 w 1197894"/>
                <a:gd name="csY754" fmla="*/ 530141 h 1172326"/>
                <a:gd name="csX755" fmla="*/ 953503 w 1197894"/>
                <a:gd name="csY755" fmla="*/ 531645 h 1172326"/>
                <a:gd name="csX756" fmla="*/ 953503 w 1197894"/>
                <a:gd name="csY756" fmla="*/ 533149 h 1172326"/>
                <a:gd name="csX757" fmla="*/ 954255 w 1197894"/>
                <a:gd name="csY757" fmla="*/ 535405 h 1172326"/>
                <a:gd name="csX758" fmla="*/ 954255 w 1197894"/>
                <a:gd name="csY758" fmla="*/ 536909 h 1172326"/>
                <a:gd name="csX759" fmla="*/ 954255 w 1197894"/>
                <a:gd name="csY759" fmla="*/ 539165 h 1172326"/>
                <a:gd name="csX760" fmla="*/ 951247 w 1197894"/>
                <a:gd name="csY760" fmla="*/ 543677 h 1172326"/>
                <a:gd name="csX761" fmla="*/ 952751 w 1197894"/>
                <a:gd name="csY761" fmla="*/ 543677 h 1172326"/>
                <a:gd name="csX762" fmla="*/ 955759 w 1197894"/>
                <a:gd name="csY762" fmla="*/ 542925 h 1172326"/>
                <a:gd name="csX763" fmla="*/ 957263 w 1197894"/>
                <a:gd name="csY763" fmla="*/ 542925 h 1172326"/>
                <a:gd name="csX764" fmla="*/ 958014 w 1197894"/>
                <a:gd name="csY764" fmla="*/ 542925 h 1172326"/>
                <a:gd name="csX765" fmla="*/ 961023 w 1197894"/>
                <a:gd name="csY765" fmla="*/ 547437 h 1172326"/>
                <a:gd name="csX766" fmla="*/ 956511 w 1197894"/>
                <a:gd name="csY766" fmla="*/ 551948 h 1172326"/>
                <a:gd name="csX767" fmla="*/ 958766 w 1197894"/>
                <a:gd name="csY767" fmla="*/ 554957 h 1172326"/>
                <a:gd name="csX768" fmla="*/ 963278 w 1197894"/>
                <a:gd name="csY768" fmla="*/ 556461 h 1172326"/>
                <a:gd name="csX769" fmla="*/ 964782 w 1197894"/>
                <a:gd name="csY769" fmla="*/ 559468 h 1172326"/>
                <a:gd name="csX770" fmla="*/ 966286 w 1197894"/>
                <a:gd name="csY770" fmla="*/ 557964 h 1172326"/>
                <a:gd name="csX771" fmla="*/ 969294 w 1197894"/>
                <a:gd name="csY771" fmla="*/ 554957 h 1172326"/>
                <a:gd name="csX772" fmla="*/ 970046 w 1197894"/>
                <a:gd name="csY772" fmla="*/ 554204 h 1172326"/>
                <a:gd name="csX773" fmla="*/ 970798 w 1197894"/>
                <a:gd name="csY773" fmla="*/ 556461 h 1172326"/>
                <a:gd name="csX774" fmla="*/ 971550 w 1197894"/>
                <a:gd name="csY774" fmla="*/ 558716 h 1172326"/>
                <a:gd name="csX775" fmla="*/ 971550 w 1197894"/>
                <a:gd name="csY775" fmla="*/ 563228 h 1172326"/>
                <a:gd name="csX776" fmla="*/ 972302 w 1197894"/>
                <a:gd name="csY776" fmla="*/ 567740 h 1172326"/>
                <a:gd name="csX777" fmla="*/ 976062 w 1197894"/>
                <a:gd name="csY777" fmla="*/ 567740 h 1172326"/>
                <a:gd name="csX778" fmla="*/ 983582 w 1197894"/>
                <a:gd name="csY778" fmla="*/ 565484 h 1172326"/>
                <a:gd name="csX779" fmla="*/ 986590 w 1197894"/>
                <a:gd name="csY779" fmla="*/ 564732 h 1172326"/>
                <a:gd name="csX780" fmla="*/ 987342 w 1197894"/>
                <a:gd name="csY780" fmla="*/ 566236 h 1172326"/>
                <a:gd name="csX781" fmla="*/ 986590 w 1197894"/>
                <a:gd name="csY781" fmla="*/ 568492 h 1172326"/>
                <a:gd name="csX782" fmla="*/ 985838 w 1197894"/>
                <a:gd name="csY782" fmla="*/ 572252 h 1172326"/>
                <a:gd name="csX783" fmla="*/ 985086 w 1197894"/>
                <a:gd name="csY783" fmla="*/ 573756 h 1172326"/>
                <a:gd name="csX784" fmla="*/ 983582 w 1197894"/>
                <a:gd name="csY784" fmla="*/ 574508 h 1172326"/>
                <a:gd name="csX785" fmla="*/ 982078 w 1197894"/>
                <a:gd name="csY785" fmla="*/ 576012 h 1172326"/>
                <a:gd name="csX786" fmla="*/ 980574 w 1197894"/>
                <a:gd name="csY786" fmla="*/ 576012 h 1172326"/>
                <a:gd name="csX787" fmla="*/ 979822 w 1197894"/>
                <a:gd name="csY787" fmla="*/ 576012 h 1172326"/>
                <a:gd name="csX788" fmla="*/ 977566 w 1197894"/>
                <a:gd name="csY788" fmla="*/ 574508 h 1172326"/>
                <a:gd name="csX789" fmla="*/ 976814 w 1197894"/>
                <a:gd name="csY789" fmla="*/ 573756 h 1172326"/>
                <a:gd name="csX790" fmla="*/ 970798 w 1197894"/>
                <a:gd name="csY790" fmla="*/ 574508 h 1172326"/>
                <a:gd name="csX791" fmla="*/ 966286 w 1197894"/>
                <a:gd name="csY791" fmla="*/ 579020 h 1172326"/>
                <a:gd name="csX792" fmla="*/ 963278 w 1197894"/>
                <a:gd name="csY792" fmla="*/ 585787 h 1172326"/>
                <a:gd name="csX793" fmla="*/ 958766 w 1197894"/>
                <a:gd name="csY793" fmla="*/ 599323 h 1172326"/>
                <a:gd name="csX794" fmla="*/ 957263 w 1197894"/>
                <a:gd name="csY794" fmla="*/ 606842 h 1172326"/>
                <a:gd name="csX795" fmla="*/ 957263 w 1197894"/>
                <a:gd name="csY795" fmla="*/ 614362 h 1172326"/>
                <a:gd name="csX796" fmla="*/ 958014 w 1197894"/>
                <a:gd name="csY796" fmla="*/ 621882 h 1172326"/>
                <a:gd name="csX797" fmla="*/ 960271 w 1197894"/>
                <a:gd name="csY797" fmla="*/ 633162 h 1172326"/>
                <a:gd name="csX798" fmla="*/ 961023 w 1197894"/>
                <a:gd name="csY798" fmla="*/ 636921 h 1172326"/>
                <a:gd name="csX799" fmla="*/ 960271 w 1197894"/>
                <a:gd name="csY799" fmla="*/ 641433 h 1172326"/>
                <a:gd name="csX800" fmla="*/ 958014 w 1197894"/>
                <a:gd name="csY800" fmla="*/ 644441 h 1172326"/>
                <a:gd name="csX801" fmla="*/ 955759 w 1197894"/>
                <a:gd name="csY801" fmla="*/ 644441 h 1172326"/>
                <a:gd name="csX802" fmla="*/ 953503 w 1197894"/>
                <a:gd name="csY802" fmla="*/ 639929 h 1172326"/>
                <a:gd name="csX803" fmla="*/ 957263 w 1197894"/>
                <a:gd name="csY803" fmla="*/ 639178 h 1172326"/>
                <a:gd name="csX804" fmla="*/ 957263 w 1197894"/>
                <a:gd name="csY804" fmla="*/ 634666 h 1172326"/>
                <a:gd name="csX805" fmla="*/ 953503 w 1197894"/>
                <a:gd name="csY805" fmla="*/ 624138 h 1172326"/>
                <a:gd name="csX806" fmla="*/ 951999 w 1197894"/>
                <a:gd name="csY806" fmla="*/ 617370 h 1172326"/>
                <a:gd name="csX807" fmla="*/ 950495 w 1197894"/>
                <a:gd name="csY807" fmla="*/ 615866 h 1172326"/>
                <a:gd name="csX808" fmla="*/ 946735 w 1197894"/>
                <a:gd name="csY808" fmla="*/ 615866 h 1172326"/>
                <a:gd name="csX809" fmla="*/ 943727 w 1197894"/>
                <a:gd name="csY809" fmla="*/ 617370 h 1172326"/>
                <a:gd name="csX810" fmla="*/ 942975 w 1197894"/>
                <a:gd name="csY810" fmla="*/ 620378 h 1172326"/>
                <a:gd name="csX811" fmla="*/ 942975 w 1197894"/>
                <a:gd name="csY811" fmla="*/ 640681 h 1172326"/>
                <a:gd name="csX812" fmla="*/ 943727 w 1197894"/>
                <a:gd name="csY812" fmla="*/ 643689 h 1172326"/>
                <a:gd name="csX813" fmla="*/ 945983 w 1197894"/>
                <a:gd name="csY813" fmla="*/ 650457 h 1172326"/>
                <a:gd name="csX814" fmla="*/ 945983 w 1197894"/>
                <a:gd name="csY814" fmla="*/ 654969 h 1172326"/>
                <a:gd name="csX815" fmla="*/ 945983 w 1197894"/>
                <a:gd name="csY815" fmla="*/ 658729 h 1172326"/>
                <a:gd name="csX816" fmla="*/ 945231 w 1197894"/>
                <a:gd name="csY816" fmla="*/ 660233 h 1172326"/>
                <a:gd name="csX817" fmla="*/ 938463 w 1197894"/>
                <a:gd name="csY817" fmla="*/ 659481 h 1172326"/>
                <a:gd name="csX818" fmla="*/ 934703 w 1197894"/>
                <a:gd name="csY818" fmla="*/ 659481 h 1172326"/>
                <a:gd name="csX819" fmla="*/ 931695 w 1197894"/>
                <a:gd name="csY819" fmla="*/ 660985 h 1172326"/>
                <a:gd name="csX820" fmla="*/ 930192 w 1197894"/>
                <a:gd name="csY820" fmla="*/ 663240 h 1172326"/>
                <a:gd name="csX821" fmla="*/ 928688 w 1197894"/>
                <a:gd name="csY821" fmla="*/ 667000 h 1172326"/>
                <a:gd name="csX822" fmla="*/ 927184 w 1197894"/>
                <a:gd name="csY822" fmla="*/ 674520 h 1172326"/>
                <a:gd name="csX823" fmla="*/ 927936 w 1197894"/>
                <a:gd name="csY823" fmla="*/ 682792 h 1172326"/>
                <a:gd name="csX824" fmla="*/ 929440 w 1197894"/>
                <a:gd name="csY824" fmla="*/ 689560 h 1172326"/>
                <a:gd name="csX825" fmla="*/ 933951 w 1197894"/>
                <a:gd name="csY825" fmla="*/ 694823 h 1172326"/>
                <a:gd name="csX826" fmla="*/ 914400 w 1197894"/>
                <a:gd name="csY826" fmla="*/ 701591 h 1172326"/>
                <a:gd name="csX827" fmla="*/ 911392 w 1197894"/>
                <a:gd name="csY827" fmla="*/ 701591 h 1172326"/>
                <a:gd name="csX828" fmla="*/ 906880 w 1197894"/>
                <a:gd name="csY828" fmla="*/ 703847 h 1172326"/>
                <a:gd name="csX829" fmla="*/ 903873 w 1197894"/>
                <a:gd name="csY829" fmla="*/ 709863 h 1172326"/>
                <a:gd name="csX830" fmla="*/ 902368 w 1197894"/>
                <a:gd name="csY830" fmla="*/ 716631 h 1172326"/>
                <a:gd name="csX831" fmla="*/ 902368 w 1197894"/>
                <a:gd name="csY831" fmla="*/ 722647 h 1172326"/>
                <a:gd name="csX832" fmla="*/ 904625 w 1197894"/>
                <a:gd name="csY832" fmla="*/ 724902 h 1172326"/>
                <a:gd name="csX833" fmla="*/ 904625 w 1197894"/>
                <a:gd name="csY833" fmla="*/ 725655 h 1172326"/>
                <a:gd name="csX834" fmla="*/ 902368 w 1197894"/>
                <a:gd name="csY834" fmla="*/ 726406 h 1172326"/>
                <a:gd name="csX835" fmla="*/ 900865 w 1197894"/>
                <a:gd name="csY835" fmla="*/ 725655 h 1172326"/>
                <a:gd name="csX836" fmla="*/ 898609 w 1197894"/>
                <a:gd name="csY836" fmla="*/ 724902 h 1172326"/>
                <a:gd name="csX837" fmla="*/ 897105 w 1197894"/>
                <a:gd name="csY837" fmla="*/ 724902 h 1172326"/>
                <a:gd name="csX838" fmla="*/ 895601 w 1197894"/>
                <a:gd name="csY838" fmla="*/ 725655 h 1172326"/>
                <a:gd name="csX839" fmla="*/ 893345 w 1197894"/>
                <a:gd name="csY839" fmla="*/ 727158 h 1172326"/>
                <a:gd name="csX840" fmla="*/ 889585 w 1197894"/>
                <a:gd name="csY840" fmla="*/ 727910 h 1172326"/>
                <a:gd name="csX841" fmla="*/ 882817 w 1197894"/>
                <a:gd name="csY841" fmla="*/ 727158 h 1172326"/>
                <a:gd name="csX842" fmla="*/ 880561 w 1197894"/>
                <a:gd name="csY842" fmla="*/ 727158 h 1172326"/>
                <a:gd name="csX843" fmla="*/ 876801 w 1197894"/>
                <a:gd name="csY843" fmla="*/ 728662 h 1172326"/>
                <a:gd name="csX844" fmla="*/ 873794 w 1197894"/>
                <a:gd name="csY844" fmla="*/ 730166 h 1172326"/>
                <a:gd name="csX845" fmla="*/ 871538 w 1197894"/>
                <a:gd name="csY845" fmla="*/ 735430 h 1172326"/>
                <a:gd name="csX846" fmla="*/ 867778 w 1197894"/>
                <a:gd name="csY846" fmla="*/ 735430 h 1172326"/>
                <a:gd name="csX847" fmla="*/ 864770 w 1197894"/>
                <a:gd name="csY847" fmla="*/ 734678 h 1172326"/>
                <a:gd name="csX848" fmla="*/ 861010 w 1197894"/>
                <a:gd name="csY848" fmla="*/ 734678 h 1172326"/>
                <a:gd name="csX849" fmla="*/ 860258 w 1197894"/>
                <a:gd name="csY849" fmla="*/ 735430 h 1172326"/>
                <a:gd name="csX850" fmla="*/ 859506 w 1197894"/>
                <a:gd name="csY850" fmla="*/ 736934 h 1172326"/>
                <a:gd name="csX851" fmla="*/ 858754 w 1197894"/>
                <a:gd name="csY851" fmla="*/ 737686 h 1172326"/>
                <a:gd name="csX852" fmla="*/ 856498 w 1197894"/>
                <a:gd name="csY852" fmla="*/ 738438 h 1172326"/>
                <a:gd name="csX853" fmla="*/ 854994 w 1197894"/>
                <a:gd name="csY853" fmla="*/ 739190 h 1172326"/>
                <a:gd name="csX854" fmla="*/ 854994 w 1197894"/>
                <a:gd name="csY854" fmla="*/ 740694 h 1172326"/>
                <a:gd name="csX855" fmla="*/ 855746 w 1197894"/>
                <a:gd name="csY855" fmla="*/ 742198 h 1172326"/>
                <a:gd name="csX856" fmla="*/ 857250 w 1197894"/>
                <a:gd name="csY856" fmla="*/ 742950 h 1172326"/>
                <a:gd name="csX857" fmla="*/ 858002 w 1197894"/>
                <a:gd name="csY857" fmla="*/ 743702 h 1172326"/>
                <a:gd name="csX858" fmla="*/ 857250 w 1197894"/>
                <a:gd name="csY858" fmla="*/ 745206 h 1172326"/>
                <a:gd name="csX859" fmla="*/ 851234 w 1197894"/>
                <a:gd name="csY859" fmla="*/ 749717 h 1172326"/>
                <a:gd name="csX860" fmla="*/ 850482 w 1197894"/>
                <a:gd name="csY860" fmla="*/ 750470 h 1172326"/>
                <a:gd name="csX861" fmla="*/ 849730 w 1197894"/>
                <a:gd name="csY861" fmla="*/ 752726 h 1172326"/>
                <a:gd name="csX862" fmla="*/ 848978 w 1197894"/>
                <a:gd name="csY862" fmla="*/ 756485 h 1172326"/>
                <a:gd name="csX863" fmla="*/ 849730 w 1197894"/>
                <a:gd name="csY863" fmla="*/ 767765 h 1172326"/>
                <a:gd name="csX864" fmla="*/ 849730 w 1197894"/>
                <a:gd name="csY864" fmla="*/ 770021 h 1172326"/>
                <a:gd name="csX865" fmla="*/ 848978 w 1197894"/>
                <a:gd name="csY865" fmla="*/ 773781 h 1172326"/>
                <a:gd name="csX866" fmla="*/ 848978 w 1197894"/>
                <a:gd name="csY866" fmla="*/ 776037 h 1172326"/>
                <a:gd name="csX867" fmla="*/ 849730 w 1197894"/>
                <a:gd name="csY867" fmla="*/ 778293 h 1172326"/>
                <a:gd name="csX868" fmla="*/ 851234 w 1197894"/>
                <a:gd name="csY868" fmla="*/ 780549 h 1172326"/>
                <a:gd name="csX869" fmla="*/ 851986 w 1197894"/>
                <a:gd name="csY869" fmla="*/ 782053 h 1172326"/>
                <a:gd name="csX870" fmla="*/ 848978 w 1197894"/>
                <a:gd name="csY870" fmla="*/ 791076 h 1172326"/>
                <a:gd name="csX871" fmla="*/ 848978 w 1197894"/>
                <a:gd name="csY871" fmla="*/ 793332 h 1172326"/>
                <a:gd name="csX872" fmla="*/ 848227 w 1197894"/>
                <a:gd name="csY872" fmla="*/ 794836 h 1172326"/>
                <a:gd name="csX873" fmla="*/ 847474 w 1197894"/>
                <a:gd name="csY873" fmla="*/ 793332 h 1172326"/>
                <a:gd name="csX874" fmla="*/ 845970 w 1197894"/>
                <a:gd name="csY874" fmla="*/ 789572 h 1172326"/>
                <a:gd name="csX875" fmla="*/ 845218 w 1197894"/>
                <a:gd name="csY875" fmla="*/ 784308 h 1172326"/>
                <a:gd name="csX876" fmla="*/ 844467 w 1197894"/>
                <a:gd name="csY876" fmla="*/ 783556 h 1172326"/>
                <a:gd name="csX877" fmla="*/ 843715 w 1197894"/>
                <a:gd name="csY877" fmla="*/ 781300 h 1172326"/>
                <a:gd name="csX878" fmla="*/ 842963 w 1197894"/>
                <a:gd name="csY878" fmla="*/ 780549 h 1172326"/>
                <a:gd name="csX879" fmla="*/ 841459 w 1197894"/>
                <a:gd name="csY879" fmla="*/ 780549 h 1172326"/>
                <a:gd name="csX880" fmla="*/ 839955 w 1197894"/>
                <a:gd name="csY880" fmla="*/ 779045 h 1172326"/>
                <a:gd name="csX881" fmla="*/ 838451 w 1197894"/>
                <a:gd name="csY881" fmla="*/ 778293 h 1172326"/>
                <a:gd name="csX882" fmla="*/ 836947 w 1197894"/>
                <a:gd name="csY882" fmla="*/ 779045 h 1172326"/>
                <a:gd name="csX883" fmla="*/ 835443 w 1197894"/>
                <a:gd name="csY883" fmla="*/ 780549 h 1172326"/>
                <a:gd name="csX884" fmla="*/ 835443 w 1197894"/>
                <a:gd name="csY884" fmla="*/ 782804 h 1172326"/>
                <a:gd name="csX885" fmla="*/ 836195 w 1197894"/>
                <a:gd name="csY885" fmla="*/ 788068 h 1172326"/>
                <a:gd name="csX886" fmla="*/ 837699 w 1197894"/>
                <a:gd name="csY886" fmla="*/ 788068 h 1172326"/>
                <a:gd name="csX887" fmla="*/ 839955 w 1197894"/>
                <a:gd name="csY887" fmla="*/ 787316 h 1172326"/>
                <a:gd name="csX888" fmla="*/ 842211 w 1197894"/>
                <a:gd name="csY888" fmla="*/ 788068 h 1172326"/>
                <a:gd name="csX889" fmla="*/ 842963 w 1197894"/>
                <a:gd name="csY889" fmla="*/ 790324 h 1172326"/>
                <a:gd name="csX890" fmla="*/ 842211 w 1197894"/>
                <a:gd name="csY890" fmla="*/ 794084 h 1172326"/>
                <a:gd name="csX891" fmla="*/ 839955 w 1197894"/>
                <a:gd name="csY891" fmla="*/ 798596 h 1172326"/>
                <a:gd name="csX892" fmla="*/ 837699 w 1197894"/>
                <a:gd name="csY892" fmla="*/ 800852 h 1172326"/>
                <a:gd name="csX893" fmla="*/ 835443 w 1197894"/>
                <a:gd name="csY893" fmla="*/ 803108 h 1172326"/>
                <a:gd name="csX894" fmla="*/ 818899 w 1197894"/>
                <a:gd name="csY894" fmla="*/ 809124 h 1172326"/>
                <a:gd name="csX895" fmla="*/ 816644 w 1197894"/>
                <a:gd name="csY895" fmla="*/ 811379 h 1172326"/>
                <a:gd name="csX896" fmla="*/ 815891 w 1197894"/>
                <a:gd name="csY896" fmla="*/ 815891 h 1172326"/>
                <a:gd name="csX897" fmla="*/ 815891 w 1197894"/>
                <a:gd name="csY897" fmla="*/ 817395 h 1172326"/>
                <a:gd name="csX898" fmla="*/ 817396 w 1197894"/>
                <a:gd name="csY898" fmla="*/ 821155 h 1172326"/>
                <a:gd name="csX899" fmla="*/ 817396 w 1197894"/>
                <a:gd name="csY899" fmla="*/ 822659 h 1172326"/>
                <a:gd name="csX900" fmla="*/ 817396 w 1197894"/>
                <a:gd name="csY900" fmla="*/ 824163 h 1172326"/>
                <a:gd name="csX901" fmla="*/ 816644 w 1197894"/>
                <a:gd name="csY901" fmla="*/ 825667 h 1172326"/>
                <a:gd name="csX902" fmla="*/ 815891 w 1197894"/>
                <a:gd name="csY902" fmla="*/ 827171 h 1172326"/>
                <a:gd name="csX903" fmla="*/ 815891 w 1197894"/>
                <a:gd name="csY903" fmla="*/ 829427 h 1172326"/>
                <a:gd name="csX904" fmla="*/ 812132 w 1197894"/>
                <a:gd name="csY904" fmla="*/ 829427 h 1172326"/>
                <a:gd name="csX905" fmla="*/ 812132 w 1197894"/>
                <a:gd name="csY905" fmla="*/ 833187 h 1172326"/>
                <a:gd name="csX906" fmla="*/ 813636 w 1197894"/>
                <a:gd name="csY906" fmla="*/ 836194 h 1172326"/>
                <a:gd name="csX907" fmla="*/ 817396 w 1197894"/>
                <a:gd name="csY907" fmla="*/ 834691 h 1172326"/>
                <a:gd name="csX908" fmla="*/ 821155 w 1197894"/>
                <a:gd name="csY908" fmla="*/ 839202 h 1172326"/>
                <a:gd name="csX909" fmla="*/ 821907 w 1197894"/>
                <a:gd name="csY909" fmla="*/ 839954 h 1172326"/>
                <a:gd name="csX910" fmla="*/ 822659 w 1197894"/>
                <a:gd name="csY910" fmla="*/ 840707 h 1172326"/>
                <a:gd name="csX911" fmla="*/ 825667 w 1197894"/>
                <a:gd name="csY911" fmla="*/ 841458 h 1172326"/>
                <a:gd name="csX912" fmla="*/ 827171 w 1197894"/>
                <a:gd name="csY912" fmla="*/ 841458 h 1172326"/>
                <a:gd name="csX913" fmla="*/ 827923 w 1197894"/>
                <a:gd name="csY913" fmla="*/ 842962 h 1172326"/>
                <a:gd name="csX914" fmla="*/ 828675 w 1197894"/>
                <a:gd name="csY914" fmla="*/ 843714 h 1172326"/>
                <a:gd name="csX915" fmla="*/ 829427 w 1197894"/>
                <a:gd name="csY915" fmla="*/ 845218 h 1172326"/>
                <a:gd name="csX916" fmla="*/ 828675 w 1197894"/>
                <a:gd name="csY916" fmla="*/ 847474 h 1172326"/>
                <a:gd name="csX917" fmla="*/ 827171 w 1197894"/>
                <a:gd name="csY917" fmla="*/ 847474 h 1172326"/>
                <a:gd name="csX918" fmla="*/ 824163 w 1197894"/>
                <a:gd name="csY918" fmla="*/ 846722 h 1172326"/>
                <a:gd name="csX919" fmla="*/ 822659 w 1197894"/>
                <a:gd name="csY919" fmla="*/ 847474 h 1172326"/>
                <a:gd name="csX920" fmla="*/ 819651 w 1197894"/>
                <a:gd name="csY920" fmla="*/ 848978 h 1172326"/>
                <a:gd name="csX921" fmla="*/ 816644 w 1197894"/>
                <a:gd name="csY921" fmla="*/ 850482 h 1172326"/>
                <a:gd name="csX922" fmla="*/ 813636 w 1197894"/>
                <a:gd name="csY922" fmla="*/ 851986 h 1172326"/>
                <a:gd name="csX923" fmla="*/ 812132 w 1197894"/>
                <a:gd name="csY923" fmla="*/ 854994 h 1172326"/>
                <a:gd name="csX924" fmla="*/ 812132 w 1197894"/>
                <a:gd name="csY924" fmla="*/ 861010 h 1172326"/>
                <a:gd name="csX925" fmla="*/ 811380 w 1197894"/>
                <a:gd name="csY925" fmla="*/ 864770 h 1172326"/>
                <a:gd name="csX926" fmla="*/ 810628 w 1197894"/>
                <a:gd name="csY926" fmla="*/ 867777 h 1172326"/>
                <a:gd name="csX927" fmla="*/ 815139 w 1197894"/>
                <a:gd name="csY927" fmla="*/ 867026 h 1172326"/>
                <a:gd name="csX928" fmla="*/ 817396 w 1197894"/>
                <a:gd name="csY928" fmla="*/ 867777 h 1172326"/>
                <a:gd name="csX929" fmla="*/ 817396 w 1197894"/>
                <a:gd name="csY929" fmla="*/ 870033 h 1172326"/>
                <a:gd name="csX930" fmla="*/ 813636 w 1197894"/>
                <a:gd name="csY930" fmla="*/ 872290 h 1172326"/>
                <a:gd name="csX931" fmla="*/ 817396 w 1197894"/>
                <a:gd name="csY931" fmla="*/ 873041 h 1172326"/>
                <a:gd name="csX932" fmla="*/ 821907 w 1197894"/>
                <a:gd name="csY932" fmla="*/ 872290 h 1172326"/>
                <a:gd name="csX933" fmla="*/ 826419 w 1197894"/>
                <a:gd name="csY933" fmla="*/ 869281 h 1172326"/>
                <a:gd name="csX934" fmla="*/ 827923 w 1197894"/>
                <a:gd name="csY934" fmla="*/ 867026 h 1172326"/>
                <a:gd name="csX935" fmla="*/ 828675 w 1197894"/>
                <a:gd name="csY935" fmla="*/ 864770 h 1172326"/>
                <a:gd name="csX936" fmla="*/ 830931 w 1197894"/>
                <a:gd name="csY936" fmla="*/ 863266 h 1172326"/>
                <a:gd name="csX937" fmla="*/ 833187 w 1197894"/>
                <a:gd name="csY937" fmla="*/ 862513 h 1172326"/>
                <a:gd name="csX938" fmla="*/ 835443 w 1197894"/>
                <a:gd name="csY938" fmla="*/ 862513 h 1172326"/>
                <a:gd name="csX939" fmla="*/ 836947 w 1197894"/>
                <a:gd name="csY939" fmla="*/ 863266 h 1172326"/>
                <a:gd name="csX940" fmla="*/ 836947 w 1197894"/>
                <a:gd name="csY940" fmla="*/ 864770 h 1172326"/>
                <a:gd name="csX941" fmla="*/ 834691 w 1197894"/>
                <a:gd name="csY941" fmla="*/ 867026 h 1172326"/>
                <a:gd name="csX942" fmla="*/ 827171 w 1197894"/>
                <a:gd name="csY942" fmla="*/ 871537 h 1172326"/>
                <a:gd name="csX943" fmla="*/ 824163 w 1197894"/>
                <a:gd name="csY943" fmla="*/ 876049 h 1172326"/>
                <a:gd name="csX944" fmla="*/ 825667 w 1197894"/>
                <a:gd name="csY944" fmla="*/ 879809 h 1172326"/>
                <a:gd name="csX945" fmla="*/ 828675 w 1197894"/>
                <a:gd name="csY945" fmla="*/ 879057 h 1172326"/>
                <a:gd name="csX946" fmla="*/ 833939 w 1197894"/>
                <a:gd name="csY946" fmla="*/ 872290 h 1172326"/>
                <a:gd name="csX947" fmla="*/ 836195 w 1197894"/>
                <a:gd name="csY947" fmla="*/ 870033 h 1172326"/>
                <a:gd name="csX948" fmla="*/ 834691 w 1197894"/>
                <a:gd name="csY948" fmla="*/ 876801 h 1172326"/>
                <a:gd name="csX949" fmla="*/ 833939 w 1197894"/>
                <a:gd name="csY949" fmla="*/ 879809 h 1172326"/>
                <a:gd name="csX950" fmla="*/ 835443 w 1197894"/>
                <a:gd name="csY950" fmla="*/ 885073 h 1172326"/>
                <a:gd name="csX951" fmla="*/ 835443 w 1197894"/>
                <a:gd name="csY951" fmla="*/ 887329 h 1172326"/>
                <a:gd name="csX952" fmla="*/ 830179 w 1197894"/>
                <a:gd name="csY952" fmla="*/ 889585 h 1172326"/>
                <a:gd name="csX953" fmla="*/ 815139 w 1197894"/>
                <a:gd name="csY953" fmla="*/ 903120 h 1172326"/>
                <a:gd name="csX954" fmla="*/ 811380 w 1197894"/>
                <a:gd name="csY954" fmla="*/ 908384 h 1172326"/>
                <a:gd name="csX955" fmla="*/ 792580 w 1197894"/>
                <a:gd name="csY955" fmla="*/ 947487 h 1172326"/>
                <a:gd name="csX956" fmla="*/ 782805 w 1197894"/>
                <a:gd name="csY956" fmla="*/ 980573 h 1172326"/>
                <a:gd name="csX957" fmla="*/ 778293 w 1197894"/>
                <a:gd name="csY957" fmla="*/ 1001629 h 1172326"/>
                <a:gd name="csX958" fmla="*/ 755734 w 1197894"/>
                <a:gd name="csY958" fmla="*/ 1055771 h 1172326"/>
                <a:gd name="csX959" fmla="*/ 751974 w 1197894"/>
                <a:gd name="csY959" fmla="*/ 1062539 h 1172326"/>
                <a:gd name="csX960" fmla="*/ 736934 w 1197894"/>
                <a:gd name="csY960" fmla="*/ 1082842 h 1172326"/>
                <a:gd name="csX961" fmla="*/ 725655 w 1197894"/>
                <a:gd name="csY961" fmla="*/ 1095625 h 1172326"/>
                <a:gd name="csX962" fmla="*/ 709863 w 1197894"/>
                <a:gd name="csY962" fmla="*/ 1110665 h 1172326"/>
                <a:gd name="csX963" fmla="*/ 684296 w 1197894"/>
                <a:gd name="csY963" fmla="*/ 1133224 h 1172326"/>
                <a:gd name="csX964" fmla="*/ 668505 w 1197894"/>
                <a:gd name="csY964" fmla="*/ 1149768 h 1172326"/>
                <a:gd name="csX965" fmla="*/ 657977 w 1197894"/>
                <a:gd name="csY965" fmla="*/ 1160295 h 1172326"/>
                <a:gd name="csX966" fmla="*/ 640682 w 1197894"/>
                <a:gd name="csY966" fmla="*/ 1171575 h 1172326"/>
                <a:gd name="csX967" fmla="*/ 636170 w 1197894"/>
                <a:gd name="csY967" fmla="*/ 1172327 h 1172326"/>
                <a:gd name="csX968" fmla="*/ 633914 w 1197894"/>
                <a:gd name="csY968" fmla="*/ 1170071 h 1172326"/>
                <a:gd name="csX969" fmla="*/ 633162 w 1197894"/>
                <a:gd name="csY969" fmla="*/ 1167063 h 1172326"/>
                <a:gd name="csX970" fmla="*/ 631658 w 1197894"/>
                <a:gd name="csY970" fmla="*/ 1164055 h 1172326"/>
                <a:gd name="csX971" fmla="*/ 628650 w 1197894"/>
                <a:gd name="csY971" fmla="*/ 1161799 h 1172326"/>
                <a:gd name="csX972" fmla="*/ 626394 w 1197894"/>
                <a:gd name="csY972" fmla="*/ 1161799 h 1172326"/>
                <a:gd name="csX973" fmla="*/ 624138 w 1197894"/>
                <a:gd name="csY973" fmla="*/ 1162551 h 1172326"/>
                <a:gd name="csX974" fmla="*/ 620378 w 1197894"/>
                <a:gd name="csY974" fmla="*/ 1162551 h 1172326"/>
                <a:gd name="csX975" fmla="*/ 616618 w 1197894"/>
                <a:gd name="csY975" fmla="*/ 1155031 h 1172326"/>
                <a:gd name="csX976" fmla="*/ 616618 w 1197894"/>
                <a:gd name="csY976" fmla="*/ 1138488 h 1172326"/>
                <a:gd name="csX977" fmla="*/ 620378 w 1197894"/>
                <a:gd name="csY977" fmla="*/ 1109161 h 1172326"/>
                <a:gd name="csX978" fmla="*/ 616618 w 1197894"/>
                <a:gd name="csY978" fmla="*/ 1081338 h 1172326"/>
                <a:gd name="csX979" fmla="*/ 616618 w 1197894"/>
                <a:gd name="csY979" fmla="*/ 1068554 h 1172326"/>
                <a:gd name="csX980" fmla="*/ 619626 w 1197894"/>
                <a:gd name="csY980" fmla="*/ 1060283 h 1172326"/>
                <a:gd name="csX981" fmla="*/ 620378 w 1197894"/>
                <a:gd name="csY981" fmla="*/ 1055771 h 1172326"/>
                <a:gd name="csX982" fmla="*/ 620378 w 1197894"/>
                <a:gd name="csY982" fmla="*/ 1055019 h 1172326"/>
                <a:gd name="csX983" fmla="*/ 624890 w 1197894"/>
                <a:gd name="csY983" fmla="*/ 1049755 h 1172326"/>
                <a:gd name="csX984" fmla="*/ 630154 w 1197894"/>
                <a:gd name="csY984" fmla="*/ 1045243 h 1172326"/>
                <a:gd name="csX985" fmla="*/ 648201 w 1197894"/>
                <a:gd name="csY985" fmla="*/ 1032460 h 1172326"/>
                <a:gd name="csX986" fmla="*/ 650457 w 1197894"/>
                <a:gd name="csY986" fmla="*/ 1030956 h 1172326"/>
                <a:gd name="csX987" fmla="*/ 651209 w 1197894"/>
                <a:gd name="csY987" fmla="*/ 1027196 h 1172326"/>
                <a:gd name="csX988" fmla="*/ 651961 w 1197894"/>
                <a:gd name="csY988" fmla="*/ 1020428 h 1172326"/>
                <a:gd name="csX989" fmla="*/ 652713 w 1197894"/>
                <a:gd name="csY989" fmla="*/ 1017420 h 1172326"/>
                <a:gd name="csX990" fmla="*/ 657225 w 1197894"/>
                <a:gd name="csY990" fmla="*/ 1012908 h 1172326"/>
                <a:gd name="csX991" fmla="*/ 667001 w 1197894"/>
                <a:gd name="csY991" fmla="*/ 1005388 h 1172326"/>
                <a:gd name="csX992" fmla="*/ 670761 w 1197894"/>
                <a:gd name="csY992" fmla="*/ 1001629 h 1172326"/>
                <a:gd name="csX993" fmla="*/ 673769 w 1197894"/>
                <a:gd name="csY993" fmla="*/ 997869 h 1172326"/>
                <a:gd name="csX994" fmla="*/ 679032 w 1197894"/>
                <a:gd name="csY994" fmla="*/ 993357 h 1172326"/>
                <a:gd name="csX995" fmla="*/ 680536 w 1197894"/>
                <a:gd name="csY995" fmla="*/ 990349 h 1172326"/>
                <a:gd name="csX996" fmla="*/ 681288 w 1197894"/>
                <a:gd name="csY996" fmla="*/ 987341 h 1172326"/>
                <a:gd name="csX997" fmla="*/ 679784 w 1197894"/>
                <a:gd name="csY997" fmla="*/ 984333 h 1172326"/>
                <a:gd name="csX998" fmla="*/ 670009 w 1197894"/>
                <a:gd name="csY998" fmla="*/ 973806 h 1172326"/>
                <a:gd name="csX999" fmla="*/ 667753 w 1197894"/>
                <a:gd name="csY999" fmla="*/ 972302 h 1172326"/>
                <a:gd name="csX1000" fmla="*/ 662489 w 1197894"/>
                <a:gd name="csY1000" fmla="*/ 970046 h 1172326"/>
                <a:gd name="csX1001" fmla="*/ 657977 w 1197894"/>
                <a:gd name="csY1001" fmla="*/ 967038 h 1172326"/>
                <a:gd name="csX1002" fmla="*/ 652713 w 1197894"/>
                <a:gd name="csY1002" fmla="*/ 967038 h 1172326"/>
                <a:gd name="csX1003" fmla="*/ 650457 w 1197894"/>
                <a:gd name="csY1003" fmla="*/ 965534 h 1172326"/>
                <a:gd name="csX1004" fmla="*/ 643690 w 1197894"/>
                <a:gd name="csY1004" fmla="*/ 961774 h 1172326"/>
                <a:gd name="csX1005" fmla="*/ 635418 w 1197894"/>
                <a:gd name="csY1005" fmla="*/ 958766 h 1172326"/>
                <a:gd name="csX1006" fmla="*/ 626394 w 1197894"/>
                <a:gd name="csY1006" fmla="*/ 948990 h 1172326"/>
                <a:gd name="csX1007" fmla="*/ 616618 w 1197894"/>
                <a:gd name="csY1007" fmla="*/ 942223 h 1172326"/>
                <a:gd name="csX1008" fmla="*/ 612859 w 1197894"/>
                <a:gd name="csY1008" fmla="*/ 938463 h 1172326"/>
                <a:gd name="csX1009" fmla="*/ 609851 w 1197894"/>
                <a:gd name="csY1009" fmla="*/ 933951 h 1172326"/>
                <a:gd name="csX1010" fmla="*/ 607595 w 1197894"/>
                <a:gd name="csY1010" fmla="*/ 929439 h 1172326"/>
                <a:gd name="csX1011" fmla="*/ 606091 w 1197894"/>
                <a:gd name="csY1011" fmla="*/ 927183 h 1172326"/>
                <a:gd name="csX1012" fmla="*/ 602331 w 1197894"/>
                <a:gd name="csY1012" fmla="*/ 924175 h 1172326"/>
                <a:gd name="csX1013" fmla="*/ 600827 w 1197894"/>
                <a:gd name="csY1013" fmla="*/ 921168 h 1172326"/>
                <a:gd name="csX1014" fmla="*/ 600075 w 1197894"/>
                <a:gd name="csY1014" fmla="*/ 918160 h 1172326"/>
                <a:gd name="csX1015" fmla="*/ 599323 w 1197894"/>
                <a:gd name="csY1015" fmla="*/ 909136 h 1172326"/>
                <a:gd name="csX1016" fmla="*/ 598571 w 1197894"/>
                <a:gd name="csY1016" fmla="*/ 903120 h 1172326"/>
                <a:gd name="csX1017" fmla="*/ 596315 w 1197894"/>
                <a:gd name="csY1017" fmla="*/ 898609 h 1172326"/>
                <a:gd name="csX1018" fmla="*/ 588796 w 1197894"/>
                <a:gd name="csY1018" fmla="*/ 886577 h 1172326"/>
                <a:gd name="csX1019" fmla="*/ 584284 w 1197894"/>
                <a:gd name="csY1019" fmla="*/ 876801 h 1172326"/>
                <a:gd name="csX1020" fmla="*/ 584284 w 1197894"/>
                <a:gd name="csY1020" fmla="*/ 870033 h 1172326"/>
                <a:gd name="csX1021" fmla="*/ 583532 w 1197894"/>
                <a:gd name="csY1021" fmla="*/ 867777 h 1172326"/>
                <a:gd name="csX1022" fmla="*/ 581276 w 1197894"/>
                <a:gd name="csY1022" fmla="*/ 866273 h 1172326"/>
                <a:gd name="csX1023" fmla="*/ 572252 w 1197894"/>
                <a:gd name="csY1023" fmla="*/ 864018 h 1172326"/>
                <a:gd name="csX1024" fmla="*/ 568492 w 1197894"/>
                <a:gd name="csY1024" fmla="*/ 861762 h 1172326"/>
                <a:gd name="csX1025" fmla="*/ 566236 w 1197894"/>
                <a:gd name="csY1025" fmla="*/ 860258 h 1172326"/>
                <a:gd name="csX1026" fmla="*/ 564732 w 1197894"/>
                <a:gd name="csY1026" fmla="*/ 858002 h 1172326"/>
                <a:gd name="csX1027" fmla="*/ 563980 w 1197894"/>
                <a:gd name="csY1027" fmla="*/ 856498 h 1172326"/>
                <a:gd name="csX1028" fmla="*/ 563228 w 1197894"/>
                <a:gd name="csY1028" fmla="*/ 854242 h 1172326"/>
                <a:gd name="csX1029" fmla="*/ 562476 w 1197894"/>
                <a:gd name="csY1029" fmla="*/ 852738 h 1172326"/>
                <a:gd name="csX1030" fmla="*/ 560972 w 1197894"/>
                <a:gd name="csY1030" fmla="*/ 850482 h 1172326"/>
                <a:gd name="csX1031" fmla="*/ 556461 w 1197894"/>
                <a:gd name="csY1031" fmla="*/ 847474 h 1172326"/>
                <a:gd name="csX1032" fmla="*/ 554205 w 1197894"/>
                <a:gd name="csY1032" fmla="*/ 846722 h 1172326"/>
                <a:gd name="csX1033" fmla="*/ 551949 w 1197894"/>
                <a:gd name="csY1033" fmla="*/ 845970 h 1172326"/>
                <a:gd name="csX1034" fmla="*/ 546685 w 1197894"/>
                <a:gd name="csY1034" fmla="*/ 845218 h 1172326"/>
                <a:gd name="csX1035" fmla="*/ 545181 w 1197894"/>
                <a:gd name="csY1035" fmla="*/ 844466 h 1172326"/>
                <a:gd name="csX1036" fmla="*/ 543677 w 1197894"/>
                <a:gd name="csY1036" fmla="*/ 843714 h 1172326"/>
                <a:gd name="csX1037" fmla="*/ 542925 w 1197894"/>
                <a:gd name="csY1037" fmla="*/ 840707 h 1172326"/>
                <a:gd name="csX1038" fmla="*/ 541421 w 1197894"/>
                <a:gd name="csY1038" fmla="*/ 839954 h 1172326"/>
                <a:gd name="csX1039" fmla="*/ 539165 w 1197894"/>
                <a:gd name="csY1039" fmla="*/ 837698 h 1172326"/>
                <a:gd name="csX1040" fmla="*/ 536157 w 1197894"/>
                <a:gd name="csY1040" fmla="*/ 836194 h 1172326"/>
                <a:gd name="csX1041" fmla="*/ 533149 w 1197894"/>
                <a:gd name="csY1041" fmla="*/ 836194 h 1172326"/>
                <a:gd name="csX1042" fmla="*/ 530141 w 1197894"/>
                <a:gd name="csY1042" fmla="*/ 836947 h 1172326"/>
                <a:gd name="csX1043" fmla="*/ 527886 w 1197894"/>
                <a:gd name="csY1043" fmla="*/ 839954 h 1172326"/>
                <a:gd name="csX1044" fmla="*/ 526382 w 1197894"/>
                <a:gd name="csY1044" fmla="*/ 841458 h 1172326"/>
                <a:gd name="csX1045" fmla="*/ 524878 w 1197894"/>
                <a:gd name="csY1045" fmla="*/ 841458 h 1172326"/>
                <a:gd name="csX1046" fmla="*/ 521118 w 1197894"/>
                <a:gd name="csY1046" fmla="*/ 839202 h 1172326"/>
                <a:gd name="csX1047" fmla="*/ 513598 w 1197894"/>
                <a:gd name="csY1047" fmla="*/ 832435 h 1172326"/>
                <a:gd name="csX1048" fmla="*/ 505326 w 1197894"/>
                <a:gd name="csY1048" fmla="*/ 826419 h 1172326"/>
                <a:gd name="csX1049" fmla="*/ 494799 w 1197894"/>
                <a:gd name="csY1049" fmla="*/ 816643 h 1172326"/>
                <a:gd name="csX1050" fmla="*/ 490287 w 1197894"/>
                <a:gd name="csY1050" fmla="*/ 811379 h 1172326"/>
                <a:gd name="csX1051" fmla="*/ 485775 w 1197894"/>
                <a:gd name="csY1051" fmla="*/ 806868 h 1172326"/>
                <a:gd name="csX1052" fmla="*/ 480511 w 1197894"/>
                <a:gd name="csY1052" fmla="*/ 803108 h 1172326"/>
                <a:gd name="csX1053" fmla="*/ 476751 w 1197894"/>
                <a:gd name="csY1053" fmla="*/ 799348 h 1172326"/>
                <a:gd name="csX1054" fmla="*/ 476000 w 1197894"/>
                <a:gd name="csY1054" fmla="*/ 797844 h 1172326"/>
                <a:gd name="csX1055" fmla="*/ 474495 w 1197894"/>
                <a:gd name="csY1055" fmla="*/ 794084 h 1172326"/>
                <a:gd name="csX1056" fmla="*/ 474495 w 1197894"/>
                <a:gd name="csY1056" fmla="*/ 786564 h 1172326"/>
                <a:gd name="csX1057" fmla="*/ 473743 w 1197894"/>
                <a:gd name="csY1057" fmla="*/ 783556 h 1172326"/>
                <a:gd name="csX1058" fmla="*/ 471488 w 1197894"/>
                <a:gd name="csY1058" fmla="*/ 780549 h 1172326"/>
                <a:gd name="csX1059" fmla="*/ 469232 w 1197894"/>
                <a:gd name="csY1059" fmla="*/ 778293 h 1172326"/>
                <a:gd name="csX1060" fmla="*/ 461712 w 1197894"/>
                <a:gd name="csY1060" fmla="*/ 771525 h 1172326"/>
                <a:gd name="csX1061" fmla="*/ 459456 w 1197894"/>
                <a:gd name="csY1061" fmla="*/ 769269 h 1172326"/>
                <a:gd name="csX1062" fmla="*/ 457200 w 1197894"/>
                <a:gd name="csY1062" fmla="*/ 764005 h 1172326"/>
                <a:gd name="csX1063" fmla="*/ 454944 w 1197894"/>
                <a:gd name="csY1063" fmla="*/ 761749 h 1172326"/>
                <a:gd name="csX1064" fmla="*/ 452688 w 1197894"/>
                <a:gd name="csY1064" fmla="*/ 760997 h 1172326"/>
                <a:gd name="csX1065" fmla="*/ 447424 w 1197894"/>
                <a:gd name="csY1065" fmla="*/ 760997 h 1172326"/>
                <a:gd name="csX1066" fmla="*/ 422609 w 1197894"/>
                <a:gd name="csY1066" fmla="*/ 757237 h 1172326"/>
                <a:gd name="csX1067" fmla="*/ 418097 w 1197894"/>
                <a:gd name="csY1067" fmla="*/ 755734 h 1172326"/>
                <a:gd name="csX1068" fmla="*/ 415842 w 1197894"/>
                <a:gd name="csY1068" fmla="*/ 754230 h 1172326"/>
                <a:gd name="csX1069" fmla="*/ 414338 w 1197894"/>
                <a:gd name="csY1069" fmla="*/ 751974 h 1172326"/>
                <a:gd name="csX1070" fmla="*/ 412082 w 1197894"/>
                <a:gd name="csY1070" fmla="*/ 749717 h 1172326"/>
                <a:gd name="csX1071" fmla="*/ 410578 w 1197894"/>
                <a:gd name="csY1071" fmla="*/ 748214 h 1172326"/>
                <a:gd name="csX1072" fmla="*/ 404562 w 1197894"/>
                <a:gd name="csY1072" fmla="*/ 745206 h 1172326"/>
                <a:gd name="csX1073" fmla="*/ 400050 w 1197894"/>
                <a:gd name="csY1073" fmla="*/ 740694 h 1172326"/>
                <a:gd name="csX1074" fmla="*/ 396290 w 1197894"/>
                <a:gd name="csY1074" fmla="*/ 735430 h 1172326"/>
                <a:gd name="csX1075" fmla="*/ 393282 w 1197894"/>
                <a:gd name="csY1075" fmla="*/ 730918 h 1172326"/>
                <a:gd name="csX1076" fmla="*/ 391026 w 1197894"/>
                <a:gd name="csY1076" fmla="*/ 727910 h 1172326"/>
                <a:gd name="csX1077" fmla="*/ 388771 w 1197894"/>
                <a:gd name="csY1077" fmla="*/ 728662 h 1172326"/>
                <a:gd name="csX1078" fmla="*/ 385763 w 1197894"/>
                <a:gd name="csY1078" fmla="*/ 733926 h 1172326"/>
                <a:gd name="csX1079" fmla="*/ 384259 w 1197894"/>
                <a:gd name="csY1079" fmla="*/ 736934 h 1172326"/>
                <a:gd name="csX1080" fmla="*/ 382003 w 1197894"/>
                <a:gd name="csY1080" fmla="*/ 738438 h 1172326"/>
                <a:gd name="csX1081" fmla="*/ 379747 w 1197894"/>
                <a:gd name="csY1081" fmla="*/ 737686 h 1172326"/>
                <a:gd name="csX1082" fmla="*/ 376739 w 1197894"/>
                <a:gd name="csY1082" fmla="*/ 735430 h 1172326"/>
                <a:gd name="csX1083" fmla="*/ 369219 w 1197894"/>
                <a:gd name="csY1083" fmla="*/ 729415 h 1172326"/>
                <a:gd name="csX1084" fmla="*/ 366963 w 1197894"/>
                <a:gd name="csY1084" fmla="*/ 727158 h 1172326"/>
                <a:gd name="csX1085" fmla="*/ 360947 w 1197894"/>
                <a:gd name="csY1085" fmla="*/ 724902 h 1172326"/>
                <a:gd name="csX1086" fmla="*/ 357940 w 1197894"/>
                <a:gd name="csY1086" fmla="*/ 723398 h 1172326"/>
                <a:gd name="csX1087" fmla="*/ 355684 w 1197894"/>
                <a:gd name="csY1087" fmla="*/ 720391 h 1172326"/>
                <a:gd name="csX1088" fmla="*/ 354932 w 1197894"/>
                <a:gd name="csY1088" fmla="*/ 717383 h 1172326"/>
                <a:gd name="csX1089" fmla="*/ 352676 w 1197894"/>
                <a:gd name="csY1089" fmla="*/ 709863 h 1172326"/>
                <a:gd name="csX1090" fmla="*/ 350420 w 1197894"/>
                <a:gd name="csY1090" fmla="*/ 707607 h 1172326"/>
                <a:gd name="csX1091" fmla="*/ 345908 w 1197894"/>
                <a:gd name="csY1091" fmla="*/ 703847 h 1172326"/>
                <a:gd name="csX1092" fmla="*/ 344404 w 1197894"/>
                <a:gd name="csY1092" fmla="*/ 702343 h 1172326"/>
                <a:gd name="csX1093" fmla="*/ 342900 w 1197894"/>
                <a:gd name="csY1093" fmla="*/ 699336 h 1172326"/>
                <a:gd name="csX1094" fmla="*/ 342148 w 1197894"/>
                <a:gd name="csY1094" fmla="*/ 693319 h 1172326"/>
                <a:gd name="csX1095" fmla="*/ 341396 w 1197894"/>
                <a:gd name="csY1095" fmla="*/ 690312 h 1172326"/>
                <a:gd name="csX1096" fmla="*/ 339140 w 1197894"/>
                <a:gd name="csY1096" fmla="*/ 686552 h 1172326"/>
                <a:gd name="csX1097" fmla="*/ 327861 w 1197894"/>
                <a:gd name="csY1097" fmla="*/ 674520 h 1172326"/>
                <a:gd name="csX1098" fmla="*/ 321093 w 1197894"/>
                <a:gd name="csY1098" fmla="*/ 667753 h 1172326"/>
                <a:gd name="csX1099" fmla="*/ 318085 w 1197894"/>
                <a:gd name="csY1099" fmla="*/ 663993 h 1172326"/>
                <a:gd name="csX1100" fmla="*/ 315077 w 1197894"/>
                <a:gd name="csY1100" fmla="*/ 661737 h 1172326"/>
                <a:gd name="csX1101" fmla="*/ 309813 w 1197894"/>
                <a:gd name="csY1101" fmla="*/ 658729 h 1172326"/>
                <a:gd name="csX1102" fmla="*/ 305301 w 1197894"/>
                <a:gd name="csY1102" fmla="*/ 653465 h 1172326"/>
                <a:gd name="csX1103" fmla="*/ 302294 w 1197894"/>
                <a:gd name="csY1103" fmla="*/ 652713 h 1172326"/>
                <a:gd name="csX1104" fmla="*/ 299286 w 1197894"/>
                <a:gd name="csY1104" fmla="*/ 653465 h 1172326"/>
                <a:gd name="csX1105" fmla="*/ 297030 w 1197894"/>
                <a:gd name="csY1105" fmla="*/ 655721 h 1172326"/>
                <a:gd name="csX1106" fmla="*/ 296278 w 1197894"/>
                <a:gd name="csY1106" fmla="*/ 658729 h 1172326"/>
                <a:gd name="csX1107" fmla="*/ 297030 w 1197894"/>
                <a:gd name="csY1107" fmla="*/ 666249 h 1172326"/>
                <a:gd name="csX1108" fmla="*/ 296278 w 1197894"/>
                <a:gd name="csY1108" fmla="*/ 669257 h 1172326"/>
                <a:gd name="csX1109" fmla="*/ 294774 w 1197894"/>
                <a:gd name="csY1109" fmla="*/ 671512 h 1172326"/>
                <a:gd name="csX1110" fmla="*/ 291014 w 1197894"/>
                <a:gd name="csY1110" fmla="*/ 670760 h 1172326"/>
                <a:gd name="csX1111" fmla="*/ 287254 w 1197894"/>
                <a:gd name="csY1111" fmla="*/ 670008 h 1172326"/>
                <a:gd name="csX1112" fmla="*/ 284246 w 1197894"/>
                <a:gd name="csY1112" fmla="*/ 670760 h 1172326"/>
                <a:gd name="csX1113" fmla="*/ 282742 w 1197894"/>
                <a:gd name="csY1113" fmla="*/ 673016 h 1172326"/>
                <a:gd name="csX1114" fmla="*/ 280486 w 1197894"/>
                <a:gd name="csY1114" fmla="*/ 679032 h 1172326"/>
                <a:gd name="csX1115" fmla="*/ 279734 w 1197894"/>
                <a:gd name="csY1115" fmla="*/ 682040 h 1172326"/>
                <a:gd name="csX1116" fmla="*/ 277478 w 1197894"/>
                <a:gd name="csY1116" fmla="*/ 683544 h 1172326"/>
                <a:gd name="csX1117" fmla="*/ 271463 w 1197894"/>
                <a:gd name="csY1117" fmla="*/ 688056 h 1172326"/>
                <a:gd name="csX1118" fmla="*/ 269207 w 1197894"/>
                <a:gd name="csY1118" fmla="*/ 689560 h 1172326"/>
                <a:gd name="csX1119" fmla="*/ 268455 w 1197894"/>
                <a:gd name="csY1119" fmla="*/ 690312 h 1172326"/>
                <a:gd name="csX1120" fmla="*/ 267703 w 1197894"/>
                <a:gd name="csY1120" fmla="*/ 691816 h 1172326"/>
                <a:gd name="csX1121" fmla="*/ 266951 w 1197894"/>
                <a:gd name="csY1121" fmla="*/ 692568 h 1172326"/>
                <a:gd name="csX1122" fmla="*/ 266199 w 1197894"/>
                <a:gd name="csY1122" fmla="*/ 693319 h 1172326"/>
                <a:gd name="csX1123" fmla="*/ 264695 w 1197894"/>
                <a:gd name="csY1123" fmla="*/ 694072 h 1172326"/>
                <a:gd name="csX1124" fmla="*/ 260935 w 1197894"/>
                <a:gd name="csY1124" fmla="*/ 694072 h 1172326"/>
                <a:gd name="csX1125" fmla="*/ 255671 w 1197894"/>
                <a:gd name="csY1125" fmla="*/ 694823 h 1172326"/>
                <a:gd name="csX1126" fmla="*/ 245895 w 1197894"/>
                <a:gd name="csY1126" fmla="*/ 694072 h 1172326"/>
                <a:gd name="csX1127" fmla="*/ 242136 w 1197894"/>
                <a:gd name="csY1127" fmla="*/ 694823 h 1172326"/>
                <a:gd name="csX1128" fmla="*/ 241384 w 1197894"/>
                <a:gd name="csY1128" fmla="*/ 693319 h 1172326"/>
                <a:gd name="csX1129" fmla="*/ 240632 w 1197894"/>
                <a:gd name="csY1129" fmla="*/ 691816 h 1172326"/>
                <a:gd name="csX1130" fmla="*/ 240632 w 1197894"/>
                <a:gd name="csY1130" fmla="*/ 688056 h 1172326"/>
                <a:gd name="csX1131" fmla="*/ 241384 w 1197894"/>
                <a:gd name="csY1131" fmla="*/ 680536 h 1172326"/>
                <a:gd name="csX1132" fmla="*/ 241384 w 1197894"/>
                <a:gd name="csY1132" fmla="*/ 668504 h 1172326"/>
                <a:gd name="csX1133" fmla="*/ 242136 w 1197894"/>
                <a:gd name="csY1133" fmla="*/ 664744 h 1172326"/>
                <a:gd name="csX1134" fmla="*/ 244391 w 1197894"/>
                <a:gd name="csY1134" fmla="*/ 660233 h 1172326"/>
                <a:gd name="csX1135" fmla="*/ 245143 w 1197894"/>
                <a:gd name="csY1135" fmla="*/ 654969 h 1172326"/>
                <a:gd name="csX1136" fmla="*/ 244391 w 1197894"/>
                <a:gd name="csY1136" fmla="*/ 649705 h 1172326"/>
                <a:gd name="csX1137" fmla="*/ 242136 w 1197894"/>
                <a:gd name="csY1137" fmla="*/ 644441 h 1172326"/>
                <a:gd name="csX1138" fmla="*/ 232360 w 1197894"/>
                <a:gd name="csY1138" fmla="*/ 636921 h 1172326"/>
                <a:gd name="csX1139" fmla="*/ 230104 w 1197894"/>
                <a:gd name="csY1139" fmla="*/ 633914 h 1172326"/>
                <a:gd name="csX1140" fmla="*/ 224840 w 1197894"/>
                <a:gd name="csY1140" fmla="*/ 624138 h 1172326"/>
                <a:gd name="csX1141" fmla="*/ 224088 w 1197894"/>
                <a:gd name="csY1141" fmla="*/ 622634 h 1172326"/>
                <a:gd name="csX1142" fmla="*/ 222584 w 1197894"/>
                <a:gd name="csY1142" fmla="*/ 621130 h 1172326"/>
                <a:gd name="csX1143" fmla="*/ 219576 w 1197894"/>
                <a:gd name="csY1143" fmla="*/ 618874 h 1172326"/>
                <a:gd name="csX1144" fmla="*/ 218072 w 1197894"/>
                <a:gd name="csY1144" fmla="*/ 618122 h 1172326"/>
                <a:gd name="csX1145" fmla="*/ 217320 w 1197894"/>
                <a:gd name="csY1145" fmla="*/ 615866 h 1172326"/>
                <a:gd name="csX1146" fmla="*/ 216569 w 1197894"/>
                <a:gd name="csY1146" fmla="*/ 614362 h 1172326"/>
                <a:gd name="csX1147" fmla="*/ 215817 w 1197894"/>
                <a:gd name="csY1147" fmla="*/ 612106 h 1172326"/>
                <a:gd name="csX1148" fmla="*/ 211305 w 1197894"/>
                <a:gd name="csY1148" fmla="*/ 606842 h 1172326"/>
                <a:gd name="csX1149" fmla="*/ 208297 w 1197894"/>
                <a:gd name="csY1149" fmla="*/ 603835 h 1172326"/>
                <a:gd name="csX1150" fmla="*/ 203033 w 1197894"/>
                <a:gd name="csY1150" fmla="*/ 600827 h 1172326"/>
                <a:gd name="csX1151" fmla="*/ 194009 w 1197894"/>
                <a:gd name="csY1151" fmla="*/ 593307 h 1172326"/>
                <a:gd name="csX1152" fmla="*/ 187241 w 1197894"/>
                <a:gd name="csY1152" fmla="*/ 589547 h 1172326"/>
                <a:gd name="csX1153" fmla="*/ 185738 w 1197894"/>
                <a:gd name="csY1153" fmla="*/ 588043 h 1172326"/>
                <a:gd name="csX1154" fmla="*/ 183482 w 1197894"/>
                <a:gd name="csY1154" fmla="*/ 585035 h 1172326"/>
                <a:gd name="csX1155" fmla="*/ 179722 w 1197894"/>
                <a:gd name="csY1155" fmla="*/ 579020 h 1172326"/>
                <a:gd name="csX1156" fmla="*/ 176714 w 1197894"/>
                <a:gd name="csY1156" fmla="*/ 576012 h 1172326"/>
                <a:gd name="csX1157" fmla="*/ 169194 w 1197894"/>
                <a:gd name="csY1157" fmla="*/ 570748 h 1172326"/>
                <a:gd name="csX1158" fmla="*/ 166186 w 1197894"/>
                <a:gd name="csY1158" fmla="*/ 568492 h 1172326"/>
                <a:gd name="csX1159" fmla="*/ 164682 w 1197894"/>
                <a:gd name="csY1159" fmla="*/ 566988 h 1172326"/>
                <a:gd name="csX1160" fmla="*/ 158667 w 1197894"/>
                <a:gd name="csY1160" fmla="*/ 560972 h 1172326"/>
                <a:gd name="csX1161" fmla="*/ 157914 w 1197894"/>
                <a:gd name="csY1161" fmla="*/ 558716 h 1172326"/>
                <a:gd name="csX1162" fmla="*/ 156411 w 1197894"/>
                <a:gd name="csY1162" fmla="*/ 557212 h 1172326"/>
                <a:gd name="csX1163" fmla="*/ 154907 w 1197894"/>
                <a:gd name="csY1163" fmla="*/ 556461 h 1172326"/>
                <a:gd name="csX1164" fmla="*/ 153403 w 1197894"/>
                <a:gd name="csY1164" fmla="*/ 556461 h 1172326"/>
                <a:gd name="csX1165" fmla="*/ 151899 w 1197894"/>
                <a:gd name="csY1165" fmla="*/ 556461 h 1172326"/>
                <a:gd name="csX1166" fmla="*/ 150395 w 1197894"/>
                <a:gd name="csY1166" fmla="*/ 555708 h 1172326"/>
                <a:gd name="csX1167" fmla="*/ 148139 w 1197894"/>
                <a:gd name="csY1167" fmla="*/ 554204 h 1172326"/>
                <a:gd name="csX1168" fmla="*/ 148139 w 1197894"/>
                <a:gd name="csY1168" fmla="*/ 553452 h 1172326"/>
                <a:gd name="csX1169" fmla="*/ 148891 w 1197894"/>
                <a:gd name="csY1169" fmla="*/ 551197 h 1172326"/>
                <a:gd name="csX1170" fmla="*/ 148139 w 1197894"/>
                <a:gd name="csY1170" fmla="*/ 548189 h 1172326"/>
                <a:gd name="csX1171" fmla="*/ 146635 w 1197894"/>
                <a:gd name="csY1171" fmla="*/ 545181 h 1172326"/>
                <a:gd name="csX1172" fmla="*/ 144379 w 1197894"/>
                <a:gd name="csY1172" fmla="*/ 542925 h 1172326"/>
                <a:gd name="csX1173" fmla="*/ 142123 w 1197894"/>
                <a:gd name="csY1173" fmla="*/ 541421 h 1172326"/>
                <a:gd name="csX1174" fmla="*/ 136859 w 1197894"/>
                <a:gd name="csY1174" fmla="*/ 539165 h 1172326"/>
                <a:gd name="csX1175" fmla="*/ 127836 w 1197894"/>
                <a:gd name="csY1175" fmla="*/ 532397 h 1172326"/>
                <a:gd name="csX1176" fmla="*/ 126332 w 1197894"/>
                <a:gd name="csY1176" fmla="*/ 530893 h 1172326"/>
                <a:gd name="csX1177" fmla="*/ 123324 w 1197894"/>
                <a:gd name="csY1177" fmla="*/ 526382 h 1172326"/>
                <a:gd name="csX1178" fmla="*/ 118060 w 1197894"/>
                <a:gd name="csY1178" fmla="*/ 522622 h 1172326"/>
                <a:gd name="csX1179" fmla="*/ 112044 w 1197894"/>
                <a:gd name="csY1179" fmla="*/ 522622 h 1172326"/>
                <a:gd name="csX1180" fmla="*/ 106780 w 1197894"/>
                <a:gd name="csY1180" fmla="*/ 523374 h 1172326"/>
                <a:gd name="csX1181" fmla="*/ 99261 w 1197894"/>
                <a:gd name="csY1181" fmla="*/ 521118 h 1172326"/>
                <a:gd name="csX1182" fmla="*/ 96253 w 1197894"/>
                <a:gd name="csY1182" fmla="*/ 521869 h 1172326"/>
                <a:gd name="csX1183" fmla="*/ 90989 w 1197894"/>
                <a:gd name="csY1183" fmla="*/ 522622 h 1172326"/>
                <a:gd name="csX1184" fmla="*/ 89485 w 1197894"/>
                <a:gd name="csY1184" fmla="*/ 523374 h 1172326"/>
                <a:gd name="csX1185" fmla="*/ 86477 w 1197894"/>
                <a:gd name="csY1185" fmla="*/ 524878 h 1172326"/>
                <a:gd name="csX1186" fmla="*/ 84973 w 1197894"/>
                <a:gd name="csY1186" fmla="*/ 524878 h 1172326"/>
                <a:gd name="csX1187" fmla="*/ 81965 w 1197894"/>
                <a:gd name="csY1187" fmla="*/ 523374 h 1172326"/>
                <a:gd name="csX1188" fmla="*/ 80461 w 1197894"/>
                <a:gd name="csY1188" fmla="*/ 523374 h 1172326"/>
                <a:gd name="csX1189" fmla="*/ 76701 w 1197894"/>
                <a:gd name="csY1189" fmla="*/ 525629 h 1172326"/>
                <a:gd name="csX1190" fmla="*/ 72942 w 1197894"/>
                <a:gd name="csY1190" fmla="*/ 530893 h 1172326"/>
                <a:gd name="csX1191" fmla="*/ 69182 w 1197894"/>
                <a:gd name="csY1191" fmla="*/ 536157 h 1172326"/>
                <a:gd name="csX1192" fmla="*/ 68430 w 1197894"/>
                <a:gd name="csY1192" fmla="*/ 540669 h 1172326"/>
                <a:gd name="csX1193" fmla="*/ 67678 w 1197894"/>
                <a:gd name="csY1193" fmla="*/ 546685 h 1172326"/>
                <a:gd name="csX1194" fmla="*/ 64670 w 1197894"/>
                <a:gd name="csY1194" fmla="*/ 551197 h 1172326"/>
                <a:gd name="csX1195" fmla="*/ 60158 w 1197894"/>
                <a:gd name="csY1195" fmla="*/ 554957 h 1172326"/>
                <a:gd name="csX1196" fmla="*/ 55646 w 1197894"/>
                <a:gd name="csY1196" fmla="*/ 555708 h 1172326"/>
                <a:gd name="csX1197" fmla="*/ 54142 w 1197894"/>
                <a:gd name="csY1197" fmla="*/ 555708 h 1172326"/>
                <a:gd name="csX1198" fmla="*/ 52638 w 1197894"/>
                <a:gd name="csY1198" fmla="*/ 553452 h 1172326"/>
                <a:gd name="csX1199" fmla="*/ 51134 w 1197894"/>
                <a:gd name="csY1199" fmla="*/ 552701 h 1172326"/>
                <a:gd name="csX1200" fmla="*/ 50382 w 1197894"/>
                <a:gd name="csY1200" fmla="*/ 553452 h 1172326"/>
                <a:gd name="csX1201" fmla="*/ 48878 w 1197894"/>
                <a:gd name="csY1201" fmla="*/ 555708 h 1172326"/>
                <a:gd name="csX1202" fmla="*/ 47374 w 1197894"/>
                <a:gd name="csY1202" fmla="*/ 555708 h 1172326"/>
                <a:gd name="csX1203" fmla="*/ 45118 w 1197894"/>
                <a:gd name="csY1203" fmla="*/ 554957 h 1172326"/>
                <a:gd name="csX1204" fmla="*/ 43615 w 1197894"/>
                <a:gd name="csY1204" fmla="*/ 553452 h 1172326"/>
                <a:gd name="csX1205" fmla="*/ 42111 w 1197894"/>
                <a:gd name="csY1205" fmla="*/ 551948 h 1172326"/>
                <a:gd name="csX1206" fmla="*/ 39103 w 1197894"/>
                <a:gd name="csY1206" fmla="*/ 551948 h 1172326"/>
                <a:gd name="csX1207" fmla="*/ 36847 w 1197894"/>
                <a:gd name="csY1207" fmla="*/ 552701 h 1172326"/>
                <a:gd name="csX1208" fmla="*/ 33087 w 1197894"/>
                <a:gd name="csY1208" fmla="*/ 556461 h 1172326"/>
                <a:gd name="csX1209" fmla="*/ 31583 w 1197894"/>
                <a:gd name="csY1209" fmla="*/ 557212 h 1172326"/>
                <a:gd name="csX1210" fmla="*/ 29327 w 1197894"/>
                <a:gd name="csY1210" fmla="*/ 556461 h 1172326"/>
                <a:gd name="csX1211" fmla="*/ 27071 w 1197894"/>
                <a:gd name="csY1211" fmla="*/ 552701 h 1172326"/>
                <a:gd name="csX1212" fmla="*/ 25567 w 1197894"/>
                <a:gd name="csY1212" fmla="*/ 551948 h 1172326"/>
                <a:gd name="csX1213" fmla="*/ 21807 w 1197894"/>
                <a:gd name="csY1213" fmla="*/ 551948 h 1172326"/>
                <a:gd name="csX1214" fmla="*/ 15039 w 1197894"/>
                <a:gd name="csY1214" fmla="*/ 552701 h 1172326"/>
                <a:gd name="csX1215" fmla="*/ 11280 w 1197894"/>
                <a:gd name="csY1215" fmla="*/ 552701 h 1172326"/>
                <a:gd name="csX1216" fmla="*/ 6768 w 1197894"/>
                <a:gd name="csY1216" fmla="*/ 549693 h 1172326"/>
                <a:gd name="csX1217" fmla="*/ 3760 w 1197894"/>
                <a:gd name="csY1217" fmla="*/ 539917 h 1172326"/>
                <a:gd name="csX1218" fmla="*/ 752 w 1197894"/>
                <a:gd name="csY1218" fmla="*/ 537661 h 1172326"/>
                <a:gd name="csX1219" fmla="*/ 0 w 1197894"/>
                <a:gd name="csY1219" fmla="*/ 536157 h 1172326"/>
                <a:gd name="csX1220" fmla="*/ 6016 w 1197894"/>
                <a:gd name="csY1220" fmla="*/ 535405 h 1172326"/>
                <a:gd name="csX1221" fmla="*/ 9024 w 1197894"/>
                <a:gd name="csY1221" fmla="*/ 533901 h 1172326"/>
                <a:gd name="csX1222" fmla="*/ 15791 w 1197894"/>
                <a:gd name="csY1222" fmla="*/ 529389 h 1172326"/>
                <a:gd name="csX1223" fmla="*/ 30079 w 1197894"/>
                <a:gd name="csY1223" fmla="*/ 511342 h 1172326"/>
                <a:gd name="csX1224" fmla="*/ 42863 w 1197894"/>
                <a:gd name="csY1224" fmla="*/ 500814 h 1172326"/>
                <a:gd name="csX1225" fmla="*/ 44366 w 1197894"/>
                <a:gd name="csY1225" fmla="*/ 498558 h 1172326"/>
                <a:gd name="csX1226" fmla="*/ 45870 w 1197894"/>
                <a:gd name="csY1226" fmla="*/ 478255 h 1172326"/>
                <a:gd name="csX1227" fmla="*/ 48126 w 1197894"/>
                <a:gd name="csY1227" fmla="*/ 472239 h 1172326"/>
                <a:gd name="csX1228" fmla="*/ 52638 w 1197894"/>
                <a:gd name="csY1228" fmla="*/ 468480 h 1172326"/>
                <a:gd name="csX1229" fmla="*/ 59406 w 1197894"/>
                <a:gd name="csY1229" fmla="*/ 465471 h 1172326"/>
                <a:gd name="csX1230" fmla="*/ 65422 w 1197894"/>
                <a:gd name="csY1230" fmla="*/ 464720 h 1172326"/>
                <a:gd name="csX1231" fmla="*/ 72190 w 1197894"/>
                <a:gd name="csY1231" fmla="*/ 464720 h 1172326"/>
                <a:gd name="csX1232" fmla="*/ 75197 w 1197894"/>
                <a:gd name="csY1232" fmla="*/ 463967 h 1172326"/>
                <a:gd name="csX1233" fmla="*/ 78205 w 1197894"/>
                <a:gd name="csY1233" fmla="*/ 460960 h 1172326"/>
                <a:gd name="csX1234" fmla="*/ 89485 w 1197894"/>
                <a:gd name="csY1234" fmla="*/ 448928 h 1172326"/>
                <a:gd name="csX1235" fmla="*/ 90237 w 1197894"/>
                <a:gd name="csY1235" fmla="*/ 447424 h 1172326"/>
                <a:gd name="csX1236" fmla="*/ 90989 w 1197894"/>
                <a:gd name="csY1236" fmla="*/ 445920 h 1172326"/>
                <a:gd name="csX1237" fmla="*/ 95501 w 1197894"/>
                <a:gd name="csY1237" fmla="*/ 440656 h 1172326"/>
                <a:gd name="csX1238" fmla="*/ 97757 w 1197894"/>
                <a:gd name="csY1238" fmla="*/ 434641 h 1172326"/>
                <a:gd name="csX1239" fmla="*/ 100013 w 1197894"/>
                <a:gd name="csY1239" fmla="*/ 432385 h 1172326"/>
                <a:gd name="csX1240" fmla="*/ 105276 w 1197894"/>
                <a:gd name="csY1240" fmla="*/ 427121 h 1172326"/>
                <a:gd name="csX1241" fmla="*/ 106780 w 1197894"/>
                <a:gd name="csY1241" fmla="*/ 425617 h 1172326"/>
                <a:gd name="csX1242" fmla="*/ 108284 w 1197894"/>
                <a:gd name="csY1242" fmla="*/ 423361 h 1172326"/>
                <a:gd name="csX1243" fmla="*/ 119564 w 1197894"/>
                <a:gd name="csY1243" fmla="*/ 412833 h 1172326"/>
                <a:gd name="csX1244" fmla="*/ 120316 w 1197894"/>
                <a:gd name="csY1244" fmla="*/ 411329 h 1172326"/>
                <a:gd name="csX1245" fmla="*/ 121068 w 1197894"/>
                <a:gd name="csY1245" fmla="*/ 409826 h 1172326"/>
                <a:gd name="csX1246" fmla="*/ 121820 w 1197894"/>
                <a:gd name="csY1246" fmla="*/ 407569 h 1172326"/>
                <a:gd name="csX1247" fmla="*/ 122572 w 1197894"/>
                <a:gd name="csY1247" fmla="*/ 406066 h 1172326"/>
                <a:gd name="csX1248" fmla="*/ 124828 w 1197894"/>
                <a:gd name="csY1248" fmla="*/ 404562 h 1172326"/>
                <a:gd name="csX1249" fmla="*/ 125580 w 1197894"/>
                <a:gd name="csY1249" fmla="*/ 403058 h 1172326"/>
                <a:gd name="csX1250" fmla="*/ 125580 w 1197894"/>
                <a:gd name="csY1250" fmla="*/ 400802 h 1172326"/>
                <a:gd name="csX1251" fmla="*/ 125580 w 1197894"/>
                <a:gd name="csY1251" fmla="*/ 399298 h 1172326"/>
                <a:gd name="csX1252" fmla="*/ 126332 w 1197894"/>
                <a:gd name="csY1252" fmla="*/ 397794 h 1172326"/>
                <a:gd name="csX1253" fmla="*/ 127084 w 1197894"/>
                <a:gd name="csY1253" fmla="*/ 396290 h 1172326"/>
                <a:gd name="csX1254" fmla="*/ 128588 w 1197894"/>
                <a:gd name="csY1254" fmla="*/ 395538 h 1172326"/>
                <a:gd name="csX1255" fmla="*/ 129340 w 1197894"/>
                <a:gd name="csY1255" fmla="*/ 394034 h 1172326"/>
                <a:gd name="csX1256" fmla="*/ 135355 w 1197894"/>
                <a:gd name="csY1256" fmla="*/ 391778 h 1172326"/>
                <a:gd name="csX1257" fmla="*/ 136859 w 1197894"/>
                <a:gd name="csY1257" fmla="*/ 390274 h 1172326"/>
                <a:gd name="csX1258" fmla="*/ 139867 w 1197894"/>
                <a:gd name="csY1258" fmla="*/ 388018 h 1172326"/>
                <a:gd name="csX1259" fmla="*/ 141371 w 1197894"/>
                <a:gd name="csY1259" fmla="*/ 385010 h 1172326"/>
                <a:gd name="csX1260" fmla="*/ 143627 w 1197894"/>
                <a:gd name="csY1260" fmla="*/ 377490 h 1172326"/>
                <a:gd name="csX1261" fmla="*/ 145131 w 1197894"/>
                <a:gd name="csY1261" fmla="*/ 373731 h 1172326"/>
                <a:gd name="csX1262" fmla="*/ 144379 w 1197894"/>
                <a:gd name="csY1262" fmla="*/ 371475 h 1172326"/>
                <a:gd name="csX1263" fmla="*/ 144379 w 1197894"/>
                <a:gd name="csY1263" fmla="*/ 369219 h 1172326"/>
                <a:gd name="csX1264" fmla="*/ 145131 w 1197894"/>
                <a:gd name="csY1264" fmla="*/ 366963 h 1172326"/>
                <a:gd name="csX1265" fmla="*/ 146635 w 1197894"/>
                <a:gd name="csY1265" fmla="*/ 364707 h 1172326"/>
                <a:gd name="csX1266" fmla="*/ 150395 w 1197894"/>
                <a:gd name="csY1266" fmla="*/ 358691 h 1172326"/>
                <a:gd name="csX1267" fmla="*/ 155659 w 1197894"/>
                <a:gd name="csY1267" fmla="*/ 353428 h 1172326"/>
                <a:gd name="csX1268" fmla="*/ 160922 w 1197894"/>
                <a:gd name="csY1268" fmla="*/ 349668 h 1172326"/>
                <a:gd name="csX1269" fmla="*/ 166186 w 1197894"/>
                <a:gd name="csY1269" fmla="*/ 346660 h 1172326"/>
                <a:gd name="csX1270" fmla="*/ 176714 w 1197894"/>
                <a:gd name="csY1270" fmla="*/ 344404 h 1172326"/>
                <a:gd name="csX1271" fmla="*/ 178970 w 1197894"/>
                <a:gd name="csY1271" fmla="*/ 342900 h 1172326"/>
                <a:gd name="csX1272" fmla="*/ 181226 w 1197894"/>
                <a:gd name="csY1272" fmla="*/ 339140 h 1172326"/>
                <a:gd name="csX1273" fmla="*/ 181226 w 1197894"/>
                <a:gd name="csY1273" fmla="*/ 336132 h 1172326"/>
                <a:gd name="csX1274" fmla="*/ 181226 w 1197894"/>
                <a:gd name="csY1274" fmla="*/ 329364 h 1172326"/>
                <a:gd name="csX1275" fmla="*/ 184234 w 1197894"/>
                <a:gd name="csY1275" fmla="*/ 322596 h 1172326"/>
                <a:gd name="csX1276" fmla="*/ 194761 w 1197894"/>
                <a:gd name="csY1276" fmla="*/ 315829 h 1172326"/>
                <a:gd name="csX1277" fmla="*/ 198521 w 1197894"/>
                <a:gd name="csY1277" fmla="*/ 309813 h 1172326"/>
                <a:gd name="csX1278" fmla="*/ 199273 w 1197894"/>
                <a:gd name="csY1278" fmla="*/ 295526 h 1172326"/>
                <a:gd name="csX1279" fmla="*/ 200777 w 1197894"/>
                <a:gd name="csY1279" fmla="*/ 292518 h 1172326"/>
                <a:gd name="csX1280" fmla="*/ 203785 w 1197894"/>
                <a:gd name="csY1280" fmla="*/ 291013 h 1172326"/>
                <a:gd name="csX1281" fmla="*/ 210553 w 1197894"/>
                <a:gd name="csY1281" fmla="*/ 289510 h 1172326"/>
                <a:gd name="csX1282" fmla="*/ 215817 w 1197894"/>
                <a:gd name="csY1282" fmla="*/ 286502 h 1172326"/>
                <a:gd name="csX1283" fmla="*/ 227848 w 1197894"/>
                <a:gd name="csY1283" fmla="*/ 269958 h 1172326"/>
                <a:gd name="csX1284" fmla="*/ 237624 w 1197894"/>
                <a:gd name="csY1284" fmla="*/ 263191 h 1172326"/>
                <a:gd name="csX1285" fmla="*/ 240632 w 1197894"/>
                <a:gd name="csY1285" fmla="*/ 258679 h 1172326"/>
                <a:gd name="csX1286" fmla="*/ 240632 w 1197894"/>
                <a:gd name="csY1286" fmla="*/ 251911 h 1172326"/>
                <a:gd name="csX1287" fmla="*/ 240632 w 1197894"/>
                <a:gd name="csY1287" fmla="*/ 248903 h 1172326"/>
                <a:gd name="csX1288" fmla="*/ 240632 w 1197894"/>
                <a:gd name="csY1288" fmla="*/ 245895 h 1172326"/>
                <a:gd name="csX1289" fmla="*/ 242136 w 1197894"/>
                <a:gd name="csY1289" fmla="*/ 243639 h 1172326"/>
                <a:gd name="csX1290" fmla="*/ 246648 w 1197894"/>
                <a:gd name="csY1290" fmla="*/ 242135 h 1172326"/>
                <a:gd name="csX1291" fmla="*/ 251159 w 1197894"/>
                <a:gd name="csY1291" fmla="*/ 239879 h 1172326"/>
                <a:gd name="csX1292" fmla="*/ 256423 w 1197894"/>
                <a:gd name="csY1292" fmla="*/ 239879 h 1172326"/>
                <a:gd name="csX1293" fmla="*/ 257175 w 1197894"/>
                <a:gd name="csY1293" fmla="*/ 239128 h 1172326"/>
                <a:gd name="csX1294" fmla="*/ 258679 w 1197894"/>
                <a:gd name="csY1294" fmla="*/ 238375 h 1172326"/>
                <a:gd name="csX1295" fmla="*/ 259431 w 1197894"/>
                <a:gd name="csY1295" fmla="*/ 237624 h 1172326"/>
                <a:gd name="csX1296" fmla="*/ 259431 w 1197894"/>
                <a:gd name="csY1296" fmla="*/ 236119 h 1172326"/>
                <a:gd name="csX1297" fmla="*/ 259431 w 1197894"/>
                <a:gd name="csY1297" fmla="*/ 227848 h 1172326"/>
                <a:gd name="csX1298" fmla="*/ 258679 w 1197894"/>
                <a:gd name="csY1298" fmla="*/ 226344 h 1172326"/>
                <a:gd name="csX1299" fmla="*/ 257927 w 1197894"/>
                <a:gd name="csY1299" fmla="*/ 223336 h 1172326"/>
                <a:gd name="csX1300" fmla="*/ 260935 w 1197894"/>
                <a:gd name="csY1300" fmla="*/ 220328 h 1172326"/>
                <a:gd name="csX1301" fmla="*/ 267703 w 1197894"/>
                <a:gd name="csY1301" fmla="*/ 217320 h 1172326"/>
                <a:gd name="csX1302" fmla="*/ 272215 w 1197894"/>
                <a:gd name="csY1302" fmla="*/ 218824 h 1172326"/>
                <a:gd name="csX1303" fmla="*/ 278230 w 1197894"/>
                <a:gd name="csY1303" fmla="*/ 219576 h 1172326"/>
                <a:gd name="csX1304" fmla="*/ 284246 w 1197894"/>
                <a:gd name="csY1304" fmla="*/ 221080 h 1172326"/>
                <a:gd name="csX1305" fmla="*/ 286502 w 1197894"/>
                <a:gd name="csY1305" fmla="*/ 224088 h 1172326"/>
                <a:gd name="csX1306" fmla="*/ 287254 w 1197894"/>
                <a:gd name="csY1306" fmla="*/ 227848 h 1172326"/>
                <a:gd name="csX1307" fmla="*/ 288758 w 1197894"/>
                <a:gd name="csY1307" fmla="*/ 228600 h 1172326"/>
                <a:gd name="csX1308" fmla="*/ 290262 w 1197894"/>
                <a:gd name="csY1308" fmla="*/ 227096 h 1172326"/>
                <a:gd name="csX1309" fmla="*/ 291766 w 1197894"/>
                <a:gd name="csY1309" fmla="*/ 224840 h 1172326"/>
                <a:gd name="csX1310" fmla="*/ 292518 w 1197894"/>
                <a:gd name="csY1310" fmla="*/ 222584 h 1172326"/>
                <a:gd name="csX1311" fmla="*/ 294774 w 1197894"/>
                <a:gd name="csY1311" fmla="*/ 214313 h 1172326"/>
                <a:gd name="csX1312" fmla="*/ 292518 w 1197894"/>
                <a:gd name="csY1312" fmla="*/ 209800 h 1172326"/>
                <a:gd name="csX1313" fmla="*/ 291014 w 1197894"/>
                <a:gd name="csY1313" fmla="*/ 208296 h 1172326"/>
                <a:gd name="csX1314" fmla="*/ 288758 w 1197894"/>
                <a:gd name="csY1314" fmla="*/ 206793 h 1172326"/>
                <a:gd name="csX1315" fmla="*/ 287254 w 1197894"/>
                <a:gd name="csY1315" fmla="*/ 206793 h 1172326"/>
                <a:gd name="csX1316" fmla="*/ 281238 w 1197894"/>
                <a:gd name="csY1316" fmla="*/ 203785 h 1172326"/>
                <a:gd name="csX1317" fmla="*/ 278982 w 1197894"/>
                <a:gd name="csY1317" fmla="*/ 202281 h 1172326"/>
                <a:gd name="csX1318" fmla="*/ 278230 w 1197894"/>
                <a:gd name="csY1318" fmla="*/ 197769 h 1172326"/>
                <a:gd name="csX1319" fmla="*/ 281990 w 1197894"/>
                <a:gd name="csY1319" fmla="*/ 195513 h 1172326"/>
                <a:gd name="csX1320" fmla="*/ 291766 w 1197894"/>
                <a:gd name="csY1320" fmla="*/ 191753 h 1172326"/>
                <a:gd name="csX1321" fmla="*/ 297782 w 1197894"/>
                <a:gd name="csY1321" fmla="*/ 185737 h 1172326"/>
                <a:gd name="csX1322" fmla="*/ 299286 w 1197894"/>
                <a:gd name="csY1322" fmla="*/ 184985 h 1172326"/>
                <a:gd name="csX1323" fmla="*/ 300789 w 1197894"/>
                <a:gd name="csY1323" fmla="*/ 183481 h 1172326"/>
                <a:gd name="csX1324" fmla="*/ 300789 w 1197894"/>
                <a:gd name="csY1324" fmla="*/ 182730 h 1172326"/>
                <a:gd name="csX1325" fmla="*/ 301542 w 1197894"/>
                <a:gd name="csY1325" fmla="*/ 180474 h 1172326"/>
                <a:gd name="csX1326" fmla="*/ 303797 w 1197894"/>
                <a:gd name="csY1326" fmla="*/ 178217 h 1172326"/>
                <a:gd name="csX1327" fmla="*/ 306805 w 1197894"/>
                <a:gd name="csY1327" fmla="*/ 178970 h 1172326"/>
                <a:gd name="csX1328" fmla="*/ 307557 w 1197894"/>
                <a:gd name="csY1328" fmla="*/ 179721 h 1172326"/>
                <a:gd name="csX1329" fmla="*/ 307557 w 1197894"/>
                <a:gd name="csY1329" fmla="*/ 181225 h 1172326"/>
                <a:gd name="csX1330" fmla="*/ 307557 w 1197894"/>
                <a:gd name="csY1330" fmla="*/ 182730 h 1172326"/>
                <a:gd name="csX1331" fmla="*/ 309813 w 1197894"/>
                <a:gd name="csY1331" fmla="*/ 183481 h 1172326"/>
                <a:gd name="csX1332" fmla="*/ 311317 w 1197894"/>
                <a:gd name="csY1332" fmla="*/ 183481 h 1172326"/>
                <a:gd name="csX1333" fmla="*/ 312069 w 1197894"/>
                <a:gd name="csY1333" fmla="*/ 181977 h 1172326"/>
                <a:gd name="csX1334" fmla="*/ 312069 w 1197894"/>
                <a:gd name="csY1334" fmla="*/ 181225 h 1172326"/>
                <a:gd name="csX1335" fmla="*/ 312821 w 1197894"/>
                <a:gd name="csY1335" fmla="*/ 179721 h 1172326"/>
                <a:gd name="csX1336" fmla="*/ 313573 w 1197894"/>
                <a:gd name="csY1336" fmla="*/ 178970 h 1172326"/>
                <a:gd name="csX1337" fmla="*/ 315829 w 1197894"/>
                <a:gd name="csY1337" fmla="*/ 177466 h 1172326"/>
                <a:gd name="csX1338" fmla="*/ 316581 w 1197894"/>
                <a:gd name="csY1338" fmla="*/ 176714 h 1172326"/>
                <a:gd name="csX1339" fmla="*/ 318085 w 1197894"/>
                <a:gd name="csY1339" fmla="*/ 172954 h 1172326"/>
                <a:gd name="csX1340" fmla="*/ 318837 w 1197894"/>
                <a:gd name="csY1340" fmla="*/ 171450 h 1172326"/>
                <a:gd name="csX1341" fmla="*/ 320341 w 1197894"/>
                <a:gd name="csY1341" fmla="*/ 170698 h 1172326"/>
                <a:gd name="csX1342" fmla="*/ 321845 w 1197894"/>
                <a:gd name="csY1342" fmla="*/ 171450 h 1172326"/>
                <a:gd name="csX1343" fmla="*/ 321845 w 1197894"/>
                <a:gd name="csY1343" fmla="*/ 172202 h 1172326"/>
                <a:gd name="csX1344" fmla="*/ 323349 w 1197894"/>
                <a:gd name="csY1344" fmla="*/ 172954 h 1172326"/>
                <a:gd name="csX1345" fmla="*/ 324853 w 1197894"/>
                <a:gd name="csY1345" fmla="*/ 172954 h 1172326"/>
                <a:gd name="csX1346" fmla="*/ 328613 w 1197894"/>
                <a:gd name="csY1346" fmla="*/ 171450 h 1172326"/>
                <a:gd name="csX1347" fmla="*/ 329365 w 1197894"/>
                <a:gd name="csY1347" fmla="*/ 169946 h 1172326"/>
                <a:gd name="csX1348" fmla="*/ 336132 w 1197894"/>
                <a:gd name="csY1348" fmla="*/ 162426 h 1172326"/>
                <a:gd name="csX1349" fmla="*/ 336884 w 1197894"/>
                <a:gd name="csY1349" fmla="*/ 160922 h 1172326"/>
                <a:gd name="csX1350" fmla="*/ 337636 w 1197894"/>
                <a:gd name="csY1350" fmla="*/ 159418 h 1172326"/>
                <a:gd name="csX1351" fmla="*/ 337636 w 1197894"/>
                <a:gd name="csY1351" fmla="*/ 155658 h 1172326"/>
                <a:gd name="csX1352" fmla="*/ 337636 w 1197894"/>
                <a:gd name="csY1352" fmla="*/ 154155 h 1172326"/>
                <a:gd name="csX1353" fmla="*/ 338388 w 1197894"/>
                <a:gd name="csY1353" fmla="*/ 153402 h 1172326"/>
                <a:gd name="csX1354" fmla="*/ 339140 w 1197894"/>
                <a:gd name="csY1354" fmla="*/ 153402 h 1172326"/>
                <a:gd name="csX1355" fmla="*/ 340644 w 1197894"/>
                <a:gd name="csY1355" fmla="*/ 153402 h 1172326"/>
                <a:gd name="csX1356" fmla="*/ 344404 w 1197894"/>
                <a:gd name="csY1356" fmla="*/ 151898 h 1172326"/>
                <a:gd name="csX1357" fmla="*/ 345156 w 1197894"/>
                <a:gd name="csY1357" fmla="*/ 148891 h 1172326"/>
                <a:gd name="csX1358" fmla="*/ 345156 w 1197894"/>
                <a:gd name="csY1358" fmla="*/ 145883 h 1172326"/>
                <a:gd name="csX1359" fmla="*/ 347412 w 1197894"/>
                <a:gd name="csY1359" fmla="*/ 143627 h 1172326"/>
                <a:gd name="csX1360" fmla="*/ 349668 w 1197894"/>
                <a:gd name="csY1360" fmla="*/ 143627 h 1172326"/>
                <a:gd name="csX1361" fmla="*/ 352676 w 1197894"/>
                <a:gd name="csY1361" fmla="*/ 144379 h 1172326"/>
                <a:gd name="csX1362" fmla="*/ 354180 w 1197894"/>
                <a:gd name="csY1362" fmla="*/ 145131 h 1172326"/>
                <a:gd name="csX1363" fmla="*/ 355684 w 1197894"/>
                <a:gd name="csY1363" fmla="*/ 144379 h 1172326"/>
                <a:gd name="csX1364" fmla="*/ 361699 w 1197894"/>
                <a:gd name="csY1364" fmla="*/ 139867 h 1172326"/>
                <a:gd name="csX1365" fmla="*/ 363203 w 1197894"/>
                <a:gd name="csY1365" fmla="*/ 136859 h 1172326"/>
                <a:gd name="csX1366" fmla="*/ 365459 w 1197894"/>
                <a:gd name="csY1366" fmla="*/ 134603 h 1172326"/>
                <a:gd name="csX1367" fmla="*/ 368467 w 1197894"/>
                <a:gd name="csY1367" fmla="*/ 133099 h 1172326"/>
                <a:gd name="csX1368" fmla="*/ 370723 w 1197894"/>
                <a:gd name="csY1368" fmla="*/ 133851 h 1172326"/>
                <a:gd name="csX1369" fmla="*/ 373731 w 1197894"/>
                <a:gd name="csY1369" fmla="*/ 136859 h 1172326"/>
                <a:gd name="csX1370" fmla="*/ 377491 w 1197894"/>
                <a:gd name="csY1370" fmla="*/ 137611 h 1172326"/>
                <a:gd name="csX1371" fmla="*/ 378243 w 1197894"/>
                <a:gd name="csY1371" fmla="*/ 133099 h 1172326"/>
                <a:gd name="csX1372" fmla="*/ 378995 w 1197894"/>
                <a:gd name="csY1372" fmla="*/ 131595 h 1172326"/>
                <a:gd name="csX1373" fmla="*/ 379747 w 1197894"/>
                <a:gd name="csY1373" fmla="*/ 131595 h 1172326"/>
                <a:gd name="csX1374" fmla="*/ 383507 w 1197894"/>
                <a:gd name="csY1374" fmla="*/ 131595 h 1172326"/>
                <a:gd name="csX1375" fmla="*/ 385011 w 1197894"/>
                <a:gd name="csY1375" fmla="*/ 130843 h 1172326"/>
                <a:gd name="csX1376" fmla="*/ 388018 w 1197894"/>
                <a:gd name="csY1376" fmla="*/ 132347 h 1172326"/>
                <a:gd name="csX1377" fmla="*/ 391026 w 1197894"/>
                <a:gd name="csY1377" fmla="*/ 132347 h 1172326"/>
                <a:gd name="csX1378" fmla="*/ 391026 w 1197894"/>
                <a:gd name="csY1378" fmla="*/ 130843 h 1172326"/>
                <a:gd name="csX1379" fmla="*/ 388771 w 1197894"/>
                <a:gd name="csY1379" fmla="*/ 127083 h 1172326"/>
                <a:gd name="csX1380" fmla="*/ 384259 w 1197894"/>
                <a:gd name="csY1380" fmla="*/ 123323 h 1172326"/>
                <a:gd name="csX1381" fmla="*/ 382755 w 1197894"/>
                <a:gd name="csY1381" fmla="*/ 120316 h 1172326"/>
                <a:gd name="csX1382" fmla="*/ 385763 w 1197894"/>
                <a:gd name="csY1382" fmla="*/ 118812 h 1172326"/>
                <a:gd name="csX1383" fmla="*/ 388771 w 1197894"/>
                <a:gd name="csY1383" fmla="*/ 119564 h 1172326"/>
                <a:gd name="csX1384" fmla="*/ 391026 w 1197894"/>
                <a:gd name="csY1384" fmla="*/ 121068 h 1172326"/>
                <a:gd name="csX1385" fmla="*/ 394034 w 1197894"/>
                <a:gd name="csY1385" fmla="*/ 121819 h 1172326"/>
                <a:gd name="csX1386" fmla="*/ 397794 w 1197894"/>
                <a:gd name="csY1386" fmla="*/ 121068 h 1172326"/>
                <a:gd name="csX1387" fmla="*/ 405314 w 1197894"/>
                <a:gd name="csY1387" fmla="*/ 114300 h 1172326"/>
                <a:gd name="csX1388" fmla="*/ 408322 w 1197894"/>
                <a:gd name="csY1388" fmla="*/ 112796 h 1172326"/>
                <a:gd name="csX1389" fmla="*/ 409074 w 1197894"/>
                <a:gd name="csY1389" fmla="*/ 111292 h 1172326"/>
                <a:gd name="csX1390" fmla="*/ 409826 w 1197894"/>
                <a:gd name="csY1390" fmla="*/ 107532 h 1172326"/>
                <a:gd name="csX1391" fmla="*/ 410578 w 1197894"/>
                <a:gd name="csY1391" fmla="*/ 100012 h 1172326"/>
                <a:gd name="csX1392" fmla="*/ 410578 w 1197894"/>
                <a:gd name="csY1392" fmla="*/ 93997 h 1172326"/>
                <a:gd name="csX1393" fmla="*/ 412082 w 1197894"/>
                <a:gd name="csY1393" fmla="*/ 93244 h 1172326"/>
                <a:gd name="csX1394" fmla="*/ 415842 w 1197894"/>
                <a:gd name="csY1394" fmla="*/ 93244 h 1172326"/>
                <a:gd name="csX1395" fmla="*/ 418849 w 1197894"/>
                <a:gd name="csY1395" fmla="*/ 91740 h 1172326"/>
                <a:gd name="csX1396" fmla="*/ 419601 w 1197894"/>
                <a:gd name="csY1396" fmla="*/ 87981 h 1172326"/>
                <a:gd name="csX1397" fmla="*/ 420353 w 1197894"/>
                <a:gd name="csY1397" fmla="*/ 83469 h 1172326"/>
                <a:gd name="csX1398" fmla="*/ 421105 w 1197894"/>
                <a:gd name="csY1398" fmla="*/ 80461 h 1172326"/>
                <a:gd name="csX1399" fmla="*/ 422609 w 1197894"/>
                <a:gd name="csY1399" fmla="*/ 78957 h 1172326"/>
                <a:gd name="csX1400" fmla="*/ 424865 w 1197894"/>
                <a:gd name="csY1400" fmla="*/ 77453 h 1172326"/>
                <a:gd name="csX1401" fmla="*/ 426369 w 1197894"/>
                <a:gd name="csY1401" fmla="*/ 76701 h 1172326"/>
                <a:gd name="csX1402" fmla="*/ 427873 w 1197894"/>
                <a:gd name="csY1402" fmla="*/ 78205 h 1172326"/>
                <a:gd name="csX1403" fmla="*/ 427121 w 1197894"/>
                <a:gd name="csY1403" fmla="*/ 78957 h 1172326"/>
                <a:gd name="csX1404" fmla="*/ 426369 w 1197894"/>
                <a:gd name="csY1404" fmla="*/ 80461 h 1172326"/>
                <a:gd name="csX1405" fmla="*/ 426369 w 1197894"/>
                <a:gd name="csY1405" fmla="*/ 81213 h 1172326"/>
                <a:gd name="csX1406" fmla="*/ 427121 w 1197894"/>
                <a:gd name="csY1406" fmla="*/ 81213 h 1172326"/>
                <a:gd name="csX1407" fmla="*/ 427121 w 1197894"/>
                <a:gd name="csY1407" fmla="*/ 81965 h 1172326"/>
                <a:gd name="csX1408" fmla="*/ 428625 w 1197894"/>
                <a:gd name="csY1408" fmla="*/ 82717 h 1172326"/>
                <a:gd name="csX1409" fmla="*/ 428625 w 1197894"/>
                <a:gd name="csY1409" fmla="*/ 83469 h 1172326"/>
                <a:gd name="csX1410" fmla="*/ 429377 w 1197894"/>
                <a:gd name="csY1410" fmla="*/ 83469 h 1172326"/>
                <a:gd name="csX1411" fmla="*/ 436145 w 1197894"/>
                <a:gd name="csY1411" fmla="*/ 81213 h 1172326"/>
                <a:gd name="csX1412" fmla="*/ 437649 w 1197894"/>
                <a:gd name="csY1412" fmla="*/ 81213 h 1172326"/>
                <a:gd name="csX1413" fmla="*/ 440657 w 1197894"/>
                <a:gd name="csY1413" fmla="*/ 81965 h 1172326"/>
                <a:gd name="csX1414" fmla="*/ 442161 w 1197894"/>
                <a:gd name="csY1414" fmla="*/ 81213 h 1172326"/>
                <a:gd name="csX1415" fmla="*/ 443664 w 1197894"/>
                <a:gd name="csY1415" fmla="*/ 80461 h 1172326"/>
                <a:gd name="csX1416" fmla="*/ 444417 w 1197894"/>
                <a:gd name="csY1416" fmla="*/ 79709 h 1172326"/>
                <a:gd name="csX1417" fmla="*/ 444417 w 1197894"/>
                <a:gd name="csY1417" fmla="*/ 78205 h 1172326"/>
                <a:gd name="csX1418" fmla="*/ 444417 w 1197894"/>
                <a:gd name="csY1418" fmla="*/ 75949 h 1172326"/>
                <a:gd name="csX1419" fmla="*/ 444417 w 1197894"/>
                <a:gd name="csY1419" fmla="*/ 74445 h 1172326"/>
                <a:gd name="csX1420" fmla="*/ 445921 w 1197894"/>
                <a:gd name="csY1420" fmla="*/ 72941 h 1172326"/>
                <a:gd name="csX1421" fmla="*/ 446672 w 1197894"/>
                <a:gd name="csY1421" fmla="*/ 72941 h 1172326"/>
                <a:gd name="csX1422" fmla="*/ 447424 w 1197894"/>
                <a:gd name="csY1422" fmla="*/ 73693 h 1172326"/>
                <a:gd name="csX1423" fmla="*/ 448176 w 1197894"/>
                <a:gd name="csY1423" fmla="*/ 76701 h 1172326"/>
                <a:gd name="csX1424" fmla="*/ 449680 w 1197894"/>
                <a:gd name="csY1424" fmla="*/ 77453 h 1172326"/>
                <a:gd name="csX1425" fmla="*/ 451936 w 1197894"/>
                <a:gd name="csY1425" fmla="*/ 75197 h 1172326"/>
                <a:gd name="csX1426" fmla="*/ 453440 w 1197894"/>
                <a:gd name="csY1426" fmla="*/ 72189 h 1172326"/>
                <a:gd name="csX1427" fmla="*/ 454192 w 1197894"/>
                <a:gd name="csY1427" fmla="*/ 69181 h 1172326"/>
                <a:gd name="csX1428" fmla="*/ 454944 w 1197894"/>
                <a:gd name="csY1428" fmla="*/ 66925 h 1172326"/>
                <a:gd name="csX1429" fmla="*/ 455696 w 1197894"/>
                <a:gd name="csY1429" fmla="*/ 65421 h 1172326"/>
                <a:gd name="csX1430" fmla="*/ 457200 w 1197894"/>
                <a:gd name="csY1430" fmla="*/ 64670 h 1172326"/>
                <a:gd name="csX1431" fmla="*/ 457952 w 1197894"/>
                <a:gd name="csY1431" fmla="*/ 64670 h 1172326"/>
                <a:gd name="csX1432" fmla="*/ 459456 w 1197894"/>
                <a:gd name="csY1432" fmla="*/ 64670 h 1172326"/>
                <a:gd name="csX1433" fmla="*/ 460208 w 1197894"/>
                <a:gd name="csY1433" fmla="*/ 65421 h 1172326"/>
                <a:gd name="csX1434" fmla="*/ 460960 w 1197894"/>
                <a:gd name="csY1434" fmla="*/ 65421 h 1172326"/>
                <a:gd name="csX1435" fmla="*/ 462464 w 1197894"/>
                <a:gd name="csY1435" fmla="*/ 69181 h 1172326"/>
                <a:gd name="csX1436" fmla="*/ 462464 w 1197894"/>
                <a:gd name="csY1436" fmla="*/ 69933 h 1172326"/>
                <a:gd name="csX1437" fmla="*/ 464720 w 1197894"/>
                <a:gd name="csY1437" fmla="*/ 70685 h 1172326"/>
                <a:gd name="csX1438" fmla="*/ 466224 w 1197894"/>
                <a:gd name="csY1438" fmla="*/ 70685 h 1172326"/>
                <a:gd name="csX1439" fmla="*/ 476000 w 1197894"/>
                <a:gd name="csY1439" fmla="*/ 67678 h 1172326"/>
                <a:gd name="csX1440" fmla="*/ 479007 w 1197894"/>
                <a:gd name="csY1440" fmla="*/ 65421 h 1172326"/>
                <a:gd name="csX1441" fmla="*/ 479007 w 1197894"/>
                <a:gd name="csY1441" fmla="*/ 63166 h 1172326"/>
                <a:gd name="csX1442" fmla="*/ 476000 w 1197894"/>
                <a:gd name="csY1442" fmla="*/ 59406 h 1172326"/>
                <a:gd name="csX1443" fmla="*/ 476751 w 1197894"/>
                <a:gd name="csY1443" fmla="*/ 57902 h 1172326"/>
                <a:gd name="csX1444" fmla="*/ 479007 w 1197894"/>
                <a:gd name="csY1444" fmla="*/ 57150 h 1172326"/>
                <a:gd name="csX1445" fmla="*/ 485775 w 1197894"/>
                <a:gd name="csY1445" fmla="*/ 57150 h 1172326"/>
                <a:gd name="csX1446" fmla="*/ 488031 w 1197894"/>
                <a:gd name="csY1446" fmla="*/ 57150 h 1172326"/>
                <a:gd name="csX1447" fmla="*/ 489535 w 1197894"/>
                <a:gd name="csY1447" fmla="*/ 59406 h 1172326"/>
                <a:gd name="csX1448" fmla="*/ 489535 w 1197894"/>
                <a:gd name="csY1448" fmla="*/ 63166 h 1172326"/>
                <a:gd name="csX1449" fmla="*/ 490287 w 1197894"/>
                <a:gd name="csY1449" fmla="*/ 64670 h 1172326"/>
                <a:gd name="csX1450" fmla="*/ 491791 w 1197894"/>
                <a:gd name="csY1450" fmla="*/ 64670 h 1172326"/>
                <a:gd name="csX1451" fmla="*/ 493295 w 1197894"/>
                <a:gd name="csY1451" fmla="*/ 63166 h 1172326"/>
                <a:gd name="csX1452" fmla="*/ 494047 w 1197894"/>
                <a:gd name="csY1452" fmla="*/ 61661 h 1172326"/>
                <a:gd name="csX1453" fmla="*/ 494047 w 1197894"/>
                <a:gd name="csY1453" fmla="*/ 60158 h 1172326"/>
                <a:gd name="csX1454" fmla="*/ 494047 w 1197894"/>
                <a:gd name="csY1454" fmla="*/ 54894 h 1172326"/>
                <a:gd name="csX1455" fmla="*/ 496303 w 1197894"/>
                <a:gd name="csY1455" fmla="*/ 56398 h 1172326"/>
                <a:gd name="csX1456" fmla="*/ 497807 w 1197894"/>
                <a:gd name="csY1456" fmla="*/ 58654 h 1172326"/>
                <a:gd name="csX1457" fmla="*/ 500063 w 1197894"/>
                <a:gd name="csY1457" fmla="*/ 60158 h 1172326"/>
                <a:gd name="csX1458" fmla="*/ 503070 w 1197894"/>
                <a:gd name="csY1458" fmla="*/ 60158 h 1172326"/>
                <a:gd name="csX1459" fmla="*/ 503822 w 1197894"/>
                <a:gd name="csY1459" fmla="*/ 59406 h 1172326"/>
                <a:gd name="csX1460" fmla="*/ 505326 w 1197894"/>
                <a:gd name="csY1460" fmla="*/ 58654 h 1172326"/>
                <a:gd name="csX1461" fmla="*/ 506078 w 1197894"/>
                <a:gd name="csY1461" fmla="*/ 56398 h 1172326"/>
                <a:gd name="csX1462" fmla="*/ 506078 w 1197894"/>
                <a:gd name="csY1462" fmla="*/ 54894 h 1172326"/>
                <a:gd name="csX1463" fmla="*/ 506830 w 1197894"/>
                <a:gd name="csY1463" fmla="*/ 53390 h 1172326"/>
                <a:gd name="csX1464" fmla="*/ 509086 w 1197894"/>
                <a:gd name="csY1464" fmla="*/ 53390 h 1172326"/>
                <a:gd name="csX1465" fmla="*/ 510590 w 1197894"/>
                <a:gd name="csY1465" fmla="*/ 52638 h 1172326"/>
                <a:gd name="csX1466" fmla="*/ 511342 w 1197894"/>
                <a:gd name="csY1466" fmla="*/ 51886 h 1172326"/>
                <a:gd name="csX1467" fmla="*/ 512094 w 1197894"/>
                <a:gd name="csY1467" fmla="*/ 51134 h 1172326"/>
                <a:gd name="csX1468" fmla="*/ 511342 w 1197894"/>
                <a:gd name="csY1468" fmla="*/ 47374 h 1172326"/>
                <a:gd name="csX1469" fmla="*/ 512094 w 1197894"/>
                <a:gd name="csY1469" fmla="*/ 45870 h 1172326"/>
                <a:gd name="csX1470" fmla="*/ 512846 w 1197894"/>
                <a:gd name="csY1470" fmla="*/ 45118 h 1172326"/>
                <a:gd name="csX1471" fmla="*/ 513598 w 1197894"/>
                <a:gd name="csY1471" fmla="*/ 43614 h 1172326"/>
                <a:gd name="csX1472" fmla="*/ 518110 w 1197894"/>
                <a:gd name="csY1472" fmla="*/ 31583 h 1172326"/>
                <a:gd name="csX1473" fmla="*/ 519614 w 1197894"/>
                <a:gd name="csY1473" fmla="*/ 28575 h 1172326"/>
                <a:gd name="csX1474" fmla="*/ 521870 w 1197894"/>
                <a:gd name="csY1474" fmla="*/ 30079 h 1172326"/>
                <a:gd name="csX1475" fmla="*/ 523374 w 1197894"/>
                <a:gd name="csY1475" fmla="*/ 31583 h 1172326"/>
                <a:gd name="csX1476" fmla="*/ 522622 w 1197894"/>
                <a:gd name="csY1476" fmla="*/ 35342 h 1172326"/>
                <a:gd name="csX1477" fmla="*/ 527134 w 1197894"/>
                <a:gd name="csY1477" fmla="*/ 36846 h 1172326"/>
                <a:gd name="csX1478" fmla="*/ 533149 w 1197894"/>
                <a:gd name="csY1478" fmla="*/ 36095 h 1172326"/>
                <a:gd name="csX1479" fmla="*/ 543677 w 1197894"/>
                <a:gd name="csY1479" fmla="*/ 23311 h 1172326"/>
                <a:gd name="csX1480" fmla="*/ 545181 w 1197894"/>
                <a:gd name="csY1480" fmla="*/ 20303 h 1172326"/>
                <a:gd name="csX1481" fmla="*/ 545933 w 1197894"/>
                <a:gd name="csY1481" fmla="*/ 19551 h 1172326"/>
                <a:gd name="csX1482" fmla="*/ 547437 w 1197894"/>
                <a:gd name="csY1482" fmla="*/ 19551 h 1172326"/>
                <a:gd name="csX1483" fmla="*/ 548189 w 1197894"/>
                <a:gd name="csY1483" fmla="*/ 20303 h 1172326"/>
                <a:gd name="csX1484" fmla="*/ 549693 w 1197894"/>
                <a:gd name="csY1484" fmla="*/ 21055 h 1172326"/>
                <a:gd name="csX1485" fmla="*/ 552701 w 1197894"/>
                <a:gd name="csY1485" fmla="*/ 20303 h 1172326"/>
                <a:gd name="csX1486" fmla="*/ 552701 w 1197894"/>
                <a:gd name="csY1486" fmla="*/ 18047 h 1172326"/>
                <a:gd name="csX1487" fmla="*/ 551949 w 1197894"/>
                <a:gd name="csY1487" fmla="*/ 15791 h 1172326"/>
                <a:gd name="csX1488" fmla="*/ 551949 w 1197894"/>
                <a:gd name="csY1488" fmla="*/ 13535 h 1172326"/>
                <a:gd name="csX1489" fmla="*/ 554205 w 1197894"/>
                <a:gd name="csY1489" fmla="*/ 12783 h 1172326"/>
                <a:gd name="csX1490" fmla="*/ 555709 w 1197894"/>
                <a:gd name="csY1490" fmla="*/ 13535 h 1172326"/>
                <a:gd name="csX1491" fmla="*/ 557965 w 1197894"/>
                <a:gd name="csY1491" fmla="*/ 15791 h 1172326"/>
                <a:gd name="csX1492" fmla="*/ 560220 w 1197894"/>
                <a:gd name="csY1492" fmla="*/ 15791 h 1172326"/>
                <a:gd name="csX1493" fmla="*/ 561724 w 1197894"/>
                <a:gd name="csY1493" fmla="*/ 14287 h 1172326"/>
                <a:gd name="csX1494" fmla="*/ 563228 w 1197894"/>
                <a:gd name="csY1494" fmla="*/ 9023 h 1172326"/>
                <a:gd name="csX1495" fmla="*/ 564732 w 1197894"/>
                <a:gd name="csY1495" fmla="*/ 7520 h 1172326"/>
                <a:gd name="csX1496" fmla="*/ 566236 w 1197894"/>
                <a:gd name="csY1496" fmla="*/ 9023 h 1172326"/>
                <a:gd name="csX1497" fmla="*/ 568492 w 1197894"/>
                <a:gd name="csY1497" fmla="*/ 11280 h 1172326"/>
                <a:gd name="csX1498" fmla="*/ 569244 w 1197894"/>
                <a:gd name="csY1498" fmla="*/ 14287 h 1172326"/>
                <a:gd name="csX1499" fmla="*/ 570748 w 1197894"/>
                <a:gd name="csY1499" fmla="*/ 15039 h 1172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</a:cxnLst>
              <a:rect l="l" t="t" r="r" b="b"/>
              <a:pathLst>
                <a:path w="1197894" h="1172326">
                  <a:moveTo>
                    <a:pt x="570748" y="15039"/>
                  </a:moveTo>
                  <a:lnTo>
                    <a:pt x="570748" y="15791"/>
                  </a:lnTo>
                  <a:lnTo>
                    <a:pt x="572252" y="15791"/>
                  </a:lnTo>
                  <a:lnTo>
                    <a:pt x="573756" y="15039"/>
                  </a:lnTo>
                  <a:lnTo>
                    <a:pt x="574508" y="14287"/>
                  </a:lnTo>
                  <a:lnTo>
                    <a:pt x="576012" y="13535"/>
                  </a:lnTo>
                  <a:lnTo>
                    <a:pt x="579020" y="12783"/>
                  </a:lnTo>
                  <a:lnTo>
                    <a:pt x="580524" y="12783"/>
                  </a:lnTo>
                  <a:lnTo>
                    <a:pt x="581276" y="14287"/>
                  </a:lnTo>
                  <a:lnTo>
                    <a:pt x="582028" y="15791"/>
                  </a:lnTo>
                  <a:lnTo>
                    <a:pt x="582780" y="17295"/>
                  </a:lnTo>
                  <a:lnTo>
                    <a:pt x="583532" y="18047"/>
                  </a:lnTo>
                  <a:lnTo>
                    <a:pt x="585036" y="18047"/>
                  </a:lnTo>
                  <a:lnTo>
                    <a:pt x="586540" y="18047"/>
                  </a:lnTo>
                  <a:lnTo>
                    <a:pt x="588044" y="18047"/>
                  </a:lnTo>
                  <a:lnTo>
                    <a:pt x="591803" y="15791"/>
                  </a:lnTo>
                  <a:lnTo>
                    <a:pt x="593307" y="14287"/>
                  </a:lnTo>
                  <a:lnTo>
                    <a:pt x="594059" y="13535"/>
                  </a:lnTo>
                  <a:lnTo>
                    <a:pt x="595563" y="13535"/>
                  </a:lnTo>
                  <a:lnTo>
                    <a:pt x="597819" y="15791"/>
                  </a:lnTo>
                  <a:lnTo>
                    <a:pt x="598571" y="19551"/>
                  </a:lnTo>
                  <a:lnTo>
                    <a:pt x="599323" y="24063"/>
                  </a:lnTo>
                  <a:lnTo>
                    <a:pt x="602331" y="23311"/>
                  </a:lnTo>
                  <a:lnTo>
                    <a:pt x="606091" y="18799"/>
                  </a:lnTo>
                  <a:lnTo>
                    <a:pt x="609099" y="17295"/>
                  </a:lnTo>
                  <a:lnTo>
                    <a:pt x="612107" y="18047"/>
                  </a:lnTo>
                  <a:lnTo>
                    <a:pt x="619626" y="20303"/>
                  </a:lnTo>
                  <a:lnTo>
                    <a:pt x="621882" y="20303"/>
                  </a:lnTo>
                  <a:lnTo>
                    <a:pt x="622634" y="17295"/>
                  </a:lnTo>
                  <a:lnTo>
                    <a:pt x="622634" y="12783"/>
                  </a:lnTo>
                  <a:lnTo>
                    <a:pt x="622634" y="9023"/>
                  </a:lnTo>
                  <a:lnTo>
                    <a:pt x="624890" y="6767"/>
                  </a:lnTo>
                  <a:lnTo>
                    <a:pt x="626394" y="7520"/>
                  </a:lnTo>
                  <a:lnTo>
                    <a:pt x="627146" y="9023"/>
                  </a:lnTo>
                  <a:lnTo>
                    <a:pt x="628650" y="10527"/>
                  </a:lnTo>
                  <a:lnTo>
                    <a:pt x="629402" y="11280"/>
                  </a:lnTo>
                  <a:lnTo>
                    <a:pt x="630906" y="11280"/>
                  </a:lnTo>
                  <a:lnTo>
                    <a:pt x="633162" y="9776"/>
                  </a:lnTo>
                  <a:lnTo>
                    <a:pt x="634666" y="9023"/>
                  </a:lnTo>
                  <a:lnTo>
                    <a:pt x="636922" y="8272"/>
                  </a:lnTo>
                  <a:lnTo>
                    <a:pt x="639178" y="5263"/>
                  </a:lnTo>
                  <a:lnTo>
                    <a:pt x="642186" y="0"/>
                  </a:lnTo>
                  <a:lnTo>
                    <a:pt x="648201" y="3760"/>
                  </a:lnTo>
                  <a:lnTo>
                    <a:pt x="651209" y="5263"/>
                  </a:lnTo>
                  <a:lnTo>
                    <a:pt x="654969" y="5263"/>
                  </a:lnTo>
                  <a:lnTo>
                    <a:pt x="656473" y="7520"/>
                  </a:lnTo>
                  <a:lnTo>
                    <a:pt x="654217" y="12783"/>
                  </a:lnTo>
                  <a:lnTo>
                    <a:pt x="650457" y="21055"/>
                  </a:lnTo>
                  <a:lnTo>
                    <a:pt x="654217" y="21055"/>
                  </a:lnTo>
                  <a:lnTo>
                    <a:pt x="660985" y="16543"/>
                  </a:lnTo>
                  <a:lnTo>
                    <a:pt x="665497" y="15039"/>
                  </a:lnTo>
                  <a:lnTo>
                    <a:pt x="667001" y="15791"/>
                  </a:lnTo>
                  <a:lnTo>
                    <a:pt x="670009" y="18047"/>
                  </a:lnTo>
                  <a:lnTo>
                    <a:pt x="671513" y="18047"/>
                  </a:lnTo>
                  <a:lnTo>
                    <a:pt x="673016" y="17295"/>
                  </a:lnTo>
                  <a:lnTo>
                    <a:pt x="674521" y="15039"/>
                  </a:lnTo>
                  <a:lnTo>
                    <a:pt x="675273" y="9776"/>
                  </a:lnTo>
                  <a:lnTo>
                    <a:pt x="679032" y="14287"/>
                  </a:lnTo>
                  <a:lnTo>
                    <a:pt x="681288" y="15039"/>
                  </a:lnTo>
                  <a:lnTo>
                    <a:pt x="685048" y="15039"/>
                  </a:lnTo>
                  <a:lnTo>
                    <a:pt x="687304" y="12783"/>
                  </a:lnTo>
                  <a:lnTo>
                    <a:pt x="688808" y="10527"/>
                  </a:lnTo>
                  <a:lnTo>
                    <a:pt x="688808" y="7520"/>
                  </a:lnTo>
                  <a:lnTo>
                    <a:pt x="690312" y="4512"/>
                  </a:lnTo>
                  <a:lnTo>
                    <a:pt x="692568" y="2256"/>
                  </a:lnTo>
                  <a:lnTo>
                    <a:pt x="695576" y="1504"/>
                  </a:lnTo>
                  <a:lnTo>
                    <a:pt x="697832" y="2256"/>
                  </a:lnTo>
                  <a:lnTo>
                    <a:pt x="697832" y="3760"/>
                  </a:lnTo>
                  <a:lnTo>
                    <a:pt x="695576" y="6767"/>
                  </a:lnTo>
                  <a:lnTo>
                    <a:pt x="694824" y="8272"/>
                  </a:lnTo>
                  <a:lnTo>
                    <a:pt x="694072" y="9776"/>
                  </a:lnTo>
                  <a:lnTo>
                    <a:pt x="694824" y="12031"/>
                  </a:lnTo>
                  <a:lnTo>
                    <a:pt x="696328" y="12783"/>
                  </a:lnTo>
                  <a:lnTo>
                    <a:pt x="697832" y="12031"/>
                  </a:lnTo>
                  <a:lnTo>
                    <a:pt x="698584" y="11280"/>
                  </a:lnTo>
                  <a:lnTo>
                    <a:pt x="700088" y="13535"/>
                  </a:lnTo>
                  <a:lnTo>
                    <a:pt x="700840" y="15791"/>
                  </a:lnTo>
                  <a:lnTo>
                    <a:pt x="699336" y="18799"/>
                  </a:lnTo>
                  <a:lnTo>
                    <a:pt x="697832" y="21055"/>
                  </a:lnTo>
                  <a:lnTo>
                    <a:pt x="697832" y="22559"/>
                  </a:lnTo>
                  <a:lnTo>
                    <a:pt x="697832" y="24063"/>
                  </a:lnTo>
                  <a:lnTo>
                    <a:pt x="699336" y="25567"/>
                  </a:lnTo>
                  <a:lnTo>
                    <a:pt x="700088" y="25567"/>
                  </a:lnTo>
                  <a:lnTo>
                    <a:pt x="701592" y="24815"/>
                  </a:lnTo>
                  <a:lnTo>
                    <a:pt x="702343" y="23311"/>
                  </a:lnTo>
                  <a:lnTo>
                    <a:pt x="703095" y="21055"/>
                  </a:lnTo>
                  <a:lnTo>
                    <a:pt x="703847" y="19551"/>
                  </a:lnTo>
                  <a:lnTo>
                    <a:pt x="706855" y="15039"/>
                  </a:lnTo>
                  <a:lnTo>
                    <a:pt x="706855" y="16543"/>
                  </a:lnTo>
                  <a:lnTo>
                    <a:pt x="707607" y="20303"/>
                  </a:lnTo>
                  <a:lnTo>
                    <a:pt x="709111" y="21807"/>
                  </a:lnTo>
                  <a:lnTo>
                    <a:pt x="712119" y="21055"/>
                  </a:lnTo>
                  <a:lnTo>
                    <a:pt x="714375" y="18799"/>
                  </a:lnTo>
                  <a:lnTo>
                    <a:pt x="715879" y="16543"/>
                  </a:lnTo>
                  <a:lnTo>
                    <a:pt x="718135" y="15039"/>
                  </a:lnTo>
                  <a:lnTo>
                    <a:pt x="721895" y="15039"/>
                  </a:lnTo>
                  <a:lnTo>
                    <a:pt x="723399" y="18047"/>
                  </a:lnTo>
                  <a:lnTo>
                    <a:pt x="724151" y="21807"/>
                  </a:lnTo>
                  <a:lnTo>
                    <a:pt x="727159" y="23311"/>
                  </a:lnTo>
                  <a:lnTo>
                    <a:pt x="730919" y="23311"/>
                  </a:lnTo>
                  <a:lnTo>
                    <a:pt x="733174" y="25567"/>
                  </a:lnTo>
                  <a:lnTo>
                    <a:pt x="737686" y="30079"/>
                  </a:lnTo>
                  <a:lnTo>
                    <a:pt x="739190" y="27823"/>
                  </a:lnTo>
                  <a:lnTo>
                    <a:pt x="740694" y="27823"/>
                  </a:lnTo>
                  <a:lnTo>
                    <a:pt x="742198" y="29327"/>
                  </a:lnTo>
                  <a:lnTo>
                    <a:pt x="742950" y="31583"/>
                  </a:lnTo>
                  <a:lnTo>
                    <a:pt x="743702" y="33839"/>
                  </a:lnTo>
                  <a:lnTo>
                    <a:pt x="745206" y="33087"/>
                  </a:lnTo>
                  <a:lnTo>
                    <a:pt x="746710" y="30831"/>
                  </a:lnTo>
                  <a:lnTo>
                    <a:pt x="747462" y="30079"/>
                  </a:lnTo>
                  <a:lnTo>
                    <a:pt x="749718" y="30079"/>
                  </a:lnTo>
                  <a:lnTo>
                    <a:pt x="752726" y="30831"/>
                  </a:lnTo>
                  <a:lnTo>
                    <a:pt x="755734" y="31583"/>
                  </a:lnTo>
                  <a:lnTo>
                    <a:pt x="757238" y="30831"/>
                  </a:lnTo>
                  <a:lnTo>
                    <a:pt x="761750" y="29327"/>
                  </a:lnTo>
                  <a:lnTo>
                    <a:pt x="764005" y="28575"/>
                  </a:lnTo>
                  <a:lnTo>
                    <a:pt x="766261" y="27823"/>
                  </a:lnTo>
                  <a:lnTo>
                    <a:pt x="767013" y="27823"/>
                  </a:lnTo>
                  <a:lnTo>
                    <a:pt x="767765" y="27823"/>
                  </a:lnTo>
                  <a:lnTo>
                    <a:pt x="768517" y="29327"/>
                  </a:lnTo>
                  <a:lnTo>
                    <a:pt x="769269" y="30079"/>
                  </a:lnTo>
                  <a:lnTo>
                    <a:pt x="773781" y="31583"/>
                  </a:lnTo>
                  <a:lnTo>
                    <a:pt x="776037" y="31583"/>
                  </a:lnTo>
                  <a:lnTo>
                    <a:pt x="776789" y="29327"/>
                  </a:lnTo>
                  <a:lnTo>
                    <a:pt x="777541" y="27823"/>
                  </a:lnTo>
                  <a:lnTo>
                    <a:pt x="778293" y="26319"/>
                  </a:lnTo>
                  <a:lnTo>
                    <a:pt x="779045" y="24815"/>
                  </a:lnTo>
                  <a:lnTo>
                    <a:pt x="780549" y="24063"/>
                  </a:lnTo>
                  <a:lnTo>
                    <a:pt x="782053" y="24063"/>
                  </a:lnTo>
                  <a:lnTo>
                    <a:pt x="782053" y="24815"/>
                  </a:lnTo>
                  <a:lnTo>
                    <a:pt x="782053" y="25567"/>
                  </a:lnTo>
                  <a:lnTo>
                    <a:pt x="782053" y="26319"/>
                  </a:lnTo>
                  <a:lnTo>
                    <a:pt x="783557" y="28575"/>
                  </a:lnTo>
                  <a:lnTo>
                    <a:pt x="785061" y="31583"/>
                  </a:lnTo>
                  <a:lnTo>
                    <a:pt x="786565" y="33839"/>
                  </a:lnTo>
                  <a:lnTo>
                    <a:pt x="787317" y="31583"/>
                  </a:lnTo>
                  <a:lnTo>
                    <a:pt x="787317" y="30831"/>
                  </a:lnTo>
                  <a:lnTo>
                    <a:pt x="786565" y="30079"/>
                  </a:lnTo>
                  <a:lnTo>
                    <a:pt x="786565" y="29327"/>
                  </a:lnTo>
                  <a:lnTo>
                    <a:pt x="787317" y="27823"/>
                  </a:lnTo>
                  <a:lnTo>
                    <a:pt x="788069" y="27823"/>
                  </a:lnTo>
                  <a:lnTo>
                    <a:pt x="788820" y="28575"/>
                  </a:lnTo>
                  <a:lnTo>
                    <a:pt x="789572" y="29327"/>
                  </a:lnTo>
                  <a:lnTo>
                    <a:pt x="790324" y="30831"/>
                  </a:lnTo>
                  <a:lnTo>
                    <a:pt x="791076" y="35342"/>
                  </a:lnTo>
                  <a:lnTo>
                    <a:pt x="791828" y="36095"/>
                  </a:lnTo>
                  <a:lnTo>
                    <a:pt x="792580" y="35342"/>
                  </a:lnTo>
                  <a:lnTo>
                    <a:pt x="794836" y="34591"/>
                  </a:lnTo>
                  <a:lnTo>
                    <a:pt x="797092" y="34591"/>
                  </a:lnTo>
                  <a:lnTo>
                    <a:pt x="798596" y="34591"/>
                  </a:lnTo>
                  <a:lnTo>
                    <a:pt x="800100" y="36095"/>
                  </a:lnTo>
                  <a:lnTo>
                    <a:pt x="800852" y="36846"/>
                  </a:lnTo>
                  <a:lnTo>
                    <a:pt x="801604" y="37599"/>
                  </a:lnTo>
                  <a:lnTo>
                    <a:pt x="803860" y="36846"/>
                  </a:lnTo>
                  <a:lnTo>
                    <a:pt x="803108" y="33087"/>
                  </a:lnTo>
                  <a:lnTo>
                    <a:pt x="803108" y="30831"/>
                  </a:lnTo>
                  <a:lnTo>
                    <a:pt x="804612" y="29327"/>
                  </a:lnTo>
                  <a:lnTo>
                    <a:pt x="808372" y="28575"/>
                  </a:lnTo>
                  <a:lnTo>
                    <a:pt x="811380" y="30079"/>
                  </a:lnTo>
                  <a:lnTo>
                    <a:pt x="812884" y="31583"/>
                  </a:lnTo>
                  <a:lnTo>
                    <a:pt x="812132" y="33087"/>
                  </a:lnTo>
                  <a:lnTo>
                    <a:pt x="809124" y="33839"/>
                  </a:lnTo>
                  <a:lnTo>
                    <a:pt x="809124" y="34591"/>
                  </a:lnTo>
                  <a:lnTo>
                    <a:pt x="809876" y="37599"/>
                  </a:lnTo>
                  <a:lnTo>
                    <a:pt x="812132" y="40606"/>
                  </a:lnTo>
                  <a:lnTo>
                    <a:pt x="814388" y="42110"/>
                  </a:lnTo>
                  <a:lnTo>
                    <a:pt x="818899" y="36095"/>
                  </a:lnTo>
                  <a:lnTo>
                    <a:pt x="822659" y="33087"/>
                  </a:lnTo>
                  <a:lnTo>
                    <a:pt x="824163" y="33839"/>
                  </a:lnTo>
                  <a:lnTo>
                    <a:pt x="825667" y="37599"/>
                  </a:lnTo>
                  <a:lnTo>
                    <a:pt x="828675" y="37599"/>
                  </a:lnTo>
                  <a:lnTo>
                    <a:pt x="831683" y="37599"/>
                  </a:lnTo>
                  <a:lnTo>
                    <a:pt x="833187" y="39102"/>
                  </a:lnTo>
                  <a:lnTo>
                    <a:pt x="832435" y="42110"/>
                  </a:lnTo>
                  <a:lnTo>
                    <a:pt x="832435" y="43614"/>
                  </a:lnTo>
                  <a:lnTo>
                    <a:pt x="834691" y="43614"/>
                  </a:lnTo>
                  <a:lnTo>
                    <a:pt x="845970" y="43614"/>
                  </a:lnTo>
                  <a:lnTo>
                    <a:pt x="846722" y="43614"/>
                  </a:lnTo>
                  <a:lnTo>
                    <a:pt x="846722" y="45870"/>
                  </a:lnTo>
                  <a:lnTo>
                    <a:pt x="848227" y="48878"/>
                  </a:lnTo>
                  <a:lnTo>
                    <a:pt x="854994" y="50382"/>
                  </a:lnTo>
                  <a:lnTo>
                    <a:pt x="857250" y="53390"/>
                  </a:lnTo>
                  <a:lnTo>
                    <a:pt x="851986" y="53390"/>
                  </a:lnTo>
                  <a:lnTo>
                    <a:pt x="849730" y="53390"/>
                  </a:lnTo>
                  <a:lnTo>
                    <a:pt x="847474" y="54894"/>
                  </a:lnTo>
                  <a:lnTo>
                    <a:pt x="856498" y="59406"/>
                  </a:lnTo>
                  <a:lnTo>
                    <a:pt x="860258" y="63166"/>
                  </a:lnTo>
                  <a:lnTo>
                    <a:pt x="855746" y="66174"/>
                  </a:lnTo>
                  <a:lnTo>
                    <a:pt x="858002" y="66925"/>
                  </a:lnTo>
                  <a:lnTo>
                    <a:pt x="859506" y="66174"/>
                  </a:lnTo>
                  <a:lnTo>
                    <a:pt x="861010" y="65421"/>
                  </a:lnTo>
                  <a:lnTo>
                    <a:pt x="862514" y="63918"/>
                  </a:lnTo>
                  <a:lnTo>
                    <a:pt x="863266" y="66925"/>
                  </a:lnTo>
                  <a:lnTo>
                    <a:pt x="864018" y="72189"/>
                  </a:lnTo>
                  <a:lnTo>
                    <a:pt x="865522" y="75197"/>
                  </a:lnTo>
                  <a:lnTo>
                    <a:pt x="868530" y="75949"/>
                  </a:lnTo>
                  <a:lnTo>
                    <a:pt x="869282" y="74445"/>
                  </a:lnTo>
                  <a:lnTo>
                    <a:pt x="870786" y="68429"/>
                  </a:lnTo>
                  <a:lnTo>
                    <a:pt x="871538" y="69181"/>
                  </a:lnTo>
                  <a:lnTo>
                    <a:pt x="872290" y="69933"/>
                  </a:lnTo>
                  <a:lnTo>
                    <a:pt x="873042" y="71438"/>
                  </a:lnTo>
                  <a:lnTo>
                    <a:pt x="871538" y="74445"/>
                  </a:lnTo>
                  <a:lnTo>
                    <a:pt x="871538" y="75197"/>
                  </a:lnTo>
                  <a:lnTo>
                    <a:pt x="875297" y="75949"/>
                  </a:lnTo>
                  <a:lnTo>
                    <a:pt x="878305" y="76701"/>
                  </a:lnTo>
                  <a:lnTo>
                    <a:pt x="882817" y="76701"/>
                  </a:lnTo>
                  <a:lnTo>
                    <a:pt x="882065" y="72941"/>
                  </a:lnTo>
                  <a:lnTo>
                    <a:pt x="882817" y="70685"/>
                  </a:lnTo>
                  <a:lnTo>
                    <a:pt x="885825" y="70685"/>
                  </a:lnTo>
                  <a:lnTo>
                    <a:pt x="888833" y="70685"/>
                  </a:lnTo>
                  <a:lnTo>
                    <a:pt x="889585" y="71438"/>
                  </a:lnTo>
                  <a:lnTo>
                    <a:pt x="891089" y="72941"/>
                  </a:lnTo>
                  <a:lnTo>
                    <a:pt x="892593" y="74445"/>
                  </a:lnTo>
                  <a:lnTo>
                    <a:pt x="894097" y="73693"/>
                  </a:lnTo>
                  <a:lnTo>
                    <a:pt x="895601" y="70685"/>
                  </a:lnTo>
                  <a:lnTo>
                    <a:pt x="897105" y="69181"/>
                  </a:lnTo>
                  <a:lnTo>
                    <a:pt x="898609" y="68429"/>
                  </a:lnTo>
                  <a:lnTo>
                    <a:pt x="900113" y="69181"/>
                  </a:lnTo>
                  <a:lnTo>
                    <a:pt x="900865" y="70685"/>
                  </a:lnTo>
                  <a:lnTo>
                    <a:pt x="900865" y="72189"/>
                  </a:lnTo>
                  <a:lnTo>
                    <a:pt x="901616" y="72941"/>
                  </a:lnTo>
                  <a:lnTo>
                    <a:pt x="903873" y="74445"/>
                  </a:lnTo>
                  <a:lnTo>
                    <a:pt x="904625" y="74445"/>
                  </a:lnTo>
                  <a:lnTo>
                    <a:pt x="905376" y="72941"/>
                  </a:lnTo>
                  <a:lnTo>
                    <a:pt x="906128" y="71438"/>
                  </a:lnTo>
                  <a:lnTo>
                    <a:pt x="908384" y="70685"/>
                  </a:lnTo>
                  <a:lnTo>
                    <a:pt x="909136" y="72941"/>
                  </a:lnTo>
                  <a:lnTo>
                    <a:pt x="909888" y="75949"/>
                  </a:lnTo>
                  <a:lnTo>
                    <a:pt x="909888" y="78205"/>
                  </a:lnTo>
                  <a:lnTo>
                    <a:pt x="910640" y="78957"/>
                  </a:lnTo>
                  <a:lnTo>
                    <a:pt x="915904" y="76701"/>
                  </a:lnTo>
                  <a:lnTo>
                    <a:pt x="916656" y="77453"/>
                  </a:lnTo>
                  <a:lnTo>
                    <a:pt x="915152" y="81213"/>
                  </a:lnTo>
                  <a:lnTo>
                    <a:pt x="915152" y="82717"/>
                  </a:lnTo>
                  <a:lnTo>
                    <a:pt x="917408" y="84973"/>
                  </a:lnTo>
                  <a:lnTo>
                    <a:pt x="920416" y="84221"/>
                  </a:lnTo>
                  <a:lnTo>
                    <a:pt x="923424" y="83469"/>
                  </a:lnTo>
                  <a:lnTo>
                    <a:pt x="926432" y="82717"/>
                  </a:lnTo>
                  <a:lnTo>
                    <a:pt x="930192" y="83469"/>
                  </a:lnTo>
                  <a:lnTo>
                    <a:pt x="931695" y="84973"/>
                  </a:lnTo>
                  <a:lnTo>
                    <a:pt x="932447" y="87229"/>
                  </a:lnTo>
                  <a:lnTo>
                    <a:pt x="933951" y="90989"/>
                  </a:lnTo>
                  <a:lnTo>
                    <a:pt x="935455" y="92493"/>
                  </a:lnTo>
                  <a:lnTo>
                    <a:pt x="936959" y="92493"/>
                  </a:lnTo>
                  <a:lnTo>
                    <a:pt x="937711" y="92493"/>
                  </a:lnTo>
                  <a:lnTo>
                    <a:pt x="939215" y="93997"/>
                  </a:lnTo>
                  <a:lnTo>
                    <a:pt x="940719" y="94749"/>
                  </a:lnTo>
                  <a:lnTo>
                    <a:pt x="940719" y="96253"/>
                  </a:lnTo>
                  <a:lnTo>
                    <a:pt x="940719" y="97757"/>
                  </a:lnTo>
                  <a:lnTo>
                    <a:pt x="942223" y="99260"/>
                  </a:lnTo>
                  <a:lnTo>
                    <a:pt x="945983" y="95500"/>
                  </a:lnTo>
                  <a:lnTo>
                    <a:pt x="948239" y="93997"/>
                  </a:lnTo>
                  <a:lnTo>
                    <a:pt x="949743" y="97004"/>
                  </a:lnTo>
                  <a:lnTo>
                    <a:pt x="950495" y="101516"/>
                  </a:lnTo>
                  <a:lnTo>
                    <a:pt x="952751" y="102268"/>
                  </a:lnTo>
                  <a:lnTo>
                    <a:pt x="955007" y="102268"/>
                  </a:lnTo>
                  <a:lnTo>
                    <a:pt x="958014" y="103772"/>
                  </a:lnTo>
                  <a:lnTo>
                    <a:pt x="958014" y="105276"/>
                  </a:lnTo>
                  <a:lnTo>
                    <a:pt x="958014" y="106780"/>
                  </a:lnTo>
                  <a:lnTo>
                    <a:pt x="957263" y="108284"/>
                  </a:lnTo>
                  <a:lnTo>
                    <a:pt x="956511" y="109788"/>
                  </a:lnTo>
                  <a:lnTo>
                    <a:pt x="957263" y="110540"/>
                  </a:lnTo>
                  <a:lnTo>
                    <a:pt x="960271" y="111292"/>
                  </a:lnTo>
                  <a:lnTo>
                    <a:pt x="961023" y="112796"/>
                  </a:lnTo>
                  <a:lnTo>
                    <a:pt x="966286" y="118060"/>
                  </a:lnTo>
                  <a:lnTo>
                    <a:pt x="967790" y="118812"/>
                  </a:lnTo>
                  <a:lnTo>
                    <a:pt x="969294" y="118812"/>
                  </a:lnTo>
                  <a:lnTo>
                    <a:pt x="970798" y="118060"/>
                  </a:lnTo>
                  <a:lnTo>
                    <a:pt x="972302" y="118060"/>
                  </a:lnTo>
                  <a:lnTo>
                    <a:pt x="974558" y="118812"/>
                  </a:lnTo>
                  <a:lnTo>
                    <a:pt x="978318" y="122572"/>
                  </a:lnTo>
                  <a:lnTo>
                    <a:pt x="982830" y="124076"/>
                  </a:lnTo>
                  <a:lnTo>
                    <a:pt x="985086" y="126331"/>
                  </a:lnTo>
                  <a:lnTo>
                    <a:pt x="988845" y="127836"/>
                  </a:lnTo>
                  <a:lnTo>
                    <a:pt x="989597" y="128587"/>
                  </a:lnTo>
                  <a:lnTo>
                    <a:pt x="989597" y="129339"/>
                  </a:lnTo>
                  <a:lnTo>
                    <a:pt x="989597" y="130843"/>
                  </a:lnTo>
                  <a:lnTo>
                    <a:pt x="993357" y="136107"/>
                  </a:lnTo>
                  <a:lnTo>
                    <a:pt x="999373" y="146635"/>
                  </a:lnTo>
                  <a:lnTo>
                    <a:pt x="1003133" y="150395"/>
                  </a:lnTo>
                  <a:lnTo>
                    <a:pt x="1006893" y="149642"/>
                  </a:lnTo>
                  <a:lnTo>
                    <a:pt x="1009149" y="151898"/>
                  </a:lnTo>
                  <a:lnTo>
                    <a:pt x="1013661" y="157914"/>
                  </a:lnTo>
                  <a:lnTo>
                    <a:pt x="1018172" y="162426"/>
                  </a:lnTo>
                  <a:lnTo>
                    <a:pt x="1018924" y="164682"/>
                  </a:lnTo>
                  <a:lnTo>
                    <a:pt x="1018924" y="168442"/>
                  </a:lnTo>
                  <a:lnTo>
                    <a:pt x="1017421" y="170698"/>
                  </a:lnTo>
                  <a:lnTo>
                    <a:pt x="1017421" y="172202"/>
                  </a:lnTo>
                  <a:lnTo>
                    <a:pt x="1019676" y="172954"/>
                  </a:lnTo>
                  <a:lnTo>
                    <a:pt x="1020428" y="173706"/>
                  </a:lnTo>
                  <a:lnTo>
                    <a:pt x="1021180" y="175962"/>
                  </a:lnTo>
                  <a:lnTo>
                    <a:pt x="1020428" y="178217"/>
                  </a:lnTo>
                  <a:lnTo>
                    <a:pt x="1021180" y="179721"/>
                  </a:lnTo>
                  <a:lnTo>
                    <a:pt x="1022684" y="181225"/>
                  </a:lnTo>
                  <a:lnTo>
                    <a:pt x="1024188" y="180474"/>
                  </a:lnTo>
                  <a:lnTo>
                    <a:pt x="1025692" y="179721"/>
                  </a:lnTo>
                  <a:lnTo>
                    <a:pt x="1026444" y="178970"/>
                  </a:lnTo>
                  <a:lnTo>
                    <a:pt x="1028700" y="179721"/>
                  </a:lnTo>
                  <a:lnTo>
                    <a:pt x="1029452" y="181225"/>
                  </a:lnTo>
                  <a:lnTo>
                    <a:pt x="1030956" y="181977"/>
                  </a:lnTo>
                  <a:lnTo>
                    <a:pt x="1032460" y="181225"/>
                  </a:lnTo>
                  <a:lnTo>
                    <a:pt x="1035468" y="184985"/>
                  </a:lnTo>
                  <a:lnTo>
                    <a:pt x="1038476" y="195513"/>
                  </a:lnTo>
                  <a:lnTo>
                    <a:pt x="1039980" y="198521"/>
                  </a:lnTo>
                  <a:lnTo>
                    <a:pt x="1041484" y="200025"/>
                  </a:lnTo>
                  <a:lnTo>
                    <a:pt x="1045244" y="202281"/>
                  </a:lnTo>
                  <a:lnTo>
                    <a:pt x="1046747" y="203785"/>
                  </a:lnTo>
                  <a:lnTo>
                    <a:pt x="1048251" y="205289"/>
                  </a:lnTo>
                  <a:lnTo>
                    <a:pt x="1049755" y="209800"/>
                  </a:lnTo>
                  <a:lnTo>
                    <a:pt x="1055019" y="216568"/>
                  </a:lnTo>
                  <a:lnTo>
                    <a:pt x="1058027" y="221080"/>
                  </a:lnTo>
                  <a:lnTo>
                    <a:pt x="1058027" y="222584"/>
                  </a:lnTo>
                  <a:lnTo>
                    <a:pt x="1059531" y="223336"/>
                  </a:lnTo>
                  <a:lnTo>
                    <a:pt x="1064795" y="224840"/>
                  </a:lnTo>
                  <a:lnTo>
                    <a:pt x="1070811" y="229352"/>
                  </a:lnTo>
                  <a:lnTo>
                    <a:pt x="1072315" y="228600"/>
                  </a:lnTo>
                  <a:lnTo>
                    <a:pt x="1074570" y="227096"/>
                  </a:lnTo>
                  <a:lnTo>
                    <a:pt x="1076826" y="227096"/>
                  </a:lnTo>
                  <a:lnTo>
                    <a:pt x="1079083" y="227096"/>
                  </a:lnTo>
                  <a:lnTo>
                    <a:pt x="1080586" y="227848"/>
                  </a:lnTo>
                  <a:lnTo>
                    <a:pt x="1083594" y="230104"/>
                  </a:lnTo>
                  <a:lnTo>
                    <a:pt x="1085098" y="230856"/>
                  </a:lnTo>
                  <a:lnTo>
                    <a:pt x="1094122" y="230856"/>
                  </a:lnTo>
                  <a:lnTo>
                    <a:pt x="1097882" y="232360"/>
                  </a:lnTo>
                  <a:lnTo>
                    <a:pt x="1100138" y="235368"/>
                  </a:lnTo>
                  <a:lnTo>
                    <a:pt x="1102394" y="233864"/>
                  </a:lnTo>
                  <a:lnTo>
                    <a:pt x="1104649" y="233864"/>
                  </a:lnTo>
                  <a:lnTo>
                    <a:pt x="1119689" y="235368"/>
                  </a:lnTo>
                  <a:lnTo>
                    <a:pt x="1122697" y="236872"/>
                  </a:lnTo>
                  <a:lnTo>
                    <a:pt x="1125705" y="239879"/>
                  </a:lnTo>
                  <a:lnTo>
                    <a:pt x="1127961" y="241383"/>
                  </a:lnTo>
                  <a:lnTo>
                    <a:pt x="1130217" y="241383"/>
                  </a:lnTo>
                  <a:lnTo>
                    <a:pt x="1130968" y="239128"/>
                  </a:lnTo>
                  <a:lnTo>
                    <a:pt x="1130968" y="236119"/>
                  </a:lnTo>
                  <a:lnTo>
                    <a:pt x="1132473" y="233864"/>
                  </a:lnTo>
                  <a:lnTo>
                    <a:pt x="1133977" y="234615"/>
                  </a:lnTo>
                  <a:lnTo>
                    <a:pt x="1134728" y="236119"/>
                  </a:lnTo>
                  <a:lnTo>
                    <a:pt x="1134728" y="238375"/>
                  </a:lnTo>
                  <a:lnTo>
                    <a:pt x="1135481" y="239128"/>
                  </a:lnTo>
                  <a:lnTo>
                    <a:pt x="1136984" y="239128"/>
                  </a:lnTo>
                  <a:lnTo>
                    <a:pt x="1139992" y="239879"/>
                  </a:lnTo>
                  <a:lnTo>
                    <a:pt x="1143752" y="240632"/>
                  </a:lnTo>
                  <a:lnTo>
                    <a:pt x="1145256" y="240632"/>
                  </a:lnTo>
                  <a:lnTo>
                    <a:pt x="1146760" y="240632"/>
                  </a:lnTo>
                  <a:lnTo>
                    <a:pt x="1149016" y="239879"/>
                  </a:lnTo>
                  <a:lnTo>
                    <a:pt x="1152024" y="237624"/>
                  </a:lnTo>
                  <a:lnTo>
                    <a:pt x="1156536" y="235368"/>
                  </a:lnTo>
                  <a:lnTo>
                    <a:pt x="1158040" y="236119"/>
                  </a:lnTo>
                  <a:lnTo>
                    <a:pt x="1159543" y="236872"/>
                  </a:lnTo>
                  <a:lnTo>
                    <a:pt x="1161047" y="239128"/>
                  </a:lnTo>
                  <a:lnTo>
                    <a:pt x="1161800" y="239128"/>
                  </a:lnTo>
                  <a:lnTo>
                    <a:pt x="1162551" y="238375"/>
                  </a:lnTo>
                  <a:lnTo>
                    <a:pt x="1164807" y="237624"/>
                  </a:lnTo>
                  <a:lnTo>
                    <a:pt x="1170071" y="235368"/>
                  </a:lnTo>
                  <a:lnTo>
                    <a:pt x="1171575" y="235368"/>
                  </a:lnTo>
                  <a:lnTo>
                    <a:pt x="1173079" y="236872"/>
                  </a:lnTo>
                  <a:lnTo>
                    <a:pt x="1173831" y="237624"/>
                  </a:lnTo>
                  <a:lnTo>
                    <a:pt x="1174583" y="239879"/>
                  </a:lnTo>
                  <a:lnTo>
                    <a:pt x="1175335" y="241383"/>
                  </a:lnTo>
                  <a:lnTo>
                    <a:pt x="1177591" y="242887"/>
                  </a:lnTo>
                  <a:lnTo>
                    <a:pt x="1179847" y="243639"/>
                  </a:lnTo>
                  <a:lnTo>
                    <a:pt x="1185862" y="243639"/>
                  </a:lnTo>
                  <a:lnTo>
                    <a:pt x="1186615" y="242887"/>
                  </a:lnTo>
                  <a:lnTo>
                    <a:pt x="1187366" y="241383"/>
                  </a:lnTo>
                  <a:lnTo>
                    <a:pt x="1188119" y="239128"/>
                  </a:lnTo>
                  <a:lnTo>
                    <a:pt x="1188871" y="239128"/>
                  </a:lnTo>
                  <a:lnTo>
                    <a:pt x="1189622" y="239879"/>
                  </a:lnTo>
                  <a:lnTo>
                    <a:pt x="1191879" y="244391"/>
                  </a:lnTo>
                  <a:lnTo>
                    <a:pt x="1192630" y="245895"/>
                  </a:lnTo>
                  <a:lnTo>
                    <a:pt x="1196390" y="248903"/>
                  </a:lnTo>
                  <a:lnTo>
                    <a:pt x="1197142" y="249655"/>
                  </a:lnTo>
                  <a:lnTo>
                    <a:pt x="1196390" y="250407"/>
                  </a:lnTo>
                  <a:lnTo>
                    <a:pt x="1194886" y="251159"/>
                  </a:lnTo>
                  <a:lnTo>
                    <a:pt x="1194886" y="251911"/>
                  </a:lnTo>
                  <a:lnTo>
                    <a:pt x="1194886" y="253415"/>
                  </a:lnTo>
                  <a:lnTo>
                    <a:pt x="1194886" y="254919"/>
                  </a:lnTo>
                  <a:lnTo>
                    <a:pt x="1197894" y="260935"/>
                  </a:lnTo>
                  <a:lnTo>
                    <a:pt x="1197142" y="263191"/>
                  </a:lnTo>
                  <a:lnTo>
                    <a:pt x="1195638" y="263943"/>
                  </a:lnTo>
                  <a:lnTo>
                    <a:pt x="1194134" y="264694"/>
                  </a:lnTo>
                  <a:lnTo>
                    <a:pt x="1193382" y="264694"/>
                  </a:lnTo>
                  <a:lnTo>
                    <a:pt x="1192630" y="263943"/>
                  </a:lnTo>
                  <a:lnTo>
                    <a:pt x="1191879" y="263943"/>
                  </a:lnTo>
                  <a:lnTo>
                    <a:pt x="1190375" y="263191"/>
                  </a:lnTo>
                  <a:lnTo>
                    <a:pt x="1188871" y="262439"/>
                  </a:lnTo>
                  <a:lnTo>
                    <a:pt x="1188119" y="262439"/>
                  </a:lnTo>
                  <a:lnTo>
                    <a:pt x="1187366" y="262439"/>
                  </a:lnTo>
                  <a:lnTo>
                    <a:pt x="1186615" y="262439"/>
                  </a:lnTo>
                  <a:lnTo>
                    <a:pt x="1185862" y="263191"/>
                  </a:lnTo>
                  <a:lnTo>
                    <a:pt x="1185111" y="263943"/>
                  </a:lnTo>
                  <a:lnTo>
                    <a:pt x="1183607" y="264694"/>
                  </a:lnTo>
                  <a:lnTo>
                    <a:pt x="1183607" y="265447"/>
                  </a:lnTo>
                  <a:lnTo>
                    <a:pt x="1178343" y="274470"/>
                  </a:lnTo>
                  <a:lnTo>
                    <a:pt x="1176839" y="276726"/>
                  </a:lnTo>
                  <a:lnTo>
                    <a:pt x="1176087" y="278230"/>
                  </a:lnTo>
                  <a:lnTo>
                    <a:pt x="1173831" y="278230"/>
                  </a:lnTo>
                  <a:lnTo>
                    <a:pt x="1173079" y="278982"/>
                  </a:lnTo>
                  <a:lnTo>
                    <a:pt x="1171575" y="279734"/>
                  </a:lnTo>
                  <a:lnTo>
                    <a:pt x="1170823" y="280486"/>
                  </a:lnTo>
                  <a:lnTo>
                    <a:pt x="1168567" y="283494"/>
                  </a:lnTo>
                  <a:lnTo>
                    <a:pt x="1167815" y="284246"/>
                  </a:lnTo>
                  <a:lnTo>
                    <a:pt x="1167063" y="284246"/>
                  </a:lnTo>
                  <a:lnTo>
                    <a:pt x="1166311" y="283494"/>
                  </a:lnTo>
                  <a:lnTo>
                    <a:pt x="1166311" y="282742"/>
                  </a:lnTo>
                  <a:lnTo>
                    <a:pt x="1166311" y="281990"/>
                  </a:lnTo>
                  <a:lnTo>
                    <a:pt x="1166311" y="281238"/>
                  </a:lnTo>
                  <a:lnTo>
                    <a:pt x="1165560" y="280486"/>
                  </a:lnTo>
                  <a:lnTo>
                    <a:pt x="1164807" y="281238"/>
                  </a:lnTo>
                  <a:lnTo>
                    <a:pt x="1164807" y="281990"/>
                  </a:lnTo>
                  <a:lnTo>
                    <a:pt x="1164055" y="282742"/>
                  </a:lnTo>
                  <a:lnTo>
                    <a:pt x="1164055" y="283494"/>
                  </a:lnTo>
                  <a:lnTo>
                    <a:pt x="1164055" y="285750"/>
                  </a:lnTo>
                  <a:lnTo>
                    <a:pt x="1164055" y="286502"/>
                  </a:lnTo>
                  <a:lnTo>
                    <a:pt x="1164807" y="288006"/>
                  </a:lnTo>
                  <a:lnTo>
                    <a:pt x="1164055" y="288758"/>
                  </a:lnTo>
                  <a:lnTo>
                    <a:pt x="1163303" y="290262"/>
                  </a:lnTo>
                  <a:lnTo>
                    <a:pt x="1162551" y="291013"/>
                  </a:lnTo>
                  <a:lnTo>
                    <a:pt x="1161047" y="291766"/>
                  </a:lnTo>
                  <a:lnTo>
                    <a:pt x="1160296" y="292518"/>
                  </a:lnTo>
                  <a:lnTo>
                    <a:pt x="1160296" y="293270"/>
                  </a:lnTo>
                  <a:lnTo>
                    <a:pt x="1159543" y="294022"/>
                  </a:lnTo>
                  <a:lnTo>
                    <a:pt x="1159543" y="294773"/>
                  </a:lnTo>
                  <a:lnTo>
                    <a:pt x="1158040" y="301541"/>
                  </a:lnTo>
                  <a:lnTo>
                    <a:pt x="1158040" y="306053"/>
                  </a:lnTo>
                  <a:lnTo>
                    <a:pt x="1160296" y="321845"/>
                  </a:lnTo>
                  <a:lnTo>
                    <a:pt x="1160296" y="324100"/>
                  </a:lnTo>
                  <a:lnTo>
                    <a:pt x="1159543" y="325605"/>
                  </a:lnTo>
                  <a:lnTo>
                    <a:pt x="1157288" y="331620"/>
                  </a:lnTo>
                  <a:lnTo>
                    <a:pt x="1156536" y="336132"/>
                  </a:lnTo>
                  <a:lnTo>
                    <a:pt x="1155784" y="337636"/>
                  </a:lnTo>
                  <a:lnTo>
                    <a:pt x="1152024" y="340644"/>
                  </a:lnTo>
                  <a:lnTo>
                    <a:pt x="1152024" y="341396"/>
                  </a:lnTo>
                  <a:lnTo>
                    <a:pt x="1152024" y="342148"/>
                  </a:lnTo>
                  <a:lnTo>
                    <a:pt x="1152024" y="344404"/>
                  </a:lnTo>
                  <a:lnTo>
                    <a:pt x="1152024" y="346660"/>
                  </a:lnTo>
                  <a:lnTo>
                    <a:pt x="1152024" y="347411"/>
                  </a:lnTo>
                  <a:lnTo>
                    <a:pt x="1151272" y="348164"/>
                  </a:lnTo>
                  <a:lnTo>
                    <a:pt x="1150520" y="348916"/>
                  </a:lnTo>
                  <a:lnTo>
                    <a:pt x="1149768" y="348916"/>
                  </a:lnTo>
                  <a:lnTo>
                    <a:pt x="1149016" y="348164"/>
                  </a:lnTo>
                  <a:lnTo>
                    <a:pt x="1148264" y="348164"/>
                  </a:lnTo>
                  <a:lnTo>
                    <a:pt x="1147512" y="348916"/>
                  </a:lnTo>
                  <a:lnTo>
                    <a:pt x="1146760" y="349668"/>
                  </a:lnTo>
                  <a:lnTo>
                    <a:pt x="1146008" y="350420"/>
                  </a:lnTo>
                  <a:lnTo>
                    <a:pt x="1145256" y="350420"/>
                  </a:lnTo>
                  <a:lnTo>
                    <a:pt x="1144504" y="349668"/>
                  </a:lnTo>
                  <a:lnTo>
                    <a:pt x="1143752" y="347411"/>
                  </a:lnTo>
                  <a:lnTo>
                    <a:pt x="1143000" y="346660"/>
                  </a:lnTo>
                  <a:lnTo>
                    <a:pt x="1142248" y="346660"/>
                  </a:lnTo>
                  <a:lnTo>
                    <a:pt x="1141496" y="347411"/>
                  </a:lnTo>
                  <a:lnTo>
                    <a:pt x="1140744" y="348916"/>
                  </a:lnTo>
                  <a:lnTo>
                    <a:pt x="1139992" y="351171"/>
                  </a:lnTo>
                  <a:lnTo>
                    <a:pt x="1138488" y="353428"/>
                  </a:lnTo>
                  <a:lnTo>
                    <a:pt x="1136232" y="356435"/>
                  </a:lnTo>
                  <a:lnTo>
                    <a:pt x="1131721" y="360947"/>
                  </a:lnTo>
                  <a:lnTo>
                    <a:pt x="1128713" y="363203"/>
                  </a:lnTo>
                  <a:lnTo>
                    <a:pt x="1127961" y="363203"/>
                  </a:lnTo>
                  <a:lnTo>
                    <a:pt x="1127209" y="364707"/>
                  </a:lnTo>
                  <a:lnTo>
                    <a:pt x="1127209" y="366211"/>
                  </a:lnTo>
                  <a:lnTo>
                    <a:pt x="1127961" y="369219"/>
                  </a:lnTo>
                  <a:lnTo>
                    <a:pt x="1127961" y="372227"/>
                  </a:lnTo>
                  <a:lnTo>
                    <a:pt x="1127209" y="377490"/>
                  </a:lnTo>
                  <a:lnTo>
                    <a:pt x="1127209" y="378243"/>
                  </a:lnTo>
                  <a:lnTo>
                    <a:pt x="1127209" y="379747"/>
                  </a:lnTo>
                  <a:lnTo>
                    <a:pt x="1127209" y="380499"/>
                  </a:lnTo>
                  <a:lnTo>
                    <a:pt x="1127961" y="382003"/>
                  </a:lnTo>
                  <a:lnTo>
                    <a:pt x="1129464" y="383507"/>
                  </a:lnTo>
                  <a:lnTo>
                    <a:pt x="1130968" y="384258"/>
                  </a:lnTo>
                  <a:lnTo>
                    <a:pt x="1139240" y="386514"/>
                  </a:lnTo>
                  <a:lnTo>
                    <a:pt x="1139992" y="387266"/>
                  </a:lnTo>
                  <a:lnTo>
                    <a:pt x="1141496" y="388018"/>
                  </a:lnTo>
                  <a:lnTo>
                    <a:pt x="1143000" y="391026"/>
                  </a:lnTo>
                  <a:lnTo>
                    <a:pt x="1143752" y="391778"/>
                  </a:lnTo>
                  <a:lnTo>
                    <a:pt x="1144504" y="391778"/>
                  </a:lnTo>
                  <a:lnTo>
                    <a:pt x="1145256" y="391778"/>
                  </a:lnTo>
                  <a:lnTo>
                    <a:pt x="1146760" y="391026"/>
                  </a:lnTo>
                  <a:lnTo>
                    <a:pt x="1147512" y="388770"/>
                  </a:lnTo>
                  <a:lnTo>
                    <a:pt x="1147512" y="387266"/>
                  </a:lnTo>
                  <a:lnTo>
                    <a:pt x="1147512" y="385762"/>
                  </a:lnTo>
                  <a:lnTo>
                    <a:pt x="1147512" y="385010"/>
                  </a:lnTo>
                  <a:lnTo>
                    <a:pt x="1146760" y="383507"/>
                  </a:lnTo>
                  <a:lnTo>
                    <a:pt x="1146008" y="382754"/>
                  </a:lnTo>
                  <a:lnTo>
                    <a:pt x="1146008" y="382003"/>
                  </a:lnTo>
                  <a:lnTo>
                    <a:pt x="1144504" y="380499"/>
                  </a:lnTo>
                  <a:lnTo>
                    <a:pt x="1139240" y="376739"/>
                  </a:lnTo>
                  <a:lnTo>
                    <a:pt x="1138488" y="375987"/>
                  </a:lnTo>
                  <a:lnTo>
                    <a:pt x="1138488" y="375235"/>
                  </a:lnTo>
                  <a:lnTo>
                    <a:pt x="1138488" y="374483"/>
                  </a:lnTo>
                  <a:lnTo>
                    <a:pt x="1139240" y="373731"/>
                  </a:lnTo>
                  <a:lnTo>
                    <a:pt x="1140744" y="372979"/>
                  </a:lnTo>
                  <a:lnTo>
                    <a:pt x="1147512" y="371475"/>
                  </a:lnTo>
                  <a:lnTo>
                    <a:pt x="1149016" y="370723"/>
                  </a:lnTo>
                  <a:lnTo>
                    <a:pt x="1152024" y="368467"/>
                  </a:lnTo>
                  <a:lnTo>
                    <a:pt x="1152776" y="368467"/>
                  </a:lnTo>
                  <a:lnTo>
                    <a:pt x="1153528" y="368467"/>
                  </a:lnTo>
                  <a:lnTo>
                    <a:pt x="1156536" y="368467"/>
                  </a:lnTo>
                  <a:lnTo>
                    <a:pt x="1157288" y="367715"/>
                  </a:lnTo>
                  <a:lnTo>
                    <a:pt x="1158040" y="365459"/>
                  </a:lnTo>
                  <a:lnTo>
                    <a:pt x="1158792" y="364707"/>
                  </a:lnTo>
                  <a:lnTo>
                    <a:pt x="1159543" y="363955"/>
                  </a:lnTo>
                  <a:lnTo>
                    <a:pt x="1163303" y="364707"/>
                  </a:lnTo>
                  <a:lnTo>
                    <a:pt x="1172327" y="368467"/>
                  </a:lnTo>
                  <a:lnTo>
                    <a:pt x="1173079" y="369219"/>
                  </a:lnTo>
                  <a:lnTo>
                    <a:pt x="1174583" y="369971"/>
                  </a:lnTo>
                  <a:lnTo>
                    <a:pt x="1180599" y="377490"/>
                  </a:lnTo>
                  <a:lnTo>
                    <a:pt x="1183607" y="378994"/>
                  </a:lnTo>
                  <a:lnTo>
                    <a:pt x="1188119" y="380499"/>
                  </a:lnTo>
                  <a:lnTo>
                    <a:pt x="1189622" y="380499"/>
                  </a:lnTo>
                  <a:lnTo>
                    <a:pt x="1190375" y="381250"/>
                  </a:lnTo>
                  <a:lnTo>
                    <a:pt x="1191126" y="382003"/>
                  </a:lnTo>
                  <a:lnTo>
                    <a:pt x="1191879" y="383507"/>
                  </a:lnTo>
                  <a:lnTo>
                    <a:pt x="1192630" y="385762"/>
                  </a:lnTo>
                  <a:lnTo>
                    <a:pt x="1193382" y="386514"/>
                  </a:lnTo>
                  <a:lnTo>
                    <a:pt x="1195638" y="386514"/>
                  </a:lnTo>
                  <a:lnTo>
                    <a:pt x="1181351" y="407569"/>
                  </a:lnTo>
                  <a:lnTo>
                    <a:pt x="1173831" y="422609"/>
                  </a:lnTo>
                  <a:lnTo>
                    <a:pt x="1162551" y="440656"/>
                  </a:lnTo>
                  <a:lnTo>
                    <a:pt x="1152776" y="463216"/>
                  </a:lnTo>
                  <a:lnTo>
                    <a:pt x="1145256" y="472239"/>
                  </a:lnTo>
                  <a:lnTo>
                    <a:pt x="1121193" y="539917"/>
                  </a:lnTo>
                  <a:lnTo>
                    <a:pt x="1114425" y="560972"/>
                  </a:lnTo>
                  <a:lnTo>
                    <a:pt x="1104649" y="585035"/>
                  </a:lnTo>
                  <a:lnTo>
                    <a:pt x="1063291" y="654217"/>
                  </a:lnTo>
                  <a:lnTo>
                    <a:pt x="1062539" y="657225"/>
                  </a:lnTo>
                  <a:lnTo>
                    <a:pt x="1061787" y="659481"/>
                  </a:lnTo>
                  <a:lnTo>
                    <a:pt x="1042987" y="688056"/>
                  </a:lnTo>
                  <a:lnTo>
                    <a:pt x="1027196" y="705351"/>
                  </a:lnTo>
                  <a:lnTo>
                    <a:pt x="1018924" y="718887"/>
                  </a:lnTo>
                  <a:lnTo>
                    <a:pt x="995613" y="747462"/>
                  </a:lnTo>
                  <a:lnTo>
                    <a:pt x="978318" y="765509"/>
                  </a:lnTo>
                  <a:lnTo>
                    <a:pt x="951999" y="787316"/>
                  </a:lnTo>
                  <a:lnTo>
                    <a:pt x="915904" y="818147"/>
                  </a:lnTo>
                  <a:lnTo>
                    <a:pt x="870034" y="845970"/>
                  </a:lnTo>
                  <a:lnTo>
                    <a:pt x="866274" y="849730"/>
                  </a:lnTo>
                  <a:lnTo>
                    <a:pt x="844467" y="877553"/>
                  </a:lnTo>
                  <a:lnTo>
                    <a:pt x="839203" y="886577"/>
                  </a:lnTo>
                  <a:lnTo>
                    <a:pt x="837699" y="888081"/>
                  </a:lnTo>
                  <a:lnTo>
                    <a:pt x="836947" y="884321"/>
                  </a:lnTo>
                  <a:lnTo>
                    <a:pt x="837699" y="879809"/>
                  </a:lnTo>
                  <a:lnTo>
                    <a:pt x="841459" y="873793"/>
                  </a:lnTo>
                  <a:lnTo>
                    <a:pt x="842211" y="870785"/>
                  </a:lnTo>
                  <a:lnTo>
                    <a:pt x="843715" y="867026"/>
                  </a:lnTo>
                  <a:lnTo>
                    <a:pt x="844467" y="862513"/>
                  </a:lnTo>
                  <a:lnTo>
                    <a:pt x="842963" y="859506"/>
                  </a:lnTo>
                  <a:lnTo>
                    <a:pt x="840707" y="855746"/>
                  </a:lnTo>
                  <a:lnTo>
                    <a:pt x="842963" y="853490"/>
                  </a:lnTo>
                  <a:lnTo>
                    <a:pt x="845970" y="851986"/>
                  </a:lnTo>
                  <a:lnTo>
                    <a:pt x="847474" y="848978"/>
                  </a:lnTo>
                  <a:lnTo>
                    <a:pt x="845970" y="843714"/>
                  </a:lnTo>
                  <a:lnTo>
                    <a:pt x="836195" y="832435"/>
                  </a:lnTo>
                  <a:lnTo>
                    <a:pt x="836195" y="827171"/>
                  </a:lnTo>
                  <a:lnTo>
                    <a:pt x="842211" y="823411"/>
                  </a:lnTo>
                  <a:lnTo>
                    <a:pt x="848978" y="826419"/>
                  </a:lnTo>
                  <a:lnTo>
                    <a:pt x="861010" y="834691"/>
                  </a:lnTo>
                  <a:lnTo>
                    <a:pt x="867778" y="834691"/>
                  </a:lnTo>
                  <a:lnTo>
                    <a:pt x="874546" y="831683"/>
                  </a:lnTo>
                  <a:lnTo>
                    <a:pt x="877553" y="827171"/>
                  </a:lnTo>
                  <a:lnTo>
                    <a:pt x="874546" y="822659"/>
                  </a:lnTo>
                  <a:lnTo>
                    <a:pt x="882065" y="821155"/>
                  </a:lnTo>
                  <a:lnTo>
                    <a:pt x="888081" y="821155"/>
                  </a:lnTo>
                  <a:lnTo>
                    <a:pt x="894097" y="821155"/>
                  </a:lnTo>
                  <a:lnTo>
                    <a:pt x="900113" y="816643"/>
                  </a:lnTo>
                  <a:lnTo>
                    <a:pt x="915904" y="798596"/>
                  </a:lnTo>
                  <a:lnTo>
                    <a:pt x="918160" y="793332"/>
                  </a:lnTo>
                  <a:lnTo>
                    <a:pt x="923424" y="789572"/>
                  </a:lnTo>
                  <a:lnTo>
                    <a:pt x="924176" y="786564"/>
                  </a:lnTo>
                  <a:lnTo>
                    <a:pt x="925680" y="782053"/>
                  </a:lnTo>
                  <a:lnTo>
                    <a:pt x="927936" y="783556"/>
                  </a:lnTo>
                  <a:lnTo>
                    <a:pt x="931695" y="789572"/>
                  </a:lnTo>
                  <a:lnTo>
                    <a:pt x="933199" y="788820"/>
                  </a:lnTo>
                  <a:lnTo>
                    <a:pt x="932447" y="785813"/>
                  </a:lnTo>
                  <a:lnTo>
                    <a:pt x="930944" y="779045"/>
                  </a:lnTo>
                  <a:lnTo>
                    <a:pt x="931695" y="776037"/>
                  </a:lnTo>
                  <a:lnTo>
                    <a:pt x="933199" y="771525"/>
                  </a:lnTo>
                  <a:lnTo>
                    <a:pt x="935455" y="768517"/>
                  </a:lnTo>
                  <a:lnTo>
                    <a:pt x="936959" y="766261"/>
                  </a:lnTo>
                  <a:lnTo>
                    <a:pt x="938463" y="772277"/>
                  </a:lnTo>
                  <a:lnTo>
                    <a:pt x="943727" y="773781"/>
                  </a:lnTo>
                  <a:lnTo>
                    <a:pt x="950495" y="772277"/>
                  </a:lnTo>
                  <a:lnTo>
                    <a:pt x="955007" y="769269"/>
                  </a:lnTo>
                  <a:lnTo>
                    <a:pt x="957263" y="767013"/>
                  </a:lnTo>
                  <a:lnTo>
                    <a:pt x="961774" y="764005"/>
                  </a:lnTo>
                  <a:lnTo>
                    <a:pt x="964030" y="762501"/>
                  </a:lnTo>
                  <a:lnTo>
                    <a:pt x="969294" y="754230"/>
                  </a:lnTo>
                  <a:lnTo>
                    <a:pt x="973806" y="743702"/>
                  </a:lnTo>
                  <a:lnTo>
                    <a:pt x="976814" y="730918"/>
                  </a:lnTo>
                  <a:lnTo>
                    <a:pt x="977566" y="718135"/>
                  </a:lnTo>
                  <a:lnTo>
                    <a:pt x="974558" y="706855"/>
                  </a:lnTo>
                  <a:lnTo>
                    <a:pt x="975310" y="703847"/>
                  </a:lnTo>
                  <a:lnTo>
                    <a:pt x="976062" y="696327"/>
                  </a:lnTo>
                  <a:lnTo>
                    <a:pt x="976814" y="694072"/>
                  </a:lnTo>
                  <a:lnTo>
                    <a:pt x="977566" y="691816"/>
                  </a:lnTo>
                  <a:lnTo>
                    <a:pt x="980574" y="692568"/>
                  </a:lnTo>
                  <a:lnTo>
                    <a:pt x="986590" y="694823"/>
                  </a:lnTo>
                  <a:lnTo>
                    <a:pt x="988845" y="694072"/>
                  </a:lnTo>
                  <a:lnTo>
                    <a:pt x="994109" y="691816"/>
                  </a:lnTo>
                  <a:lnTo>
                    <a:pt x="996365" y="691064"/>
                  </a:lnTo>
                  <a:lnTo>
                    <a:pt x="998621" y="691064"/>
                  </a:lnTo>
                  <a:lnTo>
                    <a:pt x="1000125" y="692568"/>
                  </a:lnTo>
                  <a:lnTo>
                    <a:pt x="1000125" y="702343"/>
                  </a:lnTo>
                  <a:lnTo>
                    <a:pt x="1000877" y="703847"/>
                  </a:lnTo>
                  <a:lnTo>
                    <a:pt x="1001629" y="704599"/>
                  </a:lnTo>
                  <a:lnTo>
                    <a:pt x="1003133" y="703847"/>
                  </a:lnTo>
                  <a:lnTo>
                    <a:pt x="1004637" y="703095"/>
                  </a:lnTo>
                  <a:lnTo>
                    <a:pt x="1005389" y="702343"/>
                  </a:lnTo>
                  <a:lnTo>
                    <a:pt x="1005389" y="700087"/>
                  </a:lnTo>
                  <a:lnTo>
                    <a:pt x="1006141" y="697832"/>
                  </a:lnTo>
                  <a:lnTo>
                    <a:pt x="1008397" y="697079"/>
                  </a:lnTo>
                  <a:lnTo>
                    <a:pt x="1009901" y="696327"/>
                  </a:lnTo>
                  <a:lnTo>
                    <a:pt x="1010653" y="695576"/>
                  </a:lnTo>
                  <a:lnTo>
                    <a:pt x="1009901" y="694072"/>
                  </a:lnTo>
                  <a:lnTo>
                    <a:pt x="1009149" y="693319"/>
                  </a:lnTo>
                  <a:lnTo>
                    <a:pt x="1006893" y="694072"/>
                  </a:lnTo>
                  <a:lnTo>
                    <a:pt x="1005389" y="693319"/>
                  </a:lnTo>
                  <a:lnTo>
                    <a:pt x="1003133" y="688056"/>
                  </a:lnTo>
                  <a:lnTo>
                    <a:pt x="1004637" y="682040"/>
                  </a:lnTo>
                  <a:lnTo>
                    <a:pt x="1006893" y="674520"/>
                  </a:lnTo>
                  <a:lnTo>
                    <a:pt x="1007645" y="667000"/>
                  </a:lnTo>
                  <a:lnTo>
                    <a:pt x="1005389" y="663240"/>
                  </a:lnTo>
                  <a:lnTo>
                    <a:pt x="1004637" y="661737"/>
                  </a:lnTo>
                  <a:lnTo>
                    <a:pt x="1004637" y="660233"/>
                  </a:lnTo>
                  <a:lnTo>
                    <a:pt x="1006893" y="660985"/>
                  </a:lnTo>
                  <a:lnTo>
                    <a:pt x="1008397" y="661737"/>
                  </a:lnTo>
                  <a:lnTo>
                    <a:pt x="1009901" y="661737"/>
                  </a:lnTo>
                  <a:lnTo>
                    <a:pt x="1014413" y="661737"/>
                  </a:lnTo>
                  <a:lnTo>
                    <a:pt x="1016669" y="660233"/>
                  </a:lnTo>
                  <a:lnTo>
                    <a:pt x="1028700" y="650457"/>
                  </a:lnTo>
                  <a:lnTo>
                    <a:pt x="1034716" y="648953"/>
                  </a:lnTo>
                  <a:lnTo>
                    <a:pt x="1036972" y="647449"/>
                  </a:lnTo>
                  <a:lnTo>
                    <a:pt x="1039980" y="645945"/>
                  </a:lnTo>
                  <a:lnTo>
                    <a:pt x="1041484" y="643689"/>
                  </a:lnTo>
                  <a:lnTo>
                    <a:pt x="1047500" y="631658"/>
                  </a:lnTo>
                  <a:lnTo>
                    <a:pt x="1049755" y="617370"/>
                  </a:lnTo>
                  <a:lnTo>
                    <a:pt x="1048251" y="585787"/>
                  </a:lnTo>
                  <a:lnTo>
                    <a:pt x="1047500" y="582780"/>
                  </a:lnTo>
                  <a:lnTo>
                    <a:pt x="1044491" y="576012"/>
                  </a:lnTo>
                  <a:lnTo>
                    <a:pt x="1042987" y="570748"/>
                  </a:lnTo>
                  <a:lnTo>
                    <a:pt x="1042236" y="569244"/>
                  </a:lnTo>
                  <a:lnTo>
                    <a:pt x="1042236" y="567740"/>
                  </a:lnTo>
                  <a:lnTo>
                    <a:pt x="1045244" y="566236"/>
                  </a:lnTo>
                  <a:lnTo>
                    <a:pt x="1046747" y="566236"/>
                  </a:lnTo>
                  <a:lnTo>
                    <a:pt x="1048251" y="566236"/>
                  </a:lnTo>
                  <a:lnTo>
                    <a:pt x="1049755" y="569244"/>
                  </a:lnTo>
                  <a:lnTo>
                    <a:pt x="1055019" y="573004"/>
                  </a:lnTo>
                  <a:lnTo>
                    <a:pt x="1055019" y="574508"/>
                  </a:lnTo>
                  <a:lnTo>
                    <a:pt x="1054267" y="575260"/>
                  </a:lnTo>
                  <a:lnTo>
                    <a:pt x="1053515" y="576763"/>
                  </a:lnTo>
                  <a:lnTo>
                    <a:pt x="1053515" y="578268"/>
                  </a:lnTo>
                  <a:lnTo>
                    <a:pt x="1054267" y="581276"/>
                  </a:lnTo>
                  <a:lnTo>
                    <a:pt x="1055771" y="584283"/>
                  </a:lnTo>
                  <a:lnTo>
                    <a:pt x="1058027" y="587291"/>
                  </a:lnTo>
                  <a:lnTo>
                    <a:pt x="1060283" y="589547"/>
                  </a:lnTo>
                  <a:lnTo>
                    <a:pt x="1065547" y="585035"/>
                  </a:lnTo>
                  <a:lnTo>
                    <a:pt x="1067051" y="583531"/>
                  </a:lnTo>
                  <a:lnTo>
                    <a:pt x="1066299" y="580523"/>
                  </a:lnTo>
                  <a:lnTo>
                    <a:pt x="1065547" y="576012"/>
                  </a:lnTo>
                  <a:lnTo>
                    <a:pt x="1066299" y="574508"/>
                  </a:lnTo>
                  <a:lnTo>
                    <a:pt x="1068555" y="570748"/>
                  </a:lnTo>
                  <a:lnTo>
                    <a:pt x="1070811" y="560972"/>
                  </a:lnTo>
                  <a:lnTo>
                    <a:pt x="1070811" y="555708"/>
                  </a:lnTo>
                  <a:lnTo>
                    <a:pt x="1070811" y="551197"/>
                  </a:lnTo>
                  <a:lnTo>
                    <a:pt x="1070059" y="548189"/>
                  </a:lnTo>
                  <a:lnTo>
                    <a:pt x="1064043" y="545181"/>
                  </a:lnTo>
                  <a:lnTo>
                    <a:pt x="1063291" y="544429"/>
                  </a:lnTo>
                  <a:lnTo>
                    <a:pt x="1061787" y="539917"/>
                  </a:lnTo>
                  <a:lnTo>
                    <a:pt x="1061035" y="538413"/>
                  </a:lnTo>
                  <a:lnTo>
                    <a:pt x="1059531" y="536909"/>
                  </a:lnTo>
                  <a:lnTo>
                    <a:pt x="1058027" y="536909"/>
                  </a:lnTo>
                  <a:lnTo>
                    <a:pt x="1055771" y="536909"/>
                  </a:lnTo>
                  <a:lnTo>
                    <a:pt x="1054267" y="537661"/>
                  </a:lnTo>
                  <a:lnTo>
                    <a:pt x="1050507" y="542173"/>
                  </a:lnTo>
                  <a:lnTo>
                    <a:pt x="1049755" y="542925"/>
                  </a:lnTo>
                  <a:lnTo>
                    <a:pt x="1049755" y="544429"/>
                  </a:lnTo>
                  <a:lnTo>
                    <a:pt x="1049755" y="545181"/>
                  </a:lnTo>
                  <a:lnTo>
                    <a:pt x="1051259" y="545181"/>
                  </a:lnTo>
                  <a:lnTo>
                    <a:pt x="1052763" y="546685"/>
                  </a:lnTo>
                  <a:lnTo>
                    <a:pt x="1053515" y="548189"/>
                  </a:lnTo>
                  <a:lnTo>
                    <a:pt x="1053515" y="550444"/>
                  </a:lnTo>
                  <a:lnTo>
                    <a:pt x="1052011" y="552701"/>
                  </a:lnTo>
                  <a:lnTo>
                    <a:pt x="1050507" y="554957"/>
                  </a:lnTo>
                  <a:lnTo>
                    <a:pt x="1047500" y="555708"/>
                  </a:lnTo>
                  <a:lnTo>
                    <a:pt x="1036972" y="555708"/>
                  </a:lnTo>
                  <a:lnTo>
                    <a:pt x="1034716" y="555708"/>
                  </a:lnTo>
                  <a:lnTo>
                    <a:pt x="1032460" y="557212"/>
                  </a:lnTo>
                  <a:lnTo>
                    <a:pt x="1031708" y="560972"/>
                  </a:lnTo>
                  <a:lnTo>
                    <a:pt x="1022684" y="560220"/>
                  </a:lnTo>
                  <a:lnTo>
                    <a:pt x="1019676" y="560220"/>
                  </a:lnTo>
                  <a:lnTo>
                    <a:pt x="1016669" y="558716"/>
                  </a:lnTo>
                  <a:lnTo>
                    <a:pt x="1014413" y="560220"/>
                  </a:lnTo>
                  <a:lnTo>
                    <a:pt x="1012909" y="563228"/>
                  </a:lnTo>
                  <a:lnTo>
                    <a:pt x="1011405" y="566236"/>
                  </a:lnTo>
                  <a:lnTo>
                    <a:pt x="1011405" y="571500"/>
                  </a:lnTo>
                  <a:lnTo>
                    <a:pt x="1011405" y="574508"/>
                  </a:lnTo>
                  <a:lnTo>
                    <a:pt x="1013661" y="581276"/>
                  </a:lnTo>
                  <a:lnTo>
                    <a:pt x="1010653" y="579772"/>
                  </a:lnTo>
                  <a:lnTo>
                    <a:pt x="1003133" y="573756"/>
                  </a:lnTo>
                  <a:lnTo>
                    <a:pt x="1000125" y="572252"/>
                  </a:lnTo>
                  <a:lnTo>
                    <a:pt x="997869" y="571500"/>
                  </a:lnTo>
                  <a:lnTo>
                    <a:pt x="995613" y="569996"/>
                  </a:lnTo>
                  <a:lnTo>
                    <a:pt x="994861" y="566988"/>
                  </a:lnTo>
                  <a:lnTo>
                    <a:pt x="994861" y="564732"/>
                  </a:lnTo>
                  <a:lnTo>
                    <a:pt x="994861" y="563980"/>
                  </a:lnTo>
                  <a:lnTo>
                    <a:pt x="996365" y="561724"/>
                  </a:lnTo>
                  <a:lnTo>
                    <a:pt x="997117" y="560220"/>
                  </a:lnTo>
                  <a:lnTo>
                    <a:pt x="997869" y="558716"/>
                  </a:lnTo>
                  <a:lnTo>
                    <a:pt x="998621" y="557964"/>
                  </a:lnTo>
                  <a:lnTo>
                    <a:pt x="999373" y="556461"/>
                  </a:lnTo>
                  <a:lnTo>
                    <a:pt x="998621" y="553452"/>
                  </a:lnTo>
                  <a:lnTo>
                    <a:pt x="997869" y="550444"/>
                  </a:lnTo>
                  <a:lnTo>
                    <a:pt x="995613" y="549693"/>
                  </a:lnTo>
                  <a:lnTo>
                    <a:pt x="994109" y="551197"/>
                  </a:lnTo>
                  <a:lnTo>
                    <a:pt x="993357" y="551197"/>
                  </a:lnTo>
                  <a:lnTo>
                    <a:pt x="992605" y="546685"/>
                  </a:lnTo>
                  <a:lnTo>
                    <a:pt x="988845" y="545933"/>
                  </a:lnTo>
                  <a:lnTo>
                    <a:pt x="985086" y="547437"/>
                  </a:lnTo>
                  <a:lnTo>
                    <a:pt x="983582" y="548189"/>
                  </a:lnTo>
                  <a:lnTo>
                    <a:pt x="982078" y="549693"/>
                  </a:lnTo>
                  <a:lnTo>
                    <a:pt x="979822" y="548189"/>
                  </a:lnTo>
                  <a:lnTo>
                    <a:pt x="974558" y="543677"/>
                  </a:lnTo>
                  <a:lnTo>
                    <a:pt x="975310" y="541421"/>
                  </a:lnTo>
                  <a:lnTo>
                    <a:pt x="973806" y="539917"/>
                  </a:lnTo>
                  <a:lnTo>
                    <a:pt x="969294" y="537661"/>
                  </a:lnTo>
                  <a:lnTo>
                    <a:pt x="967790" y="537661"/>
                  </a:lnTo>
                  <a:lnTo>
                    <a:pt x="966286" y="537661"/>
                  </a:lnTo>
                  <a:lnTo>
                    <a:pt x="965534" y="537661"/>
                  </a:lnTo>
                  <a:lnTo>
                    <a:pt x="964782" y="536909"/>
                  </a:lnTo>
                  <a:lnTo>
                    <a:pt x="965534" y="535405"/>
                  </a:lnTo>
                  <a:lnTo>
                    <a:pt x="967790" y="533149"/>
                  </a:lnTo>
                  <a:lnTo>
                    <a:pt x="967790" y="531645"/>
                  </a:lnTo>
                  <a:lnTo>
                    <a:pt x="967790" y="528637"/>
                  </a:lnTo>
                  <a:lnTo>
                    <a:pt x="966286" y="526382"/>
                  </a:lnTo>
                  <a:lnTo>
                    <a:pt x="964030" y="524878"/>
                  </a:lnTo>
                  <a:lnTo>
                    <a:pt x="963278" y="523374"/>
                  </a:lnTo>
                  <a:lnTo>
                    <a:pt x="963278" y="520365"/>
                  </a:lnTo>
                  <a:lnTo>
                    <a:pt x="964782" y="515102"/>
                  </a:lnTo>
                  <a:lnTo>
                    <a:pt x="964782" y="511342"/>
                  </a:lnTo>
                  <a:lnTo>
                    <a:pt x="961774" y="512846"/>
                  </a:lnTo>
                  <a:lnTo>
                    <a:pt x="961023" y="510590"/>
                  </a:lnTo>
                  <a:lnTo>
                    <a:pt x="961023" y="506830"/>
                  </a:lnTo>
                  <a:lnTo>
                    <a:pt x="959519" y="505326"/>
                  </a:lnTo>
                  <a:lnTo>
                    <a:pt x="958014" y="506078"/>
                  </a:lnTo>
                  <a:lnTo>
                    <a:pt x="958014" y="506830"/>
                  </a:lnTo>
                  <a:lnTo>
                    <a:pt x="958014" y="508334"/>
                  </a:lnTo>
                  <a:lnTo>
                    <a:pt x="958014" y="509838"/>
                  </a:lnTo>
                  <a:lnTo>
                    <a:pt x="955007" y="515854"/>
                  </a:lnTo>
                  <a:lnTo>
                    <a:pt x="954255" y="516606"/>
                  </a:lnTo>
                  <a:lnTo>
                    <a:pt x="955007" y="518110"/>
                  </a:lnTo>
                  <a:lnTo>
                    <a:pt x="955759" y="518110"/>
                  </a:lnTo>
                  <a:lnTo>
                    <a:pt x="956511" y="518862"/>
                  </a:lnTo>
                  <a:lnTo>
                    <a:pt x="956511" y="520365"/>
                  </a:lnTo>
                  <a:lnTo>
                    <a:pt x="955759" y="521869"/>
                  </a:lnTo>
                  <a:lnTo>
                    <a:pt x="955759" y="522622"/>
                  </a:lnTo>
                  <a:lnTo>
                    <a:pt x="955759" y="526382"/>
                  </a:lnTo>
                  <a:lnTo>
                    <a:pt x="955007" y="528637"/>
                  </a:lnTo>
                  <a:lnTo>
                    <a:pt x="954255" y="530141"/>
                  </a:lnTo>
                  <a:lnTo>
                    <a:pt x="953503" y="531645"/>
                  </a:lnTo>
                  <a:lnTo>
                    <a:pt x="953503" y="533149"/>
                  </a:lnTo>
                  <a:lnTo>
                    <a:pt x="954255" y="535405"/>
                  </a:lnTo>
                  <a:lnTo>
                    <a:pt x="954255" y="536909"/>
                  </a:lnTo>
                  <a:lnTo>
                    <a:pt x="954255" y="539165"/>
                  </a:lnTo>
                  <a:lnTo>
                    <a:pt x="951247" y="543677"/>
                  </a:lnTo>
                  <a:lnTo>
                    <a:pt x="952751" y="543677"/>
                  </a:lnTo>
                  <a:lnTo>
                    <a:pt x="955759" y="542925"/>
                  </a:lnTo>
                  <a:lnTo>
                    <a:pt x="957263" y="542925"/>
                  </a:lnTo>
                  <a:lnTo>
                    <a:pt x="958014" y="542925"/>
                  </a:lnTo>
                  <a:lnTo>
                    <a:pt x="961023" y="547437"/>
                  </a:lnTo>
                  <a:lnTo>
                    <a:pt x="956511" y="551948"/>
                  </a:lnTo>
                  <a:lnTo>
                    <a:pt x="958766" y="554957"/>
                  </a:lnTo>
                  <a:lnTo>
                    <a:pt x="963278" y="556461"/>
                  </a:lnTo>
                  <a:lnTo>
                    <a:pt x="964782" y="559468"/>
                  </a:lnTo>
                  <a:lnTo>
                    <a:pt x="966286" y="557964"/>
                  </a:lnTo>
                  <a:lnTo>
                    <a:pt x="969294" y="554957"/>
                  </a:lnTo>
                  <a:lnTo>
                    <a:pt x="970046" y="554204"/>
                  </a:lnTo>
                  <a:lnTo>
                    <a:pt x="970798" y="556461"/>
                  </a:lnTo>
                  <a:lnTo>
                    <a:pt x="971550" y="558716"/>
                  </a:lnTo>
                  <a:lnTo>
                    <a:pt x="971550" y="563228"/>
                  </a:lnTo>
                  <a:lnTo>
                    <a:pt x="972302" y="567740"/>
                  </a:lnTo>
                  <a:lnTo>
                    <a:pt x="976062" y="567740"/>
                  </a:lnTo>
                  <a:lnTo>
                    <a:pt x="983582" y="565484"/>
                  </a:lnTo>
                  <a:lnTo>
                    <a:pt x="986590" y="564732"/>
                  </a:lnTo>
                  <a:lnTo>
                    <a:pt x="987342" y="566236"/>
                  </a:lnTo>
                  <a:lnTo>
                    <a:pt x="986590" y="568492"/>
                  </a:lnTo>
                  <a:lnTo>
                    <a:pt x="985838" y="572252"/>
                  </a:lnTo>
                  <a:lnTo>
                    <a:pt x="985086" y="573756"/>
                  </a:lnTo>
                  <a:lnTo>
                    <a:pt x="983582" y="574508"/>
                  </a:lnTo>
                  <a:lnTo>
                    <a:pt x="982078" y="576012"/>
                  </a:lnTo>
                  <a:lnTo>
                    <a:pt x="980574" y="576012"/>
                  </a:lnTo>
                  <a:lnTo>
                    <a:pt x="979822" y="576012"/>
                  </a:lnTo>
                  <a:lnTo>
                    <a:pt x="977566" y="574508"/>
                  </a:lnTo>
                  <a:lnTo>
                    <a:pt x="976814" y="573756"/>
                  </a:lnTo>
                  <a:lnTo>
                    <a:pt x="970798" y="574508"/>
                  </a:lnTo>
                  <a:lnTo>
                    <a:pt x="966286" y="579020"/>
                  </a:lnTo>
                  <a:lnTo>
                    <a:pt x="963278" y="585787"/>
                  </a:lnTo>
                  <a:lnTo>
                    <a:pt x="958766" y="599323"/>
                  </a:lnTo>
                  <a:lnTo>
                    <a:pt x="957263" y="606842"/>
                  </a:lnTo>
                  <a:lnTo>
                    <a:pt x="957263" y="614362"/>
                  </a:lnTo>
                  <a:lnTo>
                    <a:pt x="958014" y="621882"/>
                  </a:lnTo>
                  <a:lnTo>
                    <a:pt x="960271" y="633162"/>
                  </a:lnTo>
                  <a:lnTo>
                    <a:pt x="961023" y="636921"/>
                  </a:lnTo>
                  <a:lnTo>
                    <a:pt x="960271" y="641433"/>
                  </a:lnTo>
                  <a:lnTo>
                    <a:pt x="958014" y="644441"/>
                  </a:lnTo>
                  <a:lnTo>
                    <a:pt x="955759" y="644441"/>
                  </a:lnTo>
                  <a:lnTo>
                    <a:pt x="953503" y="639929"/>
                  </a:lnTo>
                  <a:lnTo>
                    <a:pt x="957263" y="639178"/>
                  </a:lnTo>
                  <a:lnTo>
                    <a:pt x="957263" y="634666"/>
                  </a:lnTo>
                  <a:lnTo>
                    <a:pt x="953503" y="624138"/>
                  </a:lnTo>
                  <a:lnTo>
                    <a:pt x="951999" y="617370"/>
                  </a:lnTo>
                  <a:lnTo>
                    <a:pt x="950495" y="615866"/>
                  </a:lnTo>
                  <a:lnTo>
                    <a:pt x="946735" y="615866"/>
                  </a:lnTo>
                  <a:lnTo>
                    <a:pt x="943727" y="617370"/>
                  </a:lnTo>
                  <a:lnTo>
                    <a:pt x="942975" y="620378"/>
                  </a:lnTo>
                  <a:lnTo>
                    <a:pt x="942975" y="640681"/>
                  </a:lnTo>
                  <a:lnTo>
                    <a:pt x="943727" y="643689"/>
                  </a:lnTo>
                  <a:lnTo>
                    <a:pt x="945983" y="650457"/>
                  </a:lnTo>
                  <a:lnTo>
                    <a:pt x="945983" y="654969"/>
                  </a:lnTo>
                  <a:lnTo>
                    <a:pt x="945983" y="658729"/>
                  </a:lnTo>
                  <a:lnTo>
                    <a:pt x="945231" y="660233"/>
                  </a:lnTo>
                  <a:lnTo>
                    <a:pt x="938463" y="659481"/>
                  </a:lnTo>
                  <a:lnTo>
                    <a:pt x="934703" y="659481"/>
                  </a:lnTo>
                  <a:lnTo>
                    <a:pt x="931695" y="660985"/>
                  </a:lnTo>
                  <a:lnTo>
                    <a:pt x="930192" y="663240"/>
                  </a:lnTo>
                  <a:lnTo>
                    <a:pt x="928688" y="667000"/>
                  </a:lnTo>
                  <a:lnTo>
                    <a:pt x="927184" y="674520"/>
                  </a:lnTo>
                  <a:lnTo>
                    <a:pt x="927936" y="682792"/>
                  </a:lnTo>
                  <a:lnTo>
                    <a:pt x="929440" y="689560"/>
                  </a:lnTo>
                  <a:lnTo>
                    <a:pt x="933951" y="694823"/>
                  </a:lnTo>
                  <a:lnTo>
                    <a:pt x="914400" y="701591"/>
                  </a:lnTo>
                  <a:lnTo>
                    <a:pt x="911392" y="701591"/>
                  </a:lnTo>
                  <a:lnTo>
                    <a:pt x="906880" y="703847"/>
                  </a:lnTo>
                  <a:lnTo>
                    <a:pt x="903873" y="709863"/>
                  </a:lnTo>
                  <a:lnTo>
                    <a:pt x="902368" y="716631"/>
                  </a:lnTo>
                  <a:lnTo>
                    <a:pt x="902368" y="722647"/>
                  </a:lnTo>
                  <a:lnTo>
                    <a:pt x="904625" y="724902"/>
                  </a:lnTo>
                  <a:lnTo>
                    <a:pt x="904625" y="725655"/>
                  </a:lnTo>
                  <a:lnTo>
                    <a:pt x="902368" y="726406"/>
                  </a:lnTo>
                  <a:lnTo>
                    <a:pt x="900865" y="725655"/>
                  </a:lnTo>
                  <a:lnTo>
                    <a:pt x="898609" y="724902"/>
                  </a:lnTo>
                  <a:lnTo>
                    <a:pt x="897105" y="724902"/>
                  </a:lnTo>
                  <a:lnTo>
                    <a:pt x="895601" y="725655"/>
                  </a:lnTo>
                  <a:lnTo>
                    <a:pt x="893345" y="727158"/>
                  </a:lnTo>
                  <a:lnTo>
                    <a:pt x="889585" y="727910"/>
                  </a:lnTo>
                  <a:lnTo>
                    <a:pt x="882817" y="727158"/>
                  </a:lnTo>
                  <a:lnTo>
                    <a:pt x="880561" y="727158"/>
                  </a:lnTo>
                  <a:lnTo>
                    <a:pt x="876801" y="728662"/>
                  </a:lnTo>
                  <a:lnTo>
                    <a:pt x="873794" y="730166"/>
                  </a:lnTo>
                  <a:lnTo>
                    <a:pt x="871538" y="735430"/>
                  </a:lnTo>
                  <a:lnTo>
                    <a:pt x="867778" y="735430"/>
                  </a:lnTo>
                  <a:lnTo>
                    <a:pt x="864770" y="734678"/>
                  </a:lnTo>
                  <a:lnTo>
                    <a:pt x="861010" y="734678"/>
                  </a:lnTo>
                  <a:lnTo>
                    <a:pt x="860258" y="735430"/>
                  </a:lnTo>
                  <a:lnTo>
                    <a:pt x="859506" y="736934"/>
                  </a:lnTo>
                  <a:lnTo>
                    <a:pt x="858754" y="737686"/>
                  </a:lnTo>
                  <a:lnTo>
                    <a:pt x="856498" y="738438"/>
                  </a:lnTo>
                  <a:lnTo>
                    <a:pt x="854994" y="739190"/>
                  </a:lnTo>
                  <a:lnTo>
                    <a:pt x="854994" y="740694"/>
                  </a:lnTo>
                  <a:lnTo>
                    <a:pt x="855746" y="742198"/>
                  </a:lnTo>
                  <a:lnTo>
                    <a:pt x="857250" y="742950"/>
                  </a:lnTo>
                  <a:lnTo>
                    <a:pt x="858002" y="743702"/>
                  </a:lnTo>
                  <a:lnTo>
                    <a:pt x="857250" y="745206"/>
                  </a:lnTo>
                  <a:lnTo>
                    <a:pt x="851234" y="749717"/>
                  </a:lnTo>
                  <a:lnTo>
                    <a:pt x="850482" y="750470"/>
                  </a:lnTo>
                  <a:lnTo>
                    <a:pt x="849730" y="752726"/>
                  </a:lnTo>
                  <a:lnTo>
                    <a:pt x="848978" y="756485"/>
                  </a:lnTo>
                  <a:lnTo>
                    <a:pt x="849730" y="767765"/>
                  </a:lnTo>
                  <a:lnTo>
                    <a:pt x="849730" y="770021"/>
                  </a:lnTo>
                  <a:lnTo>
                    <a:pt x="848978" y="773781"/>
                  </a:lnTo>
                  <a:lnTo>
                    <a:pt x="848978" y="776037"/>
                  </a:lnTo>
                  <a:lnTo>
                    <a:pt x="849730" y="778293"/>
                  </a:lnTo>
                  <a:lnTo>
                    <a:pt x="851234" y="780549"/>
                  </a:lnTo>
                  <a:lnTo>
                    <a:pt x="851986" y="782053"/>
                  </a:lnTo>
                  <a:lnTo>
                    <a:pt x="848978" y="791076"/>
                  </a:lnTo>
                  <a:lnTo>
                    <a:pt x="848978" y="793332"/>
                  </a:lnTo>
                  <a:lnTo>
                    <a:pt x="848227" y="794836"/>
                  </a:lnTo>
                  <a:lnTo>
                    <a:pt x="847474" y="793332"/>
                  </a:lnTo>
                  <a:lnTo>
                    <a:pt x="845970" y="789572"/>
                  </a:lnTo>
                  <a:lnTo>
                    <a:pt x="845218" y="784308"/>
                  </a:lnTo>
                  <a:lnTo>
                    <a:pt x="844467" y="783556"/>
                  </a:lnTo>
                  <a:lnTo>
                    <a:pt x="843715" y="781300"/>
                  </a:lnTo>
                  <a:lnTo>
                    <a:pt x="842963" y="780549"/>
                  </a:lnTo>
                  <a:lnTo>
                    <a:pt x="841459" y="780549"/>
                  </a:lnTo>
                  <a:lnTo>
                    <a:pt x="839955" y="779045"/>
                  </a:lnTo>
                  <a:lnTo>
                    <a:pt x="838451" y="778293"/>
                  </a:lnTo>
                  <a:lnTo>
                    <a:pt x="836947" y="779045"/>
                  </a:lnTo>
                  <a:lnTo>
                    <a:pt x="835443" y="780549"/>
                  </a:lnTo>
                  <a:lnTo>
                    <a:pt x="835443" y="782804"/>
                  </a:lnTo>
                  <a:lnTo>
                    <a:pt x="836195" y="788068"/>
                  </a:lnTo>
                  <a:lnTo>
                    <a:pt x="837699" y="788068"/>
                  </a:lnTo>
                  <a:lnTo>
                    <a:pt x="839955" y="787316"/>
                  </a:lnTo>
                  <a:lnTo>
                    <a:pt x="842211" y="788068"/>
                  </a:lnTo>
                  <a:lnTo>
                    <a:pt x="842963" y="790324"/>
                  </a:lnTo>
                  <a:lnTo>
                    <a:pt x="842211" y="794084"/>
                  </a:lnTo>
                  <a:lnTo>
                    <a:pt x="839955" y="798596"/>
                  </a:lnTo>
                  <a:lnTo>
                    <a:pt x="837699" y="800852"/>
                  </a:lnTo>
                  <a:lnTo>
                    <a:pt x="835443" y="803108"/>
                  </a:lnTo>
                  <a:lnTo>
                    <a:pt x="818899" y="809124"/>
                  </a:lnTo>
                  <a:lnTo>
                    <a:pt x="816644" y="811379"/>
                  </a:lnTo>
                  <a:lnTo>
                    <a:pt x="815891" y="815891"/>
                  </a:lnTo>
                  <a:lnTo>
                    <a:pt x="815891" y="817395"/>
                  </a:lnTo>
                  <a:lnTo>
                    <a:pt x="817396" y="821155"/>
                  </a:lnTo>
                  <a:lnTo>
                    <a:pt x="817396" y="822659"/>
                  </a:lnTo>
                  <a:lnTo>
                    <a:pt x="817396" y="824163"/>
                  </a:lnTo>
                  <a:lnTo>
                    <a:pt x="816644" y="825667"/>
                  </a:lnTo>
                  <a:lnTo>
                    <a:pt x="815891" y="827171"/>
                  </a:lnTo>
                  <a:lnTo>
                    <a:pt x="815891" y="829427"/>
                  </a:lnTo>
                  <a:lnTo>
                    <a:pt x="812132" y="829427"/>
                  </a:lnTo>
                  <a:lnTo>
                    <a:pt x="812132" y="833187"/>
                  </a:lnTo>
                  <a:lnTo>
                    <a:pt x="813636" y="836194"/>
                  </a:lnTo>
                  <a:lnTo>
                    <a:pt x="817396" y="834691"/>
                  </a:lnTo>
                  <a:lnTo>
                    <a:pt x="821155" y="839202"/>
                  </a:lnTo>
                  <a:lnTo>
                    <a:pt x="821907" y="839954"/>
                  </a:lnTo>
                  <a:lnTo>
                    <a:pt x="822659" y="840707"/>
                  </a:lnTo>
                  <a:lnTo>
                    <a:pt x="825667" y="841458"/>
                  </a:lnTo>
                  <a:lnTo>
                    <a:pt x="827171" y="841458"/>
                  </a:lnTo>
                  <a:lnTo>
                    <a:pt x="827923" y="842962"/>
                  </a:lnTo>
                  <a:lnTo>
                    <a:pt x="828675" y="843714"/>
                  </a:lnTo>
                  <a:lnTo>
                    <a:pt x="829427" y="845218"/>
                  </a:lnTo>
                  <a:lnTo>
                    <a:pt x="828675" y="847474"/>
                  </a:lnTo>
                  <a:lnTo>
                    <a:pt x="827171" y="847474"/>
                  </a:lnTo>
                  <a:lnTo>
                    <a:pt x="824163" y="846722"/>
                  </a:lnTo>
                  <a:lnTo>
                    <a:pt x="822659" y="847474"/>
                  </a:lnTo>
                  <a:lnTo>
                    <a:pt x="819651" y="848978"/>
                  </a:lnTo>
                  <a:lnTo>
                    <a:pt x="816644" y="850482"/>
                  </a:lnTo>
                  <a:lnTo>
                    <a:pt x="813636" y="851986"/>
                  </a:lnTo>
                  <a:lnTo>
                    <a:pt x="812132" y="854994"/>
                  </a:lnTo>
                  <a:lnTo>
                    <a:pt x="812132" y="861010"/>
                  </a:lnTo>
                  <a:lnTo>
                    <a:pt x="811380" y="864770"/>
                  </a:lnTo>
                  <a:lnTo>
                    <a:pt x="810628" y="867777"/>
                  </a:lnTo>
                  <a:lnTo>
                    <a:pt x="815139" y="867026"/>
                  </a:lnTo>
                  <a:lnTo>
                    <a:pt x="817396" y="867777"/>
                  </a:lnTo>
                  <a:lnTo>
                    <a:pt x="817396" y="870033"/>
                  </a:lnTo>
                  <a:lnTo>
                    <a:pt x="813636" y="872290"/>
                  </a:lnTo>
                  <a:lnTo>
                    <a:pt x="817396" y="873041"/>
                  </a:lnTo>
                  <a:lnTo>
                    <a:pt x="821907" y="872290"/>
                  </a:lnTo>
                  <a:lnTo>
                    <a:pt x="826419" y="869281"/>
                  </a:lnTo>
                  <a:lnTo>
                    <a:pt x="827923" y="867026"/>
                  </a:lnTo>
                  <a:lnTo>
                    <a:pt x="828675" y="864770"/>
                  </a:lnTo>
                  <a:lnTo>
                    <a:pt x="830931" y="863266"/>
                  </a:lnTo>
                  <a:lnTo>
                    <a:pt x="833187" y="862513"/>
                  </a:lnTo>
                  <a:lnTo>
                    <a:pt x="835443" y="862513"/>
                  </a:lnTo>
                  <a:lnTo>
                    <a:pt x="836947" y="863266"/>
                  </a:lnTo>
                  <a:lnTo>
                    <a:pt x="836947" y="864770"/>
                  </a:lnTo>
                  <a:lnTo>
                    <a:pt x="834691" y="867026"/>
                  </a:lnTo>
                  <a:lnTo>
                    <a:pt x="827171" y="871537"/>
                  </a:lnTo>
                  <a:lnTo>
                    <a:pt x="824163" y="876049"/>
                  </a:lnTo>
                  <a:lnTo>
                    <a:pt x="825667" y="879809"/>
                  </a:lnTo>
                  <a:lnTo>
                    <a:pt x="828675" y="879057"/>
                  </a:lnTo>
                  <a:lnTo>
                    <a:pt x="833939" y="872290"/>
                  </a:lnTo>
                  <a:lnTo>
                    <a:pt x="836195" y="870033"/>
                  </a:lnTo>
                  <a:lnTo>
                    <a:pt x="834691" y="876801"/>
                  </a:lnTo>
                  <a:lnTo>
                    <a:pt x="833939" y="879809"/>
                  </a:lnTo>
                  <a:lnTo>
                    <a:pt x="835443" y="885073"/>
                  </a:lnTo>
                  <a:lnTo>
                    <a:pt x="835443" y="887329"/>
                  </a:lnTo>
                  <a:lnTo>
                    <a:pt x="830179" y="889585"/>
                  </a:lnTo>
                  <a:lnTo>
                    <a:pt x="815139" y="903120"/>
                  </a:lnTo>
                  <a:lnTo>
                    <a:pt x="811380" y="908384"/>
                  </a:lnTo>
                  <a:lnTo>
                    <a:pt x="792580" y="947487"/>
                  </a:lnTo>
                  <a:lnTo>
                    <a:pt x="782805" y="980573"/>
                  </a:lnTo>
                  <a:lnTo>
                    <a:pt x="778293" y="1001629"/>
                  </a:lnTo>
                  <a:lnTo>
                    <a:pt x="755734" y="1055771"/>
                  </a:lnTo>
                  <a:lnTo>
                    <a:pt x="751974" y="1062539"/>
                  </a:lnTo>
                  <a:lnTo>
                    <a:pt x="736934" y="1082842"/>
                  </a:lnTo>
                  <a:lnTo>
                    <a:pt x="725655" y="1095625"/>
                  </a:lnTo>
                  <a:lnTo>
                    <a:pt x="709863" y="1110665"/>
                  </a:lnTo>
                  <a:lnTo>
                    <a:pt x="684296" y="1133224"/>
                  </a:lnTo>
                  <a:lnTo>
                    <a:pt x="668505" y="1149768"/>
                  </a:lnTo>
                  <a:lnTo>
                    <a:pt x="657977" y="1160295"/>
                  </a:lnTo>
                  <a:lnTo>
                    <a:pt x="640682" y="1171575"/>
                  </a:lnTo>
                  <a:lnTo>
                    <a:pt x="636170" y="1172327"/>
                  </a:lnTo>
                  <a:lnTo>
                    <a:pt x="633914" y="1170071"/>
                  </a:lnTo>
                  <a:lnTo>
                    <a:pt x="633162" y="1167063"/>
                  </a:lnTo>
                  <a:lnTo>
                    <a:pt x="631658" y="1164055"/>
                  </a:lnTo>
                  <a:lnTo>
                    <a:pt x="628650" y="1161799"/>
                  </a:lnTo>
                  <a:lnTo>
                    <a:pt x="626394" y="1161799"/>
                  </a:lnTo>
                  <a:lnTo>
                    <a:pt x="624138" y="1162551"/>
                  </a:lnTo>
                  <a:lnTo>
                    <a:pt x="620378" y="1162551"/>
                  </a:lnTo>
                  <a:lnTo>
                    <a:pt x="616618" y="1155031"/>
                  </a:lnTo>
                  <a:lnTo>
                    <a:pt x="616618" y="1138488"/>
                  </a:lnTo>
                  <a:lnTo>
                    <a:pt x="620378" y="1109161"/>
                  </a:lnTo>
                  <a:lnTo>
                    <a:pt x="616618" y="1081338"/>
                  </a:lnTo>
                  <a:lnTo>
                    <a:pt x="616618" y="1068554"/>
                  </a:lnTo>
                  <a:lnTo>
                    <a:pt x="619626" y="1060283"/>
                  </a:lnTo>
                  <a:lnTo>
                    <a:pt x="620378" y="1055771"/>
                  </a:lnTo>
                  <a:lnTo>
                    <a:pt x="620378" y="1055019"/>
                  </a:lnTo>
                  <a:lnTo>
                    <a:pt x="624890" y="1049755"/>
                  </a:lnTo>
                  <a:lnTo>
                    <a:pt x="630154" y="1045243"/>
                  </a:lnTo>
                  <a:lnTo>
                    <a:pt x="648201" y="1032460"/>
                  </a:lnTo>
                  <a:lnTo>
                    <a:pt x="650457" y="1030956"/>
                  </a:lnTo>
                  <a:lnTo>
                    <a:pt x="651209" y="1027196"/>
                  </a:lnTo>
                  <a:lnTo>
                    <a:pt x="651961" y="1020428"/>
                  </a:lnTo>
                  <a:lnTo>
                    <a:pt x="652713" y="1017420"/>
                  </a:lnTo>
                  <a:lnTo>
                    <a:pt x="657225" y="1012908"/>
                  </a:lnTo>
                  <a:lnTo>
                    <a:pt x="667001" y="1005388"/>
                  </a:lnTo>
                  <a:lnTo>
                    <a:pt x="670761" y="1001629"/>
                  </a:lnTo>
                  <a:lnTo>
                    <a:pt x="673769" y="997869"/>
                  </a:lnTo>
                  <a:lnTo>
                    <a:pt x="679032" y="993357"/>
                  </a:lnTo>
                  <a:lnTo>
                    <a:pt x="680536" y="990349"/>
                  </a:lnTo>
                  <a:lnTo>
                    <a:pt x="681288" y="987341"/>
                  </a:lnTo>
                  <a:lnTo>
                    <a:pt x="679784" y="984333"/>
                  </a:lnTo>
                  <a:lnTo>
                    <a:pt x="670009" y="973806"/>
                  </a:lnTo>
                  <a:lnTo>
                    <a:pt x="667753" y="972302"/>
                  </a:lnTo>
                  <a:lnTo>
                    <a:pt x="662489" y="970046"/>
                  </a:lnTo>
                  <a:lnTo>
                    <a:pt x="657977" y="967038"/>
                  </a:lnTo>
                  <a:lnTo>
                    <a:pt x="652713" y="967038"/>
                  </a:lnTo>
                  <a:lnTo>
                    <a:pt x="650457" y="965534"/>
                  </a:lnTo>
                  <a:lnTo>
                    <a:pt x="643690" y="961774"/>
                  </a:lnTo>
                  <a:lnTo>
                    <a:pt x="635418" y="958766"/>
                  </a:lnTo>
                  <a:lnTo>
                    <a:pt x="626394" y="948990"/>
                  </a:lnTo>
                  <a:lnTo>
                    <a:pt x="616618" y="942223"/>
                  </a:lnTo>
                  <a:lnTo>
                    <a:pt x="612859" y="938463"/>
                  </a:lnTo>
                  <a:lnTo>
                    <a:pt x="609851" y="933951"/>
                  </a:lnTo>
                  <a:lnTo>
                    <a:pt x="607595" y="929439"/>
                  </a:lnTo>
                  <a:lnTo>
                    <a:pt x="606091" y="927183"/>
                  </a:lnTo>
                  <a:lnTo>
                    <a:pt x="602331" y="924175"/>
                  </a:lnTo>
                  <a:lnTo>
                    <a:pt x="600827" y="921168"/>
                  </a:lnTo>
                  <a:lnTo>
                    <a:pt x="600075" y="918160"/>
                  </a:lnTo>
                  <a:lnTo>
                    <a:pt x="599323" y="909136"/>
                  </a:lnTo>
                  <a:lnTo>
                    <a:pt x="598571" y="903120"/>
                  </a:lnTo>
                  <a:lnTo>
                    <a:pt x="596315" y="898609"/>
                  </a:lnTo>
                  <a:lnTo>
                    <a:pt x="588796" y="886577"/>
                  </a:lnTo>
                  <a:lnTo>
                    <a:pt x="584284" y="876801"/>
                  </a:lnTo>
                  <a:lnTo>
                    <a:pt x="584284" y="870033"/>
                  </a:lnTo>
                  <a:lnTo>
                    <a:pt x="583532" y="867777"/>
                  </a:lnTo>
                  <a:lnTo>
                    <a:pt x="581276" y="866273"/>
                  </a:lnTo>
                  <a:lnTo>
                    <a:pt x="572252" y="864018"/>
                  </a:lnTo>
                  <a:lnTo>
                    <a:pt x="568492" y="861762"/>
                  </a:lnTo>
                  <a:lnTo>
                    <a:pt x="566236" y="860258"/>
                  </a:lnTo>
                  <a:lnTo>
                    <a:pt x="564732" y="858002"/>
                  </a:lnTo>
                  <a:lnTo>
                    <a:pt x="563980" y="856498"/>
                  </a:lnTo>
                  <a:lnTo>
                    <a:pt x="563228" y="854242"/>
                  </a:lnTo>
                  <a:lnTo>
                    <a:pt x="562476" y="852738"/>
                  </a:lnTo>
                  <a:lnTo>
                    <a:pt x="560972" y="850482"/>
                  </a:lnTo>
                  <a:lnTo>
                    <a:pt x="556461" y="847474"/>
                  </a:lnTo>
                  <a:lnTo>
                    <a:pt x="554205" y="846722"/>
                  </a:lnTo>
                  <a:lnTo>
                    <a:pt x="551949" y="845970"/>
                  </a:lnTo>
                  <a:lnTo>
                    <a:pt x="546685" y="845218"/>
                  </a:lnTo>
                  <a:lnTo>
                    <a:pt x="545181" y="844466"/>
                  </a:lnTo>
                  <a:lnTo>
                    <a:pt x="543677" y="843714"/>
                  </a:lnTo>
                  <a:lnTo>
                    <a:pt x="542925" y="840707"/>
                  </a:lnTo>
                  <a:lnTo>
                    <a:pt x="541421" y="839954"/>
                  </a:lnTo>
                  <a:lnTo>
                    <a:pt x="539165" y="837698"/>
                  </a:lnTo>
                  <a:lnTo>
                    <a:pt x="536157" y="836194"/>
                  </a:lnTo>
                  <a:lnTo>
                    <a:pt x="533149" y="836194"/>
                  </a:lnTo>
                  <a:lnTo>
                    <a:pt x="530141" y="836947"/>
                  </a:lnTo>
                  <a:lnTo>
                    <a:pt x="527886" y="839954"/>
                  </a:lnTo>
                  <a:lnTo>
                    <a:pt x="526382" y="841458"/>
                  </a:lnTo>
                  <a:lnTo>
                    <a:pt x="524878" y="841458"/>
                  </a:lnTo>
                  <a:lnTo>
                    <a:pt x="521118" y="839202"/>
                  </a:lnTo>
                  <a:lnTo>
                    <a:pt x="513598" y="832435"/>
                  </a:lnTo>
                  <a:lnTo>
                    <a:pt x="505326" y="826419"/>
                  </a:lnTo>
                  <a:lnTo>
                    <a:pt x="494799" y="816643"/>
                  </a:lnTo>
                  <a:lnTo>
                    <a:pt x="490287" y="811379"/>
                  </a:lnTo>
                  <a:lnTo>
                    <a:pt x="485775" y="806868"/>
                  </a:lnTo>
                  <a:lnTo>
                    <a:pt x="480511" y="803108"/>
                  </a:lnTo>
                  <a:lnTo>
                    <a:pt x="476751" y="799348"/>
                  </a:lnTo>
                  <a:lnTo>
                    <a:pt x="476000" y="797844"/>
                  </a:lnTo>
                  <a:lnTo>
                    <a:pt x="474495" y="794084"/>
                  </a:lnTo>
                  <a:lnTo>
                    <a:pt x="474495" y="786564"/>
                  </a:lnTo>
                  <a:lnTo>
                    <a:pt x="473743" y="783556"/>
                  </a:lnTo>
                  <a:lnTo>
                    <a:pt x="471488" y="780549"/>
                  </a:lnTo>
                  <a:lnTo>
                    <a:pt x="469232" y="778293"/>
                  </a:lnTo>
                  <a:lnTo>
                    <a:pt x="461712" y="771525"/>
                  </a:lnTo>
                  <a:lnTo>
                    <a:pt x="459456" y="769269"/>
                  </a:lnTo>
                  <a:lnTo>
                    <a:pt x="457200" y="764005"/>
                  </a:lnTo>
                  <a:lnTo>
                    <a:pt x="454944" y="761749"/>
                  </a:lnTo>
                  <a:lnTo>
                    <a:pt x="452688" y="760997"/>
                  </a:lnTo>
                  <a:lnTo>
                    <a:pt x="447424" y="760997"/>
                  </a:lnTo>
                  <a:lnTo>
                    <a:pt x="422609" y="757237"/>
                  </a:lnTo>
                  <a:lnTo>
                    <a:pt x="418097" y="755734"/>
                  </a:lnTo>
                  <a:lnTo>
                    <a:pt x="415842" y="754230"/>
                  </a:lnTo>
                  <a:lnTo>
                    <a:pt x="414338" y="751974"/>
                  </a:lnTo>
                  <a:lnTo>
                    <a:pt x="412082" y="749717"/>
                  </a:lnTo>
                  <a:lnTo>
                    <a:pt x="410578" y="748214"/>
                  </a:lnTo>
                  <a:lnTo>
                    <a:pt x="404562" y="745206"/>
                  </a:lnTo>
                  <a:lnTo>
                    <a:pt x="400050" y="740694"/>
                  </a:lnTo>
                  <a:lnTo>
                    <a:pt x="396290" y="735430"/>
                  </a:lnTo>
                  <a:lnTo>
                    <a:pt x="393282" y="730918"/>
                  </a:lnTo>
                  <a:lnTo>
                    <a:pt x="391026" y="727910"/>
                  </a:lnTo>
                  <a:lnTo>
                    <a:pt x="388771" y="728662"/>
                  </a:lnTo>
                  <a:lnTo>
                    <a:pt x="385763" y="733926"/>
                  </a:lnTo>
                  <a:lnTo>
                    <a:pt x="384259" y="736934"/>
                  </a:lnTo>
                  <a:lnTo>
                    <a:pt x="382003" y="738438"/>
                  </a:lnTo>
                  <a:lnTo>
                    <a:pt x="379747" y="737686"/>
                  </a:lnTo>
                  <a:lnTo>
                    <a:pt x="376739" y="735430"/>
                  </a:lnTo>
                  <a:lnTo>
                    <a:pt x="369219" y="729415"/>
                  </a:lnTo>
                  <a:lnTo>
                    <a:pt x="366963" y="727158"/>
                  </a:lnTo>
                  <a:lnTo>
                    <a:pt x="360947" y="724902"/>
                  </a:lnTo>
                  <a:lnTo>
                    <a:pt x="357940" y="723398"/>
                  </a:lnTo>
                  <a:lnTo>
                    <a:pt x="355684" y="720391"/>
                  </a:lnTo>
                  <a:lnTo>
                    <a:pt x="354932" y="717383"/>
                  </a:lnTo>
                  <a:lnTo>
                    <a:pt x="352676" y="709863"/>
                  </a:lnTo>
                  <a:lnTo>
                    <a:pt x="350420" y="707607"/>
                  </a:lnTo>
                  <a:lnTo>
                    <a:pt x="345908" y="703847"/>
                  </a:lnTo>
                  <a:lnTo>
                    <a:pt x="344404" y="702343"/>
                  </a:lnTo>
                  <a:lnTo>
                    <a:pt x="342900" y="699336"/>
                  </a:lnTo>
                  <a:lnTo>
                    <a:pt x="342148" y="693319"/>
                  </a:lnTo>
                  <a:lnTo>
                    <a:pt x="341396" y="690312"/>
                  </a:lnTo>
                  <a:lnTo>
                    <a:pt x="339140" y="686552"/>
                  </a:lnTo>
                  <a:lnTo>
                    <a:pt x="327861" y="674520"/>
                  </a:lnTo>
                  <a:lnTo>
                    <a:pt x="321093" y="667753"/>
                  </a:lnTo>
                  <a:lnTo>
                    <a:pt x="318085" y="663993"/>
                  </a:lnTo>
                  <a:lnTo>
                    <a:pt x="315077" y="661737"/>
                  </a:lnTo>
                  <a:lnTo>
                    <a:pt x="309813" y="658729"/>
                  </a:lnTo>
                  <a:lnTo>
                    <a:pt x="305301" y="653465"/>
                  </a:lnTo>
                  <a:lnTo>
                    <a:pt x="302294" y="652713"/>
                  </a:lnTo>
                  <a:lnTo>
                    <a:pt x="299286" y="653465"/>
                  </a:lnTo>
                  <a:lnTo>
                    <a:pt x="297030" y="655721"/>
                  </a:lnTo>
                  <a:lnTo>
                    <a:pt x="296278" y="658729"/>
                  </a:lnTo>
                  <a:lnTo>
                    <a:pt x="297030" y="666249"/>
                  </a:lnTo>
                  <a:lnTo>
                    <a:pt x="296278" y="669257"/>
                  </a:lnTo>
                  <a:lnTo>
                    <a:pt x="294774" y="671512"/>
                  </a:lnTo>
                  <a:lnTo>
                    <a:pt x="291014" y="670760"/>
                  </a:lnTo>
                  <a:lnTo>
                    <a:pt x="287254" y="670008"/>
                  </a:lnTo>
                  <a:lnTo>
                    <a:pt x="284246" y="670760"/>
                  </a:lnTo>
                  <a:lnTo>
                    <a:pt x="282742" y="673016"/>
                  </a:lnTo>
                  <a:lnTo>
                    <a:pt x="280486" y="679032"/>
                  </a:lnTo>
                  <a:lnTo>
                    <a:pt x="279734" y="682040"/>
                  </a:lnTo>
                  <a:lnTo>
                    <a:pt x="277478" y="683544"/>
                  </a:lnTo>
                  <a:lnTo>
                    <a:pt x="271463" y="688056"/>
                  </a:lnTo>
                  <a:lnTo>
                    <a:pt x="269207" y="689560"/>
                  </a:lnTo>
                  <a:lnTo>
                    <a:pt x="268455" y="690312"/>
                  </a:lnTo>
                  <a:lnTo>
                    <a:pt x="267703" y="691816"/>
                  </a:lnTo>
                  <a:lnTo>
                    <a:pt x="266951" y="692568"/>
                  </a:lnTo>
                  <a:lnTo>
                    <a:pt x="266199" y="693319"/>
                  </a:lnTo>
                  <a:lnTo>
                    <a:pt x="264695" y="694072"/>
                  </a:lnTo>
                  <a:lnTo>
                    <a:pt x="260935" y="694072"/>
                  </a:lnTo>
                  <a:lnTo>
                    <a:pt x="255671" y="694823"/>
                  </a:lnTo>
                  <a:lnTo>
                    <a:pt x="245895" y="694072"/>
                  </a:lnTo>
                  <a:lnTo>
                    <a:pt x="242136" y="694823"/>
                  </a:lnTo>
                  <a:lnTo>
                    <a:pt x="241384" y="693319"/>
                  </a:lnTo>
                  <a:lnTo>
                    <a:pt x="240632" y="691816"/>
                  </a:lnTo>
                  <a:lnTo>
                    <a:pt x="240632" y="688056"/>
                  </a:lnTo>
                  <a:lnTo>
                    <a:pt x="241384" y="680536"/>
                  </a:lnTo>
                  <a:lnTo>
                    <a:pt x="241384" y="668504"/>
                  </a:lnTo>
                  <a:lnTo>
                    <a:pt x="242136" y="664744"/>
                  </a:lnTo>
                  <a:lnTo>
                    <a:pt x="244391" y="660233"/>
                  </a:lnTo>
                  <a:lnTo>
                    <a:pt x="245143" y="654969"/>
                  </a:lnTo>
                  <a:lnTo>
                    <a:pt x="244391" y="649705"/>
                  </a:lnTo>
                  <a:lnTo>
                    <a:pt x="242136" y="644441"/>
                  </a:lnTo>
                  <a:lnTo>
                    <a:pt x="232360" y="636921"/>
                  </a:lnTo>
                  <a:lnTo>
                    <a:pt x="230104" y="633914"/>
                  </a:lnTo>
                  <a:lnTo>
                    <a:pt x="224840" y="624138"/>
                  </a:lnTo>
                  <a:lnTo>
                    <a:pt x="224088" y="622634"/>
                  </a:lnTo>
                  <a:lnTo>
                    <a:pt x="222584" y="621130"/>
                  </a:lnTo>
                  <a:lnTo>
                    <a:pt x="219576" y="618874"/>
                  </a:lnTo>
                  <a:lnTo>
                    <a:pt x="218072" y="618122"/>
                  </a:lnTo>
                  <a:lnTo>
                    <a:pt x="217320" y="615866"/>
                  </a:lnTo>
                  <a:lnTo>
                    <a:pt x="216569" y="614362"/>
                  </a:lnTo>
                  <a:lnTo>
                    <a:pt x="215817" y="612106"/>
                  </a:lnTo>
                  <a:lnTo>
                    <a:pt x="211305" y="606842"/>
                  </a:lnTo>
                  <a:lnTo>
                    <a:pt x="208297" y="603835"/>
                  </a:lnTo>
                  <a:lnTo>
                    <a:pt x="203033" y="600827"/>
                  </a:lnTo>
                  <a:lnTo>
                    <a:pt x="194009" y="593307"/>
                  </a:lnTo>
                  <a:lnTo>
                    <a:pt x="187241" y="589547"/>
                  </a:lnTo>
                  <a:lnTo>
                    <a:pt x="185738" y="588043"/>
                  </a:lnTo>
                  <a:lnTo>
                    <a:pt x="183482" y="585035"/>
                  </a:lnTo>
                  <a:lnTo>
                    <a:pt x="179722" y="579020"/>
                  </a:lnTo>
                  <a:lnTo>
                    <a:pt x="176714" y="576012"/>
                  </a:lnTo>
                  <a:lnTo>
                    <a:pt x="169194" y="570748"/>
                  </a:lnTo>
                  <a:lnTo>
                    <a:pt x="166186" y="568492"/>
                  </a:lnTo>
                  <a:lnTo>
                    <a:pt x="164682" y="566988"/>
                  </a:lnTo>
                  <a:lnTo>
                    <a:pt x="158667" y="560972"/>
                  </a:lnTo>
                  <a:lnTo>
                    <a:pt x="157914" y="558716"/>
                  </a:lnTo>
                  <a:lnTo>
                    <a:pt x="156411" y="557212"/>
                  </a:lnTo>
                  <a:lnTo>
                    <a:pt x="154907" y="556461"/>
                  </a:lnTo>
                  <a:lnTo>
                    <a:pt x="153403" y="556461"/>
                  </a:lnTo>
                  <a:lnTo>
                    <a:pt x="151899" y="556461"/>
                  </a:lnTo>
                  <a:lnTo>
                    <a:pt x="150395" y="555708"/>
                  </a:lnTo>
                  <a:lnTo>
                    <a:pt x="148139" y="554204"/>
                  </a:lnTo>
                  <a:lnTo>
                    <a:pt x="148139" y="553452"/>
                  </a:lnTo>
                  <a:lnTo>
                    <a:pt x="148891" y="551197"/>
                  </a:lnTo>
                  <a:lnTo>
                    <a:pt x="148139" y="548189"/>
                  </a:lnTo>
                  <a:lnTo>
                    <a:pt x="146635" y="545181"/>
                  </a:lnTo>
                  <a:lnTo>
                    <a:pt x="144379" y="542925"/>
                  </a:lnTo>
                  <a:lnTo>
                    <a:pt x="142123" y="541421"/>
                  </a:lnTo>
                  <a:lnTo>
                    <a:pt x="136859" y="539165"/>
                  </a:lnTo>
                  <a:lnTo>
                    <a:pt x="127836" y="532397"/>
                  </a:lnTo>
                  <a:lnTo>
                    <a:pt x="126332" y="530893"/>
                  </a:lnTo>
                  <a:lnTo>
                    <a:pt x="123324" y="526382"/>
                  </a:lnTo>
                  <a:lnTo>
                    <a:pt x="118060" y="522622"/>
                  </a:lnTo>
                  <a:lnTo>
                    <a:pt x="112044" y="522622"/>
                  </a:lnTo>
                  <a:lnTo>
                    <a:pt x="106780" y="523374"/>
                  </a:lnTo>
                  <a:lnTo>
                    <a:pt x="99261" y="521118"/>
                  </a:lnTo>
                  <a:lnTo>
                    <a:pt x="96253" y="521869"/>
                  </a:lnTo>
                  <a:lnTo>
                    <a:pt x="90989" y="522622"/>
                  </a:lnTo>
                  <a:lnTo>
                    <a:pt x="89485" y="523374"/>
                  </a:lnTo>
                  <a:lnTo>
                    <a:pt x="86477" y="524878"/>
                  </a:lnTo>
                  <a:lnTo>
                    <a:pt x="84973" y="524878"/>
                  </a:lnTo>
                  <a:lnTo>
                    <a:pt x="81965" y="523374"/>
                  </a:lnTo>
                  <a:lnTo>
                    <a:pt x="80461" y="523374"/>
                  </a:lnTo>
                  <a:lnTo>
                    <a:pt x="76701" y="525629"/>
                  </a:lnTo>
                  <a:lnTo>
                    <a:pt x="72942" y="530893"/>
                  </a:lnTo>
                  <a:lnTo>
                    <a:pt x="69182" y="536157"/>
                  </a:lnTo>
                  <a:lnTo>
                    <a:pt x="68430" y="540669"/>
                  </a:lnTo>
                  <a:lnTo>
                    <a:pt x="67678" y="546685"/>
                  </a:lnTo>
                  <a:lnTo>
                    <a:pt x="64670" y="551197"/>
                  </a:lnTo>
                  <a:lnTo>
                    <a:pt x="60158" y="554957"/>
                  </a:lnTo>
                  <a:lnTo>
                    <a:pt x="55646" y="555708"/>
                  </a:lnTo>
                  <a:lnTo>
                    <a:pt x="54142" y="555708"/>
                  </a:lnTo>
                  <a:lnTo>
                    <a:pt x="52638" y="553452"/>
                  </a:lnTo>
                  <a:lnTo>
                    <a:pt x="51134" y="552701"/>
                  </a:lnTo>
                  <a:lnTo>
                    <a:pt x="50382" y="553452"/>
                  </a:lnTo>
                  <a:lnTo>
                    <a:pt x="48878" y="555708"/>
                  </a:lnTo>
                  <a:lnTo>
                    <a:pt x="47374" y="555708"/>
                  </a:lnTo>
                  <a:lnTo>
                    <a:pt x="45118" y="554957"/>
                  </a:lnTo>
                  <a:lnTo>
                    <a:pt x="43615" y="553452"/>
                  </a:lnTo>
                  <a:lnTo>
                    <a:pt x="42111" y="551948"/>
                  </a:lnTo>
                  <a:lnTo>
                    <a:pt x="39103" y="551948"/>
                  </a:lnTo>
                  <a:lnTo>
                    <a:pt x="36847" y="552701"/>
                  </a:lnTo>
                  <a:lnTo>
                    <a:pt x="33087" y="556461"/>
                  </a:lnTo>
                  <a:lnTo>
                    <a:pt x="31583" y="557212"/>
                  </a:lnTo>
                  <a:lnTo>
                    <a:pt x="29327" y="556461"/>
                  </a:lnTo>
                  <a:lnTo>
                    <a:pt x="27071" y="552701"/>
                  </a:lnTo>
                  <a:lnTo>
                    <a:pt x="25567" y="551948"/>
                  </a:lnTo>
                  <a:lnTo>
                    <a:pt x="21807" y="551948"/>
                  </a:lnTo>
                  <a:lnTo>
                    <a:pt x="15039" y="552701"/>
                  </a:lnTo>
                  <a:lnTo>
                    <a:pt x="11280" y="552701"/>
                  </a:lnTo>
                  <a:lnTo>
                    <a:pt x="6768" y="549693"/>
                  </a:lnTo>
                  <a:lnTo>
                    <a:pt x="3760" y="539917"/>
                  </a:lnTo>
                  <a:lnTo>
                    <a:pt x="752" y="537661"/>
                  </a:lnTo>
                  <a:lnTo>
                    <a:pt x="0" y="536157"/>
                  </a:lnTo>
                  <a:lnTo>
                    <a:pt x="6016" y="535405"/>
                  </a:lnTo>
                  <a:lnTo>
                    <a:pt x="9024" y="533901"/>
                  </a:lnTo>
                  <a:lnTo>
                    <a:pt x="15791" y="529389"/>
                  </a:lnTo>
                  <a:lnTo>
                    <a:pt x="30079" y="511342"/>
                  </a:lnTo>
                  <a:lnTo>
                    <a:pt x="42863" y="500814"/>
                  </a:lnTo>
                  <a:lnTo>
                    <a:pt x="44366" y="498558"/>
                  </a:lnTo>
                  <a:lnTo>
                    <a:pt x="45870" y="478255"/>
                  </a:lnTo>
                  <a:lnTo>
                    <a:pt x="48126" y="472239"/>
                  </a:lnTo>
                  <a:lnTo>
                    <a:pt x="52638" y="468480"/>
                  </a:lnTo>
                  <a:lnTo>
                    <a:pt x="59406" y="465471"/>
                  </a:lnTo>
                  <a:lnTo>
                    <a:pt x="65422" y="464720"/>
                  </a:lnTo>
                  <a:lnTo>
                    <a:pt x="72190" y="464720"/>
                  </a:lnTo>
                  <a:lnTo>
                    <a:pt x="75197" y="463967"/>
                  </a:lnTo>
                  <a:lnTo>
                    <a:pt x="78205" y="460960"/>
                  </a:lnTo>
                  <a:lnTo>
                    <a:pt x="89485" y="448928"/>
                  </a:lnTo>
                  <a:lnTo>
                    <a:pt x="90237" y="447424"/>
                  </a:lnTo>
                  <a:lnTo>
                    <a:pt x="90989" y="445920"/>
                  </a:lnTo>
                  <a:lnTo>
                    <a:pt x="95501" y="440656"/>
                  </a:lnTo>
                  <a:lnTo>
                    <a:pt x="97757" y="434641"/>
                  </a:lnTo>
                  <a:lnTo>
                    <a:pt x="100013" y="432385"/>
                  </a:lnTo>
                  <a:lnTo>
                    <a:pt x="105276" y="427121"/>
                  </a:lnTo>
                  <a:lnTo>
                    <a:pt x="106780" y="425617"/>
                  </a:lnTo>
                  <a:lnTo>
                    <a:pt x="108284" y="423361"/>
                  </a:lnTo>
                  <a:lnTo>
                    <a:pt x="119564" y="412833"/>
                  </a:lnTo>
                  <a:lnTo>
                    <a:pt x="120316" y="411329"/>
                  </a:lnTo>
                  <a:lnTo>
                    <a:pt x="121068" y="409826"/>
                  </a:lnTo>
                  <a:lnTo>
                    <a:pt x="121820" y="407569"/>
                  </a:lnTo>
                  <a:lnTo>
                    <a:pt x="122572" y="406066"/>
                  </a:lnTo>
                  <a:lnTo>
                    <a:pt x="124828" y="404562"/>
                  </a:lnTo>
                  <a:lnTo>
                    <a:pt x="125580" y="403058"/>
                  </a:lnTo>
                  <a:lnTo>
                    <a:pt x="125580" y="400802"/>
                  </a:lnTo>
                  <a:lnTo>
                    <a:pt x="125580" y="399298"/>
                  </a:lnTo>
                  <a:lnTo>
                    <a:pt x="126332" y="397794"/>
                  </a:lnTo>
                  <a:lnTo>
                    <a:pt x="127084" y="396290"/>
                  </a:lnTo>
                  <a:lnTo>
                    <a:pt x="128588" y="395538"/>
                  </a:lnTo>
                  <a:lnTo>
                    <a:pt x="129340" y="394034"/>
                  </a:lnTo>
                  <a:lnTo>
                    <a:pt x="135355" y="391778"/>
                  </a:lnTo>
                  <a:lnTo>
                    <a:pt x="136859" y="390274"/>
                  </a:lnTo>
                  <a:lnTo>
                    <a:pt x="139867" y="388018"/>
                  </a:lnTo>
                  <a:lnTo>
                    <a:pt x="141371" y="385010"/>
                  </a:lnTo>
                  <a:lnTo>
                    <a:pt x="143627" y="377490"/>
                  </a:lnTo>
                  <a:lnTo>
                    <a:pt x="145131" y="373731"/>
                  </a:lnTo>
                  <a:lnTo>
                    <a:pt x="144379" y="371475"/>
                  </a:lnTo>
                  <a:lnTo>
                    <a:pt x="144379" y="369219"/>
                  </a:lnTo>
                  <a:lnTo>
                    <a:pt x="145131" y="366963"/>
                  </a:lnTo>
                  <a:lnTo>
                    <a:pt x="146635" y="364707"/>
                  </a:lnTo>
                  <a:lnTo>
                    <a:pt x="150395" y="358691"/>
                  </a:lnTo>
                  <a:lnTo>
                    <a:pt x="155659" y="353428"/>
                  </a:lnTo>
                  <a:lnTo>
                    <a:pt x="160922" y="349668"/>
                  </a:lnTo>
                  <a:lnTo>
                    <a:pt x="166186" y="346660"/>
                  </a:lnTo>
                  <a:lnTo>
                    <a:pt x="176714" y="344404"/>
                  </a:lnTo>
                  <a:lnTo>
                    <a:pt x="178970" y="342900"/>
                  </a:lnTo>
                  <a:lnTo>
                    <a:pt x="181226" y="339140"/>
                  </a:lnTo>
                  <a:lnTo>
                    <a:pt x="181226" y="336132"/>
                  </a:lnTo>
                  <a:lnTo>
                    <a:pt x="181226" y="329364"/>
                  </a:lnTo>
                  <a:lnTo>
                    <a:pt x="184234" y="322596"/>
                  </a:lnTo>
                  <a:lnTo>
                    <a:pt x="194761" y="315829"/>
                  </a:lnTo>
                  <a:lnTo>
                    <a:pt x="198521" y="309813"/>
                  </a:lnTo>
                  <a:lnTo>
                    <a:pt x="199273" y="295526"/>
                  </a:lnTo>
                  <a:lnTo>
                    <a:pt x="200777" y="292518"/>
                  </a:lnTo>
                  <a:lnTo>
                    <a:pt x="203785" y="291013"/>
                  </a:lnTo>
                  <a:lnTo>
                    <a:pt x="210553" y="289510"/>
                  </a:lnTo>
                  <a:lnTo>
                    <a:pt x="215817" y="286502"/>
                  </a:lnTo>
                  <a:lnTo>
                    <a:pt x="227848" y="269958"/>
                  </a:lnTo>
                  <a:lnTo>
                    <a:pt x="237624" y="263191"/>
                  </a:lnTo>
                  <a:lnTo>
                    <a:pt x="240632" y="258679"/>
                  </a:lnTo>
                  <a:lnTo>
                    <a:pt x="240632" y="251911"/>
                  </a:lnTo>
                  <a:lnTo>
                    <a:pt x="240632" y="248903"/>
                  </a:lnTo>
                  <a:lnTo>
                    <a:pt x="240632" y="245895"/>
                  </a:lnTo>
                  <a:lnTo>
                    <a:pt x="242136" y="243639"/>
                  </a:lnTo>
                  <a:lnTo>
                    <a:pt x="246648" y="242135"/>
                  </a:lnTo>
                  <a:lnTo>
                    <a:pt x="251159" y="239879"/>
                  </a:lnTo>
                  <a:lnTo>
                    <a:pt x="256423" y="239879"/>
                  </a:lnTo>
                  <a:lnTo>
                    <a:pt x="257175" y="239128"/>
                  </a:lnTo>
                  <a:lnTo>
                    <a:pt x="258679" y="238375"/>
                  </a:lnTo>
                  <a:lnTo>
                    <a:pt x="259431" y="237624"/>
                  </a:lnTo>
                  <a:lnTo>
                    <a:pt x="259431" y="236119"/>
                  </a:lnTo>
                  <a:lnTo>
                    <a:pt x="259431" y="227848"/>
                  </a:lnTo>
                  <a:lnTo>
                    <a:pt x="258679" y="226344"/>
                  </a:lnTo>
                  <a:lnTo>
                    <a:pt x="257927" y="223336"/>
                  </a:lnTo>
                  <a:lnTo>
                    <a:pt x="260935" y="220328"/>
                  </a:lnTo>
                  <a:lnTo>
                    <a:pt x="267703" y="217320"/>
                  </a:lnTo>
                  <a:lnTo>
                    <a:pt x="272215" y="218824"/>
                  </a:lnTo>
                  <a:lnTo>
                    <a:pt x="278230" y="219576"/>
                  </a:lnTo>
                  <a:lnTo>
                    <a:pt x="284246" y="221080"/>
                  </a:lnTo>
                  <a:lnTo>
                    <a:pt x="286502" y="224088"/>
                  </a:lnTo>
                  <a:lnTo>
                    <a:pt x="287254" y="227848"/>
                  </a:lnTo>
                  <a:lnTo>
                    <a:pt x="288758" y="228600"/>
                  </a:lnTo>
                  <a:lnTo>
                    <a:pt x="290262" y="227096"/>
                  </a:lnTo>
                  <a:lnTo>
                    <a:pt x="291766" y="224840"/>
                  </a:lnTo>
                  <a:lnTo>
                    <a:pt x="292518" y="222584"/>
                  </a:lnTo>
                  <a:lnTo>
                    <a:pt x="294774" y="214313"/>
                  </a:lnTo>
                  <a:lnTo>
                    <a:pt x="292518" y="209800"/>
                  </a:lnTo>
                  <a:lnTo>
                    <a:pt x="291014" y="208296"/>
                  </a:lnTo>
                  <a:lnTo>
                    <a:pt x="288758" y="206793"/>
                  </a:lnTo>
                  <a:lnTo>
                    <a:pt x="287254" y="206793"/>
                  </a:lnTo>
                  <a:lnTo>
                    <a:pt x="281238" y="203785"/>
                  </a:lnTo>
                  <a:lnTo>
                    <a:pt x="278982" y="202281"/>
                  </a:lnTo>
                  <a:lnTo>
                    <a:pt x="278230" y="197769"/>
                  </a:lnTo>
                  <a:lnTo>
                    <a:pt x="281990" y="195513"/>
                  </a:lnTo>
                  <a:lnTo>
                    <a:pt x="291766" y="191753"/>
                  </a:lnTo>
                  <a:lnTo>
                    <a:pt x="297782" y="185737"/>
                  </a:lnTo>
                  <a:lnTo>
                    <a:pt x="299286" y="184985"/>
                  </a:lnTo>
                  <a:lnTo>
                    <a:pt x="300789" y="183481"/>
                  </a:lnTo>
                  <a:lnTo>
                    <a:pt x="300789" y="182730"/>
                  </a:lnTo>
                  <a:lnTo>
                    <a:pt x="301542" y="180474"/>
                  </a:lnTo>
                  <a:lnTo>
                    <a:pt x="303797" y="178217"/>
                  </a:lnTo>
                  <a:lnTo>
                    <a:pt x="306805" y="178970"/>
                  </a:lnTo>
                  <a:lnTo>
                    <a:pt x="307557" y="179721"/>
                  </a:lnTo>
                  <a:lnTo>
                    <a:pt x="307557" y="181225"/>
                  </a:lnTo>
                  <a:lnTo>
                    <a:pt x="307557" y="182730"/>
                  </a:lnTo>
                  <a:lnTo>
                    <a:pt x="309813" y="183481"/>
                  </a:lnTo>
                  <a:lnTo>
                    <a:pt x="311317" y="183481"/>
                  </a:lnTo>
                  <a:lnTo>
                    <a:pt x="312069" y="181977"/>
                  </a:lnTo>
                  <a:lnTo>
                    <a:pt x="312069" y="181225"/>
                  </a:lnTo>
                  <a:lnTo>
                    <a:pt x="312821" y="179721"/>
                  </a:lnTo>
                  <a:lnTo>
                    <a:pt x="313573" y="178970"/>
                  </a:lnTo>
                  <a:lnTo>
                    <a:pt x="315829" y="177466"/>
                  </a:lnTo>
                  <a:lnTo>
                    <a:pt x="316581" y="176714"/>
                  </a:lnTo>
                  <a:lnTo>
                    <a:pt x="318085" y="172954"/>
                  </a:lnTo>
                  <a:lnTo>
                    <a:pt x="318837" y="171450"/>
                  </a:lnTo>
                  <a:lnTo>
                    <a:pt x="320341" y="170698"/>
                  </a:lnTo>
                  <a:lnTo>
                    <a:pt x="321845" y="171450"/>
                  </a:lnTo>
                  <a:lnTo>
                    <a:pt x="321845" y="172202"/>
                  </a:lnTo>
                  <a:lnTo>
                    <a:pt x="323349" y="172954"/>
                  </a:lnTo>
                  <a:lnTo>
                    <a:pt x="324853" y="172954"/>
                  </a:lnTo>
                  <a:lnTo>
                    <a:pt x="328613" y="171450"/>
                  </a:lnTo>
                  <a:lnTo>
                    <a:pt x="329365" y="169946"/>
                  </a:lnTo>
                  <a:lnTo>
                    <a:pt x="336132" y="162426"/>
                  </a:lnTo>
                  <a:lnTo>
                    <a:pt x="336884" y="160922"/>
                  </a:lnTo>
                  <a:lnTo>
                    <a:pt x="337636" y="159418"/>
                  </a:lnTo>
                  <a:lnTo>
                    <a:pt x="337636" y="155658"/>
                  </a:lnTo>
                  <a:lnTo>
                    <a:pt x="337636" y="154155"/>
                  </a:lnTo>
                  <a:lnTo>
                    <a:pt x="338388" y="153402"/>
                  </a:lnTo>
                  <a:lnTo>
                    <a:pt x="339140" y="153402"/>
                  </a:lnTo>
                  <a:lnTo>
                    <a:pt x="340644" y="153402"/>
                  </a:lnTo>
                  <a:lnTo>
                    <a:pt x="344404" y="151898"/>
                  </a:lnTo>
                  <a:lnTo>
                    <a:pt x="345156" y="148891"/>
                  </a:lnTo>
                  <a:lnTo>
                    <a:pt x="345156" y="145883"/>
                  </a:lnTo>
                  <a:lnTo>
                    <a:pt x="347412" y="143627"/>
                  </a:lnTo>
                  <a:lnTo>
                    <a:pt x="349668" y="143627"/>
                  </a:lnTo>
                  <a:lnTo>
                    <a:pt x="352676" y="144379"/>
                  </a:lnTo>
                  <a:lnTo>
                    <a:pt x="354180" y="145131"/>
                  </a:lnTo>
                  <a:lnTo>
                    <a:pt x="355684" y="144379"/>
                  </a:lnTo>
                  <a:lnTo>
                    <a:pt x="361699" y="139867"/>
                  </a:lnTo>
                  <a:lnTo>
                    <a:pt x="363203" y="136859"/>
                  </a:lnTo>
                  <a:lnTo>
                    <a:pt x="365459" y="134603"/>
                  </a:lnTo>
                  <a:lnTo>
                    <a:pt x="368467" y="133099"/>
                  </a:lnTo>
                  <a:lnTo>
                    <a:pt x="370723" y="133851"/>
                  </a:lnTo>
                  <a:lnTo>
                    <a:pt x="373731" y="136859"/>
                  </a:lnTo>
                  <a:lnTo>
                    <a:pt x="377491" y="137611"/>
                  </a:lnTo>
                  <a:lnTo>
                    <a:pt x="378243" y="133099"/>
                  </a:lnTo>
                  <a:lnTo>
                    <a:pt x="378995" y="131595"/>
                  </a:lnTo>
                  <a:lnTo>
                    <a:pt x="379747" y="131595"/>
                  </a:lnTo>
                  <a:lnTo>
                    <a:pt x="383507" y="131595"/>
                  </a:lnTo>
                  <a:lnTo>
                    <a:pt x="385011" y="130843"/>
                  </a:lnTo>
                  <a:lnTo>
                    <a:pt x="388018" y="132347"/>
                  </a:lnTo>
                  <a:lnTo>
                    <a:pt x="391026" y="132347"/>
                  </a:lnTo>
                  <a:lnTo>
                    <a:pt x="391026" y="130843"/>
                  </a:lnTo>
                  <a:lnTo>
                    <a:pt x="388771" y="127083"/>
                  </a:lnTo>
                  <a:lnTo>
                    <a:pt x="384259" y="123323"/>
                  </a:lnTo>
                  <a:lnTo>
                    <a:pt x="382755" y="120316"/>
                  </a:lnTo>
                  <a:lnTo>
                    <a:pt x="385763" y="118812"/>
                  </a:lnTo>
                  <a:lnTo>
                    <a:pt x="388771" y="119564"/>
                  </a:lnTo>
                  <a:lnTo>
                    <a:pt x="391026" y="121068"/>
                  </a:lnTo>
                  <a:lnTo>
                    <a:pt x="394034" y="121819"/>
                  </a:lnTo>
                  <a:lnTo>
                    <a:pt x="397794" y="121068"/>
                  </a:lnTo>
                  <a:lnTo>
                    <a:pt x="405314" y="114300"/>
                  </a:lnTo>
                  <a:lnTo>
                    <a:pt x="408322" y="112796"/>
                  </a:lnTo>
                  <a:lnTo>
                    <a:pt x="409074" y="111292"/>
                  </a:lnTo>
                  <a:lnTo>
                    <a:pt x="409826" y="107532"/>
                  </a:lnTo>
                  <a:lnTo>
                    <a:pt x="410578" y="100012"/>
                  </a:lnTo>
                  <a:lnTo>
                    <a:pt x="410578" y="93997"/>
                  </a:lnTo>
                  <a:lnTo>
                    <a:pt x="412082" y="93244"/>
                  </a:lnTo>
                  <a:lnTo>
                    <a:pt x="415842" y="93244"/>
                  </a:lnTo>
                  <a:lnTo>
                    <a:pt x="418849" y="91740"/>
                  </a:lnTo>
                  <a:lnTo>
                    <a:pt x="419601" y="87981"/>
                  </a:lnTo>
                  <a:lnTo>
                    <a:pt x="420353" y="83469"/>
                  </a:lnTo>
                  <a:lnTo>
                    <a:pt x="421105" y="80461"/>
                  </a:lnTo>
                  <a:lnTo>
                    <a:pt x="422609" y="78957"/>
                  </a:lnTo>
                  <a:lnTo>
                    <a:pt x="424865" y="77453"/>
                  </a:lnTo>
                  <a:lnTo>
                    <a:pt x="426369" y="76701"/>
                  </a:lnTo>
                  <a:lnTo>
                    <a:pt x="427873" y="78205"/>
                  </a:lnTo>
                  <a:lnTo>
                    <a:pt x="427121" y="78957"/>
                  </a:lnTo>
                  <a:lnTo>
                    <a:pt x="426369" y="80461"/>
                  </a:lnTo>
                  <a:lnTo>
                    <a:pt x="426369" y="81213"/>
                  </a:lnTo>
                  <a:lnTo>
                    <a:pt x="427121" y="81213"/>
                  </a:lnTo>
                  <a:lnTo>
                    <a:pt x="427121" y="81965"/>
                  </a:lnTo>
                  <a:lnTo>
                    <a:pt x="428625" y="82717"/>
                  </a:lnTo>
                  <a:lnTo>
                    <a:pt x="428625" y="83469"/>
                  </a:lnTo>
                  <a:lnTo>
                    <a:pt x="429377" y="83469"/>
                  </a:lnTo>
                  <a:lnTo>
                    <a:pt x="436145" y="81213"/>
                  </a:lnTo>
                  <a:lnTo>
                    <a:pt x="437649" y="81213"/>
                  </a:lnTo>
                  <a:lnTo>
                    <a:pt x="440657" y="81965"/>
                  </a:lnTo>
                  <a:lnTo>
                    <a:pt x="442161" y="81213"/>
                  </a:lnTo>
                  <a:lnTo>
                    <a:pt x="443664" y="80461"/>
                  </a:lnTo>
                  <a:lnTo>
                    <a:pt x="444417" y="79709"/>
                  </a:lnTo>
                  <a:lnTo>
                    <a:pt x="444417" y="78205"/>
                  </a:lnTo>
                  <a:lnTo>
                    <a:pt x="444417" y="75949"/>
                  </a:lnTo>
                  <a:lnTo>
                    <a:pt x="444417" y="74445"/>
                  </a:lnTo>
                  <a:lnTo>
                    <a:pt x="445921" y="72941"/>
                  </a:lnTo>
                  <a:lnTo>
                    <a:pt x="446672" y="72941"/>
                  </a:lnTo>
                  <a:lnTo>
                    <a:pt x="447424" y="73693"/>
                  </a:lnTo>
                  <a:lnTo>
                    <a:pt x="448176" y="76701"/>
                  </a:lnTo>
                  <a:lnTo>
                    <a:pt x="449680" y="77453"/>
                  </a:lnTo>
                  <a:lnTo>
                    <a:pt x="451936" y="75197"/>
                  </a:lnTo>
                  <a:lnTo>
                    <a:pt x="453440" y="72189"/>
                  </a:lnTo>
                  <a:lnTo>
                    <a:pt x="454192" y="69181"/>
                  </a:lnTo>
                  <a:lnTo>
                    <a:pt x="454944" y="66925"/>
                  </a:lnTo>
                  <a:lnTo>
                    <a:pt x="455696" y="65421"/>
                  </a:lnTo>
                  <a:lnTo>
                    <a:pt x="457200" y="64670"/>
                  </a:lnTo>
                  <a:lnTo>
                    <a:pt x="457952" y="64670"/>
                  </a:lnTo>
                  <a:lnTo>
                    <a:pt x="459456" y="64670"/>
                  </a:lnTo>
                  <a:lnTo>
                    <a:pt x="460208" y="65421"/>
                  </a:lnTo>
                  <a:lnTo>
                    <a:pt x="460960" y="65421"/>
                  </a:lnTo>
                  <a:lnTo>
                    <a:pt x="462464" y="69181"/>
                  </a:lnTo>
                  <a:lnTo>
                    <a:pt x="462464" y="69933"/>
                  </a:lnTo>
                  <a:lnTo>
                    <a:pt x="464720" y="70685"/>
                  </a:lnTo>
                  <a:lnTo>
                    <a:pt x="466224" y="70685"/>
                  </a:lnTo>
                  <a:lnTo>
                    <a:pt x="476000" y="67678"/>
                  </a:lnTo>
                  <a:lnTo>
                    <a:pt x="479007" y="65421"/>
                  </a:lnTo>
                  <a:lnTo>
                    <a:pt x="479007" y="63166"/>
                  </a:lnTo>
                  <a:lnTo>
                    <a:pt x="476000" y="59406"/>
                  </a:lnTo>
                  <a:lnTo>
                    <a:pt x="476751" y="57902"/>
                  </a:lnTo>
                  <a:lnTo>
                    <a:pt x="479007" y="57150"/>
                  </a:lnTo>
                  <a:lnTo>
                    <a:pt x="485775" y="57150"/>
                  </a:lnTo>
                  <a:lnTo>
                    <a:pt x="488031" y="57150"/>
                  </a:lnTo>
                  <a:lnTo>
                    <a:pt x="489535" y="59406"/>
                  </a:lnTo>
                  <a:lnTo>
                    <a:pt x="489535" y="63166"/>
                  </a:lnTo>
                  <a:lnTo>
                    <a:pt x="490287" y="64670"/>
                  </a:lnTo>
                  <a:lnTo>
                    <a:pt x="491791" y="64670"/>
                  </a:lnTo>
                  <a:lnTo>
                    <a:pt x="493295" y="63166"/>
                  </a:lnTo>
                  <a:lnTo>
                    <a:pt x="494047" y="61661"/>
                  </a:lnTo>
                  <a:lnTo>
                    <a:pt x="494047" y="60158"/>
                  </a:lnTo>
                  <a:lnTo>
                    <a:pt x="494047" y="54894"/>
                  </a:lnTo>
                  <a:lnTo>
                    <a:pt x="496303" y="56398"/>
                  </a:lnTo>
                  <a:lnTo>
                    <a:pt x="497807" y="58654"/>
                  </a:lnTo>
                  <a:lnTo>
                    <a:pt x="500063" y="60158"/>
                  </a:lnTo>
                  <a:lnTo>
                    <a:pt x="503070" y="60158"/>
                  </a:lnTo>
                  <a:lnTo>
                    <a:pt x="503822" y="59406"/>
                  </a:lnTo>
                  <a:lnTo>
                    <a:pt x="505326" y="58654"/>
                  </a:lnTo>
                  <a:lnTo>
                    <a:pt x="506078" y="56398"/>
                  </a:lnTo>
                  <a:lnTo>
                    <a:pt x="506078" y="54894"/>
                  </a:lnTo>
                  <a:lnTo>
                    <a:pt x="506830" y="53390"/>
                  </a:lnTo>
                  <a:lnTo>
                    <a:pt x="509086" y="53390"/>
                  </a:lnTo>
                  <a:lnTo>
                    <a:pt x="510590" y="52638"/>
                  </a:lnTo>
                  <a:lnTo>
                    <a:pt x="511342" y="51886"/>
                  </a:lnTo>
                  <a:lnTo>
                    <a:pt x="512094" y="51134"/>
                  </a:lnTo>
                  <a:lnTo>
                    <a:pt x="511342" y="47374"/>
                  </a:lnTo>
                  <a:lnTo>
                    <a:pt x="512094" y="45870"/>
                  </a:lnTo>
                  <a:lnTo>
                    <a:pt x="512846" y="45118"/>
                  </a:lnTo>
                  <a:lnTo>
                    <a:pt x="513598" y="43614"/>
                  </a:lnTo>
                  <a:lnTo>
                    <a:pt x="518110" y="31583"/>
                  </a:lnTo>
                  <a:lnTo>
                    <a:pt x="519614" y="28575"/>
                  </a:lnTo>
                  <a:lnTo>
                    <a:pt x="521870" y="30079"/>
                  </a:lnTo>
                  <a:lnTo>
                    <a:pt x="523374" y="31583"/>
                  </a:lnTo>
                  <a:lnTo>
                    <a:pt x="522622" y="35342"/>
                  </a:lnTo>
                  <a:lnTo>
                    <a:pt x="527134" y="36846"/>
                  </a:lnTo>
                  <a:lnTo>
                    <a:pt x="533149" y="36095"/>
                  </a:lnTo>
                  <a:lnTo>
                    <a:pt x="543677" y="23311"/>
                  </a:lnTo>
                  <a:lnTo>
                    <a:pt x="545181" y="20303"/>
                  </a:lnTo>
                  <a:lnTo>
                    <a:pt x="545933" y="19551"/>
                  </a:lnTo>
                  <a:lnTo>
                    <a:pt x="547437" y="19551"/>
                  </a:lnTo>
                  <a:lnTo>
                    <a:pt x="548189" y="20303"/>
                  </a:lnTo>
                  <a:lnTo>
                    <a:pt x="549693" y="21055"/>
                  </a:lnTo>
                  <a:lnTo>
                    <a:pt x="552701" y="20303"/>
                  </a:lnTo>
                  <a:lnTo>
                    <a:pt x="552701" y="18047"/>
                  </a:lnTo>
                  <a:lnTo>
                    <a:pt x="551949" y="15791"/>
                  </a:lnTo>
                  <a:lnTo>
                    <a:pt x="551949" y="13535"/>
                  </a:lnTo>
                  <a:lnTo>
                    <a:pt x="554205" y="12783"/>
                  </a:lnTo>
                  <a:lnTo>
                    <a:pt x="555709" y="13535"/>
                  </a:lnTo>
                  <a:lnTo>
                    <a:pt x="557965" y="15791"/>
                  </a:lnTo>
                  <a:lnTo>
                    <a:pt x="560220" y="15791"/>
                  </a:lnTo>
                  <a:lnTo>
                    <a:pt x="561724" y="14287"/>
                  </a:lnTo>
                  <a:lnTo>
                    <a:pt x="563228" y="9023"/>
                  </a:lnTo>
                  <a:lnTo>
                    <a:pt x="564732" y="7520"/>
                  </a:lnTo>
                  <a:lnTo>
                    <a:pt x="566236" y="9023"/>
                  </a:lnTo>
                  <a:lnTo>
                    <a:pt x="568492" y="11280"/>
                  </a:lnTo>
                  <a:lnTo>
                    <a:pt x="569244" y="14287"/>
                  </a:lnTo>
                  <a:lnTo>
                    <a:pt x="570748" y="15039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2" name="Forma Livre: Forma 211">
              <a:extLst>
                <a:ext uri="{FF2B5EF4-FFF2-40B4-BE49-F238E27FC236}">
                  <a16:creationId xmlns:a16="http://schemas.microsoft.com/office/drawing/2014/main" id="{BEB8DDF5-7AD9-3193-7B2C-976B01A387A2}"/>
                </a:ext>
              </a:extLst>
            </p:cNvPr>
            <p:cNvSpPr/>
            <p:nvPr/>
          </p:nvSpPr>
          <p:spPr>
            <a:xfrm>
              <a:off x="5249578" y="1411455"/>
              <a:ext cx="900112" cy="1013660"/>
            </a:xfrm>
            <a:custGeom>
              <a:avLst/>
              <a:gdLst>
                <a:gd name="csX0" fmla="*/ 885073 w 900112"/>
                <a:gd name="csY0" fmla="*/ 600075 h 1013660"/>
                <a:gd name="csX1" fmla="*/ 900113 w 900112"/>
                <a:gd name="csY1" fmla="*/ 764757 h 1013660"/>
                <a:gd name="csX2" fmla="*/ 764005 w 900112"/>
                <a:gd name="csY2" fmla="*/ 764005 h 1013660"/>
                <a:gd name="csX3" fmla="*/ 725655 w 900112"/>
                <a:gd name="csY3" fmla="*/ 765509 h 1013660"/>
                <a:gd name="csX4" fmla="*/ 721895 w 900112"/>
                <a:gd name="csY4" fmla="*/ 767013 h 1013660"/>
                <a:gd name="csX5" fmla="*/ 721143 w 900112"/>
                <a:gd name="csY5" fmla="*/ 767765 h 1013660"/>
                <a:gd name="csX6" fmla="*/ 721143 w 900112"/>
                <a:gd name="csY6" fmla="*/ 769269 h 1013660"/>
                <a:gd name="csX7" fmla="*/ 721143 w 900112"/>
                <a:gd name="csY7" fmla="*/ 770773 h 1013660"/>
                <a:gd name="csX8" fmla="*/ 719639 w 900112"/>
                <a:gd name="csY8" fmla="*/ 772277 h 1013660"/>
                <a:gd name="csX9" fmla="*/ 718887 w 900112"/>
                <a:gd name="csY9" fmla="*/ 773781 h 1013660"/>
                <a:gd name="csX10" fmla="*/ 717383 w 900112"/>
                <a:gd name="csY10" fmla="*/ 775285 h 1013660"/>
                <a:gd name="csX11" fmla="*/ 714375 w 900112"/>
                <a:gd name="csY11" fmla="*/ 776789 h 1013660"/>
                <a:gd name="csX12" fmla="*/ 712871 w 900112"/>
                <a:gd name="csY12" fmla="*/ 777541 h 1013660"/>
                <a:gd name="csX13" fmla="*/ 711367 w 900112"/>
                <a:gd name="csY13" fmla="*/ 778293 h 1013660"/>
                <a:gd name="csX14" fmla="*/ 709863 w 900112"/>
                <a:gd name="csY14" fmla="*/ 779797 h 1013660"/>
                <a:gd name="csX15" fmla="*/ 709111 w 900112"/>
                <a:gd name="csY15" fmla="*/ 780549 h 1013660"/>
                <a:gd name="csX16" fmla="*/ 708359 w 900112"/>
                <a:gd name="csY16" fmla="*/ 782053 h 1013660"/>
                <a:gd name="csX17" fmla="*/ 708359 w 900112"/>
                <a:gd name="csY17" fmla="*/ 784309 h 1013660"/>
                <a:gd name="csX18" fmla="*/ 709111 w 900112"/>
                <a:gd name="csY18" fmla="*/ 785812 h 1013660"/>
                <a:gd name="csX19" fmla="*/ 709111 w 900112"/>
                <a:gd name="csY19" fmla="*/ 787317 h 1013660"/>
                <a:gd name="csX20" fmla="*/ 708359 w 900112"/>
                <a:gd name="csY20" fmla="*/ 788820 h 1013660"/>
                <a:gd name="csX21" fmla="*/ 703095 w 900112"/>
                <a:gd name="csY21" fmla="*/ 797844 h 1013660"/>
                <a:gd name="csX22" fmla="*/ 697080 w 900112"/>
                <a:gd name="csY22" fmla="*/ 804612 h 1013660"/>
                <a:gd name="csX23" fmla="*/ 696328 w 900112"/>
                <a:gd name="csY23" fmla="*/ 806116 h 1013660"/>
                <a:gd name="csX24" fmla="*/ 695576 w 900112"/>
                <a:gd name="csY24" fmla="*/ 807620 h 1013660"/>
                <a:gd name="csX25" fmla="*/ 694824 w 900112"/>
                <a:gd name="csY25" fmla="*/ 809124 h 1013660"/>
                <a:gd name="csX26" fmla="*/ 693320 w 900112"/>
                <a:gd name="csY26" fmla="*/ 812132 h 1013660"/>
                <a:gd name="csX27" fmla="*/ 692568 w 900112"/>
                <a:gd name="csY27" fmla="*/ 813636 h 1013660"/>
                <a:gd name="csX28" fmla="*/ 691816 w 900112"/>
                <a:gd name="csY28" fmla="*/ 818899 h 1013660"/>
                <a:gd name="csX29" fmla="*/ 691816 w 900112"/>
                <a:gd name="csY29" fmla="*/ 820403 h 1013660"/>
                <a:gd name="csX30" fmla="*/ 691064 w 900112"/>
                <a:gd name="csY30" fmla="*/ 821907 h 1013660"/>
                <a:gd name="csX31" fmla="*/ 685800 w 900112"/>
                <a:gd name="csY31" fmla="*/ 829427 h 1013660"/>
                <a:gd name="csX32" fmla="*/ 683544 w 900112"/>
                <a:gd name="csY32" fmla="*/ 831683 h 1013660"/>
                <a:gd name="csX33" fmla="*/ 682792 w 900112"/>
                <a:gd name="csY33" fmla="*/ 833187 h 1013660"/>
                <a:gd name="csX34" fmla="*/ 682040 w 900112"/>
                <a:gd name="csY34" fmla="*/ 834691 h 1013660"/>
                <a:gd name="csX35" fmla="*/ 682040 w 900112"/>
                <a:gd name="csY35" fmla="*/ 842211 h 1013660"/>
                <a:gd name="csX36" fmla="*/ 681288 w 900112"/>
                <a:gd name="csY36" fmla="*/ 843715 h 1013660"/>
                <a:gd name="csX37" fmla="*/ 681288 w 900112"/>
                <a:gd name="csY37" fmla="*/ 845218 h 1013660"/>
                <a:gd name="csX38" fmla="*/ 679032 w 900112"/>
                <a:gd name="csY38" fmla="*/ 849730 h 1013660"/>
                <a:gd name="csX39" fmla="*/ 677528 w 900112"/>
                <a:gd name="csY39" fmla="*/ 852738 h 1013660"/>
                <a:gd name="csX40" fmla="*/ 675272 w 900112"/>
                <a:gd name="csY40" fmla="*/ 857250 h 1013660"/>
                <a:gd name="csX41" fmla="*/ 674520 w 900112"/>
                <a:gd name="csY41" fmla="*/ 858754 h 1013660"/>
                <a:gd name="csX42" fmla="*/ 673768 w 900112"/>
                <a:gd name="csY42" fmla="*/ 861762 h 1013660"/>
                <a:gd name="csX43" fmla="*/ 673768 w 900112"/>
                <a:gd name="csY43" fmla="*/ 864018 h 1013660"/>
                <a:gd name="csX44" fmla="*/ 671513 w 900112"/>
                <a:gd name="csY44" fmla="*/ 866274 h 1013660"/>
                <a:gd name="csX45" fmla="*/ 671513 w 900112"/>
                <a:gd name="csY45" fmla="*/ 867778 h 1013660"/>
                <a:gd name="csX46" fmla="*/ 670761 w 900112"/>
                <a:gd name="csY46" fmla="*/ 869282 h 1013660"/>
                <a:gd name="csX47" fmla="*/ 669257 w 900112"/>
                <a:gd name="csY47" fmla="*/ 875297 h 1013660"/>
                <a:gd name="csX48" fmla="*/ 669257 w 900112"/>
                <a:gd name="csY48" fmla="*/ 876049 h 1013660"/>
                <a:gd name="csX49" fmla="*/ 670009 w 900112"/>
                <a:gd name="csY49" fmla="*/ 877553 h 1013660"/>
                <a:gd name="csX50" fmla="*/ 670761 w 900112"/>
                <a:gd name="csY50" fmla="*/ 880561 h 1013660"/>
                <a:gd name="csX51" fmla="*/ 671513 w 900112"/>
                <a:gd name="csY51" fmla="*/ 882065 h 1013660"/>
                <a:gd name="csX52" fmla="*/ 672265 w 900112"/>
                <a:gd name="csY52" fmla="*/ 883569 h 1013660"/>
                <a:gd name="csX53" fmla="*/ 681288 w 900112"/>
                <a:gd name="csY53" fmla="*/ 893345 h 1013660"/>
                <a:gd name="csX54" fmla="*/ 682040 w 900112"/>
                <a:gd name="csY54" fmla="*/ 894097 h 1013660"/>
                <a:gd name="csX55" fmla="*/ 682792 w 900112"/>
                <a:gd name="csY55" fmla="*/ 895601 h 1013660"/>
                <a:gd name="csX56" fmla="*/ 682792 w 900112"/>
                <a:gd name="csY56" fmla="*/ 897857 h 1013660"/>
                <a:gd name="csX57" fmla="*/ 682792 w 900112"/>
                <a:gd name="csY57" fmla="*/ 899361 h 1013660"/>
                <a:gd name="csX58" fmla="*/ 682792 w 900112"/>
                <a:gd name="csY58" fmla="*/ 900864 h 1013660"/>
                <a:gd name="csX59" fmla="*/ 682792 w 900112"/>
                <a:gd name="csY59" fmla="*/ 902368 h 1013660"/>
                <a:gd name="csX60" fmla="*/ 681288 w 900112"/>
                <a:gd name="csY60" fmla="*/ 903120 h 1013660"/>
                <a:gd name="csX61" fmla="*/ 680536 w 900112"/>
                <a:gd name="csY61" fmla="*/ 904624 h 1013660"/>
                <a:gd name="csX62" fmla="*/ 679032 w 900112"/>
                <a:gd name="csY62" fmla="*/ 905376 h 1013660"/>
                <a:gd name="csX63" fmla="*/ 677528 w 900112"/>
                <a:gd name="csY63" fmla="*/ 905376 h 1013660"/>
                <a:gd name="csX64" fmla="*/ 672265 w 900112"/>
                <a:gd name="csY64" fmla="*/ 906880 h 1013660"/>
                <a:gd name="csX65" fmla="*/ 667753 w 900112"/>
                <a:gd name="csY65" fmla="*/ 908384 h 1013660"/>
                <a:gd name="csX66" fmla="*/ 657977 w 900112"/>
                <a:gd name="csY66" fmla="*/ 911392 h 1013660"/>
                <a:gd name="csX67" fmla="*/ 657225 w 900112"/>
                <a:gd name="csY67" fmla="*/ 912144 h 1013660"/>
                <a:gd name="csX68" fmla="*/ 656473 w 900112"/>
                <a:gd name="csY68" fmla="*/ 913648 h 1013660"/>
                <a:gd name="csX69" fmla="*/ 655721 w 900112"/>
                <a:gd name="csY69" fmla="*/ 915152 h 1013660"/>
                <a:gd name="csX70" fmla="*/ 654969 w 900112"/>
                <a:gd name="csY70" fmla="*/ 915904 h 1013660"/>
                <a:gd name="csX71" fmla="*/ 654217 w 900112"/>
                <a:gd name="csY71" fmla="*/ 916656 h 1013660"/>
                <a:gd name="csX72" fmla="*/ 653465 w 900112"/>
                <a:gd name="csY72" fmla="*/ 918160 h 1013660"/>
                <a:gd name="csX73" fmla="*/ 653465 w 900112"/>
                <a:gd name="csY73" fmla="*/ 918912 h 1013660"/>
                <a:gd name="csX74" fmla="*/ 652713 w 900112"/>
                <a:gd name="csY74" fmla="*/ 921920 h 1013660"/>
                <a:gd name="csX75" fmla="*/ 651961 w 900112"/>
                <a:gd name="csY75" fmla="*/ 923424 h 1013660"/>
                <a:gd name="csX76" fmla="*/ 651209 w 900112"/>
                <a:gd name="csY76" fmla="*/ 924928 h 1013660"/>
                <a:gd name="csX77" fmla="*/ 649705 w 900112"/>
                <a:gd name="csY77" fmla="*/ 925680 h 1013660"/>
                <a:gd name="csX78" fmla="*/ 648201 w 900112"/>
                <a:gd name="csY78" fmla="*/ 925680 h 1013660"/>
                <a:gd name="csX79" fmla="*/ 643689 w 900112"/>
                <a:gd name="csY79" fmla="*/ 924928 h 1013660"/>
                <a:gd name="csX80" fmla="*/ 640682 w 900112"/>
                <a:gd name="csY80" fmla="*/ 925680 h 1013660"/>
                <a:gd name="csX81" fmla="*/ 638426 w 900112"/>
                <a:gd name="csY81" fmla="*/ 925680 h 1013660"/>
                <a:gd name="csX82" fmla="*/ 636922 w 900112"/>
                <a:gd name="csY82" fmla="*/ 925680 h 1013660"/>
                <a:gd name="csX83" fmla="*/ 636922 w 900112"/>
                <a:gd name="csY83" fmla="*/ 926432 h 1013660"/>
                <a:gd name="csX84" fmla="*/ 636170 w 900112"/>
                <a:gd name="csY84" fmla="*/ 927184 h 1013660"/>
                <a:gd name="csX85" fmla="*/ 634666 w 900112"/>
                <a:gd name="csY85" fmla="*/ 927936 h 1013660"/>
                <a:gd name="csX86" fmla="*/ 633914 w 900112"/>
                <a:gd name="csY86" fmla="*/ 928687 h 1013660"/>
                <a:gd name="csX87" fmla="*/ 632410 w 900112"/>
                <a:gd name="csY87" fmla="*/ 929439 h 1013660"/>
                <a:gd name="csX88" fmla="*/ 630906 w 900112"/>
                <a:gd name="csY88" fmla="*/ 929439 h 1013660"/>
                <a:gd name="csX89" fmla="*/ 627146 w 900112"/>
                <a:gd name="csY89" fmla="*/ 928687 h 1013660"/>
                <a:gd name="csX90" fmla="*/ 617370 w 900112"/>
                <a:gd name="csY90" fmla="*/ 927936 h 1013660"/>
                <a:gd name="csX91" fmla="*/ 615867 w 900112"/>
                <a:gd name="csY91" fmla="*/ 927184 h 1013660"/>
                <a:gd name="csX92" fmla="*/ 614363 w 900112"/>
                <a:gd name="csY92" fmla="*/ 925680 h 1013660"/>
                <a:gd name="csX93" fmla="*/ 613611 w 900112"/>
                <a:gd name="csY93" fmla="*/ 924176 h 1013660"/>
                <a:gd name="csX94" fmla="*/ 613611 w 900112"/>
                <a:gd name="csY94" fmla="*/ 921920 h 1013660"/>
                <a:gd name="csX95" fmla="*/ 614363 w 900112"/>
                <a:gd name="csY95" fmla="*/ 918912 h 1013660"/>
                <a:gd name="csX96" fmla="*/ 613611 w 900112"/>
                <a:gd name="csY96" fmla="*/ 918160 h 1013660"/>
                <a:gd name="csX97" fmla="*/ 612858 w 900112"/>
                <a:gd name="csY97" fmla="*/ 916656 h 1013660"/>
                <a:gd name="csX98" fmla="*/ 612107 w 900112"/>
                <a:gd name="csY98" fmla="*/ 915904 h 1013660"/>
                <a:gd name="csX99" fmla="*/ 611355 w 900112"/>
                <a:gd name="csY99" fmla="*/ 912144 h 1013660"/>
                <a:gd name="csX100" fmla="*/ 606843 w 900112"/>
                <a:gd name="csY100" fmla="*/ 904624 h 1013660"/>
                <a:gd name="csX101" fmla="*/ 606091 w 900112"/>
                <a:gd name="csY101" fmla="*/ 903120 h 1013660"/>
                <a:gd name="csX102" fmla="*/ 601579 w 900112"/>
                <a:gd name="csY102" fmla="*/ 899361 h 1013660"/>
                <a:gd name="csX103" fmla="*/ 597819 w 900112"/>
                <a:gd name="csY103" fmla="*/ 895601 h 1013660"/>
                <a:gd name="csX104" fmla="*/ 595563 w 900112"/>
                <a:gd name="csY104" fmla="*/ 894097 h 1013660"/>
                <a:gd name="csX105" fmla="*/ 594059 w 900112"/>
                <a:gd name="csY105" fmla="*/ 892593 h 1013660"/>
                <a:gd name="csX106" fmla="*/ 592555 w 900112"/>
                <a:gd name="csY106" fmla="*/ 891841 h 1013660"/>
                <a:gd name="csX107" fmla="*/ 591051 w 900112"/>
                <a:gd name="csY107" fmla="*/ 890337 h 1013660"/>
                <a:gd name="csX108" fmla="*/ 590299 w 900112"/>
                <a:gd name="csY108" fmla="*/ 888081 h 1013660"/>
                <a:gd name="csX109" fmla="*/ 588795 w 900112"/>
                <a:gd name="csY109" fmla="*/ 884321 h 1013660"/>
                <a:gd name="csX110" fmla="*/ 588043 w 900112"/>
                <a:gd name="csY110" fmla="*/ 882817 h 1013660"/>
                <a:gd name="csX111" fmla="*/ 586539 w 900112"/>
                <a:gd name="csY111" fmla="*/ 882065 h 1013660"/>
                <a:gd name="csX112" fmla="*/ 584284 w 900112"/>
                <a:gd name="csY112" fmla="*/ 881313 h 1013660"/>
                <a:gd name="csX113" fmla="*/ 578268 w 900112"/>
                <a:gd name="csY113" fmla="*/ 881313 h 1013660"/>
                <a:gd name="csX114" fmla="*/ 576764 w 900112"/>
                <a:gd name="csY114" fmla="*/ 881313 h 1013660"/>
                <a:gd name="csX115" fmla="*/ 568492 w 900112"/>
                <a:gd name="csY115" fmla="*/ 879057 h 1013660"/>
                <a:gd name="csX116" fmla="*/ 566988 w 900112"/>
                <a:gd name="csY116" fmla="*/ 878305 h 1013660"/>
                <a:gd name="csX117" fmla="*/ 566236 w 900112"/>
                <a:gd name="csY117" fmla="*/ 877553 h 1013660"/>
                <a:gd name="csX118" fmla="*/ 563228 w 900112"/>
                <a:gd name="csY118" fmla="*/ 874545 h 1013660"/>
                <a:gd name="csX119" fmla="*/ 562476 w 900112"/>
                <a:gd name="csY119" fmla="*/ 874545 h 1013660"/>
                <a:gd name="csX120" fmla="*/ 561724 w 900112"/>
                <a:gd name="csY120" fmla="*/ 873793 h 1013660"/>
                <a:gd name="csX121" fmla="*/ 560220 w 900112"/>
                <a:gd name="csY121" fmla="*/ 873041 h 1013660"/>
                <a:gd name="csX122" fmla="*/ 557964 w 900112"/>
                <a:gd name="csY122" fmla="*/ 873041 h 1013660"/>
                <a:gd name="csX123" fmla="*/ 556460 w 900112"/>
                <a:gd name="csY123" fmla="*/ 873041 h 1013660"/>
                <a:gd name="csX124" fmla="*/ 551197 w 900112"/>
                <a:gd name="csY124" fmla="*/ 873793 h 1013660"/>
                <a:gd name="csX125" fmla="*/ 549693 w 900112"/>
                <a:gd name="csY125" fmla="*/ 873793 h 1013660"/>
                <a:gd name="csX126" fmla="*/ 546685 w 900112"/>
                <a:gd name="csY126" fmla="*/ 873793 h 1013660"/>
                <a:gd name="csX127" fmla="*/ 545933 w 900112"/>
                <a:gd name="csY127" fmla="*/ 873793 h 1013660"/>
                <a:gd name="csX128" fmla="*/ 545181 w 900112"/>
                <a:gd name="csY128" fmla="*/ 873793 h 1013660"/>
                <a:gd name="csX129" fmla="*/ 544429 w 900112"/>
                <a:gd name="csY129" fmla="*/ 874545 h 1013660"/>
                <a:gd name="csX130" fmla="*/ 543677 w 900112"/>
                <a:gd name="csY130" fmla="*/ 875297 h 1013660"/>
                <a:gd name="csX131" fmla="*/ 542925 w 900112"/>
                <a:gd name="csY131" fmla="*/ 878305 h 1013660"/>
                <a:gd name="csX132" fmla="*/ 542173 w 900112"/>
                <a:gd name="csY132" fmla="*/ 879809 h 1013660"/>
                <a:gd name="csX133" fmla="*/ 541421 w 900112"/>
                <a:gd name="csY133" fmla="*/ 881313 h 1013660"/>
                <a:gd name="csX134" fmla="*/ 540669 w 900112"/>
                <a:gd name="csY134" fmla="*/ 882065 h 1013660"/>
                <a:gd name="csX135" fmla="*/ 539165 w 900112"/>
                <a:gd name="csY135" fmla="*/ 882817 h 1013660"/>
                <a:gd name="csX136" fmla="*/ 538413 w 900112"/>
                <a:gd name="csY136" fmla="*/ 883569 h 1013660"/>
                <a:gd name="csX137" fmla="*/ 526382 w 900112"/>
                <a:gd name="csY137" fmla="*/ 888081 h 1013660"/>
                <a:gd name="csX138" fmla="*/ 520366 w 900112"/>
                <a:gd name="csY138" fmla="*/ 889585 h 1013660"/>
                <a:gd name="csX139" fmla="*/ 518862 w 900112"/>
                <a:gd name="csY139" fmla="*/ 890337 h 1013660"/>
                <a:gd name="csX140" fmla="*/ 508334 w 900112"/>
                <a:gd name="csY140" fmla="*/ 895601 h 1013660"/>
                <a:gd name="csX141" fmla="*/ 506830 w 900112"/>
                <a:gd name="csY141" fmla="*/ 896353 h 1013660"/>
                <a:gd name="csX142" fmla="*/ 506078 w 900112"/>
                <a:gd name="csY142" fmla="*/ 897857 h 1013660"/>
                <a:gd name="csX143" fmla="*/ 505326 w 900112"/>
                <a:gd name="csY143" fmla="*/ 898609 h 1013660"/>
                <a:gd name="csX144" fmla="*/ 503822 w 900112"/>
                <a:gd name="csY144" fmla="*/ 901616 h 1013660"/>
                <a:gd name="csX145" fmla="*/ 503070 w 900112"/>
                <a:gd name="csY145" fmla="*/ 903120 h 1013660"/>
                <a:gd name="csX146" fmla="*/ 502318 w 900112"/>
                <a:gd name="csY146" fmla="*/ 903872 h 1013660"/>
                <a:gd name="csX147" fmla="*/ 499311 w 900112"/>
                <a:gd name="csY147" fmla="*/ 906880 h 1013660"/>
                <a:gd name="csX148" fmla="*/ 497807 w 900112"/>
                <a:gd name="csY148" fmla="*/ 908384 h 1013660"/>
                <a:gd name="csX149" fmla="*/ 497055 w 900112"/>
                <a:gd name="csY149" fmla="*/ 909136 h 1013660"/>
                <a:gd name="csX150" fmla="*/ 496303 w 900112"/>
                <a:gd name="csY150" fmla="*/ 910640 h 1013660"/>
                <a:gd name="csX151" fmla="*/ 495551 w 900112"/>
                <a:gd name="csY151" fmla="*/ 915904 h 1013660"/>
                <a:gd name="csX152" fmla="*/ 494047 w 900112"/>
                <a:gd name="csY152" fmla="*/ 924928 h 1013660"/>
                <a:gd name="csX153" fmla="*/ 494047 w 900112"/>
                <a:gd name="csY153" fmla="*/ 926432 h 1013660"/>
                <a:gd name="csX154" fmla="*/ 490287 w 900112"/>
                <a:gd name="csY154" fmla="*/ 933199 h 1013660"/>
                <a:gd name="csX155" fmla="*/ 489535 w 900112"/>
                <a:gd name="csY155" fmla="*/ 936959 h 1013660"/>
                <a:gd name="csX156" fmla="*/ 489535 w 900112"/>
                <a:gd name="csY156" fmla="*/ 938463 h 1013660"/>
                <a:gd name="csX157" fmla="*/ 489535 w 900112"/>
                <a:gd name="csY157" fmla="*/ 942223 h 1013660"/>
                <a:gd name="csX158" fmla="*/ 492543 w 900112"/>
                <a:gd name="csY158" fmla="*/ 954255 h 1013660"/>
                <a:gd name="csX159" fmla="*/ 493295 w 900112"/>
                <a:gd name="csY159" fmla="*/ 955759 h 1013660"/>
                <a:gd name="csX160" fmla="*/ 492543 w 900112"/>
                <a:gd name="csY160" fmla="*/ 957262 h 1013660"/>
                <a:gd name="csX161" fmla="*/ 491791 w 900112"/>
                <a:gd name="csY161" fmla="*/ 958766 h 1013660"/>
                <a:gd name="csX162" fmla="*/ 491039 w 900112"/>
                <a:gd name="csY162" fmla="*/ 960270 h 1013660"/>
                <a:gd name="csX163" fmla="*/ 490287 w 900112"/>
                <a:gd name="csY163" fmla="*/ 961022 h 1013660"/>
                <a:gd name="csX164" fmla="*/ 490287 w 900112"/>
                <a:gd name="csY164" fmla="*/ 963278 h 1013660"/>
                <a:gd name="csX165" fmla="*/ 490287 w 900112"/>
                <a:gd name="csY165" fmla="*/ 964782 h 1013660"/>
                <a:gd name="csX166" fmla="*/ 491039 w 900112"/>
                <a:gd name="csY166" fmla="*/ 970046 h 1013660"/>
                <a:gd name="csX167" fmla="*/ 490287 w 900112"/>
                <a:gd name="csY167" fmla="*/ 972302 h 1013660"/>
                <a:gd name="csX168" fmla="*/ 488031 w 900112"/>
                <a:gd name="csY168" fmla="*/ 982078 h 1013660"/>
                <a:gd name="csX169" fmla="*/ 483519 w 900112"/>
                <a:gd name="csY169" fmla="*/ 991853 h 1013660"/>
                <a:gd name="csX170" fmla="*/ 483519 w 900112"/>
                <a:gd name="csY170" fmla="*/ 993357 h 1013660"/>
                <a:gd name="csX171" fmla="*/ 483519 w 900112"/>
                <a:gd name="csY171" fmla="*/ 995613 h 1013660"/>
                <a:gd name="csX172" fmla="*/ 486527 w 900112"/>
                <a:gd name="csY172" fmla="*/ 1011405 h 1013660"/>
                <a:gd name="csX173" fmla="*/ 486527 w 900112"/>
                <a:gd name="csY173" fmla="*/ 1013661 h 1013660"/>
                <a:gd name="csX174" fmla="*/ 485023 w 900112"/>
                <a:gd name="csY174" fmla="*/ 1012909 h 1013660"/>
                <a:gd name="csX175" fmla="*/ 483519 w 900112"/>
                <a:gd name="csY175" fmla="*/ 1012909 h 1013660"/>
                <a:gd name="csX176" fmla="*/ 480511 w 900112"/>
                <a:gd name="csY176" fmla="*/ 1012157 h 1013660"/>
                <a:gd name="csX177" fmla="*/ 474495 w 900112"/>
                <a:gd name="csY177" fmla="*/ 1010653 h 1013660"/>
                <a:gd name="csX178" fmla="*/ 470735 w 900112"/>
                <a:gd name="csY178" fmla="*/ 1010653 h 1013660"/>
                <a:gd name="csX179" fmla="*/ 469983 w 900112"/>
                <a:gd name="csY179" fmla="*/ 1010653 h 1013660"/>
                <a:gd name="csX180" fmla="*/ 468480 w 900112"/>
                <a:gd name="csY180" fmla="*/ 1009901 h 1013660"/>
                <a:gd name="csX181" fmla="*/ 466976 w 900112"/>
                <a:gd name="csY181" fmla="*/ 1009149 h 1013660"/>
                <a:gd name="csX182" fmla="*/ 464720 w 900112"/>
                <a:gd name="csY182" fmla="*/ 1006141 h 1013660"/>
                <a:gd name="csX183" fmla="*/ 463968 w 900112"/>
                <a:gd name="csY183" fmla="*/ 1005389 h 1013660"/>
                <a:gd name="csX184" fmla="*/ 462464 w 900112"/>
                <a:gd name="csY184" fmla="*/ 1004637 h 1013660"/>
                <a:gd name="csX185" fmla="*/ 459456 w 900112"/>
                <a:gd name="csY185" fmla="*/ 1006141 h 1013660"/>
                <a:gd name="csX186" fmla="*/ 452688 w 900112"/>
                <a:gd name="csY186" fmla="*/ 1009149 h 1013660"/>
                <a:gd name="csX187" fmla="*/ 451936 w 900112"/>
                <a:gd name="csY187" fmla="*/ 1009149 h 1013660"/>
                <a:gd name="csX188" fmla="*/ 450432 w 900112"/>
                <a:gd name="csY188" fmla="*/ 1009149 h 1013660"/>
                <a:gd name="csX189" fmla="*/ 449680 w 900112"/>
                <a:gd name="csY189" fmla="*/ 1009149 h 1013660"/>
                <a:gd name="csX190" fmla="*/ 448176 w 900112"/>
                <a:gd name="csY190" fmla="*/ 1009149 h 1013660"/>
                <a:gd name="csX191" fmla="*/ 447424 w 900112"/>
                <a:gd name="csY191" fmla="*/ 1009149 h 1013660"/>
                <a:gd name="csX192" fmla="*/ 446672 w 900112"/>
                <a:gd name="csY192" fmla="*/ 1008397 h 1013660"/>
                <a:gd name="csX193" fmla="*/ 445920 w 900112"/>
                <a:gd name="csY193" fmla="*/ 1007645 h 1013660"/>
                <a:gd name="csX194" fmla="*/ 445168 w 900112"/>
                <a:gd name="csY194" fmla="*/ 1007645 h 1013660"/>
                <a:gd name="csX195" fmla="*/ 444416 w 900112"/>
                <a:gd name="csY195" fmla="*/ 1006141 h 1013660"/>
                <a:gd name="csX196" fmla="*/ 436145 w 900112"/>
                <a:gd name="csY196" fmla="*/ 987341 h 1013660"/>
                <a:gd name="csX197" fmla="*/ 435393 w 900112"/>
                <a:gd name="csY197" fmla="*/ 987341 h 1013660"/>
                <a:gd name="csX198" fmla="*/ 433889 w 900112"/>
                <a:gd name="csY198" fmla="*/ 985838 h 1013660"/>
                <a:gd name="csX199" fmla="*/ 433137 w 900112"/>
                <a:gd name="csY199" fmla="*/ 985086 h 1013660"/>
                <a:gd name="csX200" fmla="*/ 432385 w 900112"/>
                <a:gd name="csY200" fmla="*/ 985086 h 1013660"/>
                <a:gd name="csX201" fmla="*/ 431633 w 900112"/>
                <a:gd name="csY201" fmla="*/ 984334 h 1013660"/>
                <a:gd name="csX202" fmla="*/ 430129 w 900112"/>
                <a:gd name="csY202" fmla="*/ 984334 h 1013660"/>
                <a:gd name="csX203" fmla="*/ 428625 w 900112"/>
                <a:gd name="csY203" fmla="*/ 983582 h 1013660"/>
                <a:gd name="csX204" fmla="*/ 427873 w 900112"/>
                <a:gd name="csY204" fmla="*/ 981326 h 1013660"/>
                <a:gd name="csX205" fmla="*/ 424865 w 900112"/>
                <a:gd name="csY205" fmla="*/ 976814 h 1013660"/>
                <a:gd name="csX206" fmla="*/ 423361 w 900112"/>
                <a:gd name="csY206" fmla="*/ 973806 h 1013660"/>
                <a:gd name="csX207" fmla="*/ 421857 w 900112"/>
                <a:gd name="csY207" fmla="*/ 972302 h 1013660"/>
                <a:gd name="csX208" fmla="*/ 421105 w 900112"/>
                <a:gd name="csY208" fmla="*/ 971550 h 1013660"/>
                <a:gd name="csX209" fmla="*/ 414337 w 900112"/>
                <a:gd name="csY209" fmla="*/ 967790 h 1013660"/>
                <a:gd name="csX210" fmla="*/ 405314 w 900112"/>
                <a:gd name="csY210" fmla="*/ 961022 h 1013660"/>
                <a:gd name="csX211" fmla="*/ 403810 w 900112"/>
                <a:gd name="csY211" fmla="*/ 960270 h 1013660"/>
                <a:gd name="csX212" fmla="*/ 402306 w 900112"/>
                <a:gd name="csY212" fmla="*/ 959518 h 1013660"/>
                <a:gd name="csX213" fmla="*/ 399298 w 900112"/>
                <a:gd name="csY213" fmla="*/ 959518 h 1013660"/>
                <a:gd name="csX214" fmla="*/ 397794 w 900112"/>
                <a:gd name="csY214" fmla="*/ 958766 h 1013660"/>
                <a:gd name="csX215" fmla="*/ 396290 w 900112"/>
                <a:gd name="csY215" fmla="*/ 958015 h 1013660"/>
                <a:gd name="csX216" fmla="*/ 395538 w 900112"/>
                <a:gd name="csY216" fmla="*/ 957262 h 1013660"/>
                <a:gd name="csX217" fmla="*/ 389522 w 900112"/>
                <a:gd name="csY217" fmla="*/ 947487 h 1013660"/>
                <a:gd name="csX218" fmla="*/ 387266 w 900112"/>
                <a:gd name="csY218" fmla="*/ 945983 h 1013660"/>
                <a:gd name="csX219" fmla="*/ 385011 w 900112"/>
                <a:gd name="csY219" fmla="*/ 945231 h 1013660"/>
                <a:gd name="csX220" fmla="*/ 383506 w 900112"/>
                <a:gd name="csY220" fmla="*/ 945231 h 1013660"/>
                <a:gd name="csX221" fmla="*/ 381251 w 900112"/>
                <a:gd name="csY221" fmla="*/ 943727 h 1013660"/>
                <a:gd name="csX222" fmla="*/ 378243 w 900112"/>
                <a:gd name="csY222" fmla="*/ 942223 h 1013660"/>
                <a:gd name="csX223" fmla="*/ 367715 w 900112"/>
                <a:gd name="csY223" fmla="*/ 931695 h 1013660"/>
                <a:gd name="csX224" fmla="*/ 364707 w 900112"/>
                <a:gd name="csY224" fmla="*/ 926432 h 1013660"/>
                <a:gd name="csX225" fmla="*/ 362451 w 900112"/>
                <a:gd name="csY225" fmla="*/ 924176 h 1013660"/>
                <a:gd name="csX226" fmla="*/ 361699 w 900112"/>
                <a:gd name="csY226" fmla="*/ 923424 h 1013660"/>
                <a:gd name="csX227" fmla="*/ 360195 w 900112"/>
                <a:gd name="csY227" fmla="*/ 922672 h 1013660"/>
                <a:gd name="csX228" fmla="*/ 352676 w 900112"/>
                <a:gd name="csY228" fmla="*/ 920416 h 1013660"/>
                <a:gd name="csX229" fmla="*/ 351172 w 900112"/>
                <a:gd name="csY229" fmla="*/ 919664 h 1013660"/>
                <a:gd name="csX230" fmla="*/ 350420 w 900112"/>
                <a:gd name="csY230" fmla="*/ 918912 h 1013660"/>
                <a:gd name="csX231" fmla="*/ 350420 w 900112"/>
                <a:gd name="csY231" fmla="*/ 918160 h 1013660"/>
                <a:gd name="csX232" fmla="*/ 349668 w 900112"/>
                <a:gd name="csY232" fmla="*/ 915904 h 1013660"/>
                <a:gd name="csX233" fmla="*/ 349668 w 900112"/>
                <a:gd name="csY233" fmla="*/ 913648 h 1013660"/>
                <a:gd name="csX234" fmla="*/ 349668 w 900112"/>
                <a:gd name="csY234" fmla="*/ 911392 h 1013660"/>
                <a:gd name="csX235" fmla="*/ 350420 w 900112"/>
                <a:gd name="csY235" fmla="*/ 906128 h 1013660"/>
                <a:gd name="csX236" fmla="*/ 350420 w 900112"/>
                <a:gd name="csY236" fmla="*/ 904624 h 1013660"/>
                <a:gd name="csX237" fmla="*/ 351172 w 900112"/>
                <a:gd name="csY237" fmla="*/ 904624 h 1013660"/>
                <a:gd name="csX238" fmla="*/ 352676 w 900112"/>
                <a:gd name="csY238" fmla="*/ 903872 h 1013660"/>
                <a:gd name="csX239" fmla="*/ 354180 w 900112"/>
                <a:gd name="csY239" fmla="*/ 903872 h 1013660"/>
                <a:gd name="csX240" fmla="*/ 360195 w 900112"/>
                <a:gd name="csY240" fmla="*/ 906128 h 1013660"/>
                <a:gd name="csX241" fmla="*/ 361699 w 900112"/>
                <a:gd name="csY241" fmla="*/ 906128 h 1013660"/>
                <a:gd name="csX242" fmla="*/ 364707 w 900112"/>
                <a:gd name="csY242" fmla="*/ 907632 h 1013660"/>
                <a:gd name="csX243" fmla="*/ 366211 w 900112"/>
                <a:gd name="csY243" fmla="*/ 908384 h 1013660"/>
                <a:gd name="csX244" fmla="*/ 367715 w 900112"/>
                <a:gd name="csY244" fmla="*/ 908384 h 1013660"/>
                <a:gd name="csX245" fmla="*/ 369219 w 900112"/>
                <a:gd name="csY245" fmla="*/ 907632 h 1013660"/>
                <a:gd name="csX246" fmla="*/ 369971 w 900112"/>
                <a:gd name="csY246" fmla="*/ 906128 h 1013660"/>
                <a:gd name="csX247" fmla="*/ 371475 w 900112"/>
                <a:gd name="csY247" fmla="*/ 903872 h 1013660"/>
                <a:gd name="csX248" fmla="*/ 372227 w 900112"/>
                <a:gd name="csY248" fmla="*/ 902368 h 1013660"/>
                <a:gd name="csX249" fmla="*/ 375235 w 900112"/>
                <a:gd name="csY249" fmla="*/ 900864 h 1013660"/>
                <a:gd name="csX250" fmla="*/ 375987 w 900112"/>
                <a:gd name="csY250" fmla="*/ 900113 h 1013660"/>
                <a:gd name="csX251" fmla="*/ 378995 w 900112"/>
                <a:gd name="csY251" fmla="*/ 896353 h 1013660"/>
                <a:gd name="csX252" fmla="*/ 379747 w 900112"/>
                <a:gd name="csY252" fmla="*/ 894849 h 1013660"/>
                <a:gd name="csX253" fmla="*/ 380499 w 900112"/>
                <a:gd name="csY253" fmla="*/ 893345 h 1013660"/>
                <a:gd name="csX254" fmla="*/ 380499 w 900112"/>
                <a:gd name="csY254" fmla="*/ 891089 h 1013660"/>
                <a:gd name="csX255" fmla="*/ 378243 w 900112"/>
                <a:gd name="csY255" fmla="*/ 877553 h 1013660"/>
                <a:gd name="csX256" fmla="*/ 376739 w 900112"/>
                <a:gd name="csY256" fmla="*/ 876049 h 1013660"/>
                <a:gd name="csX257" fmla="*/ 375987 w 900112"/>
                <a:gd name="csY257" fmla="*/ 875297 h 1013660"/>
                <a:gd name="csX258" fmla="*/ 375987 w 900112"/>
                <a:gd name="csY258" fmla="*/ 874545 h 1013660"/>
                <a:gd name="csX259" fmla="*/ 372227 w 900112"/>
                <a:gd name="csY259" fmla="*/ 872289 h 1013660"/>
                <a:gd name="csX260" fmla="*/ 371475 w 900112"/>
                <a:gd name="csY260" fmla="*/ 871538 h 1013660"/>
                <a:gd name="csX261" fmla="*/ 369971 w 900112"/>
                <a:gd name="csY261" fmla="*/ 870034 h 1013660"/>
                <a:gd name="csX262" fmla="*/ 369219 w 900112"/>
                <a:gd name="csY262" fmla="*/ 868530 h 1013660"/>
                <a:gd name="csX263" fmla="*/ 369219 w 900112"/>
                <a:gd name="csY263" fmla="*/ 865522 h 1013660"/>
                <a:gd name="csX264" fmla="*/ 370723 w 900112"/>
                <a:gd name="csY264" fmla="*/ 858754 h 1013660"/>
                <a:gd name="csX265" fmla="*/ 370723 w 900112"/>
                <a:gd name="csY265" fmla="*/ 854242 h 1013660"/>
                <a:gd name="csX266" fmla="*/ 369971 w 900112"/>
                <a:gd name="csY266" fmla="*/ 850482 h 1013660"/>
                <a:gd name="csX267" fmla="*/ 369219 w 900112"/>
                <a:gd name="csY267" fmla="*/ 848226 h 1013660"/>
                <a:gd name="csX268" fmla="*/ 368467 w 900112"/>
                <a:gd name="csY268" fmla="*/ 845970 h 1013660"/>
                <a:gd name="csX269" fmla="*/ 364707 w 900112"/>
                <a:gd name="csY269" fmla="*/ 839955 h 1013660"/>
                <a:gd name="csX270" fmla="*/ 363203 w 900112"/>
                <a:gd name="csY270" fmla="*/ 838451 h 1013660"/>
                <a:gd name="csX271" fmla="*/ 361699 w 900112"/>
                <a:gd name="csY271" fmla="*/ 836947 h 1013660"/>
                <a:gd name="csX272" fmla="*/ 357187 w 900112"/>
                <a:gd name="csY272" fmla="*/ 835443 h 1013660"/>
                <a:gd name="csX273" fmla="*/ 355684 w 900112"/>
                <a:gd name="csY273" fmla="*/ 833939 h 1013660"/>
                <a:gd name="csX274" fmla="*/ 354180 w 900112"/>
                <a:gd name="csY274" fmla="*/ 833187 h 1013660"/>
                <a:gd name="csX275" fmla="*/ 352676 w 900112"/>
                <a:gd name="csY275" fmla="*/ 830931 h 1013660"/>
                <a:gd name="csX276" fmla="*/ 351172 w 900112"/>
                <a:gd name="csY276" fmla="*/ 827923 h 1013660"/>
                <a:gd name="csX277" fmla="*/ 348916 w 900112"/>
                <a:gd name="csY277" fmla="*/ 818147 h 1013660"/>
                <a:gd name="csX278" fmla="*/ 347412 w 900112"/>
                <a:gd name="csY278" fmla="*/ 815140 h 1013660"/>
                <a:gd name="csX279" fmla="*/ 345156 w 900112"/>
                <a:gd name="csY279" fmla="*/ 812132 h 1013660"/>
                <a:gd name="csX280" fmla="*/ 343652 w 900112"/>
                <a:gd name="csY280" fmla="*/ 809876 h 1013660"/>
                <a:gd name="csX281" fmla="*/ 339892 w 900112"/>
                <a:gd name="csY281" fmla="*/ 806116 h 1013660"/>
                <a:gd name="csX282" fmla="*/ 338388 w 900112"/>
                <a:gd name="csY282" fmla="*/ 804612 h 1013660"/>
                <a:gd name="csX283" fmla="*/ 337636 w 900112"/>
                <a:gd name="csY283" fmla="*/ 800852 h 1013660"/>
                <a:gd name="csX284" fmla="*/ 337636 w 900112"/>
                <a:gd name="csY284" fmla="*/ 797844 h 1013660"/>
                <a:gd name="csX285" fmla="*/ 338388 w 900112"/>
                <a:gd name="csY285" fmla="*/ 796340 h 1013660"/>
                <a:gd name="csX286" fmla="*/ 339892 w 900112"/>
                <a:gd name="csY286" fmla="*/ 795588 h 1013660"/>
                <a:gd name="csX287" fmla="*/ 341396 w 900112"/>
                <a:gd name="csY287" fmla="*/ 794836 h 1013660"/>
                <a:gd name="csX288" fmla="*/ 342900 w 900112"/>
                <a:gd name="csY288" fmla="*/ 794084 h 1013660"/>
                <a:gd name="csX289" fmla="*/ 343652 w 900112"/>
                <a:gd name="csY289" fmla="*/ 792580 h 1013660"/>
                <a:gd name="csX290" fmla="*/ 346660 w 900112"/>
                <a:gd name="csY290" fmla="*/ 784309 h 1013660"/>
                <a:gd name="csX291" fmla="*/ 346660 w 900112"/>
                <a:gd name="csY291" fmla="*/ 782805 h 1013660"/>
                <a:gd name="csX292" fmla="*/ 345908 w 900112"/>
                <a:gd name="csY292" fmla="*/ 780549 h 1013660"/>
                <a:gd name="csX293" fmla="*/ 342148 w 900112"/>
                <a:gd name="csY293" fmla="*/ 776037 h 1013660"/>
                <a:gd name="csX294" fmla="*/ 341396 w 900112"/>
                <a:gd name="csY294" fmla="*/ 774533 h 1013660"/>
                <a:gd name="csX295" fmla="*/ 340644 w 900112"/>
                <a:gd name="csY295" fmla="*/ 772277 h 1013660"/>
                <a:gd name="csX296" fmla="*/ 340644 w 900112"/>
                <a:gd name="csY296" fmla="*/ 761749 h 1013660"/>
                <a:gd name="csX297" fmla="*/ 340644 w 900112"/>
                <a:gd name="csY297" fmla="*/ 760245 h 1013660"/>
                <a:gd name="csX298" fmla="*/ 341396 w 900112"/>
                <a:gd name="csY298" fmla="*/ 757989 h 1013660"/>
                <a:gd name="csX299" fmla="*/ 345156 w 900112"/>
                <a:gd name="csY299" fmla="*/ 751974 h 1013660"/>
                <a:gd name="csX300" fmla="*/ 345908 w 900112"/>
                <a:gd name="csY300" fmla="*/ 750470 h 1013660"/>
                <a:gd name="csX301" fmla="*/ 346660 w 900112"/>
                <a:gd name="csY301" fmla="*/ 748966 h 1013660"/>
                <a:gd name="csX302" fmla="*/ 346660 w 900112"/>
                <a:gd name="csY302" fmla="*/ 746710 h 1013660"/>
                <a:gd name="csX303" fmla="*/ 344404 w 900112"/>
                <a:gd name="csY303" fmla="*/ 738438 h 1013660"/>
                <a:gd name="csX304" fmla="*/ 345156 w 900112"/>
                <a:gd name="csY304" fmla="*/ 736934 h 1013660"/>
                <a:gd name="csX305" fmla="*/ 345156 w 900112"/>
                <a:gd name="csY305" fmla="*/ 735430 h 1013660"/>
                <a:gd name="csX306" fmla="*/ 345908 w 900112"/>
                <a:gd name="csY306" fmla="*/ 733926 h 1013660"/>
                <a:gd name="csX307" fmla="*/ 347412 w 900112"/>
                <a:gd name="csY307" fmla="*/ 733174 h 1013660"/>
                <a:gd name="csX308" fmla="*/ 349668 w 900112"/>
                <a:gd name="csY308" fmla="*/ 730918 h 1013660"/>
                <a:gd name="csX309" fmla="*/ 350420 w 900112"/>
                <a:gd name="csY309" fmla="*/ 729414 h 1013660"/>
                <a:gd name="csX310" fmla="*/ 351172 w 900112"/>
                <a:gd name="csY310" fmla="*/ 728663 h 1013660"/>
                <a:gd name="csX311" fmla="*/ 352676 w 900112"/>
                <a:gd name="csY311" fmla="*/ 725655 h 1013660"/>
                <a:gd name="csX312" fmla="*/ 353428 w 900112"/>
                <a:gd name="csY312" fmla="*/ 721895 h 1013660"/>
                <a:gd name="csX313" fmla="*/ 353428 w 900112"/>
                <a:gd name="csY313" fmla="*/ 720391 h 1013660"/>
                <a:gd name="csX314" fmla="*/ 352676 w 900112"/>
                <a:gd name="csY314" fmla="*/ 717383 h 1013660"/>
                <a:gd name="csX315" fmla="*/ 345156 w 900112"/>
                <a:gd name="csY315" fmla="*/ 696328 h 1013660"/>
                <a:gd name="csX316" fmla="*/ 343652 w 900112"/>
                <a:gd name="csY316" fmla="*/ 693320 h 1013660"/>
                <a:gd name="csX317" fmla="*/ 343652 w 900112"/>
                <a:gd name="csY317" fmla="*/ 691064 h 1013660"/>
                <a:gd name="csX318" fmla="*/ 344404 w 900112"/>
                <a:gd name="csY318" fmla="*/ 689560 h 1013660"/>
                <a:gd name="csX319" fmla="*/ 345156 w 900112"/>
                <a:gd name="csY319" fmla="*/ 688056 h 1013660"/>
                <a:gd name="csX320" fmla="*/ 346660 w 900112"/>
                <a:gd name="csY320" fmla="*/ 687304 h 1013660"/>
                <a:gd name="csX321" fmla="*/ 348164 w 900112"/>
                <a:gd name="csY321" fmla="*/ 685800 h 1013660"/>
                <a:gd name="csX322" fmla="*/ 350420 w 900112"/>
                <a:gd name="csY322" fmla="*/ 685048 h 1013660"/>
                <a:gd name="csX323" fmla="*/ 352676 w 900112"/>
                <a:gd name="csY323" fmla="*/ 682792 h 1013660"/>
                <a:gd name="csX324" fmla="*/ 356436 w 900112"/>
                <a:gd name="csY324" fmla="*/ 680536 h 1013660"/>
                <a:gd name="csX325" fmla="*/ 358691 w 900112"/>
                <a:gd name="csY325" fmla="*/ 677528 h 1013660"/>
                <a:gd name="csX326" fmla="*/ 358691 w 900112"/>
                <a:gd name="csY326" fmla="*/ 674520 h 1013660"/>
                <a:gd name="csX327" fmla="*/ 357187 w 900112"/>
                <a:gd name="csY327" fmla="*/ 670009 h 1013660"/>
                <a:gd name="csX328" fmla="*/ 350420 w 900112"/>
                <a:gd name="csY328" fmla="*/ 656473 h 1013660"/>
                <a:gd name="csX329" fmla="*/ 348916 w 900112"/>
                <a:gd name="csY329" fmla="*/ 653465 h 1013660"/>
                <a:gd name="csX330" fmla="*/ 348164 w 900112"/>
                <a:gd name="csY330" fmla="*/ 638426 h 1013660"/>
                <a:gd name="csX331" fmla="*/ 347412 w 900112"/>
                <a:gd name="csY331" fmla="*/ 635418 h 1013660"/>
                <a:gd name="csX332" fmla="*/ 342900 w 900112"/>
                <a:gd name="csY332" fmla="*/ 627898 h 1013660"/>
                <a:gd name="csX333" fmla="*/ 342900 w 900112"/>
                <a:gd name="csY333" fmla="*/ 625642 h 1013660"/>
                <a:gd name="csX334" fmla="*/ 342148 w 900112"/>
                <a:gd name="csY334" fmla="*/ 624138 h 1013660"/>
                <a:gd name="csX335" fmla="*/ 342148 w 900112"/>
                <a:gd name="csY335" fmla="*/ 619626 h 1013660"/>
                <a:gd name="csX336" fmla="*/ 333124 w 900112"/>
                <a:gd name="csY336" fmla="*/ 592555 h 1013660"/>
                <a:gd name="csX337" fmla="*/ 333124 w 900112"/>
                <a:gd name="csY337" fmla="*/ 591051 h 1013660"/>
                <a:gd name="csX338" fmla="*/ 333124 w 900112"/>
                <a:gd name="csY338" fmla="*/ 588795 h 1013660"/>
                <a:gd name="csX339" fmla="*/ 333124 w 900112"/>
                <a:gd name="csY339" fmla="*/ 587291 h 1013660"/>
                <a:gd name="csX340" fmla="*/ 331620 w 900112"/>
                <a:gd name="csY340" fmla="*/ 584284 h 1013660"/>
                <a:gd name="csX341" fmla="*/ 328612 w 900112"/>
                <a:gd name="csY341" fmla="*/ 581276 h 1013660"/>
                <a:gd name="csX342" fmla="*/ 325605 w 900112"/>
                <a:gd name="csY342" fmla="*/ 579020 h 1013660"/>
                <a:gd name="csX343" fmla="*/ 324101 w 900112"/>
                <a:gd name="csY343" fmla="*/ 577516 h 1013660"/>
                <a:gd name="csX344" fmla="*/ 322597 w 900112"/>
                <a:gd name="csY344" fmla="*/ 576764 h 1013660"/>
                <a:gd name="csX345" fmla="*/ 321093 w 900112"/>
                <a:gd name="csY345" fmla="*/ 576012 h 1013660"/>
                <a:gd name="csX346" fmla="*/ 318837 w 900112"/>
                <a:gd name="csY346" fmla="*/ 574508 h 1013660"/>
                <a:gd name="csX347" fmla="*/ 317333 w 900112"/>
                <a:gd name="csY347" fmla="*/ 572252 h 1013660"/>
                <a:gd name="csX348" fmla="*/ 315077 w 900112"/>
                <a:gd name="csY348" fmla="*/ 569244 h 1013660"/>
                <a:gd name="csX349" fmla="*/ 312069 w 900112"/>
                <a:gd name="csY349" fmla="*/ 563980 h 1013660"/>
                <a:gd name="csX350" fmla="*/ 306805 w 900112"/>
                <a:gd name="csY350" fmla="*/ 556461 h 1013660"/>
                <a:gd name="csX351" fmla="*/ 306805 w 900112"/>
                <a:gd name="csY351" fmla="*/ 554205 h 1013660"/>
                <a:gd name="csX352" fmla="*/ 307557 w 900112"/>
                <a:gd name="csY352" fmla="*/ 551949 h 1013660"/>
                <a:gd name="csX353" fmla="*/ 309813 w 900112"/>
                <a:gd name="csY353" fmla="*/ 549693 h 1013660"/>
                <a:gd name="csX354" fmla="*/ 310565 w 900112"/>
                <a:gd name="csY354" fmla="*/ 548189 h 1013660"/>
                <a:gd name="csX355" fmla="*/ 312069 w 900112"/>
                <a:gd name="csY355" fmla="*/ 542925 h 1013660"/>
                <a:gd name="csX356" fmla="*/ 312821 w 900112"/>
                <a:gd name="csY356" fmla="*/ 541421 h 1013660"/>
                <a:gd name="csX357" fmla="*/ 317333 w 900112"/>
                <a:gd name="csY357" fmla="*/ 539165 h 1013660"/>
                <a:gd name="csX358" fmla="*/ 318085 w 900112"/>
                <a:gd name="csY358" fmla="*/ 537661 h 1013660"/>
                <a:gd name="csX359" fmla="*/ 318085 w 900112"/>
                <a:gd name="csY359" fmla="*/ 536157 h 1013660"/>
                <a:gd name="csX360" fmla="*/ 317333 w 900112"/>
                <a:gd name="csY360" fmla="*/ 530893 h 1013660"/>
                <a:gd name="csX361" fmla="*/ 315077 w 900112"/>
                <a:gd name="csY361" fmla="*/ 524878 h 1013660"/>
                <a:gd name="csX362" fmla="*/ 315077 w 900112"/>
                <a:gd name="csY362" fmla="*/ 523374 h 1013660"/>
                <a:gd name="csX363" fmla="*/ 315077 w 900112"/>
                <a:gd name="csY363" fmla="*/ 521118 h 1013660"/>
                <a:gd name="csX364" fmla="*/ 315829 w 900112"/>
                <a:gd name="csY364" fmla="*/ 519614 h 1013660"/>
                <a:gd name="csX365" fmla="*/ 317333 w 900112"/>
                <a:gd name="csY365" fmla="*/ 518110 h 1013660"/>
                <a:gd name="csX366" fmla="*/ 321093 w 900112"/>
                <a:gd name="csY366" fmla="*/ 512846 h 1013660"/>
                <a:gd name="csX367" fmla="*/ 321093 w 900112"/>
                <a:gd name="csY367" fmla="*/ 511342 h 1013660"/>
                <a:gd name="csX368" fmla="*/ 321845 w 900112"/>
                <a:gd name="csY368" fmla="*/ 509086 h 1013660"/>
                <a:gd name="csX369" fmla="*/ 321093 w 900112"/>
                <a:gd name="csY369" fmla="*/ 507582 h 1013660"/>
                <a:gd name="csX370" fmla="*/ 320341 w 900112"/>
                <a:gd name="csY370" fmla="*/ 506078 h 1013660"/>
                <a:gd name="csX371" fmla="*/ 319589 w 900112"/>
                <a:gd name="csY371" fmla="*/ 503822 h 1013660"/>
                <a:gd name="csX372" fmla="*/ 317333 w 900112"/>
                <a:gd name="csY372" fmla="*/ 503070 h 1013660"/>
                <a:gd name="csX373" fmla="*/ 315829 w 900112"/>
                <a:gd name="csY373" fmla="*/ 501566 h 1013660"/>
                <a:gd name="csX374" fmla="*/ 310565 w 900112"/>
                <a:gd name="csY374" fmla="*/ 500063 h 1013660"/>
                <a:gd name="csX375" fmla="*/ 301541 w 900112"/>
                <a:gd name="csY375" fmla="*/ 494799 h 1013660"/>
                <a:gd name="csX376" fmla="*/ 297782 w 900112"/>
                <a:gd name="csY376" fmla="*/ 493295 h 1013660"/>
                <a:gd name="csX377" fmla="*/ 295526 w 900112"/>
                <a:gd name="csY377" fmla="*/ 493295 h 1013660"/>
                <a:gd name="csX378" fmla="*/ 290262 w 900112"/>
                <a:gd name="csY378" fmla="*/ 493295 h 1013660"/>
                <a:gd name="csX379" fmla="*/ 288758 w 900112"/>
                <a:gd name="csY379" fmla="*/ 493295 h 1013660"/>
                <a:gd name="csX380" fmla="*/ 285750 w 900112"/>
                <a:gd name="csY380" fmla="*/ 492543 h 1013660"/>
                <a:gd name="csX381" fmla="*/ 283494 w 900112"/>
                <a:gd name="csY381" fmla="*/ 492543 h 1013660"/>
                <a:gd name="csX382" fmla="*/ 281990 w 900112"/>
                <a:gd name="csY382" fmla="*/ 492543 h 1013660"/>
                <a:gd name="csX383" fmla="*/ 278982 w 900112"/>
                <a:gd name="csY383" fmla="*/ 493295 h 1013660"/>
                <a:gd name="csX384" fmla="*/ 276726 w 900112"/>
                <a:gd name="csY384" fmla="*/ 493295 h 1013660"/>
                <a:gd name="csX385" fmla="*/ 274470 w 900112"/>
                <a:gd name="csY385" fmla="*/ 493295 h 1013660"/>
                <a:gd name="csX386" fmla="*/ 269959 w 900112"/>
                <a:gd name="csY386" fmla="*/ 491039 h 1013660"/>
                <a:gd name="csX387" fmla="*/ 267703 w 900112"/>
                <a:gd name="csY387" fmla="*/ 489535 h 1013660"/>
                <a:gd name="csX388" fmla="*/ 263943 w 900112"/>
                <a:gd name="csY388" fmla="*/ 487279 h 1013660"/>
                <a:gd name="csX389" fmla="*/ 258679 w 900112"/>
                <a:gd name="csY389" fmla="*/ 481263 h 1013660"/>
                <a:gd name="csX390" fmla="*/ 256423 w 900112"/>
                <a:gd name="csY390" fmla="*/ 479007 h 1013660"/>
                <a:gd name="csX391" fmla="*/ 255671 w 900112"/>
                <a:gd name="csY391" fmla="*/ 476751 h 1013660"/>
                <a:gd name="csX392" fmla="*/ 254919 w 900112"/>
                <a:gd name="csY392" fmla="*/ 475247 h 1013660"/>
                <a:gd name="csX393" fmla="*/ 254919 w 900112"/>
                <a:gd name="csY393" fmla="*/ 471487 h 1013660"/>
                <a:gd name="csX394" fmla="*/ 254167 w 900112"/>
                <a:gd name="csY394" fmla="*/ 469984 h 1013660"/>
                <a:gd name="csX395" fmla="*/ 252663 w 900112"/>
                <a:gd name="csY395" fmla="*/ 469232 h 1013660"/>
                <a:gd name="csX396" fmla="*/ 248903 w 900112"/>
                <a:gd name="csY396" fmla="*/ 469232 h 1013660"/>
                <a:gd name="csX397" fmla="*/ 246647 w 900112"/>
                <a:gd name="csY397" fmla="*/ 469232 h 1013660"/>
                <a:gd name="csX398" fmla="*/ 244391 w 900112"/>
                <a:gd name="csY398" fmla="*/ 469984 h 1013660"/>
                <a:gd name="csX399" fmla="*/ 239880 w 900112"/>
                <a:gd name="csY399" fmla="*/ 471487 h 1013660"/>
                <a:gd name="csX400" fmla="*/ 238376 w 900112"/>
                <a:gd name="csY400" fmla="*/ 472239 h 1013660"/>
                <a:gd name="csX401" fmla="*/ 236872 w 900112"/>
                <a:gd name="csY401" fmla="*/ 472239 h 1013660"/>
                <a:gd name="csX402" fmla="*/ 234616 w 900112"/>
                <a:gd name="csY402" fmla="*/ 472239 h 1013660"/>
                <a:gd name="csX403" fmla="*/ 230856 w 900112"/>
                <a:gd name="csY403" fmla="*/ 472239 h 1013660"/>
                <a:gd name="csX404" fmla="*/ 228600 w 900112"/>
                <a:gd name="csY404" fmla="*/ 471487 h 1013660"/>
                <a:gd name="csX405" fmla="*/ 224088 w 900112"/>
                <a:gd name="csY405" fmla="*/ 468480 h 1013660"/>
                <a:gd name="csX406" fmla="*/ 218824 w 900112"/>
                <a:gd name="csY406" fmla="*/ 463216 h 1013660"/>
                <a:gd name="csX407" fmla="*/ 217320 w 900112"/>
                <a:gd name="csY407" fmla="*/ 461712 h 1013660"/>
                <a:gd name="csX408" fmla="*/ 216568 w 900112"/>
                <a:gd name="csY408" fmla="*/ 460208 h 1013660"/>
                <a:gd name="csX409" fmla="*/ 218072 w 900112"/>
                <a:gd name="csY409" fmla="*/ 455696 h 1013660"/>
                <a:gd name="csX410" fmla="*/ 218824 w 900112"/>
                <a:gd name="csY410" fmla="*/ 453440 h 1013660"/>
                <a:gd name="csX411" fmla="*/ 218072 w 900112"/>
                <a:gd name="csY411" fmla="*/ 442913 h 1013660"/>
                <a:gd name="csX412" fmla="*/ 218824 w 900112"/>
                <a:gd name="csY412" fmla="*/ 440657 h 1013660"/>
                <a:gd name="csX413" fmla="*/ 220328 w 900112"/>
                <a:gd name="csY413" fmla="*/ 436145 h 1013660"/>
                <a:gd name="csX414" fmla="*/ 220328 w 900112"/>
                <a:gd name="csY414" fmla="*/ 435393 h 1013660"/>
                <a:gd name="csX415" fmla="*/ 219576 w 900112"/>
                <a:gd name="csY415" fmla="*/ 433889 h 1013660"/>
                <a:gd name="csX416" fmla="*/ 216568 w 900112"/>
                <a:gd name="csY416" fmla="*/ 432385 h 1013660"/>
                <a:gd name="csX417" fmla="*/ 197769 w 900112"/>
                <a:gd name="csY417" fmla="*/ 431633 h 1013660"/>
                <a:gd name="csX418" fmla="*/ 187993 w 900112"/>
                <a:gd name="csY418" fmla="*/ 430129 h 1013660"/>
                <a:gd name="csX419" fmla="*/ 183482 w 900112"/>
                <a:gd name="csY419" fmla="*/ 430129 h 1013660"/>
                <a:gd name="csX420" fmla="*/ 171450 w 900112"/>
                <a:gd name="csY420" fmla="*/ 430129 h 1013660"/>
                <a:gd name="csX421" fmla="*/ 168442 w 900112"/>
                <a:gd name="csY421" fmla="*/ 430129 h 1013660"/>
                <a:gd name="csX422" fmla="*/ 158666 w 900112"/>
                <a:gd name="csY422" fmla="*/ 430881 h 1013660"/>
                <a:gd name="csX423" fmla="*/ 148891 w 900112"/>
                <a:gd name="csY423" fmla="*/ 430881 h 1013660"/>
                <a:gd name="csX424" fmla="*/ 130843 w 900112"/>
                <a:gd name="csY424" fmla="*/ 426369 h 1013660"/>
                <a:gd name="csX425" fmla="*/ 121820 w 900112"/>
                <a:gd name="csY425" fmla="*/ 424865 h 1013660"/>
                <a:gd name="csX426" fmla="*/ 119564 w 900112"/>
                <a:gd name="csY426" fmla="*/ 425617 h 1013660"/>
                <a:gd name="csX427" fmla="*/ 118812 w 900112"/>
                <a:gd name="csY427" fmla="*/ 425617 h 1013660"/>
                <a:gd name="csX428" fmla="*/ 115804 w 900112"/>
                <a:gd name="csY428" fmla="*/ 424865 h 1013660"/>
                <a:gd name="csX429" fmla="*/ 115052 w 900112"/>
                <a:gd name="csY429" fmla="*/ 421857 h 1013660"/>
                <a:gd name="csX430" fmla="*/ 114300 w 900112"/>
                <a:gd name="csY430" fmla="*/ 418849 h 1013660"/>
                <a:gd name="csX431" fmla="*/ 115804 w 900112"/>
                <a:gd name="csY431" fmla="*/ 415089 h 1013660"/>
                <a:gd name="csX432" fmla="*/ 121820 w 900112"/>
                <a:gd name="csY432" fmla="*/ 404562 h 1013660"/>
                <a:gd name="csX433" fmla="*/ 122572 w 900112"/>
                <a:gd name="csY433" fmla="*/ 401554 h 1013660"/>
                <a:gd name="csX434" fmla="*/ 122572 w 900112"/>
                <a:gd name="csY434" fmla="*/ 393282 h 1013660"/>
                <a:gd name="csX435" fmla="*/ 124076 w 900112"/>
                <a:gd name="csY435" fmla="*/ 389522 h 1013660"/>
                <a:gd name="csX436" fmla="*/ 124076 w 900112"/>
                <a:gd name="csY436" fmla="*/ 388018 h 1013660"/>
                <a:gd name="csX437" fmla="*/ 123324 w 900112"/>
                <a:gd name="csY437" fmla="*/ 386515 h 1013660"/>
                <a:gd name="csX438" fmla="*/ 121820 w 900112"/>
                <a:gd name="csY438" fmla="*/ 383507 h 1013660"/>
                <a:gd name="csX439" fmla="*/ 118812 w 900112"/>
                <a:gd name="csY439" fmla="*/ 375235 h 1013660"/>
                <a:gd name="csX440" fmla="*/ 118060 w 900112"/>
                <a:gd name="csY440" fmla="*/ 372979 h 1013660"/>
                <a:gd name="csX441" fmla="*/ 112796 w 900112"/>
                <a:gd name="csY441" fmla="*/ 362451 h 1013660"/>
                <a:gd name="csX442" fmla="*/ 108284 w 900112"/>
                <a:gd name="csY442" fmla="*/ 354932 h 1013660"/>
                <a:gd name="csX443" fmla="*/ 107532 w 900112"/>
                <a:gd name="csY443" fmla="*/ 352676 h 1013660"/>
                <a:gd name="csX444" fmla="*/ 104524 w 900112"/>
                <a:gd name="csY444" fmla="*/ 348916 h 1013660"/>
                <a:gd name="csX445" fmla="*/ 102268 w 900112"/>
                <a:gd name="csY445" fmla="*/ 346660 h 1013660"/>
                <a:gd name="csX446" fmla="*/ 97005 w 900112"/>
                <a:gd name="csY446" fmla="*/ 336884 h 1013660"/>
                <a:gd name="csX447" fmla="*/ 96253 w 900112"/>
                <a:gd name="csY447" fmla="*/ 335380 h 1013660"/>
                <a:gd name="csX448" fmla="*/ 92493 w 900112"/>
                <a:gd name="csY448" fmla="*/ 330868 h 1013660"/>
                <a:gd name="csX449" fmla="*/ 89485 w 900112"/>
                <a:gd name="csY449" fmla="*/ 325605 h 1013660"/>
                <a:gd name="csX450" fmla="*/ 89485 w 900112"/>
                <a:gd name="csY450" fmla="*/ 323349 h 1013660"/>
                <a:gd name="csX451" fmla="*/ 89485 w 900112"/>
                <a:gd name="csY451" fmla="*/ 319589 h 1013660"/>
                <a:gd name="csX452" fmla="*/ 90989 w 900112"/>
                <a:gd name="csY452" fmla="*/ 306805 h 1013660"/>
                <a:gd name="csX453" fmla="*/ 90237 w 900112"/>
                <a:gd name="csY453" fmla="*/ 302293 h 1013660"/>
                <a:gd name="csX454" fmla="*/ 90237 w 900112"/>
                <a:gd name="csY454" fmla="*/ 300038 h 1013660"/>
                <a:gd name="csX455" fmla="*/ 88733 w 900112"/>
                <a:gd name="csY455" fmla="*/ 293270 h 1013660"/>
                <a:gd name="csX456" fmla="*/ 86477 w 900112"/>
                <a:gd name="csY456" fmla="*/ 281238 h 1013660"/>
                <a:gd name="csX457" fmla="*/ 86477 w 900112"/>
                <a:gd name="csY457" fmla="*/ 277478 h 1013660"/>
                <a:gd name="csX458" fmla="*/ 87981 w 900112"/>
                <a:gd name="csY458" fmla="*/ 274470 h 1013660"/>
                <a:gd name="csX459" fmla="*/ 92493 w 900112"/>
                <a:gd name="csY459" fmla="*/ 269207 h 1013660"/>
                <a:gd name="csX460" fmla="*/ 93245 w 900112"/>
                <a:gd name="csY460" fmla="*/ 266199 h 1013660"/>
                <a:gd name="csX461" fmla="*/ 93997 w 900112"/>
                <a:gd name="csY461" fmla="*/ 263943 h 1013660"/>
                <a:gd name="csX462" fmla="*/ 93997 w 900112"/>
                <a:gd name="csY462" fmla="*/ 257927 h 1013660"/>
                <a:gd name="csX463" fmla="*/ 90989 w 900112"/>
                <a:gd name="csY463" fmla="*/ 253415 h 1013660"/>
                <a:gd name="csX464" fmla="*/ 89485 w 900112"/>
                <a:gd name="csY464" fmla="*/ 251159 h 1013660"/>
                <a:gd name="csX465" fmla="*/ 83469 w 900112"/>
                <a:gd name="csY465" fmla="*/ 245895 h 1013660"/>
                <a:gd name="csX466" fmla="*/ 75197 w 900112"/>
                <a:gd name="csY466" fmla="*/ 236120 h 1013660"/>
                <a:gd name="csX467" fmla="*/ 74445 w 900112"/>
                <a:gd name="csY467" fmla="*/ 235368 h 1013660"/>
                <a:gd name="csX468" fmla="*/ 71438 w 900112"/>
                <a:gd name="csY468" fmla="*/ 233864 h 1013660"/>
                <a:gd name="csX469" fmla="*/ 69182 w 900112"/>
                <a:gd name="csY469" fmla="*/ 231608 h 1013660"/>
                <a:gd name="csX470" fmla="*/ 63918 w 900112"/>
                <a:gd name="csY470" fmla="*/ 230104 h 1013660"/>
                <a:gd name="csX471" fmla="*/ 60158 w 900112"/>
                <a:gd name="csY471" fmla="*/ 227848 h 1013660"/>
                <a:gd name="csX472" fmla="*/ 59406 w 900112"/>
                <a:gd name="csY472" fmla="*/ 227096 h 1013660"/>
                <a:gd name="csX473" fmla="*/ 57902 w 900112"/>
                <a:gd name="csY473" fmla="*/ 226344 h 1013660"/>
                <a:gd name="csX474" fmla="*/ 57150 w 900112"/>
                <a:gd name="csY474" fmla="*/ 226344 h 1013660"/>
                <a:gd name="csX475" fmla="*/ 42862 w 900112"/>
                <a:gd name="csY475" fmla="*/ 215064 h 1013660"/>
                <a:gd name="csX476" fmla="*/ 37599 w 900112"/>
                <a:gd name="csY476" fmla="*/ 206793 h 1013660"/>
                <a:gd name="csX477" fmla="*/ 36095 w 900112"/>
                <a:gd name="csY477" fmla="*/ 206041 h 1013660"/>
                <a:gd name="csX478" fmla="*/ 34591 w 900112"/>
                <a:gd name="csY478" fmla="*/ 204537 h 1013660"/>
                <a:gd name="csX479" fmla="*/ 33087 w 900112"/>
                <a:gd name="csY479" fmla="*/ 202281 h 1013660"/>
                <a:gd name="csX480" fmla="*/ 30831 w 900112"/>
                <a:gd name="csY480" fmla="*/ 200777 h 1013660"/>
                <a:gd name="csX481" fmla="*/ 26319 w 900112"/>
                <a:gd name="csY481" fmla="*/ 197017 h 1013660"/>
                <a:gd name="csX482" fmla="*/ 23311 w 900112"/>
                <a:gd name="csY482" fmla="*/ 193257 h 1013660"/>
                <a:gd name="csX483" fmla="*/ 22559 w 900112"/>
                <a:gd name="csY483" fmla="*/ 192505 h 1013660"/>
                <a:gd name="csX484" fmla="*/ 21807 w 900112"/>
                <a:gd name="csY484" fmla="*/ 191753 h 1013660"/>
                <a:gd name="csX485" fmla="*/ 20303 w 900112"/>
                <a:gd name="csY485" fmla="*/ 187993 h 1013660"/>
                <a:gd name="csX486" fmla="*/ 18799 w 900112"/>
                <a:gd name="csY486" fmla="*/ 184234 h 1013660"/>
                <a:gd name="csX487" fmla="*/ 16543 w 900112"/>
                <a:gd name="csY487" fmla="*/ 180474 h 1013660"/>
                <a:gd name="csX488" fmla="*/ 14287 w 900112"/>
                <a:gd name="csY488" fmla="*/ 174458 h 1013660"/>
                <a:gd name="csX489" fmla="*/ 13536 w 900112"/>
                <a:gd name="csY489" fmla="*/ 171450 h 1013660"/>
                <a:gd name="csX490" fmla="*/ 11280 w 900112"/>
                <a:gd name="csY490" fmla="*/ 169194 h 1013660"/>
                <a:gd name="csX491" fmla="*/ 7520 w 900112"/>
                <a:gd name="csY491" fmla="*/ 166938 h 1013660"/>
                <a:gd name="csX492" fmla="*/ 4512 w 900112"/>
                <a:gd name="csY492" fmla="*/ 166186 h 1013660"/>
                <a:gd name="csX493" fmla="*/ 3760 w 900112"/>
                <a:gd name="csY493" fmla="*/ 165434 h 1013660"/>
                <a:gd name="csX494" fmla="*/ 2256 w 900112"/>
                <a:gd name="csY494" fmla="*/ 163930 h 1013660"/>
                <a:gd name="csX495" fmla="*/ 0 w 900112"/>
                <a:gd name="csY495" fmla="*/ 160922 h 1013660"/>
                <a:gd name="csX496" fmla="*/ 0 w 900112"/>
                <a:gd name="csY496" fmla="*/ 157914 h 1013660"/>
                <a:gd name="csX497" fmla="*/ 0 w 900112"/>
                <a:gd name="csY497" fmla="*/ 154155 h 1013660"/>
                <a:gd name="csX498" fmla="*/ 1504 w 900112"/>
                <a:gd name="csY498" fmla="*/ 151899 h 1013660"/>
                <a:gd name="csX499" fmla="*/ 1504 w 900112"/>
                <a:gd name="csY499" fmla="*/ 151147 h 1013660"/>
                <a:gd name="csX500" fmla="*/ 3760 w 900112"/>
                <a:gd name="csY500" fmla="*/ 149643 h 1013660"/>
                <a:gd name="csX501" fmla="*/ 7520 w 900112"/>
                <a:gd name="csY501" fmla="*/ 149643 h 1013660"/>
                <a:gd name="csX502" fmla="*/ 10528 w 900112"/>
                <a:gd name="csY502" fmla="*/ 148891 h 1013660"/>
                <a:gd name="csX503" fmla="*/ 17295 w 900112"/>
                <a:gd name="csY503" fmla="*/ 152651 h 1013660"/>
                <a:gd name="csX504" fmla="*/ 23311 w 900112"/>
                <a:gd name="csY504" fmla="*/ 158666 h 1013660"/>
                <a:gd name="csX505" fmla="*/ 24815 w 900112"/>
                <a:gd name="csY505" fmla="*/ 160170 h 1013660"/>
                <a:gd name="csX506" fmla="*/ 21807 w 900112"/>
                <a:gd name="csY506" fmla="*/ 160922 h 1013660"/>
                <a:gd name="csX507" fmla="*/ 21055 w 900112"/>
                <a:gd name="csY507" fmla="*/ 160922 h 1013660"/>
                <a:gd name="csX508" fmla="*/ 20303 w 900112"/>
                <a:gd name="csY508" fmla="*/ 160922 h 1013660"/>
                <a:gd name="csX509" fmla="*/ 18799 w 900112"/>
                <a:gd name="csY509" fmla="*/ 160922 h 1013660"/>
                <a:gd name="csX510" fmla="*/ 19551 w 900112"/>
                <a:gd name="csY510" fmla="*/ 162426 h 1013660"/>
                <a:gd name="csX511" fmla="*/ 20303 w 900112"/>
                <a:gd name="csY511" fmla="*/ 163178 h 1013660"/>
                <a:gd name="csX512" fmla="*/ 21055 w 900112"/>
                <a:gd name="csY512" fmla="*/ 163930 h 1013660"/>
                <a:gd name="csX513" fmla="*/ 21055 w 900112"/>
                <a:gd name="csY513" fmla="*/ 164682 h 1013660"/>
                <a:gd name="csX514" fmla="*/ 21807 w 900112"/>
                <a:gd name="csY514" fmla="*/ 165434 h 1013660"/>
                <a:gd name="csX515" fmla="*/ 21807 w 900112"/>
                <a:gd name="csY515" fmla="*/ 166186 h 1013660"/>
                <a:gd name="csX516" fmla="*/ 22559 w 900112"/>
                <a:gd name="csY516" fmla="*/ 166186 h 1013660"/>
                <a:gd name="csX517" fmla="*/ 23311 w 900112"/>
                <a:gd name="csY517" fmla="*/ 166938 h 1013660"/>
                <a:gd name="csX518" fmla="*/ 23311 w 900112"/>
                <a:gd name="csY518" fmla="*/ 168442 h 1013660"/>
                <a:gd name="csX519" fmla="*/ 24063 w 900112"/>
                <a:gd name="csY519" fmla="*/ 168442 h 1013660"/>
                <a:gd name="csX520" fmla="*/ 24815 w 900112"/>
                <a:gd name="csY520" fmla="*/ 169194 h 1013660"/>
                <a:gd name="csX521" fmla="*/ 24815 w 900112"/>
                <a:gd name="csY521" fmla="*/ 170698 h 1013660"/>
                <a:gd name="csX522" fmla="*/ 24815 w 900112"/>
                <a:gd name="csY522" fmla="*/ 172202 h 1013660"/>
                <a:gd name="csX523" fmla="*/ 25567 w 900112"/>
                <a:gd name="csY523" fmla="*/ 172954 h 1013660"/>
                <a:gd name="csX524" fmla="*/ 26319 w 900112"/>
                <a:gd name="csY524" fmla="*/ 174458 h 1013660"/>
                <a:gd name="csX525" fmla="*/ 27071 w 900112"/>
                <a:gd name="csY525" fmla="*/ 175210 h 1013660"/>
                <a:gd name="csX526" fmla="*/ 28575 w 900112"/>
                <a:gd name="csY526" fmla="*/ 175962 h 1013660"/>
                <a:gd name="csX527" fmla="*/ 30079 w 900112"/>
                <a:gd name="csY527" fmla="*/ 176714 h 1013660"/>
                <a:gd name="csX528" fmla="*/ 33839 w 900112"/>
                <a:gd name="csY528" fmla="*/ 178218 h 1013660"/>
                <a:gd name="csX529" fmla="*/ 35343 w 900112"/>
                <a:gd name="csY529" fmla="*/ 178218 h 1013660"/>
                <a:gd name="csX530" fmla="*/ 37599 w 900112"/>
                <a:gd name="csY530" fmla="*/ 177466 h 1013660"/>
                <a:gd name="csX531" fmla="*/ 39103 w 900112"/>
                <a:gd name="csY531" fmla="*/ 177466 h 1013660"/>
                <a:gd name="csX532" fmla="*/ 41359 w 900112"/>
                <a:gd name="csY532" fmla="*/ 176714 h 1013660"/>
                <a:gd name="csX533" fmla="*/ 42110 w 900112"/>
                <a:gd name="csY533" fmla="*/ 176714 h 1013660"/>
                <a:gd name="csX534" fmla="*/ 44366 w 900112"/>
                <a:gd name="csY534" fmla="*/ 175962 h 1013660"/>
                <a:gd name="csX535" fmla="*/ 47374 w 900112"/>
                <a:gd name="csY535" fmla="*/ 174458 h 1013660"/>
                <a:gd name="csX536" fmla="*/ 48126 w 900112"/>
                <a:gd name="csY536" fmla="*/ 173706 h 1013660"/>
                <a:gd name="csX537" fmla="*/ 48878 w 900112"/>
                <a:gd name="csY537" fmla="*/ 173706 h 1013660"/>
                <a:gd name="csX538" fmla="*/ 50382 w 900112"/>
                <a:gd name="csY538" fmla="*/ 172954 h 1013660"/>
                <a:gd name="csX539" fmla="*/ 51134 w 900112"/>
                <a:gd name="csY539" fmla="*/ 173706 h 1013660"/>
                <a:gd name="csX540" fmla="*/ 51886 w 900112"/>
                <a:gd name="csY540" fmla="*/ 173706 h 1013660"/>
                <a:gd name="csX541" fmla="*/ 51886 w 900112"/>
                <a:gd name="csY541" fmla="*/ 172954 h 1013660"/>
                <a:gd name="csX542" fmla="*/ 51886 w 900112"/>
                <a:gd name="csY542" fmla="*/ 172202 h 1013660"/>
                <a:gd name="csX543" fmla="*/ 57902 w 900112"/>
                <a:gd name="csY543" fmla="*/ 171450 h 1013660"/>
                <a:gd name="csX544" fmla="*/ 58654 w 900112"/>
                <a:gd name="csY544" fmla="*/ 171450 h 1013660"/>
                <a:gd name="csX545" fmla="*/ 60158 w 900112"/>
                <a:gd name="csY545" fmla="*/ 171450 h 1013660"/>
                <a:gd name="csX546" fmla="*/ 60910 w 900112"/>
                <a:gd name="csY546" fmla="*/ 171450 h 1013660"/>
                <a:gd name="csX547" fmla="*/ 60910 w 900112"/>
                <a:gd name="csY547" fmla="*/ 172202 h 1013660"/>
                <a:gd name="csX548" fmla="*/ 61662 w 900112"/>
                <a:gd name="csY548" fmla="*/ 172954 h 1013660"/>
                <a:gd name="csX549" fmla="*/ 61662 w 900112"/>
                <a:gd name="csY549" fmla="*/ 173706 h 1013660"/>
                <a:gd name="csX550" fmla="*/ 61662 w 900112"/>
                <a:gd name="csY550" fmla="*/ 174458 h 1013660"/>
                <a:gd name="csX551" fmla="*/ 62414 w 900112"/>
                <a:gd name="csY551" fmla="*/ 174458 h 1013660"/>
                <a:gd name="csX552" fmla="*/ 63918 w 900112"/>
                <a:gd name="csY552" fmla="*/ 173706 h 1013660"/>
                <a:gd name="csX553" fmla="*/ 66174 w 900112"/>
                <a:gd name="csY553" fmla="*/ 172954 h 1013660"/>
                <a:gd name="csX554" fmla="*/ 66926 w 900112"/>
                <a:gd name="csY554" fmla="*/ 172202 h 1013660"/>
                <a:gd name="csX555" fmla="*/ 67678 w 900112"/>
                <a:gd name="csY555" fmla="*/ 172202 h 1013660"/>
                <a:gd name="csX556" fmla="*/ 68430 w 900112"/>
                <a:gd name="csY556" fmla="*/ 172954 h 1013660"/>
                <a:gd name="csX557" fmla="*/ 69934 w 900112"/>
                <a:gd name="csY557" fmla="*/ 172954 h 1013660"/>
                <a:gd name="csX558" fmla="*/ 70685 w 900112"/>
                <a:gd name="csY558" fmla="*/ 172954 h 1013660"/>
                <a:gd name="csX559" fmla="*/ 72189 w 900112"/>
                <a:gd name="csY559" fmla="*/ 173706 h 1013660"/>
                <a:gd name="csX560" fmla="*/ 73693 w 900112"/>
                <a:gd name="csY560" fmla="*/ 173706 h 1013660"/>
                <a:gd name="csX561" fmla="*/ 74445 w 900112"/>
                <a:gd name="csY561" fmla="*/ 174458 h 1013660"/>
                <a:gd name="csX562" fmla="*/ 75197 w 900112"/>
                <a:gd name="csY562" fmla="*/ 175210 h 1013660"/>
                <a:gd name="csX563" fmla="*/ 75949 w 900112"/>
                <a:gd name="csY563" fmla="*/ 175962 h 1013660"/>
                <a:gd name="csX564" fmla="*/ 77453 w 900112"/>
                <a:gd name="csY564" fmla="*/ 175962 h 1013660"/>
                <a:gd name="csX565" fmla="*/ 77453 w 900112"/>
                <a:gd name="csY565" fmla="*/ 176714 h 1013660"/>
                <a:gd name="csX566" fmla="*/ 76701 w 900112"/>
                <a:gd name="csY566" fmla="*/ 178218 h 1013660"/>
                <a:gd name="csX567" fmla="*/ 76701 w 900112"/>
                <a:gd name="csY567" fmla="*/ 178970 h 1013660"/>
                <a:gd name="csX568" fmla="*/ 76701 w 900112"/>
                <a:gd name="csY568" fmla="*/ 179722 h 1013660"/>
                <a:gd name="csX569" fmla="*/ 77453 w 900112"/>
                <a:gd name="csY569" fmla="*/ 179722 h 1013660"/>
                <a:gd name="csX570" fmla="*/ 78205 w 900112"/>
                <a:gd name="csY570" fmla="*/ 180474 h 1013660"/>
                <a:gd name="csX571" fmla="*/ 79709 w 900112"/>
                <a:gd name="csY571" fmla="*/ 180474 h 1013660"/>
                <a:gd name="csX572" fmla="*/ 80461 w 900112"/>
                <a:gd name="csY572" fmla="*/ 178970 h 1013660"/>
                <a:gd name="csX573" fmla="*/ 81965 w 900112"/>
                <a:gd name="csY573" fmla="*/ 178970 h 1013660"/>
                <a:gd name="csX574" fmla="*/ 82717 w 900112"/>
                <a:gd name="csY574" fmla="*/ 178218 h 1013660"/>
                <a:gd name="csX575" fmla="*/ 83469 w 900112"/>
                <a:gd name="csY575" fmla="*/ 178218 h 1013660"/>
                <a:gd name="csX576" fmla="*/ 82717 w 900112"/>
                <a:gd name="csY576" fmla="*/ 177466 h 1013660"/>
                <a:gd name="csX577" fmla="*/ 81965 w 900112"/>
                <a:gd name="csY577" fmla="*/ 176714 h 1013660"/>
                <a:gd name="csX578" fmla="*/ 81213 w 900112"/>
                <a:gd name="csY578" fmla="*/ 175962 h 1013660"/>
                <a:gd name="csX579" fmla="*/ 81213 w 900112"/>
                <a:gd name="csY579" fmla="*/ 174458 h 1013660"/>
                <a:gd name="csX580" fmla="*/ 81965 w 900112"/>
                <a:gd name="csY580" fmla="*/ 173706 h 1013660"/>
                <a:gd name="csX581" fmla="*/ 82717 w 900112"/>
                <a:gd name="csY581" fmla="*/ 172954 h 1013660"/>
                <a:gd name="csX582" fmla="*/ 83469 w 900112"/>
                <a:gd name="csY582" fmla="*/ 172954 h 1013660"/>
                <a:gd name="csX583" fmla="*/ 84221 w 900112"/>
                <a:gd name="csY583" fmla="*/ 173706 h 1013660"/>
                <a:gd name="csX584" fmla="*/ 84973 w 900112"/>
                <a:gd name="csY584" fmla="*/ 173706 h 1013660"/>
                <a:gd name="csX585" fmla="*/ 85725 w 900112"/>
                <a:gd name="csY585" fmla="*/ 174458 h 1013660"/>
                <a:gd name="csX586" fmla="*/ 87229 w 900112"/>
                <a:gd name="csY586" fmla="*/ 175210 h 1013660"/>
                <a:gd name="csX587" fmla="*/ 87981 w 900112"/>
                <a:gd name="csY587" fmla="*/ 175210 h 1013660"/>
                <a:gd name="csX588" fmla="*/ 89485 w 900112"/>
                <a:gd name="csY588" fmla="*/ 175210 h 1013660"/>
                <a:gd name="csX589" fmla="*/ 90237 w 900112"/>
                <a:gd name="csY589" fmla="*/ 175210 h 1013660"/>
                <a:gd name="csX590" fmla="*/ 90989 w 900112"/>
                <a:gd name="csY590" fmla="*/ 175962 h 1013660"/>
                <a:gd name="csX591" fmla="*/ 92493 w 900112"/>
                <a:gd name="csY591" fmla="*/ 176714 h 1013660"/>
                <a:gd name="csX592" fmla="*/ 94749 w 900112"/>
                <a:gd name="csY592" fmla="*/ 177466 h 1013660"/>
                <a:gd name="csX593" fmla="*/ 95501 w 900112"/>
                <a:gd name="csY593" fmla="*/ 177466 h 1013660"/>
                <a:gd name="csX594" fmla="*/ 96253 w 900112"/>
                <a:gd name="csY594" fmla="*/ 178218 h 1013660"/>
                <a:gd name="csX595" fmla="*/ 97005 w 900112"/>
                <a:gd name="csY595" fmla="*/ 178218 h 1013660"/>
                <a:gd name="csX596" fmla="*/ 97757 w 900112"/>
                <a:gd name="csY596" fmla="*/ 178218 h 1013660"/>
                <a:gd name="csX597" fmla="*/ 99261 w 900112"/>
                <a:gd name="csY597" fmla="*/ 178218 h 1013660"/>
                <a:gd name="csX598" fmla="*/ 100013 w 900112"/>
                <a:gd name="csY598" fmla="*/ 178218 h 1013660"/>
                <a:gd name="csX599" fmla="*/ 100764 w 900112"/>
                <a:gd name="csY599" fmla="*/ 177466 h 1013660"/>
                <a:gd name="csX600" fmla="*/ 101516 w 900112"/>
                <a:gd name="csY600" fmla="*/ 176714 h 1013660"/>
                <a:gd name="csX601" fmla="*/ 104524 w 900112"/>
                <a:gd name="csY601" fmla="*/ 178970 h 1013660"/>
                <a:gd name="csX602" fmla="*/ 104524 w 900112"/>
                <a:gd name="csY602" fmla="*/ 179722 h 1013660"/>
                <a:gd name="csX603" fmla="*/ 104524 w 900112"/>
                <a:gd name="csY603" fmla="*/ 181226 h 1013660"/>
                <a:gd name="csX604" fmla="*/ 105276 w 900112"/>
                <a:gd name="csY604" fmla="*/ 182730 h 1013660"/>
                <a:gd name="csX605" fmla="*/ 106028 w 900112"/>
                <a:gd name="csY605" fmla="*/ 183482 h 1013660"/>
                <a:gd name="csX606" fmla="*/ 106780 w 900112"/>
                <a:gd name="csY606" fmla="*/ 183482 h 1013660"/>
                <a:gd name="csX607" fmla="*/ 106780 w 900112"/>
                <a:gd name="csY607" fmla="*/ 184234 h 1013660"/>
                <a:gd name="csX608" fmla="*/ 109036 w 900112"/>
                <a:gd name="csY608" fmla="*/ 189497 h 1013660"/>
                <a:gd name="csX609" fmla="*/ 111292 w 900112"/>
                <a:gd name="csY609" fmla="*/ 200025 h 1013660"/>
                <a:gd name="csX610" fmla="*/ 113548 w 900112"/>
                <a:gd name="csY610" fmla="*/ 206041 h 1013660"/>
                <a:gd name="csX611" fmla="*/ 118060 w 900112"/>
                <a:gd name="csY611" fmla="*/ 210553 h 1013660"/>
                <a:gd name="csX612" fmla="*/ 120316 w 900112"/>
                <a:gd name="csY612" fmla="*/ 210553 h 1013660"/>
                <a:gd name="csX613" fmla="*/ 121820 w 900112"/>
                <a:gd name="csY613" fmla="*/ 212809 h 1013660"/>
                <a:gd name="csX614" fmla="*/ 124076 w 900112"/>
                <a:gd name="csY614" fmla="*/ 213561 h 1013660"/>
                <a:gd name="csX615" fmla="*/ 127836 w 900112"/>
                <a:gd name="csY615" fmla="*/ 212809 h 1013660"/>
                <a:gd name="csX616" fmla="*/ 130843 w 900112"/>
                <a:gd name="csY616" fmla="*/ 210553 h 1013660"/>
                <a:gd name="csX617" fmla="*/ 131595 w 900112"/>
                <a:gd name="csY617" fmla="*/ 210553 h 1013660"/>
                <a:gd name="csX618" fmla="*/ 132347 w 900112"/>
                <a:gd name="csY618" fmla="*/ 209801 h 1013660"/>
                <a:gd name="csX619" fmla="*/ 135355 w 900112"/>
                <a:gd name="csY619" fmla="*/ 207545 h 1013660"/>
                <a:gd name="csX620" fmla="*/ 137611 w 900112"/>
                <a:gd name="csY620" fmla="*/ 205289 h 1013660"/>
                <a:gd name="csX621" fmla="*/ 138363 w 900112"/>
                <a:gd name="csY621" fmla="*/ 204537 h 1013660"/>
                <a:gd name="csX622" fmla="*/ 140619 w 900112"/>
                <a:gd name="csY622" fmla="*/ 203785 h 1013660"/>
                <a:gd name="csX623" fmla="*/ 144379 w 900112"/>
                <a:gd name="csY623" fmla="*/ 202281 h 1013660"/>
                <a:gd name="csX624" fmla="*/ 145883 w 900112"/>
                <a:gd name="csY624" fmla="*/ 200777 h 1013660"/>
                <a:gd name="csX625" fmla="*/ 148891 w 900112"/>
                <a:gd name="csY625" fmla="*/ 200777 h 1013660"/>
                <a:gd name="csX626" fmla="*/ 154907 w 900112"/>
                <a:gd name="csY626" fmla="*/ 203033 h 1013660"/>
                <a:gd name="csX627" fmla="*/ 157914 w 900112"/>
                <a:gd name="csY627" fmla="*/ 203785 h 1013660"/>
                <a:gd name="csX628" fmla="*/ 163178 w 900112"/>
                <a:gd name="csY628" fmla="*/ 203785 h 1013660"/>
                <a:gd name="csX629" fmla="*/ 167690 w 900112"/>
                <a:gd name="csY629" fmla="*/ 203033 h 1013660"/>
                <a:gd name="csX630" fmla="*/ 170698 w 900112"/>
                <a:gd name="csY630" fmla="*/ 202281 h 1013660"/>
                <a:gd name="csX631" fmla="*/ 172202 w 900112"/>
                <a:gd name="csY631" fmla="*/ 201529 h 1013660"/>
                <a:gd name="csX632" fmla="*/ 173706 w 900112"/>
                <a:gd name="csY632" fmla="*/ 201529 h 1013660"/>
                <a:gd name="csX633" fmla="*/ 180474 w 900112"/>
                <a:gd name="csY633" fmla="*/ 203033 h 1013660"/>
                <a:gd name="csX634" fmla="*/ 191001 w 900112"/>
                <a:gd name="csY634" fmla="*/ 212057 h 1013660"/>
                <a:gd name="csX635" fmla="*/ 197769 w 900112"/>
                <a:gd name="csY635" fmla="*/ 215064 h 1013660"/>
                <a:gd name="csX636" fmla="*/ 199273 w 900112"/>
                <a:gd name="csY636" fmla="*/ 215816 h 1013660"/>
                <a:gd name="csX637" fmla="*/ 201529 w 900112"/>
                <a:gd name="csY637" fmla="*/ 215816 h 1013660"/>
                <a:gd name="csX638" fmla="*/ 203785 w 900112"/>
                <a:gd name="csY638" fmla="*/ 215064 h 1013660"/>
                <a:gd name="csX639" fmla="*/ 206793 w 900112"/>
                <a:gd name="csY639" fmla="*/ 212809 h 1013660"/>
                <a:gd name="csX640" fmla="*/ 208297 w 900112"/>
                <a:gd name="csY640" fmla="*/ 210553 h 1013660"/>
                <a:gd name="csX641" fmla="*/ 209049 w 900112"/>
                <a:gd name="csY641" fmla="*/ 209801 h 1013660"/>
                <a:gd name="csX642" fmla="*/ 209801 w 900112"/>
                <a:gd name="csY642" fmla="*/ 207545 h 1013660"/>
                <a:gd name="csX643" fmla="*/ 211305 w 900112"/>
                <a:gd name="csY643" fmla="*/ 204537 h 1013660"/>
                <a:gd name="csX644" fmla="*/ 211305 w 900112"/>
                <a:gd name="csY644" fmla="*/ 200777 h 1013660"/>
                <a:gd name="csX645" fmla="*/ 213561 w 900112"/>
                <a:gd name="csY645" fmla="*/ 198521 h 1013660"/>
                <a:gd name="csX646" fmla="*/ 215816 w 900112"/>
                <a:gd name="csY646" fmla="*/ 197769 h 1013660"/>
                <a:gd name="csX647" fmla="*/ 218072 w 900112"/>
                <a:gd name="csY647" fmla="*/ 197769 h 1013660"/>
                <a:gd name="csX648" fmla="*/ 221832 w 900112"/>
                <a:gd name="csY648" fmla="*/ 199273 h 1013660"/>
                <a:gd name="csX649" fmla="*/ 231608 w 900112"/>
                <a:gd name="csY649" fmla="*/ 204537 h 1013660"/>
                <a:gd name="csX650" fmla="*/ 236872 w 900112"/>
                <a:gd name="csY650" fmla="*/ 209801 h 1013660"/>
                <a:gd name="csX651" fmla="*/ 245895 w 900112"/>
                <a:gd name="csY651" fmla="*/ 221832 h 1013660"/>
                <a:gd name="csX652" fmla="*/ 254919 w 900112"/>
                <a:gd name="csY652" fmla="*/ 228600 h 1013660"/>
                <a:gd name="csX653" fmla="*/ 271462 w 900112"/>
                <a:gd name="csY653" fmla="*/ 248151 h 1013660"/>
                <a:gd name="csX654" fmla="*/ 272966 w 900112"/>
                <a:gd name="csY654" fmla="*/ 251159 h 1013660"/>
                <a:gd name="csX655" fmla="*/ 275222 w 900112"/>
                <a:gd name="csY655" fmla="*/ 253415 h 1013660"/>
                <a:gd name="csX656" fmla="*/ 276726 w 900112"/>
                <a:gd name="csY656" fmla="*/ 254919 h 1013660"/>
                <a:gd name="csX657" fmla="*/ 276726 w 900112"/>
                <a:gd name="csY657" fmla="*/ 255671 h 1013660"/>
                <a:gd name="csX658" fmla="*/ 278230 w 900112"/>
                <a:gd name="csY658" fmla="*/ 256423 h 1013660"/>
                <a:gd name="csX659" fmla="*/ 278982 w 900112"/>
                <a:gd name="csY659" fmla="*/ 257175 h 1013660"/>
                <a:gd name="csX660" fmla="*/ 280486 w 900112"/>
                <a:gd name="csY660" fmla="*/ 258679 h 1013660"/>
                <a:gd name="csX661" fmla="*/ 281238 w 900112"/>
                <a:gd name="csY661" fmla="*/ 259431 h 1013660"/>
                <a:gd name="csX662" fmla="*/ 283494 w 900112"/>
                <a:gd name="csY662" fmla="*/ 260183 h 1013660"/>
                <a:gd name="csX663" fmla="*/ 285750 w 900112"/>
                <a:gd name="csY663" fmla="*/ 260935 h 1013660"/>
                <a:gd name="csX664" fmla="*/ 288758 w 900112"/>
                <a:gd name="csY664" fmla="*/ 260935 h 1013660"/>
                <a:gd name="csX665" fmla="*/ 291766 w 900112"/>
                <a:gd name="csY665" fmla="*/ 260935 h 1013660"/>
                <a:gd name="csX666" fmla="*/ 294022 w 900112"/>
                <a:gd name="csY666" fmla="*/ 260935 h 1013660"/>
                <a:gd name="csX667" fmla="*/ 295526 w 900112"/>
                <a:gd name="csY667" fmla="*/ 260183 h 1013660"/>
                <a:gd name="csX668" fmla="*/ 296278 w 900112"/>
                <a:gd name="csY668" fmla="*/ 259431 h 1013660"/>
                <a:gd name="csX669" fmla="*/ 297030 w 900112"/>
                <a:gd name="csY669" fmla="*/ 258679 h 1013660"/>
                <a:gd name="csX670" fmla="*/ 297030 w 900112"/>
                <a:gd name="csY670" fmla="*/ 257927 h 1013660"/>
                <a:gd name="csX671" fmla="*/ 297030 w 900112"/>
                <a:gd name="csY671" fmla="*/ 257175 h 1013660"/>
                <a:gd name="csX672" fmla="*/ 300038 w 900112"/>
                <a:gd name="csY672" fmla="*/ 254167 h 1013660"/>
                <a:gd name="csX673" fmla="*/ 300789 w 900112"/>
                <a:gd name="csY673" fmla="*/ 254167 h 1013660"/>
                <a:gd name="csX674" fmla="*/ 302293 w 900112"/>
                <a:gd name="csY674" fmla="*/ 254167 h 1013660"/>
                <a:gd name="csX675" fmla="*/ 303045 w 900112"/>
                <a:gd name="csY675" fmla="*/ 254167 h 1013660"/>
                <a:gd name="csX676" fmla="*/ 304549 w 900112"/>
                <a:gd name="csY676" fmla="*/ 253415 h 1013660"/>
                <a:gd name="csX677" fmla="*/ 306053 w 900112"/>
                <a:gd name="csY677" fmla="*/ 253415 h 1013660"/>
                <a:gd name="csX678" fmla="*/ 307557 w 900112"/>
                <a:gd name="csY678" fmla="*/ 253415 h 1013660"/>
                <a:gd name="csX679" fmla="*/ 309061 w 900112"/>
                <a:gd name="csY679" fmla="*/ 252663 h 1013660"/>
                <a:gd name="csX680" fmla="*/ 310565 w 900112"/>
                <a:gd name="csY680" fmla="*/ 250407 h 1013660"/>
                <a:gd name="csX681" fmla="*/ 312069 w 900112"/>
                <a:gd name="csY681" fmla="*/ 248151 h 1013660"/>
                <a:gd name="csX682" fmla="*/ 312821 w 900112"/>
                <a:gd name="csY682" fmla="*/ 246647 h 1013660"/>
                <a:gd name="csX683" fmla="*/ 313573 w 900112"/>
                <a:gd name="csY683" fmla="*/ 244391 h 1013660"/>
                <a:gd name="csX684" fmla="*/ 313573 w 900112"/>
                <a:gd name="csY684" fmla="*/ 242887 h 1013660"/>
                <a:gd name="csX685" fmla="*/ 315077 w 900112"/>
                <a:gd name="csY685" fmla="*/ 242136 h 1013660"/>
                <a:gd name="csX686" fmla="*/ 315829 w 900112"/>
                <a:gd name="csY686" fmla="*/ 239128 h 1013660"/>
                <a:gd name="csX687" fmla="*/ 315829 w 900112"/>
                <a:gd name="csY687" fmla="*/ 238376 h 1013660"/>
                <a:gd name="csX688" fmla="*/ 315077 w 900112"/>
                <a:gd name="csY688" fmla="*/ 236872 h 1013660"/>
                <a:gd name="csX689" fmla="*/ 314325 w 900112"/>
                <a:gd name="csY689" fmla="*/ 230856 h 1013660"/>
                <a:gd name="csX690" fmla="*/ 314325 w 900112"/>
                <a:gd name="csY690" fmla="*/ 226344 h 1013660"/>
                <a:gd name="csX691" fmla="*/ 313573 w 900112"/>
                <a:gd name="csY691" fmla="*/ 224088 h 1013660"/>
                <a:gd name="csX692" fmla="*/ 312069 w 900112"/>
                <a:gd name="csY692" fmla="*/ 223336 h 1013660"/>
                <a:gd name="csX693" fmla="*/ 311317 w 900112"/>
                <a:gd name="csY693" fmla="*/ 221832 h 1013660"/>
                <a:gd name="csX694" fmla="*/ 310565 w 900112"/>
                <a:gd name="csY694" fmla="*/ 220328 h 1013660"/>
                <a:gd name="csX695" fmla="*/ 310565 w 900112"/>
                <a:gd name="csY695" fmla="*/ 216568 h 1013660"/>
                <a:gd name="csX696" fmla="*/ 311317 w 900112"/>
                <a:gd name="csY696" fmla="*/ 215064 h 1013660"/>
                <a:gd name="csX697" fmla="*/ 311317 w 900112"/>
                <a:gd name="csY697" fmla="*/ 213561 h 1013660"/>
                <a:gd name="csX698" fmla="*/ 309813 w 900112"/>
                <a:gd name="csY698" fmla="*/ 212809 h 1013660"/>
                <a:gd name="csX699" fmla="*/ 309061 w 900112"/>
                <a:gd name="csY699" fmla="*/ 210553 h 1013660"/>
                <a:gd name="csX700" fmla="*/ 308309 w 900112"/>
                <a:gd name="csY700" fmla="*/ 210553 h 1013660"/>
                <a:gd name="csX701" fmla="*/ 308309 w 900112"/>
                <a:gd name="csY701" fmla="*/ 209801 h 1013660"/>
                <a:gd name="csX702" fmla="*/ 308309 w 900112"/>
                <a:gd name="csY702" fmla="*/ 207545 h 1013660"/>
                <a:gd name="csX703" fmla="*/ 308309 w 900112"/>
                <a:gd name="csY703" fmla="*/ 205289 h 1013660"/>
                <a:gd name="csX704" fmla="*/ 308309 w 900112"/>
                <a:gd name="csY704" fmla="*/ 203785 h 1013660"/>
                <a:gd name="csX705" fmla="*/ 309813 w 900112"/>
                <a:gd name="csY705" fmla="*/ 202281 h 1013660"/>
                <a:gd name="csX706" fmla="*/ 310565 w 900112"/>
                <a:gd name="csY706" fmla="*/ 201529 h 1013660"/>
                <a:gd name="csX707" fmla="*/ 312069 w 900112"/>
                <a:gd name="csY707" fmla="*/ 200025 h 1013660"/>
                <a:gd name="csX708" fmla="*/ 312821 w 900112"/>
                <a:gd name="csY708" fmla="*/ 199273 h 1013660"/>
                <a:gd name="csX709" fmla="*/ 312821 w 900112"/>
                <a:gd name="csY709" fmla="*/ 197769 h 1013660"/>
                <a:gd name="csX710" fmla="*/ 312821 w 900112"/>
                <a:gd name="csY710" fmla="*/ 196265 h 1013660"/>
                <a:gd name="csX711" fmla="*/ 312821 w 900112"/>
                <a:gd name="csY711" fmla="*/ 195513 h 1013660"/>
                <a:gd name="csX712" fmla="*/ 311317 w 900112"/>
                <a:gd name="csY712" fmla="*/ 194009 h 1013660"/>
                <a:gd name="csX713" fmla="*/ 310565 w 900112"/>
                <a:gd name="csY713" fmla="*/ 193257 h 1013660"/>
                <a:gd name="csX714" fmla="*/ 311317 w 900112"/>
                <a:gd name="csY714" fmla="*/ 191001 h 1013660"/>
                <a:gd name="csX715" fmla="*/ 312069 w 900112"/>
                <a:gd name="csY715" fmla="*/ 190249 h 1013660"/>
                <a:gd name="csX716" fmla="*/ 313573 w 900112"/>
                <a:gd name="csY716" fmla="*/ 187993 h 1013660"/>
                <a:gd name="csX717" fmla="*/ 315077 w 900112"/>
                <a:gd name="csY717" fmla="*/ 187241 h 1013660"/>
                <a:gd name="csX718" fmla="*/ 316581 w 900112"/>
                <a:gd name="csY718" fmla="*/ 187241 h 1013660"/>
                <a:gd name="csX719" fmla="*/ 318085 w 900112"/>
                <a:gd name="csY719" fmla="*/ 187993 h 1013660"/>
                <a:gd name="csX720" fmla="*/ 320341 w 900112"/>
                <a:gd name="csY720" fmla="*/ 187993 h 1013660"/>
                <a:gd name="csX721" fmla="*/ 321845 w 900112"/>
                <a:gd name="csY721" fmla="*/ 187241 h 1013660"/>
                <a:gd name="csX722" fmla="*/ 323349 w 900112"/>
                <a:gd name="csY722" fmla="*/ 187241 h 1013660"/>
                <a:gd name="csX723" fmla="*/ 325605 w 900112"/>
                <a:gd name="csY723" fmla="*/ 186489 h 1013660"/>
                <a:gd name="csX724" fmla="*/ 326357 w 900112"/>
                <a:gd name="csY724" fmla="*/ 186489 h 1013660"/>
                <a:gd name="csX725" fmla="*/ 334628 w 900112"/>
                <a:gd name="csY725" fmla="*/ 187993 h 1013660"/>
                <a:gd name="csX726" fmla="*/ 336884 w 900112"/>
                <a:gd name="csY726" fmla="*/ 188745 h 1013660"/>
                <a:gd name="csX727" fmla="*/ 337636 w 900112"/>
                <a:gd name="csY727" fmla="*/ 189497 h 1013660"/>
                <a:gd name="csX728" fmla="*/ 339140 w 900112"/>
                <a:gd name="csY728" fmla="*/ 190249 h 1013660"/>
                <a:gd name="csX729" fmla="*/ 340644 w 900112"/>
                <a:gd name="csY729" fmla="*/ 190249 h 1013660"/>
                <a:gd name="csX730" fmla="*/ 341396 w 900112"/>
                <a:gd name="csY730" fmla="*/ 190249 h 1013660"/>
                <a:gd name="csX731" fmla="*/ 342148 w 900112"/>
                <a:gd name="csY731" fmla="*/ 190249 h 1013660"/>
                <a:gd name="csX732" fmla="*/ 342148 w 900112"/>
                <a:gd name="csY732" fmla="*/ 189497 h 1013660"/>
                <a:gd name="csX733" fmla="*/ 342148 w 900112"/>
                <a:gd name="csY733" fmla="*/ 188745 h 1013660"/>
                <a:gd name="csX734" fmla="*/ 342148 w 900112"/>
                <a:gd name="csY734" fmla="*/ 187241 h 1013660"/>
                <a:gd name="csX735" fmla="*/ 343652 w 900112"/>
                <a:gd name="csY735" fmla="*/ 186489 h 1013660"/>
                <a:gd name="csX736" fmla="*/ 344404 w 900112"/>
                <a:gd name="csY736" fmla="*/ 184986 h 1013660"/>
                <a:gd name="csX737" fmla="*/ 344404 w 900112"/>
                <a:gd name="csY737" fmla="*/ 182730 h 1013660"/>
                <a:gd name="csX738" fmla="*/ 343652 w 900112"/>
                <a:gd name="csY738" fmla="*/ 181226 h 1013660"/>
                <a:gd name="csX739" fmla="*/ 342900 w 900112"/>
                <a:gd name="csY739" fmla="*/ 179722 h 1013660"/>
                <a:gd name="csX740" fmla="*/ 342900 w 900112"/>
                <a:gd name="csY740" fmla="*/ 178218 h 1013660"/>
                <a:gd name="csX741" fmla="*/ 343652 w 900112"/>
                <a:gd name="csY741" fmla="*/ 177466 h 1013660"/>
                <a:gd name="csX742" fmla="*/ 344404 w 900112"/>
                <a:gd name="csY742" fmla="*/ 176714 h 1013660"/>
                <a:gd name="csX743" fmla="*/ 345156 w 900112"/>
                <a:gd name="csY743" fmla="*/ 175210 h 1013660"/>
                <a:gd name="csX744" fmla="*/ 345908 w 900112"/>
                <a:gd name="csY744" fmla="*/ 174458 h 1013660"/>
                <a:gd name="csX745" fmla="*/ 348164 w 900112"/>
                <a:gd name="csY745" fmla="*/ 173706 h 1013660"/>
                <a:gd name="csX746" fmla="*/ 348916 w 900112"/>
                <a:gd name="csY746" fmla="*/ 172954 h 1013660"/>
                <a:gd name="csX747" fmla="*/ 351172 w 900112"/>
                <a:gd name="csY747" fmla="*/ 172954 h 1013660"/>
                <a:gd name="csX748" fmla="*/ 352676 w 900112"/>
                <a:gd name="csY748" fmla="*/ 172954 h 1013660"/>
                <a:gd name="csX749" fmla="*/ 354180 w 900112"/>
                <a:gd name="csY749" fmla="*/ 171450 h 1013660"/>
                <a:gd name="csX750" fmla="*/ 354932 w 900112"/>
                <a:gd name="csY750" fmla="*/ 170698 h 1013660"/>
                <a:gd name="csX751" fmla="*/ 356436 w 900112"/>
                <a:gd name="csY751" fmla="*/ 169946 h 1013660"/>
                <a:gd name="csX752" fmla="*/ 356436 w 900112"/>
                <a:gd name="csY752" fmla="*/ 168442 h 1013660"/>
                <a:gd name="csX753" fmla="*/ 355684 w 900112"/>
                <a:gd name="csY753" fmla="*/ 167690 h 1013660"/>
                <a:gd name="csX754" fmla="*/ 356436 w 900112"/>
                <a:gd name="csY754" fmla="*/ 166938 h 1013660"/>
                <a:gd name="csX755" fmla="*/ 357187 w 900112"/>
                <a:gd name="csY755" fmla="*/ 166186 h 1013660"/>
                <a:gd name="csX756" fmla="*/ 357939 w 900112"/>
                <a:gd name="csY756" fmla="*/ 166186 h 1013660"/>
                <a:gd name="csX757" fmla="*/ 358691 w 900112"/>
                <a:gd name="csY757" fmla="*/ 165434 h 1013660"/>
                <a:gd name="csX758" fmla="*/ 360195 w 900112"/>
                <a:gd name="csY758" fmla="*/ 165434 h 1013660"/>
                <a:gd name="csX759" fmla="*/ 360947 w 900112"/>
                <a:gd name="csY759" fmla="*/ 165434 h 1013660"/>
                <a:gd name="csX760" fmla="*/ 363955 w 900112"/>
                <a:gd name="csY760" fmla="*/ 165434 h 1013660"/>
                <a:gd name="csX761" fmla="*/ 366211 w 900112"/>
                <a:gd name="csY761" fmla="*/ 166186 h 1013660"/>
                <a:gd name="csX762" fmla="*/ 367715 w 900112"/>
                <a:gd name="csY762" fmla="*/ 167690 h 1013660"/>
                <a:gd name="csX763" fmla="*/ 368467 w 900112"/>
                <a:gd name="csY763" fmla="*/ 167690 h 1013660"/>
                <a:gd name="csX764" fmla="*/ 370723 w 900112"/>
                <a:gd name="csY764" fmla="*/ 167690 h 1013660"/>
                <a:gd name="csX765" fmla="*/ 372227 w 900112"/>
                <a:gd name="csY765" fmla="*/ 169194 h 1013660"/>
                <a:gd name="csX766" fmla="*/ 373731 w 900112"/>
                <a:gd name="csY766" fmla="*/ 170698 h 1013660"/>
                <a:gd name="csX767" fmla="*/ 375987 w 900112"/>
                <a:gd name="csY767" fmla="*/ 171450 h 1013660"/>
                <a:gd name="csX768" fmla="*/ 378995 w 900112"/>
                <a:gd name="csY768" fmla="*/ 172954 h 1013660"/>
                <a:gd name="csX769" fmla="*/ 380499 w 900112"/>
                <a:gd name="csY769" fmla="*/ 172954 h 1013660"/>
                <a:gd name="csX770" fmla="*/ 384259 w 900112"/>
                <a:gd name="csY770" fmla="*/ 173706 h 1013660"/>
                <a:gd name="csX771" fmla="*/ 385011 w 900112"/>
                <a:gd name="csY771" fmla="*/ 173706 h 1013660"/>
                <a:gd name="csX772" fmla="*/ 394786 w 900112"/>
                <a:gd name="csY772" fmla="*/ 177466 h 1013660"/>
                <a:gd name="csX773" fmla="*/ 395538 w 900112"/>
                <a:gd name="csY773" fmla="*/ 178218 h 1013660"/>
                <a:gd name="csX774" fmla="*/ 397042 w 900112"/>
                <a:gd name="csY774" fmla="*/ 178970 h 1013660"/>
                <a:gd name="csX775" fmla="*/ 397794 w 900112"/>
                <a:gd name="csY775" fmla="*/ 179722 h 1013660"/>
                <a:gd name="csX776" fmla="*/ 400050 w 900112"/>
                <a:gd name="csY776" fmla="*/ 179722 h 1013660"/>
                <a:gd name="csX777" fmla="*/ 403058 w 900112"/>
                <a:gd name="csY777" fmla="*/ 180474 h 1013660"/>
                <a:gd name="csX778" fmla="*/ 404562 w 900112"/>
                <a:gd name="csY778" fmla="*/ 181226 h 1013660"/>
                <a:gd name="csX779" fmla="*/ 406818 w 900112"/>
                <a:gd name="csY779" fmla="*/ 181226 h 1013660"/>
                <a:gd name="csX780" fmla="*/ 408322 w 900112"/>
                <a:gd name="csY780" fmla="*/ 179722 h 1013660"/>
                <a:gd name="csX781" fmla="*/ 409826 w 900112"/>
                <a:gd name="csY781" fmla="*/ 178218 h 1013660"/>
                <a:gd name="csX782" fmla="*/ 410578 w 900112"/>
                <a:gd name="csY782" fmla="*/ 176714 h 1013660"/>
                <a:gd name="csX783" fmla="*/ 411330 w 900112"/>
                <a:gd name="csY783" fmla="*/ 175962 h 1013660"/>
                <a:gd name="csX784" fmla="*/ 412082 w 900112"/>
                <a:gd name="csY784" fmla="*/ 175210 h 1013660"/>
                <a:gd name="csX785" fmla="*/ 414337 w 900112"/>
                <a:gd name="csY785" fmla="*/ 175210 h 1013660"/>
                <a:gd name="csX786" fmla="*/ 415089 w 900112"/>
                <a:gd name="csY786" fmla="*/ 175210 h 1013660"/>
                <a:gd name="csX787" fmla="*/ 416594 w 900112"/>
                <a:gd name="csY787" fmla="*/ 172954 h 1013660"/>
                <a:gd name="csX788" fmla="*/ 416594 w 900112"/>
                <a:gd name="csY788" fmla="*/ 171450 h 1013660"/>
                <a:gd name="csX789" fmla="*/ 418849 w 900112"/>
                <a:gd name="csY789" fmla="*/ 169946 h 1013660"/>
                <a:gd name="csX790" fmla="*/ 421105 w 900112"/>
                <a:gd name="csY790" fmla="*/ 170698 h 1013660"/>
                <a:gd name="csX791" fmla="*/ 421857 w 900112"/>
                <a:gd name="csY791" fmla="*/ 169946 h 1013660"/>
                <a:gd name="csX792" fmla="*/ 423361 w 900112"/>
                <a:gd name="csY792" fmla="*/ 169194 h 1013660"/>
                <a:gd name="csX793" fmla="*/ 424865 w 900112"/>
                <a:gd name="csY793" fmla="*/ 168442 h 1013660"/>
                <a:gd name="csX794" fmla="*/ 427121 w 900112"/>
                <a:gd name="csY794" fmla="*/ 167690 h 1013660"/>
                <a:gd name="csX795" fmla="*/ 427873 w 900112"/>
                <a:gd name="csY795" fmla="*/ 167690 h 1013660"/>
                <a:gd name="csX796" fmla="*/ 429377 w 900112"/>
                <a:gd name="csY796" fmla="*/ 167690 h 1013660"/>
                <a:gd name="csX797" fmla="*/ 430129 w 900112"/>
                <a:gd name="csY797" fmla="*/ 168442 h 1013660"/>
                <a:gd name="csX798" fmla="*/ 431633 w 900112"/>
                <a:gd name="csY798" fmla="*/ 169946 h 1013660"/>
                <a:gd name="csX799" fmla="*/ 432385 w 900112"/>
                <a:gd name="csY799" fmla="*/ 170698 h 1013660"/>
                <a:gd name="csX800" fmla="*/ 433137 w 900112"/>
                <a:gd name="csY800" fmla="*/ 172202 h 1013660"/>
                <a:gd name="csX801" fmla="*/ 435393 w 900112"/>
                <a:gd name="csY801" fmla="*/ 172954 h 1013660"/>
                <a:gd name="csX802" fmla="*/ 436145 w 900112"/>
                <a:gd name="csY802" fmla="*/ 172954 h 1013660"/>
                <a:gd name="csX803" fmla="*/ 438401 w 900112"/>
                <a:gd name="csY803" fmla="*/ 172202 h 1013660"/>
                <a:gd name="csX804" fmla="*/ 439153 w 900112"/>
                <a:gd name="csY804" fmla="*/ 170698 h 1013660"/>
                <a:gd name="csX805" fmla="*/ 439905 w 900112"/>
                <a:gd name="csY805" fmla="*/ 170698 h 1013660"/>
                <a:gd name="csX806" fmla="*/ 442913 w 900112"/>
                <a:gd name="csY806" fmla="*/ 169946 h 1013660"/>
                <a:gd name="csX807" fmla="*/ 444416 w 900112"/>
                <a:gd name="csY807" fmla="*/ 169946 h 1013660"/>
                <a:gd name="csX808" fmla="*/ 445920 w 900112"/>
                <a:gd name="csY808" fmla="*/ 169946 h 1013660"/>
                <a:gd name="csX809" fmla="*/ 446672 w 900112"/>
                <a:gd name="csY809" fmla="*/ 169194 h 1013660"/>
                <a:gd name="csX810" fmla="*/ 448928 w 900112"/>
                <a:gd name="csY810" fmla="*/ 167690 h 1013660"/>
                <a:gd name="csX811" fmla="*/ 448928 w 900112"/>
                <a:gd name="csY811" fmla="*/ 168442 h 1013660"/>
                <a:gd name="csX812" fmla="*/ 449680 w 900112"/>
                <a:gd name="csY812" fmla="*/ 168442 h 1013660"/>
                <a:gd name="csX813" fmla="*/ 451184 w 900112"/>
                <a:gd name="csY813" fmla="*/ 169194 h 1013660"/>
                <a:gd name="csX814" fmla="*/ 451936 w 900112"/>
                <a:gd name="csY814" fmla="*/ 169194 h 1013660"/>
                <a:gd name="csX815" fmla="*/ 453440 w 900112"/>
                <a:gd name="csY815" fmla="*/ 167690 h 1013660"/>
                <a:gd name="csX816" fmla="*/ 454192 w 900112"/>
                <a:gd name="csY816" fmla="*/ 166186 h 1013660"/>
                <a:gd name="csX817" fmla="*/ 455696 w 900112"/>
                <a:gd name="csY817" fmla="*/ 163930 h 1013660"/>
                <a:gd name="csX818" fmla="*/ 456448 w 900112"/>
                <a:gd name="csY818" fmla="*/ 162426 h 1013660"/>
                <a:gd name="csX819" fmla="*/ 457200 w 900112"/>
                <a:gd name="csY819" fmla="*/ 160922 h 1013660"/>
                <a:gd name="csX820" fmla="*/ 457952 w 900112"/>
                <a:gd name="csY820" fmla="*/ 159418 h 1013660"/>
                <a:gd name="csX821" fmla="*/ 458704 w 900112"/>
                <a:gd name="csY821" fmla="*/ 158666 h 1013660"/>
                <a:gd name="csX822" fmla="*/ 459456 w 900112"/>
                <a:gd name="csY822" fmla="*/ 157914 h 1013660"/>
                <a:gd name="csX823" fmla="*/ 460208 w 900112"/>
                <a:gd name="csY823" fmla="*/ 157162 h 1013660"/>
                <a:gd name="csX824" fmla="*/ 460960 w 900112"/>
                <a:gd name="csY824" fmla="*/ 156411 h 1013660"/>
                <a:gd name="csX825" fmla="*/ 461712 w 900112"/>
                <a:gd name="csY825" fmla="*/ 156411 h 1013660"/>
                <a:gd name="csX826" fmla="*/ 462464 w 900112"/>
                <a:gd name="csY826" fmla="*/ 156411 h 1013660"/>
                <a:gd name="csX827" fmla="*/ 463216 w 900112"/>
                <a:gd name="csY827" fmla="*/ 155659 h 1013660"/>
                <a:gd name="csX828" fmla="*/ 463968 w 900112"/>
                <a:gd name="csY828" fmla="*/ 155659 h 1013660"/>
                <a:gd name="csX829" fmla="*/ 466976 w 900112"/>
                <a:gd name="csY829" fmla="*/ 155659 h 1013660"/>
                <a:gd name="csX830" fmla="*/ 467728 w 900112"/>
                <a:gd name="csY830" fmla="*/ 155659 h 1013660"/>
                <a:gd name="csX831" fmla="*/ 468480 w 900112"/>
                <a:gd name="csY831" fmla="*/ 156411 h 1013660"/>
                <a:gd name="csX832" fmla="*/ 469232 w 900112"/>
                <a:gd name="csY832" fmla="*/ 155659 h 1013660"/>
                <a:gd name="csX833" fmla="*/ 468480 w 900112"/>
                <a:gd name="csY833" fmla="*/ 154907 h 1013660"/>
                <a:gd name="csX834" fmla="*/ 468480 w 900112"/>
                <a:gd name="csY834" fmla="*/ 154155 h 1013660"/>
                <a:gd name="csX835" fmla="*/ 469232 w 900112"/>
                <a:gd name="csY835" fmla="*/ 154155 h 1013660"/>
                <a:gd name="csX836" fmla="*/ 470735 w 900112"/>
                <a:gd name="csY836" fmla="*/ 154907 h 1013660"/>
                <a:gd name="csX837" fmla="*/ 471488 w 900112"/>
                <a:gd name="csY837" fmla="*/ 154907 h 1013660"/>
                <a:gd name="csX838" fmla="*/ 472992 w 900112"/>
                <a:gd name="csY838" fmla="*/ 154907 h 1013660"/>
                <a:gd name="csX839" fmla="*/ 473743 w 900112"/>
                <a:gd name="csY839" fmla="*/ 154155 h 1013660"/>
                <a:gd name="csX840" fmla="*/ 474495 w 900112"/>
                <a:gd name="csY840" fmla="*/ 154155 h 1013660"/>
                <a:gd name="csX841" fmla="*/ 478255 w 900112"/>
                <a:gd name="csY841" fmla="*/ 155659 h 1013660"/>
                <a:gd name="csX842" fmla="*/ 479007 w 900112"/>
                <a:gd name="csY842" fmla="*/ 156411 h 1013660"/>
                <a:gd name="csX843" fmla="*/ 479759 w 900112"/>
                <a:gd name="csY843" fmla="*/ 157162 h 1013660"/>
                <a:gd name="csX844" fmla="*/ 480511 w 900112"/>
                <a:gd name="csY844" fmla="*/ 157162 h 1013660"/>
                <a:gd name="csX845" fmla="*/ 481263 w 900112"/>
                <a:gd name="csY845" fmla="*/ 156411 h 1013660"/>
                <a:gd name="csX846" fmla="*/ 482015 w 900112"/>
                <a:gd name="csY846" fmla="*/ 155659 h 1013660"/>
                <a:gd name="csX847" fmla="*/ 482767 w 900112"/>
                <a:gd name="csY847" fmla="*/ 155659 h 1013660"/>
                <a:gd name="csX848" fmla="*/ 485023 w 900112"/>
                <a:gd name="csY848" fmla="*/ 154907 h 1013660"/>
                <a:gd name="csX849" fmla="*/ 485775 w 900112"/>
                <a:gd name="csY849" fmla="*/ 154907 h 1013660"/>
                <a:gd name="csX850" fmla="*/ 487279 w 900112"/>
                <a:gd name="csY850" fmla="*/ 155659 h 1013660"/>
                <a:gd name="csX851" fmla="*/ 488783 w 900112"/>
                <a:gd name="csY851" fmla="*/ 155659 h 1013660"/>
                <a:gd name="csX852" fmla="*/ 490287 w 900112"/>
                <a:gd name="csY852" fmla="*/ 155659 h 1013660"/>
                <a:gd name="csX853" fmla="*/ 491791 w 900112"/>
                <a:gd name="csY853" fmla="*/ 155659 h 1013660"/>
                <a:gd name="csX854" fmla="*/ 494047 w 900112"/>
                <a:gd name="csY854" fmla="*/ 154907 h 1013660"/>
                <a:gd name="csX855" fmla="*/ 494799 w 900112"/>
                <a:gd name="csY855" fmla="*/ 154155 h 1013660"/>
                <a:gd name="csX856" fmla="*/ 496303 w 900112"/>
                <a:gd name="csY856" fmla="*/ 153403 h 1013660"/>
                <a:gd name="csX857" fmla="*/ 497055 w 900112"/>
                <a:gd name="csY857" fmla="*/ 151899 h 1013660"/>
                <a:gd name="csX858" fmla="*/ 498559 w 900112"/>
                <a:gd name="csY858" fmla="*/ 151147 h 1013660"/>
                <a:gd name="csX859" fmla="*/ 499311 w 900112"/>
                <a:gd name="csY859" fmla="*/ 149643 h 1013660"/>
                <a:gd name="csX860" fmla="*/ 500814 w 900112"/>
                <a:gd name="csY860" fmla="*/ 146635 h 1013660"/>
                <a:gd name="csX861" fmla="*/ 500062 w 900112"/>
                <a:gd name="csY861" fmla="*/ 142875 h 1013660"/>
                <a:gd name="csX862" fmla="*/ 499311 w 900112"/>
                <a:gd name="csY862" fmla="*/ 139115 h 1013660"/>
                <a:gd name="csX863" fmla="*/ 500062 w 900112"/>
                <a:gd name="csY863" fmla="*/ 137611 h 1013660"/>
                <a:gd name="csX864" fmla="*/ 500062 w 900112"/>
                <a:gd name="csY864" fmla="*/ 136859 h 1013660"/>
                <a:gd name="csX865" fmla="*/ 500814 w 900112"/>
                <a:gd name="csY865" fmla="*/ 135355 h 1013660"/>
                <a:gd name="csX866" fmla="*/ 501566 w 900112"/>
                <a:gd name="csY866" fmla="*/ 133099 h 1013660"/>
                <a:gd name="csX867" fmla="*/ 502318 w 900112"/>
                <a:gd name="csY867" fmla="*/ 132347 h 1013660"/>
                <a:gd name="csX868" fmla="*/ 502318 w 900112"/>
                <a:gd name="csY868" fmla="*/ 131595 h 1013660"/>
                <a:gd name="csX869" fmla="*/ 503070 w 900112"/>
                <a:gd name="csY869" fmla="*/ 131595 h 1013660"/>
                <a:gd name="csX870" fmla="*/ 508334 w 900112"/>
                <a:gd name="csY870" fmla="*/ 129339 h 1013660"/>
                <a:gd name="csX871" fmla="*/ 511342 w 900112"/>
                <a:gd name="csY871" fmla="*/ 128587 h 1013660"/>
                <a:gd name="csX872" fmla="*/ 520366 w 900112"/>
                <a:gd name="csY872" fmla="*/ 129339 h 1013660"/>
                <a:gd name="csX873" fmla="*/ 521118 w 900112"/>
                <a:gd name="csY873" fmla="*/ 129339 h 1013660"/>
                <a:gd name="csX874" fmla="*/ 523374 w 900112"/>
                <a:gd name="csY874" fmla="*/ 130091 h 1013660"/>
                <a:gd name="csX875" fmla="*/ 524126 w 900112"/>
                <a:gd name="csY875" fmla="*/ 130843 h 1013660"/>
                <a:gd name="csX876" fmla="*/ 524878 w 900112"/>
                <a:gd name="csY876" fmla="*/ 130843 h 1013660"/>
                <a:gd name="csX877" fmla="*/ 528638 w 900112"/>
                <a:gd name="csY877" fmla="*/ 128587 h 1013660"/>
                <a:gd name="csX878" fmla="*/ 529390 w 900112"/>
                <a:gd name="csY878" fmla="*/ 127836 h 1013660"/>
                <a:gd name="csX879" fmla="*/ 530893 w 900112"/>
                <a:gd name="csY879" fmla="*/ 127084 h 1013660"/>
                <a:gd name="csX880" fmla="*/ 533149 w 900112"/>
                <a:gd name="csY880" fmla="*/ 124828 h 1013660"/>
                <a:gd name="csX881" fmla="*/ 533901 w 900112"/>
                <a:gd name="csY881" fmla="*/ 124828 h 1013660"/>
                <a:gd name="csX882" fmla="*/ 534653 w 900112"/>
                <a:gd name="csY882" fmla="*/ 124076 h 1013660"/>
                <a:gd name="csX883" fmla="*/ 535405 w 900112"/>
                <a:gd name="csY883" fmla="*/ 124076 h 1013660"/>
                <a:gd name="csX884" fmla="*/ 536157 w 900112"/>
                <a:gd name="csY884" fmla="*/ 123324 h 1013660"/>
                <a:gd name="csX885" fmla="*/ 536157 w 900112"/>
                <a:gd name="csY885" fmla="*/ 122572 h 1013660"/>
                <a:gd name="csX886" fmla="*/ 534653 w 900112"/>
                <a:gd name="csY886" fmla="*/ 121820 h 1013660"/>
                <a:gd name="csX887" fmla="*/ 533149 w 900112"/>
                <a:gd name="csY887" fmla="*/ 119564 h 1013660"/>
                <a:gd name="csX888" fmla="*/ 531645 w 900112"/>
                <a:gd name="csY888" fmla="*/ 118060 h 1013660"/>
                <a:gd name="csX889" fmla="*/ 530893 w 900112"/>
                <a:gd name="csY889" fmla="*/ 117308 h 1013660"/>
                <a:gd name="csX890" fmla="*/ 530141 w 900112"/>
                <a:gd name="csY890" fmla="*/ 117308 h 1013660"/>
                <a:gd name="csX891" fmla="*/ 528638 w 900112"/>
                <a:gd name="csY891" fmla="*/ 115804 h 1013660"/>
                <a:gd name="csX892" fmla="*/ 530141 w 900112"/>
                <a:gd name="csY892" fmla="*/ 113548 h 1013660"/>
                <a:gd name="csX893" fmla="*/ 532397 w 900112"/>
                <a:gd name="csY893" fmla="*/ 113548 h 1013660"/>
                <a:gd name="csX894" fmla="*/ 541421 w 900112"/>
                <a:gd name="csY894" fmla="*/ 114300 h 1013660"/>
                <a:gd name="csX895" fmla="*/ 544429 w 900112"/>
                <a:gd name="csY895" fmla="*/ 115052 h 1013660"/>
                <a:gd name="csX896" fmla="*/ 549693 w 900112"/>
                <a:gd name="csY896" fmla="*/ 118060 h 1013660"/>
                <a:gd name="csX897" fmla="*/ 551949 w 900112"/>
                <a:gd name="csY897" fmla="*/ 118060 h 1013660"/>
                <a:gd name="csX898" fmla="*/ 552701 w 900112"/>
                <a:gd name="csY898" fmla="*/ 118060 h 1013660"/>
                <a:gd name="csX899" fmla="*/ 554205 w 900112"/>
                <a:gd name="csY899" fmla="*/ 119564 h 1013660"/>
                <a:gd name="csX900" fmla="*/ 554957 w 900112"/>
                <a:gd name="csY900" fmla="*/ 120316 h 1013660"/>
                <a:gd name="csX901" fmla="*/ 557964 w 900112"/>
                <a:gd name="csY901" fmla="*/ 119564 h 1013660"/>
                <a:gd name="csX902" fmla="*/ 559469 w 900112"/>
                <a:gd name="csY902" fmla="*/ 117308 h 1013660"/>
                <a:gd name="csX903" fmla="*/ 560972 w 900112"/>
                <a:gd name="csY903" fmla="*/ 116556 h 1013660"/>
                <a:gd name="csX904" fmla="*/ 561724 w 900112"/>
                <a:gd name="csY904" fmla="*/ 116556 h 1013660"/>
                <a:gd name="csX905" fmla="*/ 563228 w 900112"/>
                <a:gd name="csY905" fmla="*/ 115804 h 1013660"/>
                <a:gd name="csX906" fmla="*/ 566236 w 900112"/>
                <a:gd name="csY906" fmla="*/ 115804 h 1013660"/>
                <a:gd name="csX907" fmla="*/ 566988 w 900112"/>
                <a:gd name="csY907" fmla="*/ 115804 h 1013660"/>
                <a:gd name="csX908" fmla="*/ 567740 w 900112"/>
                <a:gd name="csY908" fmla="*/ 115052 h 1013660"/>
                <a:gd name="csX909" fmla="*/ 572252 w 900112"/>
                <a:gd name="csY909" fmla="*/ 114300 h 1013660"/>
                <a:gd name="csX910" fmla="*/ 574508 w 900112"/>
                <a:gd name="csY910" fmla="*/ 115052 h 1013660"/>
                <a:gd name="csX911" fmla="*/ 576764 w 900112"/>
                <a:gd name="csY911" fmla="*/ 115804 h 1013660"/>
                <a:gd name="csX912" fmla="*/ 578268 w 900112"/>
                <a:gd name="csY912" fmla="*/ 115052 h 1013660"/>
                <a:gd name="csX913" fmla="*/ 579772 w 900112"/>
                <a:gd name="csY913" fmla="*/ 114300 h 1013660"/>
                <a:gd name="csX914" fmla="*/ 581276 w 900112"/>
                <a:gd name="csY914" fmla="*/ 112796 h 1013660"/>
                <a:gd name="csX915" fmla="*/ 581276 w 900112"/>
                <a:gd name="csY915" fmla="*/ 111292 h 1013660"/>
                <a:gd name="csX916" fmla="*/ 584284 w 900112"/>
                <a:gd name="csY916" fmla="*/ 107532 h 1013660"/>
                <a:gd name="csX917" fmla="*/ 585788 w 900112"/>
                <a:gd name="csY917" fmla="*/ 106780 h 1013660"/>
                <a:gd name="csX918" fmla="*/ 587291 w 900112"/>
                <a:gd name="csY918" fmla="*/ 106780 h 1013660"/>
                <a:gd name="csX919" fmla="*/ 588043 w 900112"/>
                <a:gd name="csY919" fmla="*/ 105276 h 1013660"/>
                <a:gd name="csX920" fmla="*/ 588043 w 900112"/>
                <a:gd name="csY920" fmla="*/ 102268 h 1013660"/>
                <a:gd name="csX921" fmla="*/ 587291 w 900112"/>
                <a:gd name="csY921" fmla="*/ 99261 h 1013660"/>
                <a:gd name="csX922" fmla="*/ 588043 w 900112"/>
                <a:gd name="csY922" fmla="*/ 96253 h 1013660"/>
                <a:gd name="csX923" fmla="*/ 588795 w 900112"/>
                <a:gd name="csY923" fmla="*/ 94749 h 1013660"/>
                <a:gd name="csX924" fmla="*/ 589547 w 900112"/>
                <a:gd name="csY924" fmla="*/ 93997 h 1013660"/>
                <a:gd name="csX925" fmla="*/ 589547 w 900112"/>
                <a:gd name="csY925" fmla="*/ 93245 h 1013660"/>
                <a:gd name="csX926" fmla="*/ 592555 w 900112"/>
                <a:gd name="csY926" fmla="*/ 86477 h 1013660"/>
                <a:gd name="csX927" fmla="*/ 592555 w 900112"/>
                <a:gd name="csY927" fmla="*/ 85725 h 1013660"/>
                <a:gd name="csX928" fmla="*/ 594811 w 900112"/>
                <a:gd name="csY928" fmla="*/ 85725 h 1013660"/>
                <a:gd name="csX929" fmla="*/ 596315 w 900112"/>
                <a:gd name="csY929" fmla="*/ 85725 h 1013660"/>
                <a:gd name="csX930" fmla="*/ 599323 w 900112"/>
                <a:gd name="csY930" fmla="*/ 84973 h 1013660"/>
                <a:gd name="csX931" fmla="*/ 602331 w 900112"/>
                <a:gd name="csY931" fmla="*/ 84221 h 1013660"/>
                <a:gd name="csX932" fmla="*/ 605339 w 900112"/>
                <a:gd name="csY932" fmla="*/ 81965 h 1013660"/>
                <a:gd name="csX933" fmla="*/ 606091 w 900112"/>
                <a:gd name="csY933" fmla="*/ 81213 h 1013660"/>
                <a:gd name="csX934" fmla="*/ 608347 w 900112"/>
                <a:gd name="csY934" fmla="*/ 80461 h 1013660"/>
                <a:gd name="csX935" fmla="*/ 609099 w 900112"/>
                <a:gd name="csY935" fmla="*/ 80461 h 1013660"/>
                <a:gd name="csX936" fmla="*/ 611355 w 900112"/>
                <a:gd name="csY936" fmla="*/ 79709 h 1013660"/>
                <a:gd name="csX937" fmla="*/ 613611 w 900112"/>
                <a:gd name="csY937" fmla="*/ 79709 h 1013660"/>
                <a:gd name="csX938" fmla="*/ 615115 w 900112"/>
                <a:gd name="csY938" fmla="*/ 78957 h 1013660"/>
                <a:gd name="csX939" fmla="*/ 616618 w 900112"/>
                <a:gd name="csY939" fmla="*/ 78205 h 1013660"/>
                <a:gd name="csX940" fmla="*/ 618122 w 900112"/>
                <a:gd name="csY940" fmla="*/ 76701 h 1013660"/>
                <a:gd name="csX941" fmla="*/ 619626 w 900112"/>
                <a:gd name="csY941" fmla="*/ 74445 h 1013660"/>
                <a:gd name="csX942" fmla="*/ 620378 w 900112"/>
                <a:gd name="csY942" fmla="*/ 73693 h 1013660"/>
                <a:gd name="csX943" fmla="*/ 622634 w 900112"/>
                <a:gd name="csY943" fmla="*/ 72189 h 1013660"/>
                <a:gd name="csX944" fmla="*/ 624138 w 900112"/>
                <a:gd name="csY944" fmla="*/ 70686 h 1013660"/>
                <a:gd name="csX945" fmla="*/ 624890 w 900112"/>
                <a:gd name="csY945" fmla="*/ 69934 h 1013660"/>
                <a:gd name="csX946" fmla="*/ 626394 w 900112"/>
                <a:gd name="csY946" fmla="*/ 68430 h 1013660"/>
                <a:gd name="csX947" fmla="*/ 631658 w 900112"/>
                <a:gd name="csY947" fmla="*/ 62414 h 1013660"/>
                <a:gd name="csX948" fmla="*/ 632410 w 900112"/>
                <a:gd name="csY948" fmla="*/ 60910 h 1013660"/>
                <a:gd name="csX949" fmla="*/ 633162 w 900112"/>
                <a:gd name="csY949" fmla="*/ 60158 h 1013660"/>
                <a:gd name="csX950" fmla="*/ 633914 w 900112"/>
                <a:gd name="csY950" fmla="*/ 59406 h 1013660"/>
                <a:gd name="csX951" fmla="*/ 636170 w 900112"/>
                <a:gd name="csY951" fmla="*/ 56398 h 1013660"/>
                <a:gd name="csX952" fmla="*/ 637674 w 900112"/>
                <a:gd name="csY952" fmla="*/ 52638 h 1013660"/>
                <a:gd name="csX953" fmla="*/ 639178 w 900112"/>
                <a:gd name="csY953" fmla="*/ 51886 h 1013660"/>
                <a:gd name="csX954" fmla="*/ 639930 w 900112"/>
                <a:gd name="csY954" fmla="*/ 51134 h 1013660"/>
                <a:gd name="csX955" fmla="*/ 640682 w 900112"/>
                <a:gd name="csY955" fmla="*/ 50382 h 1013660"/>
                <a:gd name="csX956" fmla="*/ 640682 w 900112"/>
                <a:gd name="csY956" fmla="*/ 49630 h 1013660"/>
                <a:gd name="csX957" fmla="*/ 640682 w 900112"/>
                <a:gd name="csY957" fmla="*/ 48126 h 1013660"/>
                <a:gd name="csX958" fmla="*/ 639178 w 900112"/>
                <a:gd name="csY958" fmla="*/ 43614 h 1013660"/>
                <a:gd name="csX959" fmla="*/ 638426 w 900112"/>
                <a:gd name="csY959" fmla="*/ 41359 h 1013660"/>
                <a:gd name="csX960" fmla="*/ 628650 w 900112"/>
                <a:gd name="csY960" fmla="*/ 15039 h 1013660"/>
                <a:gd name="csX961" fmla="*/ 625642 w 900112"/>
                <a:gd name="csY961" fmla="*/ 12784 h 1013660"/>
                <a:gd name="csX962" fmla="*/ 625642 w 900112"/>
                <a:gd name="csY962" fmla="*/ 12032 h 1013660"/>
                <a:gd name="csX963" fmla="*/ 621130 w 900112"/>
                <a:gd name="csY963" fmla="*/ 10528 h 1013660"/>
                <a:gd name="csX964" fmla="*/ 618122 w 900112"/>
                <a:gd name="csY964" fmla="*/ 10528 h 1013660"/>
                <a:gd name="csX965" fmla="*/ 618122 w 900112"/>
                <a:gd name="csY965" fmla="*/ 9776 h 1013660"/>
                <a:gd name="csX966" fmla="*/ 624138 w 900112"/>
                <a:gd name="csY966" fmla="*/ 9024 h 1013660"/>
                <a:gd name="csX967" fmla="*/ 627146 w 900112"/>
                <a:gd name="csY967" fmla="*/ 8272 h 1013660"/>
                <a:gd name="csX968" fmla="*/ 636170 w 900112"/>
                <a:gd name="csY968" fmla="*/ 9024 h 1013660"/>
                <a:gd name="csX969" fmla="*/ 637674 w 900112"/>
                <a:gd name="csY969" fmla="*/ 9776 h 1013660"/>
                <a:gd name="csX970" fmla="*/ 639930 w 900112"/>
                <a:gd name="csY970" fmla="*/ 10528 h 1013660"/>
                <a:gd name="csX971" fmla="*/ 641434 w 900112"/>
                <a:gd name="csY971" fmla="*/ 11280 h 1013660"/>
                <a:gd name="csX972" fmla="*/ 642937 w 900112"/>
                <a:gd name="csY972" fmla="*/ 12032 h 1013660"/>
                <a:gd name="csX973" fmla="*/ 645193 w 900112"/>
                <a:gd name="csY973" fmla="*/ 12032 h 1013660"/>
                <a:gd name="csX974" fmla="*/ 654217 w 900112"/>
                <a:gd name="csY974" fmla="*/ 11280 h 1013660"/>
                <a:gd name="csX975" fmla="*/ 657225 w 900112"/>
                <a:gd name="csY975" fmla="*/ 12032 h 1013660"/>
                <a:gd name="csX976" fmla="*/ 657977 w 900112"/>
                <a:gd name="csY976" fmla="*/ 12784 h 1013660"/>
                <a:gd name="csX977" fmla="*/ 658729 w 900112"/>
                <a:gd name="csY977" fmla="*/ 13536 h 1013660"/>
                <a:gd name="csX978" fmla="*/ 660233 w 900112"/>
                <a:gd name="csY978" fmla="*/ 14287 h 1013660"/>
                <a:gd name="csX979" fmla="*/ 660985 w 900112"/>
                <a:gd name="csY979" fmla="*/ 14287 h 1013660"/>
                <a:gd name="csX980" fmla="*/ 662489 w 900112"/>
                <a:gd name="csY980" fmla="*/ 13536 h 1013660"/>
                <a:gd name="csX981" fmla="*/ 664745 w 900112"/>
                <a:gd name="csY981" fmla="*/ 10528 h 1013660"/>
                <a:gd name="csX982" fmla="*/ 665497 w 900112"/>
                <a:gd name="csY982" fmla="*/ 9776 h 1013660"/>
                <a:gd name="csX983" fmla="*/ 668505 w 900112"/>
                <a:gd name="csY983" fmla="*/ 9024 h 1013660"/>
                <a:gd name="csX984" fmla="*/ 675272 w 900112"/>
                <a:gd name="csY984" fmla="*/ 11280 h 1013660"/>
                <a:gd name="csX985" fmla="*/ 679032 w 900112"/>
                <a:gd name="csY985" fmla="*/ 11280 h 1013660"/>
                <a:gd name="csX986" fmla="*/ 681288 w 900112"/>
                <a:gd name="csY986" fmla="*/ 9776 h 1013660"/>
                <a:gd name="csX987" fmla="*/ 688056 w 900112"/>
                <a:gd name="csY987" fmla="*/ 3008 h 1013660"/>
                <a:gd name="csX988" fmla="*/ 690312 w 900112"/>
                <a:gd name="csY988" fmla="*/ 2256 h 1013660"/>
                <a:gd name="csX989" fmla="*/ 697080 w 900112"/>
                <a:gd name="csY989" fmla="*/ 0 h 1013660"/>
                <a:gd name="csX990" fmla="*/ 698584 w 900112"/>
                <a:gd name="csY990" fmla="*/ 752 h 1013660"/>
                <a:gd name="csX991" fmla="*/ 700087 w 900112"/>
                <a:gd name="csY991" fmla="*/ 4512 h 1013660"/>
                <a:gd name="csX992" fmla="*/ 702344 w 900112"/>
                <a:gd name="csY992" fmla="*/ 6768 h 1013660"/>
                <a:gd name="csX993" fmla="*/ 709111 w 900112"/>
                <a:gd name="csY993" fmla="*/ 3760 h 1013660"/>
                <a:gd name="csX994" fmla="*/ 710615 w 900112"/>
                <a:gd name="csY994" fmla="*/ 6016 h 1013660"/>
                <a:gd name="csX995" fmla="*/ 715127 w 900112"/>
                <a:gd name="csY995" fmla="*/ 16543 h 1013660"/>
                <a:gd name="csX996" fmla="*/ 715879 w 900112"/>
                <a:gd name="csY996" fmla="*/ 17295 h 1013660"/>
                <a:gd name="csX997" fmla="*/ 717383 w 900112"/>
                <a:gd name="csY997" fmla="*/ 19551 h 1013660"/>
                <a:gd name="csX998" fmla="*/ 721143 w 900112"/>
                <a:gd name="csY998" fmla="*/ 21807 h 1013660"/>
                <a:gd name="csX999" fmla="*/ 727159 w 900112"/>
                <a:gd name="csY999" fmla="*/ 25567 h 1013660"/>
                <a:gd name="csX1000" fmla="*/ 731670 w 900112"/>
                <a:gd name="csY1000" fmla="*/ 27823 h 1013660"/>
                <a:gd name="csX1001" fmla="*/ 731670 w 900112"/>
                <a:gd name="csY1001" fmla="*/ 32335 h 1013660"/>
                <a:gd name="csX1002" fmla="*/ 729414 w 900112"/>
                <a:gd name="csY1002" fmla="*/ 41359 h 1013660"/>
                <a:gd name="csX1003" fmla="*/ 729414 w 900112"/>
                <a:gd name="csY1003" fmla="*/ 47374 h 1013660"/>
                <a:gd name="csX1004" fmla="*/ 728663 w 900112"/>
                <a:gd name="csY1004" fmla="*/ 50382 h 1013660"/>
                <a:gd name="csX1005" fmla="*/ 727159 w 900112"/>
                <a:gd name="csY1005" fmla="*/ 52638 h 1013660"/>
                <a:gd name="csX1006" fmla="*/ 726407 w 900112"/>
                <a:gd name="csY1006" fmla="*/ 57150 h 1013660"/>
                <a:gd name="csX1007" fmla="*/ 726407 w 900112"/>
                <a:gd name="csY1007" fmla="*/ 66174 h 1013660"/>
                <a:gd name="csX1008" fmla="*/ 724151 w 900112"/>
                <a:gd name="csY1008" fmla="*/ 72941 h 1013660"/>
                <a:gd name="csX1009" fmla="*/ 724903 w 900112"/>
                <a:gd name="csY1009" fmla="*/ 79709 h 1013660"/>
                <a:gd name="csX1010" fmla="*/ 724151 w 900112"/>
                <a:gd name="csY1010" fmla="*/ 82717 h 1013660"/>
                <a:gd name="csX1011" fmla="*/ 723399 w 900112"/>
                <a:gd name="csY1011" fmla="*/ 84973 h 1013660"/>
                <a:gd name="csX1012" fmla="*/ 721895 w 900112"/>
                <a:gd name="csY1012" fmla="*/ 87981 h 1013660"/>
                <a:gd name="csX1013" fmla="*/ 717383 w 900112"/>
                <a:gd name="csY1013" fmla="*/ 93997 h 1013660"/>
                <a:gd name="csX1014" fmla="*/ 716631 w 900112"/>
                <a:gd name="csY1014" fmla="*/ 96253 h 1013660"/>
                <a:gd name="csX1015" fmla="*/ 716631 w 900112"/>
                <a:gd name="csY1015" fmla="*/ 97757 h 1013660"/>
                <a:gd name="csX1016" fmla="*/ 716631 w 900112"/>
                <a:gd name="csY1016" fmla="*/ 99261 h 1013660"/>
                <a:gd name="csX1017" fmla="*/ 715879 w 900112"/>
                <a:gd name="csY1017" fmla="*/ 100764 h 1013660"/>
                <a:gd name="csX1018" fmla="*/ 714375 w 900112"/>
                <a:gd name="csY1018" fmla="*/ 102268 h 1013660"/>
                <a:gd name="csX1019" fmla="*/ 712871 w 900112"/>
                <a:gd name="csY1019" fmla="*/ 102268 h 1013660"/>
                <a:gd name="csX1020" fmla="*/ 709863 w 900112"/>
                <a:gd name="csY1020" fmla="*/ 102268 h 1013660"/>
                <a:gd name="csX1021" fmla="*/ 709111 w 900112"/>
                <a:gd name="csY1021" fmla="*/ 103020 h 1013660"/>
                <a:gd name="csX1022" fmla="*/ 704599 w 900112"/>
                <a:gd name="csY1022" fmla="*/ 106780 h 1013660"/>
                <a:gd name="csX1023" fmla="*/ 703847 w 900112"/>
                <a:gd name="csY1023" fmla="*/ 109788 h 1013660"/>
                <a:gd name="csX1024" fmla="*/ 704599 w 900112"/>
                <a:gd name="csY1024" fmla="*/ 112796 h 1013660"/>
                <a:gd name="csX1025" fmla="*/ 706855 w 900112"/>
                <a:gd name="csY1025" fmla="*/ 115052 h 1013660"/>
                <a:gd name="csX1026" fmla="*/ 709111 w 900112"/>
                <a:gd name="csY1026" fmla="*/ 116556 h 1013660"/>
                <a:gd name="csX1027" fmla="*/ 710615 w 900112"/>
                <a:gd name="csY1027" fmla="*/ 116556 h 1013660"/>
                <a:gd name="csX1028" fmla="*/ 712119 w 900112"/>
                <a:gd name="csY1028" fmla="*/ 116556 h 1013660"/>
                <a:gd name="csX1029" fmla="*/ 712871 w 900112"/>
                <a:gd name="csY1029" fmla="*/ 115804 h 1013660"/>
                <a:gd name="csX1030" fmla="*/ 713623 w 900112"/>
                <a:gd name="csY1030" fmla="*/ 114300 h 1013660"/>
                <a:gd name="csX1031" fmla="*/ 714375 w 900112"/>
                <a:gd name="csY1031" fmla="*/ 112796 h 1013660"/>
                <a:gd name="csX1032" fmla="*/ 715879 w 900112"/>
                <a:gd name="csY1032" fmla="*/ 112796 h 1013660"/>
                <a:gd name="csX1033" fmla="*/ 717383 w 900112"/>
                <a:gd name="csY1033" fmla="*/ 113548 h 1013660"/>
                <a:gd name="csX1034" fmla="*/ 718135 w 900112"/>
                <a:gd name="csY1034" fmla="*/ 115052 h 1013660"/>
                <a:gd name="csX1035" fmla="*/ 718887 w 900112"/>
                <a:gd name="csY1035" fmla="*/ 118060 h 1013660"/>
                <a:gd name="csX1036" fmla="*/ 720391 w 900112"/>
                <a:gd name="csY1036" fmla="*/ 118060 h 1013660"/>
                <a:gd name="csX1037" fmla="*/ 723399 w 900112"/>
                <a:gd name="csY1037" fmla="*/ 117308 h 1013660"/>
                <a:gd name="csX1038" fmla="*/ 726407 w 900112"/>
                <a:gd name="csY1038" fmla="*/ 117308 h 1013660"/>
                <a:gd name="csX1039" fmla="*/ 729414 w 900112"/>
                <a:gd name="csY1039" fmla="*/ 118060 h 1013660"/>
                <a:gd name="csX1040" fmla="*/ 731670 w 900112"/>
                <a:gd name="csY1040" fmla="*/ 118812 h 1013660"/>
                <a:gd name="csX1041" fmla="*/ 732422 w 900112"/>
                <a:gd name="csY1041" fmla="*/ 117308 h 1013660"/>
                <a:gd name="csX1042" fmla="*/ 733174 w 900112"/>
                <a:gd name="csY1042" fmla="*/ 116556 h 1013660"/>
                <a:gd name="csX1043" fmla="*/ 734678 w 900112"/>
                <a:gd name="csY1043" fmla="*/ 115804 h 1013660"/>
                <a:gd name="csX1044" fmla="*/ 736182 w 900112"/>
                <a:gd name="csY1044" fmla="*/ 115804 h 1013660"/>
                <a:gd name="csX1045" fmla="*/ 737686 w 900112"/>
                <a:gd name="csY1045" fmla="*/ 116556 h 1013660"/>
                <a:gd name="csX1046" fmla="*/ 739190 w 900112"/>
                <a:gd name="csY1046" fmla="*/ 117308 h 1013660"/>
                <a:gd name="csX1047" fmla="*/ 741446 w 900112"/>
                <a:gd name="csY1047" fmla="*/ 120316 h 1013660"/>
                <a:gd name="csX1048" fmla="*/ 742198 w 900112"/>
                <a:gd name="csY1048" fmla="*/ 121068 h 1013660"/>
                <a:gd name="csX1049" fmla="*/ 743702 w 900112"/>
                <a:gd name="csY1049" fmla="*/ 120316 h 1013660"/>
                <a:gd name="csX1050" fmla="*/ 746710 w 900112"/>
                <a:gd name="csY1050" fmla="*/ 119564 h 1013660"/>
                <a:gd name="csX1051" fmla="*/ 748214 w 900112"/>
                <a:gd name="csY1051" fmla="*/ 119564 h 1013660"/>
                <a:gd name="csX1052" fmla="*/ 748966 w 900112"/>
                <a:gd name="csY1052" fmla="*/ 119564 h 1013660"/>
                <a:gd name="csX1053" fmla="*/ 748966 w 900112"/>
                <a:gd name="csY1053" fmla="*/ 121820 h 1013660"/>
                <a:gd name="csX1054" fmla="*/ 748966 w 900112"/>
                <a:gd name="csY1054" fmla="*/ 122572 h 1013660"/>
                <a:gd name="csX1055" fmla="*/ 749718 w 900112"/>
                <a:gd name="csY1055" fmla="*/ 122572 h 1013660"/>
                <a:gd name="csX1056" fmla="*/ 751222 w 900112"/>
                <a:gd name="csY1056" fmla="*/ 122572 h 1013660"/>
                <a:gd name="csX1057" fmla="*/ 751974 w 900112"/>
                <a:gd name="csY1057" fmla="*/ 123324 h 1013660"/>
                <a:gd name="csX1058" fmla="*/ 755733 w 900112"/>
                <a:gd name="csY1058" fmla="*/ 124076 h 1013660"/>
                <a:gd name="csX1059" fmla="*/ 756486 w 900112"/>
                <a:gd name="csY1059" fmla="*/ 123324 h 1013660"/>
                <a:gd name="csX1060" fmla="*/ 757990 w 900112"/>
                <a:gd name="csY1060" fmla="*/ 121820 h 1013660"/>
                <a:gd name="csX1061" fmla="*/ 760245 w 900112"/>
                <a:gd name="csY1061" fmla="*/ 124828 h 1013660"/>
                <a:gd name="csX1062" fmla="*/ 768517 w 900112"/>
                <a:gd name="csY1062" fmla="*/ 130091 h 1013660"/>
                <a:gd name="csX1063" fmla="*/ 770021 w 900112"/>
                <a:gd name="csY1063" fmla="*/ 130843 h 1013660"/>
                <a:gd name="csX1064" fmla="*/ 771525 w 900112"/>
                <a:gd name="csY1064" fmla="*/ 132347 h 1013660"/>
                <a:gd name="csX1065" fmla="*/ 772277 w 900112"/>
                <a:gd name="csY1065" fmla="*/ 133851 h 1013660"/>
                <a:gd name="csX1066" fmla="*/ 774533 w 900112"/>
                <a:gd name="csY1066" fmla="*/ 134603 h 1013660"/>
                <a:gd name="csX1067" fmla="*/ 776037 w 900112"/>
                <a:gd name="csY1067" fmla="*/ 134603 h 1013660"/>
                <a:gd name="csX1068" fmla="*/ 776789 w 900112"/>
                <a:gd name="csY1068" fmla="*/ 134603 h 1013660"/>
                <a:gd name="csX1069" fmla="*/ 776789 w 900112"/>
                <a:gd name="csY1069" fmla="*/ 136107 h 1013660"/>
                <a:gd name="csX1070" fmla="*/ 776789 w 900112"/>
                <a:gd name="csY1070" fmla="*/ 137611 h 1013660"/>
                <a:gd name="csX1071" fmla="*/ 775285 w 900112"/>
                <a:gd name="csY1071" fmla="*/ 141371 h 1013660"/>
                <a:gd name="csX1072" fmla="*/ 770773 w 900112"/>
                <a:gd name="csY1072" fmla="*/ 146635 h 1013660"/>
                <a:gd name="csX1073" fmla="*/ 768517 w 900112"/>
                <a:gd name="csY1073" fmla="*/ 149643 h 1013660"/>
                <a:gd name="csX1074" fmla="*/ 769269 w 900112"/>
                <a:gd name="csY1074" fmla="*/ 149643 h 1013660"/>
                <a:gd name="csX1075" fmla="*/ 770773 w 900112"/>
                <a:gd name="csY1075" fmla="*/ 151899 h 1013660"/>
                <a:gd name="csX1076" fmla="*/ 770773 w 900112"/>
                <a:gd name="csY1076" fmla="*/ 152651 h 1013660"/>
                <a:gd name="csX1077" fmla="*/ 770773 w 900112"/>
                <a:gd name="csY1077" fmla="*/ 153403 h 1013660"/>
                <a:gd name="csX1078" fmla="*/ 769269 w 900112"/>
                <a:gd name="csY1078" fmla="*/ 155659 h 1013660"/>
                <a:gd name="csX1079" fmla="*/ 768517 w 900112"/>
                <a:gd name="csY1079" fmla="*/ 156411 h 1013660"/>
                <a:gd name="csX1080" fmla="*/ 768517 w 900112"/>
                <a:gd name="csY1080" fmla="*/ 159418 h 1013660"/>
                <a:gd name="csX1081" fmla="*/ 768517 w 900112"/>
                <a:gd name="csY1081" fmla="*/ 160170 h 1013660"/>
                <a:gd name="csX1082" fmla="*/ 768517 w 900112"/>
                <a:gd name="csY1082" fmla="*/ 162426 h 1013660"/>
                <a:gd name="csX1083" fmla="*/ 770773 w 900112"/>
                <a:gd name="csY1083" fmla="*/ 166186 h 1013660"/>
                <a:gd name="csX1084" fmla="*/ 773029 w 900112"/>
                <a:gd name="csY1084" fmla="*/ 167690 h 1013660"/>
                <a:gd name="csX1085" fmla="*/ 779797 w 900112"/>
                <a:gd name="csY1085" fmla="*/ 169946 h 1013660"/>
                <a:gd name="csX1086" fmla="*/ 782805 w 900112"/>
                <a:gd name="csY1086" fmla="*/ 172202 h 1013660"/>
                <a:gd name="csX1087" fmla="*/ 782053 w 900112"/>
                <a:gd name="csY1087" fmla="*/ 174458 h 1013660"/>
                <a:gd name="csX1088" fmla="*/ 780549 w 900112"/>
                <a:gd name="csY1088" fmla="*/ 177466 h 1013660"/>
                <a:gd name="csX1089" fmla="*/ 780549 w 900112"/>
                <a:gd name="csY1089" fmla="*/ 180474 h 1013660"/>
                <a:gd name="csX1090" fmla="*/ 781301 w 900112"/>
                <a:gd name="csY1090" fmla="*/ 182730 h 1013660"/>
                <a:gd name="csX1091" fmla="*/ 786564 w 900112"/>
                <a:gd name="csY1091" fmla="*/ 187993 h 1013660"/>
                <a:gd name="csX1092" fmla="*/ 788821 w 900112"/>
                <a:gd name="csY1092" fmla="*/ 191753 h 1013660"/>
                <a:gd name="csX1093" fmla="*/ 789572 w 900112"/>
                <a:gd name="csY1093" fmla="*/ 192505 h 1013660"/>
                <a:gd name="csX1094" fmla="*/ 790324 w 900112"/>
                <a:gd name="csY1094" fmla="*/ 193257 h 1013660"/>
                <a:gd name="csX1095" fmla="*/ 790324 w 900112"/>
                <a:gd name="csY1095" fmla="*/ 197017 h 1013660"/>
                <a:gd name="csX1096" fmla="*/ 791076 w 900112"/>
                <a:gd name="csY1096" fmla="*/ 197769 h 1013660"/>
                <a:gd name="csX1097" fmla="*/ 792580 w 900112"/>
                <a:gd name="csY1097" fmla="*/ 197769 h 1013660"/>
                <a:gd name="csX1098" fmla="*/ 797844 w 900112"/>
                <a:gd name="csY1098" fmla="*/ 198521 h 1013660"/>
                <a:gd name="csX1099" fmla="*/ 799348 w 900112"/>
                <a:gd name="csY1099" fmla="*/ 199273 h 1013660"/>
                <a:gd name="csX1100" fmla="*/ 800100 w 900112"/>
                <a:gd name="csY1100" fmla="*/ 200777 h 1013660"/>
                <a:gd name="csX1101" fmla="*/ 800852 w 900112"/>
                <a:gd name="csY1101" fmla="*/ 202281 h 1013660"/>
                <a:gd name="csX1102" fmla="*/ 800100 w 900112"/>
                <a:gd name="csY1102" fmla="*/ 203033 h 1013660"/>
                <a:gd name="csX1103" fmla="*/ 799348 w 900112"/>
                <a:gd name="csY1103" fmla="*/ 203785 h 1013660"/>
                <a:gd name="csX1104" fmla="*/ 797844 w 900112"/>
                <a:gd name="csY1104" fmla="*/ 203785 h 1013660"/>
                <a:gd name="csX1105" fmla="*/ 795588 w 900112"/>
                <a:gd name="csY1105" fmla="*/ 205289 h 1013660"/>
                <a:gd name="csX1106" fmla="*/ 792580 w 900112"/>
                <a:gd name="csY1106" fmla="*/ 208297 h 1013660"/>
                <a:gd name="csX1107" fmla="*/ 790324 w 900112"/>
                <a:gd name="csY1107" fmla="*/ 212057 h 1013660"/>
                <a:gd name="csX1108" fmla="*/ 789572 w 900112"/>
                <a:gd name="csY1108" fmla="*/ 215064 h 1013660"/>
                <a:gd name="csX1109" fmla="*/ 789572 w 900112"/>
                <a:gd name="csY1109" fmla="*/ 218072 h 1013660"/>
                <a:gd name="csX1110" fmla="*/ 790324 w 900112"/>
                <a:gd name="csY1110" fmla="*/ 220328 h 1013660"/>
                <a:gd name="csX1111" fmla="*/ 790324 w 900112"/>
                <a:gd name="csY1111" fmla="*/ 222584 h 1013660"/>
                <a:gd name="csX1112" fmla="*/ 787316 w 900112"/>
                <a:gd name="csY1112" fmla="*/ 224840 h 1013660"/>
                <a:gd name="csX1113" fmla="*/ 780549 w 900112"/>
                <a:gd name="csY1113" fmla="*/ 227848 h 1013660"/>
                <a:gd name="csX1114" fmla="*/ 779045 w 900112"/>
                <a:gd name="csY1114" fmla="*/ 230104 h 1013660"/>
                <a:gd name="csX1115" fmla="*/ 777541 w 900112"/>
                <a:gd name="csY1115" fmla="*/ 233864 h 1013660"/>
                <a:gd name="csX1116" fmla="*/ 777541 w 900112"/>
                <a:gd name="csY1116" fmla="*/ 235368 h 1013660"/>
                <a:gd name="csX1117" fmla="*/ 777541 w 900112"/>
                <a:gd name="csY1117" fmla="*/ 236872 h 1013660"/>
                <a:gd name="csX1118" fmla="*/ 777541 w 900112"/>
                <a:gd name="csY1118" fmla="*/ 238376 h 1013660"/>
                <a:gd name="csX1119" fmla="*/ 776789 w 900112"/>
                <a:gd name="csY1119" fmla="*/ 239880 h 1013660"/>
                <a:gd name="csX1120" fmla="*/ 775285 w 900112"/>
                <a:gd name="csY1120" fmla="*/ 240632 h 1013660"/>
                <a:gd name="csX1121" fmla="*/ 772277 w 900112"/>
                <a:gd name="csY1121" fmla="*/ 242136 h 1013660"/>
                <a:gd name="csX1122" fmla="*/ 766261 w 900112"/>
                <a:gd name="csY1122" fmla="*/ 247399 h 1013660"/>
                <a:gd name="csX1123" fmla="*/ 753478 w 900112"/>
                <a:gd name="csY1123" fmla="*/ 251911 h 1013660"/>
                <a:gd name="csX1124" fmla="*/ 749718 w 900112"/>
                <a:gd name="csY1124" fmla="*/ 256423 h 1013660"/>
                <a:gd name="csX1125" fmla="*/ 749718 w 900112"/>
                <a:gd name="csY1125" fmla="*/ 260935 h 1013660"/>
                <a:gd name="csX1126" fmla="*/ 751974 w 900112"/>
                <a:gd name="csY1126" fmla="*/ 263943 h 1013660"/>
                <a:gd name="csX1127" fmla="*/ 754982 w 900112"/>
                <a:gd name="csY1127" fmla="*/ 266951 h 1013660"/>
                <a:gd name="csX1128" fmla="*/ 756486 w 900112"/>
                <a:gd name="csY1128" fmla="*/ 271463 h 1013660"/>
                <a:gd name="csX1129" fmla="*/ 753478 w 900112"/>
                <a:gd name="csY1129" fmla="*/ 277478 h 1013660"/>
                <a:gd name="csX1130" fmla="*/ 753478 w 900112"/>
                <a:gd name="csY1130" fmla="*/ 279734 h 1013660"/>
                <a:gd name="csX1131" fmla="*/ 755733 w 900112"/>
                <a:gd name="csY1131" fmla="*/ 278982 h 1013660"/>
                <a:gd name="csX1132" fmla="*/ 754982 w 900112"/>
                <a:gd name="csY1132" fmla="*/ 286502 h 1013660"/>
                <a:gd name="csX1133" fmla="*/ 755733 w 900112"/>
                <a:gd name="csY1133" fmla="*/ 287254 h 1013660"/>
                <a:gd name="csX1134" fmla="*/ 756486 w 900112"/>
                <a:gd name="csY1134" fmla="*/ 289510 h 1013660"/>
                <a:gd name="csX1135" fmla="*/ 756486 w 900112"/>
                <a:gd name="csY1135" fmla="*/ 290262 h 1013660"/>
                <a:gd name="csX1136" fmla="*/ 755733 w 900112"/>
                <a:gd name="csY1136" fmla="*/ 291014 h 1013660"/>
                <a:gd name="csX1137" fmla="*/ 754230 w 900112"/>
                <a:gd name="csY1137" fmla="*/ 291766 h 1013660"/>
                <a:gd name="csX1138" fmla="*/ 753478 w 900112"/>
                <a:gd name="csY1138" fmla="*/ 291766 h 1013660"/>
                <a:gd name="csX1139" fmla="*/ 752726 w 900112"/>
                <a:gd name="csY1139" fmla="*/ 291766 h 1013660"/>
                <a:gd name="csX1140" fmla="*/ 751222 w 900112"/>
                <a:gd name="csY1140" fmla="*/ 297030 h 1013660"/>
                <a:gd name="csX1141" fmla="*/ 747462 w 900112"/>
                <a:gd name="csY1141" fmla="*/ 303045 h 1013660"/>
                <a:gd name="csX1142" fmla="*/ 746710 w 900112"/>
                <a:gd name="csY1142" fmla="*/ 304549 h 1013660"/>
                <a:gd name="csX1143" fmla="*/ 744454 w 900112"/>
                <a:gd name="csY1143" fmla="*/ 311317 h 1013660"/>
                <a:gd name="csX1144" fmla="*/ 743702 w 900112"/>
                <a:gd name="csY1144" fmla="*/ 312821 h 1013660"/>
                <a:gd name="csX1145" fmla="*/ 742950 w 900112"/>
                <a:gd name="csY1145" fmla="*/ 314325 h 1013660"/>
                <a:gd name="csX1146" fmla="*/ 741446 w 900112"/>
                <a:gd name="csY1146" fmla="*/ 315077 h 1013660"/>
                <a:gd name="csX1147" fmla="*/ 741446 w 900112"/>
                <a:gd name="csY1147" fmla="*/ 317333 h 1013660"/>
                <a:gd name="csX1148" fmla="*/ 742198 w 900112"/>
                <a:gd name="csY1148" fmla="*/ 318085 h 1013660"/>
                <a:gd name="csX1149" fmla="*/ 743702 w 900112"/>
                <a:gd name="csY1149" fmla="*/ 319589 h 1013660"/>
                <a:gd name="csX1150" fmla="*/ 743702 w 900112"/>
                <a:gd name="csY1150" fmla="*/ 320341 h 1013660"/>
                <a:gd name="csX1151" fmla="*/ 743702 w 900112"/>
                <a:gd name="csY1151" fmla="*/ 321093 h 1013660"/>
                <a:gd name="csX1152" fmla="*/ 741446 w 900112"/>
                <a:gd name="csY1152" fmla="*/ 321093 h 1013660"/>
                <a:gd name="csX1153" fmla="*/ 740694 w 900112"/>
                <a:gd name="csY1153" fmla="*/ 321845 h 1013660"/>
                <a:gd name="csX1154" fmla="*/ 741446 w 900112"/>
                <a:gd name="csY1154" fmla="*/ 322597 h 1013660"/>
                <a:gd name="csX1155" fmla="*/ 742198 w 900112"/>
                <a:gd name="csY1155" fmla="*/ 324101 h 1013660"/>
                <a:gd name="csX1156" fmla="*/ 742198 w 900112"/>
                <a:gd name="csY1156" fmla="*/ 325605 h 1013660"/>
                <a:gd name="csX1157" fmla="*/ 742198 w 900112"/>
                <a:gd name="csY1157" fmla="*/ 326357 h 1013660"/>
                <a:gd name="csX1158" fmla="*/ 741446 w 900112"/>
                <a:gd name="csY1158" fmla="*/ 327109 h 1013660"/>
                <a:gd name="csX1159" fmla="*/ 739942 w 900112"/>
                <a:gd name="csY1159" fmla="*/ 327109 h 1013660"/>
                <a:gd name="csX1160" fmla="*/ 739190 w 900112"/>
                <a:gd name="csY1160" fmla="*/ 327861 h 1013660"/>
                <a:gd name="csX1161" fmla="*/ 735430 w 900112"/>
                <a:gd name="csY1161" fmla="*/ 334628 h 1013660"/>
                <a:gd name="csX1162" fmla="*/ 733926 w 900112"/>
                <a:gd name="csY1162" fmla="*/ 338388 h 1013660"/>
                <a:gd name="csX1163" fmla="*/ 733174 w 900112"/>
                <a:gd name="csY1163" fmla="*/ 342148 h 1013660"/>
                <a:gd name="csX1164" fmla="*/ 733926 w 900112"/>
                <a:gd name="csY1164" fmla="*/ 350420 h 1013660"/>
                <a:gd name="csX1165" fmla="*/ 733174 w 900112"/>
                <a:gd name="csY1165" fmla="*/ 353428 h 1013660"/>
                <a:gd name="csX1166" fmla="*/ 730166 w 900112"/>
                <a:gd name="csY1166" fmla="*/ 366211 h 1013660"/>
                <a:gd name="csX1167" fmla="*/ 729414 w 900112"/>
                <a:gd name="csY1167" fmla="*/ 391026 h 1013660"/>
                <a:gd name="csX1168" fmla="*/ 729414 w 900112"/>
                <a:gd name="csY1168" fmla="*/ 394034 h 1013660"/>
                <a:gd name="csX1169" fmla="*/ 734678 w 900112"/>
                <a:gd name="csY1169" fmla="*/ 403058 h 1013660"/>
                <a:gd name="csX1170" fmla="*/ 734678 w 900112"/>
                <a:gd name="csY1170" fmla="*/ 403810 h 1013660"/>
                <a:gd name="csX1171" fmla="*/ 733926 w 900112"/>
                <a:gd name="csY1171" fmla="*/ 406066 h 1013660"/>
                <a:gd name="csX1172" fmla="*/ 734678 w 900112"/>
                <a:gd name="csY1172" fmla="*/ 406818 h 1013660"/>
                <a:gd name="csX1173" fmla="*/ 736182 w 900112"/>
                <a:gd name="csY1173" fmla="*/ 407570 h 1013660"/>
                <a:gd name="csX1174" fmla="*/ 736934 w 900112"/>
                <a:gd name="csY1174" fmla="*/ 408322 h 1013660"/>
                <a:gd name="csX1175" fmla="*/ 738438 w 900112"/>
                <a:gd name="csY1175" fmla="*/ 410578 h 1013660"/>
                <a:gd name="csX1176" fmla="*/ 738438 w 900112"/>
                <a:gd name="csY1176" fmla="*/ 412082 h 1013660"/>
                <a:gd name="csX1177" fmla="*/ 738438 w 900112"/>
                <a:gd name="csY1177" fmla="*/ 413586 h 1013660"/>
                <a:gd name="csX1178" fmla="*/ 739190 w 900112"/>
                <a:gd name="csY1178" fmla="*/ 416593 h 1013660"/>
                <a:gd name="csX1179" fmla="*/ 742950 w 900112"/>
                <a:gd name="csY1179" fmla="*/ 426369 h 1013660"/>
                <a:gd name="csX1180" fmla="*/ 743702 w 900112"/>
                <a:gd name="csY1180" fmla="*/ 428625 h 1013660"/>
                <a:gd name="csX1181" fmla="*/ 743702 w 900112"/>
                <a:gd name="csY1181" fmla="*/ 431633 h 1013660"/>
                <a:gd name="csX1182" fmla="*/ 743702 w 900112"/>
                <a:gd name="csY1182" fmla="*/ 433137 h 1013660"/>
                <a:gd name="csX1183" fmla="*/ 744454 w 900112"/>
                <a:gd name="csY1183" fmla="*/ 434641 h 1013660"/>
                <a:gd name="csX1184" fmla="*/ 742198 w 900112"/>
                <a:gd name="csY1184" fmla="*/ 437649 h 1013660"/>
                <a:gd name="csX1185" fmla="*/ 742198 w 900112"/>
                <a:gd name="csY1185" fmla="*/ 438401 h 1013660"/>
                <a:gd name="csX1186" fmla="*/ 743702 w 900112"/>
                <a:gd name="csY1186" fmla="*/ 441409 h 1013660"/>
                <a:gd name="csX1187" fmla="*/ 746710 w 900112"/>
                <a:gd name="csY1187" fmla="*/ 443664 h 1013660"/>
                <a:gd name="csX1188" fmla="*/ 752726 w 900112"/>
                <a:gd name="csY1188" fmla="*/ 446672 h 1013660"/>
                <a:gd name="csX1189" fmla="*/ 757238 w 900112"/>
                <a:gd name="csY1189" fmla="*/ 451184 h 1013660"/>
                <a:gd name="csX1190" fmla="*/ 759493 w 900112"/>
                <a:gd name="csY1190" fmla="*/ 451936 h 1013660"/>
                <a:gd name="csX1191" fmla="*/ 760997 w 900112"/>
                <a:gd name="csY1191" fmla="*/ 451936 h 1013660"/>
                <a:gd name="csX1192" fmla="*/ 764005 w 900112"/>
                <a:gd name="csY1192" fmla="*/ 451936 h 1013660"/>
                <a:gd name="csX1193" fmla="*/ 764757 w 900112"/>
                <a:gd name="csY1193" fmla="*/ 452688 h 1013660"/>
                <a:gd name="csX1194" fmla="*/ 768517 w 900112"/>
                <a:gd name="csY1194" fmla="*/ 456448 h 1013660"/>
                <a:gd name="csX1195" fmla="*/ 768517 w 900112"/>
                <a:gd name="csY1195" fmla="*/ 461712 h 1013660"/>
                <a:gd name="csX1196" fmla="*/ 767765 w 900112"/>
                <a:gd name="csY1196" fmla="*/ 466976 h 1013660"/>
                <a:gd name="csX1197" fmla="*/ 767765 w 900112"/>
                <a:gd name="csY1197" fmla="*/ 472991 h 1013660"/>
                <a:gd name="csX1198" fmla="*/ 769269 w 900112"/>
                <a:gd name="csY1198" fmla="*/ 477503 h 1013660"/>
                <a:gd name="csX1199" fmla="*/ 769269 w 900112"/>
                <a:gd name="csY1199" fmla="*/ 479007 h 1013660"/>
                <a:gd name="csX1200" fmla="*/ 768517 w 900112"/>
                <a:gd name="csY1200" fmla="*/ 480511 h 1013660"/>
                <a:gd name="csX1201" fmla="*/ 767013 w 900112"/>
                <a:gd name="csY1201" fmla="*/ 482767 h 1013660"/>
                <a:gd name="csX1202" fmla="*/ 766261 w 900112"/>
                <a:gd name="csY1202" fmla="*/ 485023 h 1013660"/>
                <a:gd name="csX1203" fmla="*/ 767013 w 900112"/>
                <a:gd name="csY1203" fmla="*/ 486527 h 1013660"/>
                <a:gd name="csX1204" fmla="*/ 768517 w 900112"/>
                <a:gd name="csY1204" fmla="*/ 489535 h 1013660"/>
                <a:gd name="csX1205" fmla="*/ 769269 w 900112"/>
                <a:gd name="csY1205" fmla="*/ 491791 h 1013660"/>
                <a:gd name="csX1206" fmla="*/ 768517 w 900112"/>
                <a:gd name="csY1206" fmla="*/ 492543 h 1013660"/>
                <a:gd name="csX1207" fmla="*/ 767765 w 900112"/>
                <a:gd name="csY1207" fmla="*/ 495551 h 1013660"/>
                <a:gd name="csX1208" fmla="*/ 767765 w 900112"/>
                <a:gd name="csY1208" fmla="*/ 496303 h 1013660"/>
                <a:gd name="csX1209" fmla="*/ 767765 w 900112"/>
                <a:gd name="csY1209" fmla="*/ 500814 h 1013660"/>
                <a:gd name="csX1210" fmla="*/ 767765 w 900112"/>
                <a:gd name="csY1210" fmla="*/ 501566 h 1013660"/>
                <a:gd name="csX1211" fmla="*/ 767013 w 900112"/>
                <a:gd name="csY1211" fmla="*/ 503822 h 1013660"/>
                <a:gd name="csX1212" fmla="*/ 765509 w 900112"/>
                <a:gd name="csY1212" fmla="*/ 506830 h 1013660"/>
                <a:gd name="csX1213" fmla="*/ 764757 w 900112"/>
                <a:gd name="csY1213" fmla="*/ 508334 h 1013660"/>
                <a:gd name="csX1214" fmla="*/ 764757 w 900112"/>
                <a:gd name="csY1214" fmla="*/ 510590 h 1013660"/>
                <a:gd name="csX1215" fmla="*/ 764757 w 900112"/>
                <a:gd name="csY1215" fmla="*/ 513598 h 1013660"/>
                <a:gd name="csX1216" fmla="*/ 765509 w 900112"/>
                <a:gd name="csY1216" fmla="*/ 517358 h 1013660"/>
                <a:gd name="csX1217" fmla="*/ 767013 w 900112"/>
                <a:gd name="csY1217" fmla="*/ 518862 h 1013660"/>
                <a:gd name="csX1218" fmla="*/ 769269 w 900112"/>
                <a:gd name="csY1218" fmla="*/ 518862 h 1013660"/>
                <a:gd name="csX1219" fmla="*/ 772277 w 900112"/>
                <a:gd name="csY1219" fmla="*/ 517358 h 1013660"/>
                <a:gd name="csX1220" fmla="*/ 773781 w 900112"/>
                <a:gd name="csY1220" fmla="*/ 518110 h 1013660"/>
                <a:gd name="csX1221" fmla="*/ 779797 w 900112"/>
                <a:gd name="csY1221" fmla="*/ 519614 h 1013660"/>
                <a:gd name="csX1222" fmla="*/ 781301 w 900112"/>
                <a:gd name="csY1222" fmla="*/ 520366 h 1013660"/>
                <a:gd name="csX1223" fmla="*/ 782053 w 900112"/>
                <a:gd name="csY1223" fmla="*/ 520366 h 1013660"/>
                <a:gd name="csX1224" fmla="*/ 782805 w 900112"/>
                <a:gd name="csY1224" fmla="*/ 520366 h 1013660"/>
                <a:gd name="csX1225" fmla="*/ 782805 w 900112"/>
                <a:gd name="csY1225" fmla="*/ 522622 h 1013660"/>
                <a:gd name="csX1226" fmla="*/ 779797 w 900112"/>
                <a:gd name="csY1226" fmla="*/ 528637 h 1013660"/>
                <a:gd name="csX1227" fmla="*/ 777541 w 900112"/>
                <a:gd name="csY1227" fmla="*/ 531645 h 1013660"/>
                <a:gd name="csX1228" fmla="*/ 777541 w 900112"/>
                <a:gd name="csY1228" fmla="*/ 533149 h 1013660"/>
                <a:gd name="csX1229" fmla="*/ 780549 w 900112"/>
                <a:gd name="csY1229" fmla="*/ 536157 h 1013660"/>
                <a:gd name="csX1230" fmla="*/ 782053 w 900112"/>
                <a:gd name="csY1230" fmla="*/ 537661 h 1013660"/>
                <a:gd name="csX1231" fmla="*/ 783557 w 900112"/>
                <a:gd name="csY1231" fmla="*/ 538413 h 1013660"/>
                <a:gd name="csX1232" fmla="*/ 785812 w 900112"/>
                <a:gd name="csY1232" fmla="*/ 538413 h 1013660"/>
                <a:gd name="csX1233" fmla="*/ 788821 w 900112"/>
                <a:gd name="csY1233" fmla="*/ 538413 h 1013660"/>
                <a:gd name="csX1234" fmla="*/ 791076 w 900112"/>
                <a:gd name="csY1234" fmla="*/ 537661 h 1013660"/>
                <a:gd name="csX1235" fmla="*/ 794084 w 900112"/>
                <a:gd name="csY1235" fmla="*/ 537661 h 1013660"/>
                <a:gd name="csX1236" fmla="*/ 797092 w 900112"/>
                <a:gd name="csY1236" fmla="*/ 538413 h 1013660"/>
                <a:gd name="csX1237" fmla="*/ 800100 w 900112"/>
                <a:gd name="csY1237" fmla="*/ 541421 h 1013660"/>
                <a:gd name="csX1238" fmla="*/ 804612 w 900112"/>
                <a:gd name="csY1238" fmla="*/ 548189 h 1013660"/>
                <a:gd name="csX1239" fmla="*/ 806868 w 900112"/>
                <a:gd name="csY1239" fmla="*/ 551197 h 1013660"/>
                <a:gd name="csX1240" fmla="*/ 811380 w 900112"/>
                <a:gd name="csY1240" fmla="*/ 554957 h 1013660"/>
                <a:gd name="csX1241" fmla="*/ 812884 w 900112"/>
                <a:gd name="csY1241" fmla="*/ 556461 h 1013660"/>
                <a:gd name="csX1242" fmla="*/ 815891 w 900112"/>
                <a:gd name="csY1242" fmla="*/ 561724 h 1013660"/>
                <a:gd name="csX1243" fmla="*/ 817395 w 900112"/>
                <a:gd name="csY1243" fmla="*/ 563228 h 1013660"/>
                <a:gd name="csX1244" fmla="*/ 818147 w 900112"/>
                <a:gd name="csY1244" fmla="*/ 563980 h 1013660"/>
                <a:gd name="csX1245" fmla="*/ 820403 w 900112"/>
                <a:gd name="csY1245" fmla="*/ 563980 h 1013660"/>
                <a:gd name="csX1246" fmla="*/ 821155 w 900112"/>
                <a:gd name="csY1246" fmla="*/ 564732 h 1013660"/>
                <a:gd name="csX1247" fmla="*/ 821155 w 900112"/>
                <a:gd name="csY1247" fmla="*/ 565484 h 1013660"/>
                <a:gd name="csX1248" fmla="*/ 822659 w 900112"/>
                <a:gd name="csY1248" fmla="*/ 567740 h 1013660"/>
                <a:gd name="csX1249" fmla="*/ 823411 w 900112"/>
                <a:gd name="csY1249" fmla="*/ 568492 h 1013660"/>
                <a:gd name="csX1250" fmla="*/ 824915 w 900112"/>
                <a:gd name="csY1250" fmla="*/ 568492 h 1013660"/>
                <a:gd name="csX1251" fmla="*/ 827923 w 900112"/>
                <a:gd name="csY1251" fmla="*/ 567740 h 1013660"/>
                <a:gd name="csX1252" fmla="*/ 829427 w 900112"/>
                <a:gd name="csY1252" fmla="*/ 568492 h 1013660"/>
                <a:gd name="csX1253" fmla="*/ 830931 w 900112"/>
                <a:gd name="csY1253" fmla="*/ 570748 h 1013660"/>
                <a:gd name="csX1254" fmla="*/ 831683 w 900112"/>
                <a:gd name="csY1254" fmla="*/ 573004 h 1013660"/>
                <a:gd name="csX1255" fmla="*/ 832435 w 900112"/>
                <a:gd name="csY1255" fmla="*/ 576012 h 1013660"/>
                <a:gd name="csX1256" fmla="*/ 834691 w 900112"/>
                <a:gd name="csY1256" fmla="*/ 577516 h 1013660"/>
                <a:gd name="csX1257" fmla="*/ 836195 w 900112"/>
                <a:gd name="csY1257" fmla="*/ 579020 h 1013660"/>
                <a:gd name="csX1258" fmla="*/ 839203 w 900112"/>
                <a:gd name="csY1258" fmla="*/ 586540 h 1013660"/>
                <a:gd name="csX1259" fmla="*/ 841459 w 900112"/>
                <a:gd name="csY1259" fmla="*/ 588795 h 1013660"/>
                <a:gd name="csX1260" fmla="*/ 843714 w 900112"/>
                <a:gd name="csY1260" fmla="*/ 590299 h 1013660"/>
                <a:gd name="csX1261" fmla="*/ 853490 w 900112"/>
                <a:gd name="csY1261" fmla="*/ 593307 h 1013660"/>
                <a:gd name="csX1262" fmla="*/ 879057 w 900112"/>
                <a:gd name="csY1262" fmla="*/ 597819 h 1013660"/>
                <a:gd name="csX1263" fmla="*/ 885073 w 900112"/>
                <a:gd name="csY1263" fmla="*/ 600075 h 10136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</a:cxnLst>
              <a:rect l="l" t="t" r="r" b="b"/>
              <a:pathLst>
                <a:path w="900112" h="1013660">
                  <a:moveTo>
                    <a:pt x="885073" y="600075"/>
                  </a:moveTo>
                  <a:lnTo>
                    <a:pt x="900113" y="764757"/>
                  </a:lnTo>
                  <a:lnTo>
                    <a:pt x="764005" y="764005"/>
                  </a:lnTo>
                  <a:lnTo>
                    <a:pt x="725655" y="765509"/>
                  </a:lnTo>
                  <a:lnTo>
                    <a:pt x="721895" y="767013"/>
                  </a:lnTo>
                  <a:lnTo>
                    <a:pt x="721143" y="767765"/>
                  </a:lnTo>
                  <a:lnTo>
                    <a:pt x="721143" y="769269"/>
                  </a:lnTo>
                  <a:lnTo>
                    <a:pt x="721143" y="770773"/>
                  </a:lnTo>
                  <a:lnTo>
                    <a:pt x="719639" y="772277"/>
                  </a:lnTo>
                  <a:lnTo>
                    <a:pt x="718887" y="773781"/>
                  </a:lnTo>
                  <a:lnTo>
                    <a:pt x="717383" y="775285"/>
                  </a:lnTo>
                  <a:lnTo>
                    <a:pt x="714375" y="776789"/>
                  </a:lnTo>
                  <a:lnTo>
                    <a:pt x="712871" y="777541"/>
                  </a:lnTo>
                  <a:lnTo>
                    <a:pt x="711367" y="778293"/>
                  </a:lnTo>
                  <a:lnTo>
                    <a:pt x="709863" y="779797"/>
                  </a:lnTo>
                  <a:lnTo>
                    <a:pt x="709111" y="780549"/>
                  </a:lnTo>
                  <a:lnTo>
                    <a:pt x="708359" y="782053"/>
                  </a:lnTo>
                  <a:lnTo>
                    <a:pt x="708359" y="784309"/>
                  </a:lnTo>
                  <a:lnTo>
                    <a:pt x="709111" y="785812"/>
                  </a:lnTo>
                  <a:lnTo>
                    <a:pt x="709111" y="787317"/>
                  </a:lnTo>
                  <a:lnTo>
                    <a:pt x="708359" y="788820"/>
                  </a:lnTo>
                  <a:lnTo>
                    <a:pt x="703095" y="797844"/>
                  </a:lnTo>
                  <a:lnTo>
                    <a:pt x="697080" y="804612"/>
                  </a:lnTo>
                  <a:lnTo>
                    <a:pt x="696328" y="806116"/>
                  </a:lnTo>
                  <a:lnTo>
                    <a:pt x="695576" y="807620"/>
                  </a:lnTo>
                  <a:lnTo>
                    <a:pt x="694824" y="809124"/>
                  </a:lnTo>
                  <a:lnTo>
                    <a:pt x="693320" y="812132"/>
                  </a:lnTo>
                  <a:lnTo>
                    <a:pt x="692568" y="813636"/>
                  </a:lnTo>
                  <a:lnTo>
                    <a:pt x="691816" y="818899"/>
                  </a:lnTo>
                  <a:lnTo>
                    <a:pt x="691816" y="820403"/>
                  </a:lnTo>
                  <a:lnTo>
                    <a:pt x="691064" y="821907"/>
                  </a:lnTo>
                  <a:lnTo>
                    <a:pt x="685800" y="829427"/>
                  </a:lnTo>
                  <a:lnTo>
                    <a:pt x="683544" y="831683"/>
                  </a:lnTo>
                  <a:lnTo>
                    <a:pt x="682792" y="833187"/>
                  </a:lnTo>
                  <a:lnTo>
                    <a:pt x="682040" y="834691"/>
                  </a:lnTo>
                  <a:lnTo>
                    <a:pt x="682040" y="842211"/>
                  </a:lnTo>
                  <a:lnTo>
                    <a:pt x="681288" y="843715"/>
                  </a:lnTo>
                  <a:lnTo>
                    <a:pt x="681288" y="845218"/>
                  </a:lnTo>
                  <a:lnTo>
                    <a:pt x="679032" y="849730"/>
                  </a:lnTo>
                  <a:lnTo>
                    <a:pt x="677528" y="852738"/>
                  </a:lnTo>
                  <a:lnTo>
                    <a:pt x="675272" y="857250"/>
                  </a:lnTo>
                  <a:lnTo>
                    <a:pt x="674520" y="858754"/>
                  </a:lnTo>
                  <a:lnTo>
                    <a:pt x="673768" y="861762"/>
                  </a:lnTo>
                  <a:lnTo>
                    <a:pt x="673768" y="864018"/>
                  </a:lnTo>
                  <a:lnTo>
                    <a:pt x="671513" y="866274"/>
                  </a:lnTo>
                  <a:lnTo>
                    <a:pt x="671513" y="867778"/>
                  </a:lnTo>
                  <a:lnTo>
                    <a:pt x="670761" y="869282"/>
                  </a:lnTo>
                  <a:lnTo>
                    <a:pt x="669257" y="875297"/>
                  </a:lnTo>
                  <a:lnTo>
                    <a:pt x="669257" y="876049"/>
                  </a:lnTo>
                  <a:lnTo>
                    <a:pt x="670009" y="877553"/>
                  </a:lnTo>
                  <a:lnTo>
                    <a:pt x="670761" y="880561"/>
                  </a:lnTo>
                  <a:lnTo>
                    <a:pt x="671513" y="882065"/>
                  </a:lnTo>
                  <a:lnTo>
                    <a:pt x="672265" y="883569"/>
                  </a:lnTo>
                  <a:lnTo>
                    <a:pt x="681288" y="893345"/>
                  </a:lnTo>
                  <a:lnTo>
                    <a:pt x="682040" y="894097"/>
                  </a:lnTo>
                  <a:lnTo>
                    <a:pt x="682792" y="895601"/>
                  </a:lnTo>
                  <a:lnTo>
                    <a:pt x="682792" y="897857"/>
                  </a:lnTo>
                  <a:lnTo>
                    <a:pt x="682792" y="899361"/>
                  </a:lnTo>
                  <a:lnTo>
                    <a:pt x="682792" y="900864"/>
                  </a:lnTo>
                  <a:lnTo>
                    <a:pt x="682792" y="902368"/>
                  </a:lnTo>
                  <a:lnTo>
                    <a:pt x="681288" y="903120"/>
                  </a:lnTo>
                  <a:lnTo>
                    <a:pt x="680536" y="904624"/>
                  </a:lnTo>
                  <a:lnTo>
                    <a:pt x="679032" y="905376"/>
                  </a:lnTo>
                  <a:lnTo>
                    <a:pt x="677528" y="905376"/>
                  </a:lnTo>
                  <a:lnTo>
                    <a:pt x="672265" y="906880"/>
                  </a:lnTo>
                  <a:lnTo>
                    <a:pt x="667753" y="908384"/>
                  </a:lnTo>
                  <a:lnTo>
                    <a:pt x="657977" y="911392"/>
                  </a:lnTo>
                  <a:lnTo>
                    <a:pt x="657225" y="912144"/>
                  </a:lnTo>
                  <a:lnTo>
                    <a:pt x="656473" y="913648"/>
                  </a:lnTo>
                  <a:lnTo>
                    <a:pt x="655721" y="915152"/>
                  </a:lnTo>
                  <a:lnTo>
                    <a:pt x="654969" y="915904"/>
                  </a:lnTo>
                  <a:lnTo>
                    <a:pt x="654217" y="916656"/>
                  </a:lnTo>
                  <a:lnTo>
                    <a:pt x="653465" y="918160"/>
                  </a:lnTo>
                  <a:lnTo>
                    <a:pt x="653465" y="918912"/>
                  </a:lnTo>
                  <a:lnTo>
                    <a:pt x="652713" y="921920"/>
                  </a:lnTo>
                  <a:lnTo>
                    <a:pt x="651961" y="923424"/>
                  </a:lnTo>
                  <a:lnTo>
                    <a:pt x="651209" y="924928"/>
                  </a:lnTo>
                  <a:lnTo>
                    <a:pt x="649705" y="925680"/>
                  </a:lnTo>
                  <a:lnTo>
                    <a:pt x="648201" y="925680"/>
                  </a:lnTo>
                  <a:lnTo>
                    <a:pt x="643689" y="924928"/>
                  </a:lnTo>
                  <a:lnTo>
                    <a:pt x="640682" y="925680"/>
                  </a:lnTo>
                  <a:lnTo>
                    <a:pt x="638426" y="925680"/>
                  </a:lnTo>
                  <a:lnTo>
                    <a:pt x="636922" y="925680"/>
                  </a:lnTo>
                  <a:lnTo>
                    <a:pt x="636922" y="926432"/>
                  </a:lnTo>
                  <a:lnTo>
                    <a:pt x="636170" y="927184"/>
                  </a:lnTo>
                  <a:lnTo>
                    <a:pt x="634666" y="927936"/>
                  </a:lnTo>
                  <a:lnTo>
                    <a:pt x="633914" y="928687"/>
                  </a:lnTo>
                  <a:lnTo>
                    <a:pt x="632410" y="929439"/>
                  </a:lnTo>
                  <a:lnTo>
                    <a:pt x="630906" y="929439"/>
                  </a:lnTo>
                  <a:lnTo>
                    <a:pt x="627146" y="928687"/>
                  </a:lnTo>
                  <a:lnTo>
                    <a:pt x="617370" y="927936"/>
                  </a:lnTo>
                  <a:lnTo>
                    <a:pt x="615867" y="927184"/>
                  </a:lnTo>
                  <a:lnTo>
                    <a:pt x="614363" y="925680"/>
                  </a:lnTo>
                  <a:lnTo>
                    <a:pt x="613611" y="924176"/>
                  </a:lnTo>
                  <a:lnTo>
                    <a:pt x="613611" y="921920"/>
                  </a:lnTo>
                  <a:lnTo>
                    <a:pt x="614363" y="918912"/>
                  </a:lnTo>
                  <a:lnTo>
                    <a:pt x="613611" y="918160"/>
                  </a:lnTo>
                  <a:lnTo>
                    <a:pt x="612858" y="916656"/>
                  </a:lnTo>
                  <a:lnTo>
                    <a:pt x="612107" y="915904"/>
                  </a:lnTo>
                  <a:lnTo>
                    <a:pt x="611355" y="912144"/>
                  </a:lnTo>
                  <a:lnTo>
                    <a:pt x="606843" y="904624"/>
                  </a:lnTo>
                  <a:lnTo>
                    <a:pt x="606091" y="903120"/>
                  </a:lnTo>
                  <a:lnTo>
                    <a:pt x="601579" y="899361"/>
                  </a:lnTo>
                  <a:lnTo>
                    <a:pt x="597819" y="895601"/>
                  </a:lnTo>
                  <a:lnTo>
                    <a:pt x="595563" y="894097"/>
                  </a:lnTo>
                  <a:lnTo>
                    <a:pt x="594059" y="892593"/>
                  </a:lnTo>
                  <a:lnTo>
                    <a:pt x="592555" y="891841"/>
                  </a:lnTo>
                  <a:lnTo>
                    <a:pt x="591051" y="890337"/>
                  </a:lnTo>
                  <a:lnTo>
                    <a:pt x="590299" y="888081"/>
                  </a:lnTo>
                  <a:lnTo>
                    <a:pt x="588795" y="884321"/>
                  </a:lnTo>
                  <a:lnTo>
                    <a:pt x="588043" y="882817"/>
                  </a:lnTo>
                  <a:lnTo>
                    <a:pt x="586539" y="882065"/>
                  </a:lnTo>
                  <a:lnTo>
                    <a:pt x="584284" y="881313"/>
                  </a:lnTo>
                  <a:lnTo>
                    <a:pt x="578268" y="881313"/>
                  </a:lnTo>
                  <a:lnTo>
                    <a:pt x="576764" y="881313"/>
                  </a:lnTo>
                  <a:lnTo>
                    <a:pt x="568492" y="879057"/>
                  </a:lnTo>
                  <a:lnTo>
                    <a:pt x="566988" y="878305"/>
                  </a:lnTo>
                  <a:lnTo>
                    <a:pt x="566236" y="877553"/>
                  </a:lnTo>
                  <a:lnTo>
                    <a:pt x="563228" y="874545"/>
                  </a:lnTo>
                  <a:lnTo>
                    <a:pt x="562476" y="874545"/>
                  </a:lnTo>
                  <a:lnTo>
                    <a:pt x="561724" y="873793"/>
                  </a:lnTo>
                  <a:lnTo>
                    <a:pt x="560220" y="873041"/>
                  </a:lnTo>
                  <a:lnTo>
                    <a:pt x="557964" y="873041"/>
                  </a:lnTo>
                  <a:lnTo>
                    <a:pt x="556460" y="873041"/>
                  </a:lnTo>
                  <a:lnTo>
                    <a:pt x="551197" y="873793"/>
                  </a:lnTo>
                  <a:lnTo>
                    <a:pt x="549693" y="873793"/>
                  </a:lnTo>
                  <a:lnTo>
                    <a:pt x="546685" y="873793"/>
                  </a:lnTo>
                  <a:lnTo>
                    <a:pt x="545933" y="873793"/>
                  </a:lnTo>
                  <a:lnTo>
                    <a:pt x="545181" y="873793"/>
                  </a:lnTo>
                  <a:lnTo>
                    <a:pt x="544429" y="874545"/>
                  </a:lnTo>
                  <a:lnTo>
                    <a:pt x="543677" y="875297"/>
                  </a:lnTo>
                  <a:lnTo>
                    <a:pt x="542925" y="878305"/>
                  </a:lnTo>
                  <a:lnTo>
                    <a:pt x="542173" y="879809"/>
                  </a:lnTo>
                  <a:lnTo>
                    <a:pt x="541421" y="881313"/>
                  </a:lnTo>
                  <a:lnTo>
                    <a:pt x="540669" y="882065"/>
                  </a:lnTo>
                  <a:lnTo>
                    <a:pt x="539165" y="882817"/>
                  </a:lnTo>
                  <a:lnTo>
                    <a:pt x="538413" y="883569"/>
                  </a:lnTo>
                  <a:lnTo>
                    <a:pt x="526382" y="888081"/>
                  </a:lnTo>
                  <a:lnTo>
                    <a:pt x="520366" y="889585"/>
                  </a:lnTo>
                  <a:lnTo>
                    <a:pt x="518862" y="890337"/>
                  </a:lnTo>
                  <a:lnTo>
                    <a:pt x="508334" y="895601"/>
                  </a:lnTo>
                  <a:lnTo>
                    <a:pt x="506830" y="896353"/>
                  </a:lnTo>
                  <a:lnTo>
                    <a:pt x="506078" y="897857"/>
                  </a:lnTo>
                  <a:lnTo>
                    <a:pt x="505326" y="898609"/>
                  </a:lnTo>
                  <a:lnTo>
                    <a:pt x="503822" y="901616"/>
                  </a:lnTo>
                  <a:lnTo>
                    <a:pt x="503070" y="903120"/>
                  </a:lnTo>
                  <a:lnTo>
                    <a:pt x="502318" y="903872"/>
                  </a:lnTo>
                  <a:lnTo>
                    <a:pt x="499311" y="906880"/>
                  </a:lnTo>
                  <a:lnTo>
                    <a:pt x="497807" y="908384"/>
                  </a:lnTo>
                  <a:lnTo>
                    <a:pt x="497055" y="909136"/>
                  </a:lnTo>
                  <a:lnTo>
                    <a:pt x="496303" y="910640"/>
                  </a:lnTo>
                  <a:lnTo>
                    <a:pt x="495551" y="915904"/>
                  </a:lnTo>
                  <a:lnTo>
                    <a:pt x="494047" y="924928"/>
                  </a:lnTo>
                  <a:lnTo>
                    <a:pt x="494047" y="926432"/>
                  </a:lnTo>
                  <a:lnTo>
                    <a:pt x="490287" y="933199"/>
                  </a:lnTo>
                  <a:lnTo>
                    <a:pt x="489535" y="936959"/>
                  </a:lnTo>
                  <a:lnTo>
                    <a:pt x="489535" y="938463"/>
                  </a:lnTo>
                  <a:lnTo>
                    <a:pt x="489535" y="942223"/>
                  </a:lnTo>
                  <a:lnTo>
                    <a:pt x="492543" y="954255"/>
                  </a:lnTo>
                  <a:lnTo>
                    <a:pt x="493295" y="955759"/>
                  </a:lnTo>
                  <a:lnTo>
                    <a:pt x="492543" y="957262"/>
                  </a:lnTo>
                  <a:lnTo>
                    <a:pt x="491791" y="958766"/>
                  </a:lnTo>
                  <a:lnTo>
                    <a:pt x="491039" y="960270"/>
                  </a:lnTo>
                  <a:lnTo>
                    <a:pt x="490287" y="961022"/>
                  </a:lnTo>
                  <a:lnTo>
                    <a:pt x="490287" y="963278"/>
                  </a:lnTo>
                  <a:lnTo>
                    <a:pt x="490287" y="964782"/>
                  </a:lnTo>
                  <a:lnTo>
                    <a:pt x="491039" y="970046"/>
                  </a:lnTo>
                  <a:lnTo>
                    <a:pt x="490287" y="972302"/>
                  </a:lnTo>
                  <a:lnTo>
                    <a:pt x="488031" y="982078"/>
                  </a:lnTo>
                  <a:lnTo>
                    <a:pt x="483519" y="991853"/>
                  </a:lnTo>
                  <a:lnTo>
                    <a:pt x="483519" y="993357"/>
                  </a:lnTo>
                  <a:lnTo>
                    <a:pt x="483519" y="995613"/>
                  </a:lnTo>
                  <a:lnTo>
                    <a:pt x="486527" y="1011405"/>
                  </a:lnTo>
                  <a:lnTo>
                    <a:pt x="486527" y="1013661"/>
                  </a:lnTo>
                  <a:lnTo>
                    <a:pt x="485023" y="1012909"/>
                  </a:lnTo>
                  <a:lnTo>
                    <a:pt x="483519" y="1012909"/>
                  </a:lnTo>
                  <a:lnTo>
                    <a:pt x="480511" y="1012157"/>
                  </a:lnTo>
                  <a:lnTo>
                    <a:pt x="474495" y="1010653"/>
                  </a:lnTo>
                  <a:lnTo>
                    <a:pt x="470735" y="1010653"/>
                  </a:lnTo>
                  <a:lnTo>
                    <a:pt x="469983" y="1010653"/>
                  </a:lnTo>
                  <a:lnTo>
                    <a:pt x="468480" y="1009901"/>
                  </a:lnTo>
                  <a:lnTo>
                    <a:pt x="466976" y="1009149"/>
                  </a:lnTo>
                  <a:lnTo>
                    <a:pt x="464720" y="1006141"/>
                  </a:lnTo>
                  <a:lnTo>
                    <a:pt x="463968" y="1005389"/>
                  </a:lnTo>
                  <a:lnTo>
                    <a:pt x="462464" y="1004637"/>
                  </a:lnTo>
                  <a:lnTo>
                    <a:pt x="459456" y="1006141"/>
                  </a:lnTo>
                  <a:lnTo>
                    <a:pt x="452688" y="1009149"/>
                  </a:lnTo>
                  <a:lnTo>
                    <a:pt x="451936" y="1009149"/>
                  </a:lnTo>
                  <a:lnTo>
                    <a:pt x="450432" y="1009149"/>
                  </a:lnTo>
                  <a:lnTo>
                    <a:pt x="449680" y="1009149"/>
                  </a:lnTo>
                  <a:lnTo>
                    <a:pt x="448176" y="1009149"/>
                  </a:lnTo>
                  <a:lnTo>
                    <a:pt x="447424" y="1009149"/>
                  </a:lnTo>
                  <a:lnTo>
                    <a:pt x="446672" y="1008397"/>
                  </a:lnTo>
                  <a:lnTo>
                    <a:pt x="445920" y="1007645"/>
                  </a:lnTo>
                  <a:lnTo>
                    <a:pt x="445168" y="1007645"/>
                  </a:lnTo>
                  <a:lnTo>
                    <a:pt x="444416" y="1006141"/>
                  </a:lnTo>
                  <a:lnTo>
                    <a:pt x="436145" y="987341"/>
                  </a:lnTo>
                  <a:lnTo>
                    <a:pt x="435393" y="987341"/>
                  </a:lnTo>
                  <a:lnTo>
                    <a:pt x="433889" y="985838"/>
                  </a:lnTo>
                  <a:lnTo>
                    <a:pt x="433137" y="985086"/>
                  </a:lnTo>
                  <a:lnTo>
                    <a:pt x="432385" y="985086"/>
                  </a:lnTo>
                  <a:lnTo>
                    <a:pt x="431633" y="984334"/>
                  </a:lnTo>
                  <a:lnTo>
                    <a:pt x="430129" y="984334"/>
                  </a:lnTo>
                  <a:lnTo>
                    <a:pt x="428625" y="983582"/>
                  </a:lnTo>
                  <a:lnTo>
                    <a:pt x="427873" y="981326"/>
                  </a:lnTo>
                  <a:lnTo>
                    <a:pt x="424865" y="976814"/>
                  </a:lnTo>
                  <a:lnTo>
                    <a:pt x="423361" y="973806"/>
                  </a:lnTo>
                  <a:lnTo>
                    <a:pt x="421857" y="972302"/>
                  </a:lnTo>
                  <a:lnTo>
                    <a:pt x="421105" y="971550"/>
                  </a:lnTo>
                  <a:lnTo>
                    <a:pt x="414337" y="967790"/>
                  </a:lnTo>
                  <a:lnTo>
                    <a:pt x="405314" y="961022"/>
                  </a:lnTo>
                  <a:lnTo>
                    <a:pt x="403810" y="960270"/>
                  </a:lnTo>
                  <a:lnTo>
                    <a:pt x="402306" y="959518"/>
                  </a:lnTo>
                  <a:lnTo>
                    <a:pt x="399298" y="959518"/>
                  </a:lnTo>
                  <a:lnTo>
                    <a:pt x="397794" y="958766"/>
                  </a:lnTo>
                  <a:lnTo>
                    <a:pt x="396290" y="958015"/>
                  </a:lnTo>
                  <a:lnTo>
                    <a:pt x="395538" y="957262"/>
                  </a:lnTo>
                  <a:lnTo>
                    <a:pt x="389522" y="947487"/>
                  </a:lnTo>
                  <a:lnTo>
                    <a:pt x="387266" y="945983"/>
                  </a:lnTo>
                  <a:lnTo>
                    <a:pt x="385011" y="945231"/>
                  </a:lnTo>
                  <a:lnTo>
                    <a:pt x="383506" y="945231"/>
                  </a:lnTo>
                  <a:lnTo>
                    <a:pt x="381251" y="943727"/>
                  </a:lnTo>
                  <a:lnTo>
                    <a:pt x="378243" y="942223"/>
                  </a:lnTo>
                  <a:lnTo>
                    <a:pt x="367715" y="931695"/>
                  </a:lnTo>
                  <a:lnTo>
                    <a:pt x="364707" y="926432"/>
                  </a:lnTo>
                  <a:lnTo>
                    <a:pt x="362451" y="924176"/>
                  </a:lnTo>
                  <a:lnTo>
                    <a:pt x="361699" y="923424"/>
                  </a:lnTo>
                  <a:lnTo>
                    <a:pt x="360195" y="922672"/>
                  </a:lnTo>
                  <a:lnTo>
                    <a:pt x="352676" y="920416"/>
                  </a:lnTo>
                  <a:lnTo>
                    <a:pt x="351172" y="919664"/>
                  </a:lnTo>
                  <a:lnTo>
                    <a:pt x="350420" y="918912"/>
                  </a:lnTo>
                  <a:lnTo>
                    <a:pt x="350420" y="918160"/>
                  </a:lnTo>
                  <a:lnTo>
                    <a:pt x="349668" y="915904"/>
                  </a:lnTo>
                  <a:lnTo>
                    <a:pt x="349668" y="913648"/>
                  </a:lnTo>
                  <a:lnTo>
                    <a:pt x="349668" y="911392"/>
                  </a:lnTo>
                  <a:lnTo>
                    <a:pt x="350420" y="906128"/>
                  </a:lnTo>
                  <a:lnTo>
                    <a:pt x="350420" y="904624"/>
                  </a:lnTo>
                  <a:lnTo>
                    <a:pt x="351172" y="904624"/>
                  </a:lnTo>
                  <a:lnTo>
                    <a:pt x="352676" y="903872"/>
                  </a:lnTo>
                  <a:lnTo>
                    <a:pt x="354180" y="903872"/>
                  </a:lnTo>
                  <a:lnTo>
                    <a:pt x="360195" y="906128"/>
                  </a:lnTo>
                  <a:lnTo>
                    <a:pt x="361699" y="906128"/>
                  </a:lnTo>
                  <a:lnTo>
                    <a:pt x="364707" y="907632"/>
                  </a:lnTo>
                  <a:lnTo>
                    <a:pt x="366211" y="908384"/>
                  </a:lnTo>
                  <a:lnTo>
                    <a:pt x="367715" y="908384"/>
                  </a:lnTo>
                  <a:lnTo>
                    <a:pt x="369219" y="907632"/>
                  </a:lnTo>
                  <a:lnTo>
                    <a:pt x="369971" y="906128"/>
                  </a:lnTo>
                  <a:lnTo>
                    <a:pt x="371475" y="903872"/>
                  </a:lnTo>
                  <a:lnTo>
                    <a:pt x="372227" y="902368"/>
                  </a:lnTo>
                  <a:lnTo>
                    <a:pt x="375235" y="900864"/>
                  </a:lnTo>
                  <a:lnTo>
                    <a:pt x="375987" y="900113"/>
                  </a:lnTo>
                  <a:lnTo>
                    <a:pt x="378995" y="896353"/>
                  </a:lnTo>
                  <a:lnTo>
                    <a:pt x="379747" y="894849"/>
                  </a:lnTo>
                  <a:lnTo>
                    <a:pt x="380499" y="893345"/>
                  </a:lnTo>
                  <a:lnTo>
                    <a:pt x="380499" y="891089"/>
                  </a:lnTo>
                  <a:lnTo>
                    <a:pt x="378243" y="877553"/>
                  </a:lnTo>
                  <a:lnTo>
                    <a:pt x="376739" y="876049"/>
                  </a:lnTo>
                  <a:lnTo>
                    <a:pt x="375987" y="875297"/>
                  </a:lnTo>
                  <a:lnTo>
                    <a:pt x="375987" y="874545"/>
                  </a:lnTo>
                  <a:lnTo>
                    <a:pt x="372227" y="872289"/>
                  </a:lnTo>
                  <a:lnTo>
                    <a:pt x="371475" y="871538"/>
                  </a:lnTo>
                  <a:lnTo>
                    <a:pt x="369971" y="870034"/>
                  </a:lnTo>
                  <a:lnTo>
                    <a:pt x="369219" y="868530"/>
                  </a:lnTo>
                  <a:lnTo>
                    <a:pt x="369219" y="865522"/>
                  </a:lnTo>
                  <a:lnTo>
                    <a:pt x="370723" y="858754"/>
                  </a:lnTo>
                  <a:lnTo>
                    <a:pt x="370723" y="854242"/>
                  </a:lnTo>
                  <a:lnTo>
                    <a:pt x="369971" y="850482"/>
                  </a:lnTo>
                  <a:lnTo>
                    <a:pt x="369219" y="848226"/>
                  </a:lnTo>
                  <a:lnTo>
                    <a:pt x="368467" y="845970"/>
                  </a:lnTo>
                  <a:lnTo>
                    <a:pt x="364707" y="839955"/>
                  </a:lnTo>
                  <a:lnTo>
                    <a:pt x="363203" y="838451"/>
                  </a:lnTo>
                  <a:lnTo>
                    <a:pt x="361699" y="836947"/>
                  </a:lnTo>
                  <a:lnTo>
                    <a:pt x="357187" y="835443"/>
                  </a:lnTo>
                  <a:lnTo>
                    <a:pt x="355684" y="833939"/>
                  </a:lnTo>
                  <a:lnTo>
                    <a:pt x="354180" y="833187"/>
                  </a:lnTo>
                  <a:lnTo>
                    <a:pt x="352676" y="830931"/>
                  </a:lnTo>
                  <a:lnTo>
                    <a:pt x="351172" y="827923"/>
                  </a:lnTo>
                  <a:lnTo>
                    <a:pt x="348916" y="818147"/>
                  </a:lnTo>
                  <a:lnTo>
                    <a:pt x="347412" y="815140"/>
                  </a:lnTo>
                  <a:lnTo>
                    <a:pt x="345156" y="812132"/>
                  </a:lnTo>
                  <a:lnTo>
                    <a:pt x="343652" y="809876"/>
                  </a:lnTo>
                  <a:lnTo>
                    <a:pt x="339892" y="806116"/>
                  </a:lnTo>
                  <a:lnTo>
                    <a:pt x="338388" y="804612"/>
                  </a:lnTo>
                  <a:lnTo>
                    <a:pt x="337636" y="800852"/>
                  </a:lnTo>
                  <a:lnTo>
                    <a:pt x="337636" y="797844"/>
                  </a:lnTo>
                  <a:lnTo>
                    <a:pt x="338388" y="796340"/>
                  </a:lnTo>
                  <a:lnTo>
                    <a:pt x="339892" y="795588"/>
                  </a:lnTo>
                  <a:lnTo>
                    <a:pt x="341396" y="794836"/>
                  </a:lnTo>
                  <a:lnTo>
                    <a:pt x="342900" y="794084"/>
                  </a:lnTo>
                  <a:lnTo>
                    <a:pt x="343652" y="792580"/>
                  </a:lnTo>
                  <a:lnTo>
                    <a:pt x="346660" y="784309"/>
                  </a:lnTo>
                  <a:lnTo>
                    <a:pt x="346660" y="782805"/>
                  </a:lnTo>
                  <a:lnTo>
                    <a:pt x="345908" y="780549"/>
                  </a:lnTo>
                  <a:lnTo>
                    <a:pt x="342148" y="776037"/>
                  </a:lnTo>
                  <a:lnTo>
                    <a:pt x="341396" y="774533"/>
                  </a:lnTo>
                  <a:lnTo>
                    <a:pt x="340644" y="772277"/>
                  </a:lnTo>
                  <a:lnTo>
                    <a:pt x="340644" y="761749"/>
                  </a:lnTo>
                  <a:lnTo>
                    <a:pt x="340644" y="760245"/>
                  </a:lnTo>
                  <a:lnTo>
                    <a:pt x="341396" y="757989"/>
                  </a:lnTo>
                  <a:lnTo>
                    <a:pt x="345156" y="751974"/>
                  </a:lnTo>
                  <a:lnTo>
                    <a:pt x="345908" y="750470"/>
                  </a:lnTo>
                  <a:lnTo>
                    <a:pt x="346660" y="748966"/>
                  </a:lnTo>
                  <a:lnTo>
                    <a:pt x="346660" y="746710"/>
                  </a:lnTo>
                  <a:lnTo>
                    <a:pt x="344404" y="738438"/>
                  </a:lnTo>
                  <a:lnTo>
                    <a:pt x="345156" y="736934"/>
                  </a:lnTo>
                  <a:lnTo>
                    <a:pt x="345156" y="735430"/>
                  </a:lnTo>
                  <a:lnTo>
                    <a:pt x="345908" y="733926"/>
                  </a:lnTo>
                  <a:lnTo>
                    <a:pt x="347412" y="733174"/>
                  </a:lnTo>
                  <a:lnTo>
                    <a:pt x="349668" y="730918"/>
                  </a:lnTo>
                  <a:lnTo>
                    <a:pt x="350420" y="729414"/>
                  </a:lnTo>
                  <a:lnTo>
                    <a:pt x="351172" y="728663"/>
                  </a:lnTo>
                  <a:lnTo>
                    <a:pt x="352676" y="725655"/>
                  </a:lnTo>
                  <a:lnTo>
                    <a:pt x="353428" y="721895"/>
                  </a:lnTo>
                  <a:lnTo>
                    <a:pt x="353428" y="720391"/>
                  </a:lnTo>
                  <a:lnTo>
                    <a:pt x="352676" y="717383"/>
                  </a:lnTo>
                  <a:lnTo>
                    <a:pt x="345156" y="696328"/>
                  </a:lnTo>
                  <a:lnTo>
                    <a:pt x="343652" y="693320"/>
                  </a:lnTo>
                  <a:lnTo>
                    <a:pt x="343652" y="691064"/>
                  </a:lnTo>
                  <a:lnTo>
                    <a:pt x="344404" y="689560"/>
                  </a:lnTo>
                  <a:lnTo>
                    <a:pt x="345156" y="688056"/>
                  </a:lnTo>
                  <a:lnTo>
                    <a:pt x="346660" y="687304"/>
                  </a:lnTo>
                  <a:lnTo>
                    <a:pt x="348164" y="685800"/>
                  </a:lnTo>
                  <a:lnTo>
                    <a:pt x="350420" y="685048"/>
                  </a:lnTo>
                  <a:lnTo>
                    <a:pt x="352676" y="682792"/>
                  </a:lnTo>
                  <a:lnTo>
                    <a:pt x="356436" y="680536"/>
                  </a:lnTo>
                  <a:lnTo>
                    <a:pt x="358691" y="677528"/>
                  </a:lnTo>
                  <a:lnTo>
                    <a:pt x="358691" y="674520"/>
                  </a:lnTo>
                  <a:lnTo>
                    <a:pt x="357187" y="670009"/>
                  </a:lnTo>
                  <a:lnTo>
                    <a:pt x="350420" y="656473"/>
                  </a:lnTo>
                  <a:lnTo>
                    <a:pt x="348916" y="653465"/>
                  </a:lnTo>
                  <a:lnTo>
                    <a:pt x="348164" y="638426"/>
                  </a:lnTo>
                  <a:lnTo>
                    <a:pt x="347412" y="635418"/>
                  </a:lnTo>
                  <a:lnTo>
                    <a:pt x="342900" y="627898"/>
                  </a:lnTo>
                  <a:lnTo>
                    <a:pt x="342900" y="625642"/>
                  </a:lnTo>
                  <a:lnTo>
                    <a:pt x="342148" y="624138"/>
                  </a:lnTo>
                  <a:lnTo>
                    <a:pt x="342148" y="619626"/>
                  </a:lnTo>
                  <a:lnTo>
                    <a:pt x="333124" y="592555"/>
                  </a:lnTo>
                  <a:lnTo>
                    <a:pt x="333124" y="591051"/>
                  </a:lnTo>
                  <a:lnTo>
                    <a:pt x="333124" y="588795"/>
                  </a:lnTo>
                  <a:lnTo>
                    <a:pt x="333124" y="587291"/>
                  </a:lnTo>
                  <a:lnTo>
                    <a:pt x="331620" y="584284"/>
                  </a:lnTo>
                  <a:lnTo>
                    <a:pt x="328612" y="581276"/>
                  </a:lnTo>
                  <a:lnTo>
                    <a:pt x="325605" y="579020"/>
                  </a:lnTo>
                  <a:lnTo>
                    <a:pt x="324101" y="577516"/>
                  </a:lnTo>
                  <a:lnTo>
                    <a:pt x="322597" y="576764"/>
                  </a:lnTo>
                  <a:lnTo>
                    <a:pt x="321093" y="576012"/>
                  </a:lnTo>
                  <a:lnTo>
                    <a:pt x="318837" y="574508"/>
                  </a:lnTo>
                  <a:lnTo>
                    <a:pt x="317333" y="572252"/>
                  </a:lnTo>
                  <a:lnTo>
                    <a:pt x="315077" y="569244"/>
                  </a:lnTo>
                  <a:lnTo>
                    <a:pt x="312069" y="563980"/>
                  </a:lnTo>
                  <a:lnTo>
                    <a:pt x="306805" y="556461"/>
                  </a:lnTo>
                  <a:lnTo>
                    <a:pt x="306805" y="554205"/>
                  </a:lnTo>
                  <a:lnTo>
                    <a:pt x="307557" y="551949"/>
                  </a:lnTo>
                  <a:lnTo>
                    <a:pt x="309813" y="549693"/>
                  </a:lnTo>
                  <a:lnTo>
                    <a:pt x="310565" y="548189"/>
                  </a:lnTo>
                  <a:lnTo>
                    <a:pt x="312069" y="542925"/>
                  </a:lnTo>
                  <a:lnTo>
                    <a:pt x="312821" y="541421"/>
                  </a:lnTo>
                  <a:lnTo>
                    <a:pt x="317333" y="539165"/>
                  </a:lnTo>
                  <a:lnTo>
                    <a:pt x="318085" y="537661"/>
                  </a:lnTo>
                  <a:lnTo>
                    <a:pt x="318085" y="536157"/>
                  </a:lnTo>
                  <a:lnTo>
                    <a:pt x="317333" y="530893"/>
                  </a:lnTo>
                  <a:lnTo>
                    <a:pt x="315077" y="524878"/>
                  </a:lnTo>
                  <a:lnTo>
                    <a:pt x="315077" y="523374"/>
                  </a:lnTo>
                  <a:lnTo>
                    <a:pt x="315077" y="521118"/>
                  </a:lnTo>
                  <a:lnTo>
                    <a:pt x="315829" y="519614"/>
                  </a:lnTo>
                  <a:lnTo>
                    <a:pt x="317333" y="518110"/>
                  </a:lnTo>
                  <a:lnTo>
                    <a:pt x="321093" y="512846"/>
                  </a:lnTo>
                  <a:lnTo>
                    <a:pt x="321093" y="511342"/>
                  </a:lnTo>
                  <a:lnTo>
                    <a:pt x="321845" y="509086"/>
                  </a:lnTo>
                  <a:lnTo>
                    <a:pt x="321093" y="507582"/>
                  </a:lnTo>
                  <a:lnTo>
                    <a:pt x="320341" y="506078"/>
                  </a:lnTo>
                  <a:lnTo>
                    <a:pt x="319589" y="503822"/>
                  </a:lnTo>
                  <a:lnTo>
                    <a:pt x="317333" y="503070"/>
                  </a:lnTo>
                  <a:lnTo>
                    <a:pt x="315829" y="501566"/>
                  </a:lnTo>
                  <a:lnTo>
                    <a:pt x="310565" y="500063"/>
                  </a:lnTo>
                  <a:lnTo>
                    <a:pt x="301541" y="494799"/>
                  </a:lnTo>
                  <a:lnTo>
                    <a:pt x="297782" y="493295"/>
                  </a:lnTo>
                  <a:lnTo>
                    <a:pt x="295526" y="493295"/>
                  </a:lnTo>
                  <a:lnTo>
                    <a:pt x="290262" y="493295"/>
                  </a:lnTo>
                  <a:lnTo>
                    <a:pt x="288758" y="493295"/>
                  </a:lnTo>
                  <a:lnTo>
                    <a:pt x="285750" y="492543"/>
                  </a:lnTo>
                  <a:lnTo>
                    <a:pt x="283494" y="492543"/>
                  </a:lnTo>
                  <a:lnTo>
                    <a:pt x="281990" y="492543"/>
                  </a:lnTo>
                  <a:lnTo>
                    <a:pt x="278982" y="493295"/>
                  </a:lnTo>
                  <a:lnTo>
                    <a:pt x="276726" y="493295"/>
                  </a:lnTo>
                  <a:lnTo>
                    <a:pt x="274470" y="493295"/>
                  </a:lnTo>
                  <a:lnTo>
                    <a:pt x="269959" y="491039"/>
                  </a:lnTo>
                  <a:lnTo>
                    <a:pt x="267703" y="489535"/>
                  </a:lnTo>
                  <a:lnTo>
                    <a:pt x="263943" y="487279"/>
                  </a:lnTo>
                  <a:lnTo>
                    <a:pt x="258679" y="481263"/>
                  </a:lnTo>
                  <a:lnTo>
                    <a:pt x="256423" y="479007"/>
                  </a:lnTo>
                  <a:lnTo>
                    <a:pt x="255671" y="476751"/>
                  </a:lnTo>
                  <a:lnTo>
                    <a:pt x="254919" y="475247"/>
                  </a:lnTo>
                  <a:lnTo>
                    <a:pt x="254919" y="471487"/>
                  </a:lnTo>
                  <a:lnTo>
                    <a:pt x="254167" y="469984"/>
                  </a:lnTo>
                  <a:lnTo>
                    <a:pt x="252663" y="469232"/>
                  </a:lnTo>
                  <a:lnTo>
                    <a:pt x="248903" y="469232"/>
                  </a:lnTo>
                  <a:lnTo>
                    <a:pt x="246647" y="469232"/>
                  </a:lnTo>
                  <a:lnTo>
                    <a:pt x="244391" y="469984"/>
                  </a:lnTo>
                  <a:lnTo>
                    <a:pt x="239880" y="471487"/>
                  </a:lnTo>
                  <a:lnTo>
                    <a:pt x="238376" y="472239"/>
                  </a:lnTo>
                  <a:lnTo>
                    <a:pt x="236872" y="472239"/>
                  </a:lnTo>
                  <a:lnTo>
                    <a:pt x="234616" y="472239"/>
                  </a:lnTo>
                  <a:lnTo>
                    <a:pt x="230856" y="472239"/>
                  </a:lnTo>
                  <a:lnTo>
                    <a:pt x="228600" y="471487"/>
                  </a:lnTo>
                  <a:lnTo>
                    <a:pt x="224088" y="468480"/>
                  </a:lnTo>
                  <a:lnTo>
                    <a:pt x="218824" y="463216"/>
                  </a:lnTo>
                  <a:lnTo>
                    <a:pt x="217320" y="461712"/>
                  </a:lnTo>
                  <a:lnTo>
                    <a:pt x="216568" y="460208"/>
                  </a:lnTo>
                  <a:lnTo>
                    <a:pt x="218072" y="455696"/>
                  </a:lnTo>
                  <a:lnTo>
                    <a:pt x="218824" y="453440"/>
                  </a:lnTo>
                  <a:lnTo>
                    <a:pt x="218072" y="442913"/>
                  </a:lnTo>
                  <a:lnTo>
                    <a:pt x="218824" y="440657"/>
                  </a:lnTo>
                  <a:lnTo>
                    <a:pt x="220328" y="436145"/>
                  </a:lnTo>
                  <a:lnTo>
                    <a:pt x="220328" y="435393"/>
                  </a:lnTo>
                  <a:lnTo>
                    <a:pt x="219576" y="433889"/>
                  </a:lnTo>
                  <a:lnTo>
                    <a:pt x="216568" y="432385"/>
                  </a:lnTo>
                  <a:lnTo>
                    <a:pt x="197769" y="431633"/>
                  </a:lnTo>
                  <a:lnTo>
                    <a:pt x="187993" y="430129"/>
                  </a:lnTo>
                  <a:lnTo>
                    <a:pt x="183482" y="430129"/>
                  </a:lnTo>
                  <a:lnTo>
                    <a:pt x="171450" y="430129"/>
                  </a:lnTo>
                  <a:lnTo>
                    <a:pt x="168442" y="430129"/>
                  </a:lnTo>
                  <a:lnTo>
                    <a:pt x="158666" y="430881"/>
                  </a:lnTo>
                  <a:lnTo>
                    <a:pt x="148891" y="430881"/>
                  </a:lnTo>
                  <a:lnTo>
                    <a:pt x="130843" y="426369"/>
                  </a:lnTo>
                  <a:lnTo>
                    <a:pt x="121820" y="424865"/>
                  </a:lnTo>
                  <a:lnTo>
                    <a:pt x="119564" y="425617"/>
                  </a:lnTo>
                  <a:lnTo>
                    <a:pt x="118812" y="425617"/>
                  </a:lnTo>
                  <a:lnTo>
                    <a:pt x="115804" y="424865"/>
                  </a:lnTo>
                  <a:lnTo>
                    <a:pt x="115052" y="421857"/>
                  </a:lnTo>
                  <a:lnTo>
                    <a:pt x="114300" y="418849"/>
                  </a:lnTo>
                  <a:lnTo>
                    <a:pt x="115804" y="415089"/>
                  </a:lnTo>
                  <a:lnTo>
                    <a:pt x="121820" y="404562"/>
                  </a:lnTo>
                  <a:lnTo>
                    <a:pt x="122572" y="401554"/>
                  </a:lnTo>
                  <a:lnTo>
                    <a:pt x="122572" y="393282"/>
                  </a:lnTo>
                  <a:lnTo>
                    <a:pt x="124076" y="389522"/>
                  </a:lnTo>
                  <a:lnTo>
                    <a:pt x="124076" y="388018"/>
                  </a:lnTo>
                  <a:lnTo>
                    <a:pt x="123324" y="386515"/>
                  </a:lnTo>
                  <a:lnTo>
                    <a:pt x="121820" y="383507"/>
                  </a:lnTo>
                  <a:lnTo>
                    <a:pt x="118812" y="375235"/>
                  </a:lnTo>
                  <a:lnTo>
                    <a:pt x="118060" y="372979"/>
                  </a:lnTo>
                  <a:lnTo>
                    <a:pt x="112796" y="362451"/>
                  </a:lnTo>
                  <a:lnTo>
                    <a:pt x="108284" y="354932"/>
                  </a:lnTo>
                  <a:lnTo>
                    <a:pt x="107532" y="352676"/>
                  </a:lnTo>
                  <a:lnTo>
                    <a:pt x="104524" y="348916"/>
                  </a:lnTo>
                  <a:lnTo>
                    <a:pt x="102268" y="346660"/>
                  </a:lnTo>
                  <a:lnTo>
                    <a:pt x="97005" y="336884"/>
                  </a:lnTo>
                  <a:lnTo>
                    <a:pt x="96253" y="335380"/>
                  </a:lnTo>
                  <a:lnTo>
                    <a:pt x="92493" y="330868"/>
                  </a:lnTo>
                  <a:lnTo>
                    <a:pt x="89485" y="325605"/>
                  </a:lnTo>
                  <a:lnTo>
                    <a:pt x="89485" y="323349"/>
                  </a:lnTo>
                  <a:lnTo>
                    <a:pt x="89485" y="319589"/>
                  </a:lnTo>
                  <a:lnTo>
                    <a:pt x="90989" y="306805"/>
                  </a:lnTo>
                  <a:lnTo>
                    <a:pt x="90237" y="302293"/>
                  </a:lnTo>
                  <a:lnTo>
                    <a:pt x="90237" y="300038"/>
                  </a:lnTo>
                  <a:lnTo>
                    <a:pt x="88733" y="293270"/>
                  </a:lnTo>
                  <a:lnTo>
                    <a:pt x="86477" y="281238"/>
                  </a:lnTo>
                  <a:lnTo>
                    <a:pt x="86477" y="277478"/>
                  </a:lnTo>
                  <a:lnTo>
                    <a:pt x="87981" y="274470"/>
                  </a:lnTo>
                  <a:lnTo>
                    <a:pt x="92493" y="269207"/>
                  </a:lnTo>
                  <a:lnTo>
                    <a:pt x="93245" y="266199"/>
                  </a:lnTo>
                  <a:lnTo>
                    <a:pt x="93997" y="263943"/>
                  </a:lnTo>
                  <a:lnTo>
                    <a:pt x="93997" y="257927"/>
                  </a:lnTo>
                  <a:lnTo>
                    <a:pt x="90989" y="253415"/>
                  </a:lnTo>
                  <a:lnTo>
                    <a:pt x="89485" y="251159"/>
                  </a:lnTo>
                  <a:lnTo>
                    <a:pt x="83469" y="245895"/>
                  </a:lnTo>
                  <a:lnTo>
                    <a:pt x="75197" y="236120"/>
                  </a:lnTo>
                  <a:lnTo>
                    <a:pt x="74445" y="235368"/>
                  </a:lnTo>
                  <a:lnTo>
                    <a:pt x="71438" y="233864"/>
                  </a:lnTo>
                  <a:lnTo>
                    <a:pt x="69182" y="231608"/>
                  </a:lnTo>
                  <a:lnTo>
                    <a:pt x="63918" y="230104"/>
                  </a:lnTo>
                  <a:lnTo>
                    <a:pt x="60158" y="227848"/>
                  </a:lnTo>
                  <a:lnTo>
                    <a:pt x="59406" y="227096"/>
                  </a:lnTo>
                  <a:lnTo>
                    <a:pt x="57902" y="226344"/>
                  </a:lnTo>
                  <a:lnTo>
                    <a:pt x="57150" y="226344"/>
                  </a:lnTo>
                  <a:lnTo>
                    <a:pt x="42862" y="215064"/>
                  </a:lnTo>
                  <a:lnTo>
                    <a:pt x="37599" y="206793"/>
                  </a:lnTo>
                  <a:lnTo>
                    <a:pt x="36095" y="206041"/>
                  </a:lnTo>
                  <a:lnTo>
                    <a:pt x="34591" y="204537"/>
                  </a:lnTo>
                  <a:lnTo>
                    <a:pt x="33087" y="202281"/>
                  </a:lnTo>
                  <a:lnTo>
                    <a:pt x="30831" y="200777"/>
                  </a:lnTo>
                  <a:lnTo>
                    <a:pt x="26319" y="197017"/>
                  </a:lnTo>
                  <a:lnTo>
                    <a:pt x="23311" y="193257"/>
                  </a:lnTo>
                  <a:lnTo>
                    <a:pt x="22559" y="192505"/>
                  </a:lnTo>
                  <a:lnTo>
                    <a:pt x="21807" y="191753"/>
                  </a:lnTo>
                  <a:lnTo>
                    <a:pt x="20303" y="187993"/>
                  </a:lnTo>
                  <a:lnTo>
                    <a:pt x="18799" y="184234"/>
                  </a:lnTo>
                  <a:lnTo>
                    <a:pt x="16543" y="180474"/>
                  </a:lnTo>
                  <a:lnTo>
                    <a:pt x="14287" y="174458"/>
                  </a:lnTo>
                  <a:lnTo>
                    <a:pt x="13536" y="171450"/>
                  </a:lnTo>
                  <a:lnTo>
                    <a:pt x="11280" y="169194"/>
                  </a:lnTo>
                  <a:lnTo>
                    <a:pt x="7520" y="166938"/>
                  </a:lnTo>
                  <a:lnTo>
                    <a:pt x="4512" y="166186"/>
                  </a:lnTo>
                  <a:lnTo>
                    <a:pt x="3760" y="165434"/>
                  </a:lnTo>
                  <a:lnTo>
                    <a:pt x="2256" y="163930"/>
                  </a:lnTo>
                  <a:lnTo>
                    <a:pt x="0" y="160922"/>
                  </a:lnTo>
                  <a:lnTo>
                    <a:pt x="0" y="157914"/>
                  </a:lnTo>
                  <a:lnTo>
                    <a:pt x="0" y="154155"/>
                  </a:lnTo>
                  <a:lnTo>
                    <a:pt x="1504" y="151899"/>
                  </a:lnTo>
                  <a:lnTo>
                    <a:pt x="1504" y="151147"/>
                  </a:lnTo>
                  <a:lnTo>
                    <a:pt x="3760" y="149643"/>
                  </a:lnTo>
                  <a:lnTo>
                    <a:pt x="7520" y="149643"/>
                  </a:lnTo>
                  <a:lnTo>
                    <a:pt x="10528" y="148891"/>
                  </a:lnTo>
                  <a:lnTo>
                    <a:pt x="17295" y="152651"/>
                  </a:lnTo>
                  <a:lnTo>
                    <a:pt x="23311" y="158666"/>
                  </a:lnTo>
                  <a:lnTo>
                    <a:pt x="24815" y="160170"/>
                  </a:lnTo>
                  <a:lnTo>
                    <a:pt x="21807" y="160922"/>
                  </a:lnTo>
                  <a:lnTo>
                    <a:pt x="21055" y="160922"/>
                  </a:lnTo>
                  <a:lnTo>
                    <a:pt x="20303" y="160922"/>
                  </a:lnTo>
                  <a:lnTo>
                    <a:pt x="18799" y="160922"/>
                  </a:lnTo>
                  <a:lnTo>
                    <a:pt x="19551" y="162426"/>
                  </a:lnTo>
                  <a:lnTo>
                    <a:pt x="20303" y="163178"/>
                  </a:lnTo>
                  <a:lnTo>
                    <a:pt x="21055" y="163930"/>
                  </a:lnTo>
                  <a:lnTo>
                    <a:pt x="21055" y="164682"/>
                  </a:lnTo>
                  <a:lnTo>
                    <a:pt x="21807" y="165434"/>
                  </a:lnTo>
                  <a:lnTo>
                    <a:pt x="21807" y="166186"/>
                  </a:lnTo>
                  <a:lnTo>
                    <a:pt x="22559" y="166186"/>
                  </a:lnTo>
                  <a:lnTo>
                    <a:pt x="23311" y="166938"/>
                  </a:lnTo>
                  <a:lnTo>
                    <a:pt x="23311" y="168442"/>
                  </a:lnTo>
                  <a:lnTo>
                    <a:pt x="24063" y="168442"/>
                  </a:lnTo>
                  <a:lnTo>
                    <a:pt x="24815" y="169194"/>
                  </a:lnTo>
                  <a:lnTo>
                    <a:pt x="24815" y="170698"/>
                  </a:lnTo>
                  <a:lnTo>
                    <a:pt x="24815" y="172202"/>
                  </a:lnTo>
                  <a:lnTo>
                    <a:pt x="25567" y="172954"/>
                  </a:lnTo>
                  <a:lnTo>
                    <a:pt x="26319" y="174458"/>
                  </a:lnTo>
                  <a:lnTo>
                    <a:pt x="27071" y="175210"/>
                  </a:lnTo>
                  <a:lnTo>
                    <a:pt x="28575" y="175962"/>
                  </a:lnTo>
                  <a:lnTo>
                    <a:pt x="30079" y="176714"/>
                  </a:lnTo>
                  <a:lnTo>
                    <a:pt x="33839" y="178218"/>
                  </a:lnTo>
                  <a:lnTo>
                    <a:pt x="35343" y="178218"/>
                  </a:lnTo>
                  <a:lnTo>
                    <a:pt x="37599" y="177466"/>
                  </a:lnTo>
                  <a:lnTo>
                    <a:pt x="39103" y="177466"/>
                  </a:lnTo>
                  <a:lnTo>
                    <a:pt x="41359" y="176714"/>
                  </a:lnTo>
                  <a:lnTo>
                    <a:pt x="42110" y="176714"/>
                  </a:lnTo>
                  <a:lnTo>
                    <a:pt x="44366" y="175962"/>
                  </a:lnTo>
                  <a:lnTo>
                    <a:pt x="47374" y="174458"/>
                  </a:lnTo>
                  <a:lnTo>
                    <a:pt x="48126" y="173706"/>
                  </a:lnTo>
                  <a:lnTo>
                    <a:pt x="48878" y="173706"/>
                  </a:lnTo>
                  <a:lnTo>
                    <a:pt x="50382" y="172954"/>
                  </a:lnTo>
                  <a:lnTo>
                    <a:pt x="51134" y="173706"/>
                  </a:lnTo>
                  <a:lnTo>
                    <a:pt x="51886" y="173706"/>
                  </a:lnTo>
                  <a:lnTo>
                    <a:pt x="51886" y="172954"/>
                  </a:lnTo>
                  <a:lnTo>
                    <a:pt x="51886" y="172202"/>
                  </a:lnTo>
                  <a:lnTo>
                    <a:pt x="57902" y="171450"/>
                  </a:lnTo>
                  <a:lnTo>
                    <a:pt x="58654" y="171450"/>
                  </a:lnTo>
                  <a:lnTo>
                    <a:pt x="60158" y="171450"/>
                  </a:lnTo>
                  <a:lnTo>
                    <a:pt x="60910" y="171450"/>
                  </a:lnTo>
                  <a:lnTo>
                    <a:pt x="60910" y="172202"/>
                  </a:lnTo>
                  <a:lnTo>
                    <a:pt x="61662" y="172954"/>
                  </a:lnTo>
                  <a:lnTo>
                    <a:pt x="61662" y="173706"/>
                  </a:lnTo>
                  <a:lnTo>
                    <a:pt x="61662" y="174458"/>
                  </a:lnTo>
                  <a:lnTo>
                    <a:pt x="62414" y="174458"/>
                  </a:lnTo>
                  <a:lnTo>
                    <a:pt x="63918" y="173706"/>
                  </a:lnTo>
                  <a:lnTo>
                    <a:pt x="66174" y="172954"/>
                  </a:lnTo>
                  <a:lnTo>
                    <a:pt x="66926" y="172202"/>
                  </a:lnTo>
                  <a:lnTo>
                    <a:pt x="67678" y="172202"/>
                  </a:lnTo>
                  <a:lnTo>
                    <a:pt x="68430" y="172954"/>
                  </a:lnTo>
                  <a:lnTo>
                    <a:pt x="69934" y="172954"/>
                  </a:lnTo>
                  <a:lnTo>
                    <a:pt x="70685" y="172954"/>
                  </a:lnTo>
                  <a:lnTo>
                    <a:pt x="72189" y="173706"/>
                  </a:lnTo>
                  <a:lnTo>
                    <a:pt x="73693" y="173706"/>
                  </a:lnTo>
                  <a:lnTo>
                    <a:pt x="74445" y="174458"/>
                  </a:lnTo>
                  <a:lnTo>
                    <a:pt x="75197" y="175210"/>
                  </a:lnTo>
                  <a:lnTo>
                    <a:pt x="75949" y="175962"/>
                  </a:lnTo>
                  <a:lnTo>
                    <a:pt x="77453" y="175962"/>
                  </a:lnTo>
                  <a:lnTo>
                    <a:pt x="77453" y="176714"/>
                  </a:lnTo>
                  <a:lnTo>
                    <a:pt x="76701" y="178218"/>
                  </a:lnTo>
                  <a:lnTo>
                    <a:pt x="76701" y="178970"/>
                  </a:lnTo>
                  <a:lnTo>
                    <a:pt x="76701" y="179722"/>
                  </a:lnTo>
                  <a:lnTo>
                    <a:pt x="77453" y="179722"/>
                  </a:lnTo>
                  <a:lnTo>
                    <a:pt x="78205" y="180474"/>
                  </a:lnTo>
                  <a:lnTo>
                    <a:pt x="79709" y="180474"/>
                  </a:lnTo>
                  <a:lnTo>
                    <a:pt x="80461" y="178970"/>
                  </a:lnTo>
                  <a:lnTo>
                    <a:pt x="81965" y="178970"/>
                  </a:lnTo>
                  <a:lnTo>
                    <a:pt x="82717" y="178218"/>
                  </a:lnTo>
                  <a:lnTo>
                    <a:pt x="83469" y="178218"/>
                  </a:lnTo>
                  <a:lnTo>
                    <a:pt x="82717" y="177466"/>
                  </a:lnTo>
                  <a:lnTo>
                    <a:pt x="81965" y="176714"/>
                  </a:lnTo>
                  <a:lnTo>
                    <a:pt x="81213" y="175962"/>
                  </a:lnTo>
                  <a:lnTo>
                    <a:pt x="81213" y="174458"/>
                  </a:lnTo>
                  <a:lnTo>
                    <a:pt x="81965" y="173706"/>
                  </a:lnTo>
                  <a:lnTo>
                    <a:pt x="82717" y="172954"/>
                  </a:lnTo>
                  <a:lnTo>
                    <a:pt x="83469" y="172954"/>
                  </a:lnTo>
                  <a:lnTo>
                    <a:pt x="84221" y="173706"/>
                  </a:lnTo>
                  <a:lnTo>
                    <a:pt x="84973" y="173706"/>
                  </a:lnTo>
                  <a:lnTo>
                    <a:pt x="85725" y="174458"/>
                  </a:lnTo>
                  <a:lnTo>
                    <a:pt x="87229" y="175210"/>
                  </a:lnTo>
                  <a:lnTo>
                    <a:pt x="87981" y="175210"/>
                  </a:lnTo>
                  <a:lnTo>
                    <a:pt x="89485" y="175210"/>
                  </a:lnTo>
                  <a:lnTo>
                    <a:pt x="90237" y="175210"/>
                  </a:lnTo>
                  <a:lnTo>
                    <a:pt x="90989" y="175962"/>
                  </a:lnTo>
                  <a:lnTo>
                    <a:pt x="92493" y="176714"/>
                  </a:lnTo>
                  <a:lnTo>
                    <a:pt x="94749" y="177466"/>
                  </a:lnTo>
                  <a:lnTo>
                    <a:pt x="95501" y="177466"/>
                  </a:lnTo>
                  <a:lnTo>
                    <a:pt x="96253" y="178218"/>
                  </a:lnTo>
                  <a:lnTo>
                    <a:pt x="97005" y="178218"/>
                  </a:lnTo>
                  <a:lnTo>
                    <a:pt x="97757" y="178218"/>
                  </a:lnTo>
                  <a:lnTo>
                    <a:pt x="99261" y="178218"/>
                  </a:lnTo>
                  <a:lnTo>
                    <a:pt x="100013" y="178218"/>
                  </a:lnTo>
                  <a:lnTo>
                    <a:pt x="100764" y="177466"/>
                  </a:lnTo>
                  <a:lnTo>
                    <a:pt x="101516" y="176714"/>
                  </a:lnTo>
                  <a:lnTo>
                    <a:pt x="104524" y="178970"/>
                  </a:lnTo>
                  <a:lnTo>
                    <a:pt x="104524" y="179722"/>
                  </a:lnTo>
                  <a:lnTo>
                    <a:pt x="104524" y="181226"/>
                  </a:lnTo>
                  <a:lnTo>
                    <a:pt x="105276" y="182730"/>
                  </a:lnTo>
                  <a:lnTo>
                    <a:pt x="106028" y="183482"/>
                  </a:lnTo>
                  <a:lnTo>
                    <a:pt x="106780" y="183482"/>
                  </a:lnTo>
                  <a:lnTo>
                    <a:pt x="106780" y="184234"/>
                  </a:lnTo>
                  <a:lnTo>
                    <a:pt x="109036" y="189497"/>
                  </a:lnTo>
                  <a:lnTo>
                    <a:pt x="111292" y="200025"/>
                  </a:lnTo>
                  <a:lnTo>
                    <a:pt x="113548" y="206041"/>
                  </a:lnTo>
                  <a:lnTo>
                    <a:pt x="118060" y="210553"/>
                  </a:lnTo>
                  <a:lnTo>
                    <a:pt x="120316" y="210553"/>
                  </a:lnTo>
                  <a:lnTo>
                    <a:pt x="121820" y="212809"/>
                  </a:lnTo>
                  <a:lnTo>
                    <a:pt x="124076" y="213561"/>
                  </a:lnTo>
                  <a:lnTo>
                    <a:pt x="127836" y="212809"/>
                  </a:lnTo>
                  <a:lnTo>
                    <a:pt x="130843" y="210553"/>
                  </a:lnTo>
                  <a:lnTo>
                    <a:pt x="131595" y="210553"/>
                  </a:lnTo>
                  <a:lnTo>
                    <a:pt x="132347" y="209801"/>
                  </a:lnTo>
                  <a:lnTo>
                    <a:pt x="135355" y="207545"/>
                  </a:lnTo>
                  <a:lnTo>
                    <a:pt x="137611" y="205289"/>
                  </a:lnTo>
                  <a:lnTo>
                    <a:pt x="138363" y="204537"/>
                  </a:lnTo>
                  <a:lnTo>
                    <a:pt x="140619" y="203785"/>
                  </a:lnTo>
                  <a:lnTo>
                    <a:pt x="144379" y="202281"/>
                  </a:lnTo>
                  <a:lnTo>
                    <a:pt x="145883" y="200777"/>
                  </a:lnTo>
                  <a:lnTo>
                    <a:pt x="148891" y="200777"/>
                  </a:lnTo>
                  <a:lnTo>
                    <a:pt x="154907" y="203033"/>
                  </a:lnTo>
                  <a:lnTo>
                    <a:pt x="157914" y="203785"/>
                  </a:lnTo>
                  <a:lnTo>
                    <a:pt x="163178" y="203785"/>
                  </a:lnTo>
                  <a:lnTo>
                    <a:pt x="167690" y="203033"/>
                  </a:lnTo>
                  <a:lnTo>
                    <a:pt x="170698" y="202281"/>
                  </a:lnTo>
                  <a:lnTo>
                    <a:pt x="172202" y="201529"/>
                  </a:lnTo>
                  <a:lnTo>
                    <a:pt x="173706" y="201529"/>
                  </a:lnTo>
                  <a:lnTo>
                    <a:pt x="180474" y="203033"/>
                  </a:lnTo>
                  <a:lnTo>
                    <a:pt x="191001" y="212057"/>
                  </a:lnTo>
                  <a:lnTo>
                    <a:pt x="197769" y="215064"/>
                  </a:lnTo>
                  <a:lnTo>
                    <a:pt x="199273" y="215816"/>
                  </a:lnTo>
                  <a:lnTo>
                    <a:pt x="201529" y="215816"/>
                  </a:lnTo>
                  <a:lnTo>
                    <a:pt x="203785" y="215064"/>
                  </a:lnTo>
                  <a:lnTo>
                    <a:pt x="206793" y="212809"/>
                  </a:lnTo>
                  <a:lnTo>
                    <a:pt x="208297" y="210553"/>
                  </a:lnTo>
                  <a:lnTo>
                    <a:pt x="209049" y="209801"/>
                  </a:lnTo>
                  <a:lnTo>
                    <a:pt x="209801" y="207545"/>
                  </a:lnTo>
                  <a:lnTo>
                    <a:pt x="211305" y="204537"/>
                  </a:lnTo>
                  <a:lnTo>
                    <a:pt x="211305" y="200777"/>
                  </a:lnTo>
                  <a:lnTo>
                    <a:pt x="213561" y="198521"/>
                  </a:lnTo>
                  <a:lnTo>
                    <a:pt x="215816" y="197769"/>
                  </a:lnTo>
                  <a:lnTo>
                    <a:pt x="218072" y="197769"/>
                  </a:lnTo>
                  <a:lnTo>
                    <a:pt x="221832" y="199273"/>
                  </a:lnTo>
                  <a:lnTo>
                    <a:pt x="231608" y="204537"/>
                  </a:lnTo>
                  <a:lnTo>
                    <a:pt x="236872" y="209801"/>
                  </a:lnTo>
                  <a:lnTo>
                    <a:pt x="245895" y="221832"/>
                  </a:lnTo>
                  <a:lnTo>
                    <a:pt x="254919" y="228600"/>
                  </a:lnTo>
                  <a:lnTo>
                    <a:pt x="271462" y="248151"/>
                  </a:lnTo>
                  <a:lnTo>
                    <a:pt x="272966" y="251159"/>
                  </a:lnTo>
                  <a:lnTo>
                    <a:pt x="275222" y="253415"/>
                  </a:lnTo>
                  <a:lnTo>
                    <a:pt x="276726" y="254919"/>
                  </a:lnTo>
                  <a:lnTo>
                    <a:pt x="276726" y="255671"/>
                  </a:lnTo>
                  <a:lnTo>
                    <a:pt x="278230" y="256423"/>
                  </a:lnTo>
                  <a:lnTo>
                    <a:pt x="278982" y="257175"/>
                  </a:lnTo>
                  <a:lnTo>
                    <a:pt x="280486" y="258679"/>
                  </a:lnTo>
                  <a:lnTo>
                    <a:pt x="281238" y="259431"/>
                  </a:lnTo>
                  <a:lnTo>
                    <a:pt x="283494" y="260183"/>
                  </a:lnTo>
                  <a:lnTo>
                    <a:pt x="285750" y="260935"/>
                  </a:lnTo>
                  <a:lnTo>
                    <a:pt x="288758" y="260935"/>
                  </a:lnTo>
                  <a:lnTo>
                    <a:pt x="291766" y="260935"/>
                  </a:lnTo>
                  <a:lnTo>
                    <a:pt x="294022" y="260935"/>
                  </a:lnTo>
                  <a:lnTo>
                    <a:pt x="295526" y="260183"/>
                  </a:lnTo>
                  <a:lnTo>
                    <a:pt x="296278" y="259431"/>
                  </a:lnTo>
                  <a:lnTo>
                    <a:pt x="297030" y="258679"/>
                  </a:lnTo>
                  <a:lnTo>
                    <a:pt x="297030" y="257927"/>
                  </a:lnTo>
                  <a:lnTo>
                    <a:pt x="297030" y="257175"/>
                  </a:lnTo>
                  <a:lnTo>
                    <a:pt x="300038" y="254167"/>
                  </a:lnTo>
                  <a:lnTo>
                    <a:pt x="300789" y="254167"/>
                  </a:lnTo>
                  <a:lnTo>
                    <a:pt x="302293" y="254167"/>
                  </a:lnTo>
                  <a:lnTo>
                    <a:pt x="303045" y="254167"/>
                  </a:lnTo>
                  <a:lnTo>
                    <a:pt x="304549" y="253415"/>
                  </a:lnTo>
                  <a:lnTo>
                    <a:pt x="306053" y="253415"/>
                  </a:lnTo>
                  <a:lnTo>
                    <a:pt x="307557" y="253415"/>
                  </a:lnTo>
                  <a:lnTo>
                    <a:pt x="309061" y="252663"/>
                  </a:lnTo>
                  <a:lnTo>
                    <a:pt x="310565" y="250407"/>
                  </a:lnTo>
                  <a:lnTo>
                    <a:pt x="312069" y="248151"/>
                  </a:lnTo>
                  <a:lnTo>
                    <a:pt x="312821" y="246647"/>
                  </a:lnTo>
                  <a:lnTo>
                    <a:pt x="313573" y="244391"/>
                  </a:lnTo>
                  <a:lnTo>
                    <a:pt x="313573" y="242887"/>
                  </a:lnTo>
                  <a:lnTo>
                    <a:pt x="315077" y="242136"/>
                  </a:lnTo>
                  <a:lnTo>
                    <a:pt x="315829" y="239128"/>
                  </a:lnTo>
                  <a:lnTo>
                    <a:pt x="315829" y="238376"/>
                  </a:lnTo>
                  <a:lnTo>
                    <a:pt x="315077" y="236872"/>
                  </a:lnTo>
                  <a:lnTo>
                    <a:pt x="314325" y="230856"/>
                  </a:lnTo>
                  <a:lnTo>
                    <a:pt x="314325" y="226344"/>
                  </a:lnTo>
                  <a:lnTo>
                    <a:pt x="313573" y="224088"/>
                  </a:lnTo>
                  <a:lnTo>
                    <a:pt x="312069" y="223336"/>
                  </a:lnTo>
                  <a:lnTo>
                    <a:pt x="311317" y="221832"/>
                  </a:lnTo>
                  <a:lnTo>
                    <a:pt x="310565" y="220328"/>
                  </a:lnTo>
                  <a:lnTo>
                    <a:pt x="310565" y="216568"/>
                  </a:lnTo>
                  <a:lnTo>
                    <a:pt x="311317" y="215064"/>
                  </a:lnTo>
                  <a:lnTo>
                    <a:pt x="311317" y="213561"/>
                  </a:lnTo>
                  <a:lnTo>
                    <a:pt x="309813" y="212809"/>
                  </a:lnTo>
                  <a:lnTo>
                    <a:pt x="309061" y="210553"/>
                  </a:lnTo>
                  <a:lnTo>
                    <a:pt x="308309" y="210553"/>
                  </a:lnTo>
                  <a:lnTo>
                    <a:pt x="308309" y="209801"/>
                  </a:lnTo>
                  <a:lnTo>
                    <a:pt x="308309" y="207545"/>
                  </a:lnTo>
                  <a:lnTo>
                    <a:pt x="308309" y="205289"/>
                  </a:lnTo>
                  <a:lnTo>
                    <a:pt x="308309" y="203785"/>
                  </a:lnTo>
                  <a:lnTo>
                    <a:pt x="309813" y="202281"/>
                  </a:lnTo>
                  <a:lnTo>
                    <a:pt x="310565" y="201529"/>
                  </a:lnTo>
                  <a:lnTo>
                    <a:pt x="312069" y="200025"/>
                  </a:lnTo>
                  <a:lnTo>
                    <a:pt x="312821" y="199273"/>
                  </a:lnTo>
                  <a:lnTo>
                    <a:pt x="312821" y="197769"/>
                  </a:lnTo>
                  <a:lnTo>
                    <a:pt x="312821" y="196265"/>
                  </a:lnTo>
                  <a:lnTo>
                    <a:pt x="312821" y="195513"/>
                  </a:lnTo>
                  <a:lnTo>
                    <a:pt x="311317" y="194009"/>
                  </a:lnTo>
                  <a:lnTo>
                    <a:pt x="310565" y="193257"/>
                  </a:lnTo>
                  <a:lnTo>
                    <a:pt x="311317" y="191001"/>
                  </a:lnTo>
                  <a:lnTo>
                    <a:pt x="312069" y="190249"/>
                  </a:lnTo>
                  <a:lnTo>
                    <a:pt x="313573" y="187993"/>
                  </a:lnTo>
                  <a:lnTo>
                    <a:pt x="315077" y="187241"/>
                  </a:lnTo>
                  <a:lnTo>
                    <a:pt x="316581" y="187241"/>
                  </a:lnTo>
                  <a:lnTo>
                    <a:pt x="318085" y="187993"/>
                  </a:lnTo>
                  <a:lnTo>
                    <a:pt x="320341" y="187993"/>
                  </a:lnTo>
                  <a:lnTo>
                    <a:pt x="321845" y="187241"/>
                  </a:lnTo>
                  <a:lnTo>
                    <a:pt x="323349" y="187241"/>
                  </a:lnTo>
                  <a:lnTo>
                    <a:pt x="325605" y="186489"/>
                  </a:lnTo>
                  <a:lnTo>
                    <a:pt x="326357" y="186489"/>
                  </a:lnTo>
                  <a:lnTo>
                    <a:pt x="334628" y="187993"/>
                  </a:lnTo>
                  <a:lnTo>
                    <a:pt x="336884" y="188745"/>
                  </a:lnTo>
                  <a:lnTo>
                    <a:pt x="337636" y="189497"/>
                  </a:lnTo>
                  <a:lnTo>
                    <a:pt x="339140" y="190249"/>
                  </a:lnTo>
                  <a:lnTo>
                    <a:pt x="340644" y="190249"/>
                  </a:lnTo>
                  <a:lnTo>
                    <a:pt x="341396" y="190249"/>
                  </a:lnTo>
                  <a:lnTo>
                    <a:pt x="342148" y="190249"/>
                  </a:lnTo>
                  <a:lnTo>
                    <a:pt x="342148" y="189497"/>
                  </a:lnTo>
                  <a:lnTo>
                    <a:pt x="342148" y="188745"/>
                  </a:lnTo>
                  <a:lnTo>
                    <a:pt x="342148" y="187241"/>
                  </a:lnTo>
                  <a:lnTo>
                    <a:pt x="343652" y="186489"/>
                  </a:lnTo>
                  <a:lnTo>
                    <a:pt x="344404" y="184986"/>
                  </a:lnTo>
                  <a:lnTo>
                    <a:pt x="344404" y="182730"/>
                  </a:lnTo>
                  <a:lnTo>
                    <a:pt x="343652" y="181226"/>
                  </a:lnTo>
                  <a:lnTo>
                    <a:pt x="342900" y="179722"/>
                  </a:lnTo>
                  <a:lnTo>
                    <a:pt x="342900" y="178218"/>
                  </a:lnTo>
                  <a:lnTo>
                    <a:pt x="343652" y="177466"/>
                  </a:lnTo>
                  <a:lnTo>
                    <a:pt x="344404" y="176714"/>
                  </a:lnTo>
                  <a:lnTo>
                    <a:pt x="345156" y="175210"/>
                  </a:lnTo>
                  <a:lnTo>
                    <a:pt x="345908" y="174458"/>
                  </a:lnTo>
                  <a:lnTo>
                    <a:pt x="348164" y="173706"/>
                  </a:lnTo>
                  <a:lnTo>
                    <a:pt x="348916" y="172954"/>
                  </a:lnTo>
                  <a:lnTo>
                    <a:pt x="351172" y="172954"/>
                  </a:lnTo>
                  <a:lnTo>
                    <a:pt x="352676" y="172954"/>
                  </a:lnTo>
                  <a:lnTo>
                    <a:pt x="354180" y="171450"/>
                  </a:lnTo>
                  <a:lnTo>
                    <a:pt x="354932" y="170698"/>
                  </a:lnTo>
                  <a:lnTo>
                    <a:pt x="356436" y="169946"/>
                  </a:lnTo>
                  <a:lnTo>
                    <a:pt x="356436" y="168442"/>
                  </a:lnTo>
                  <a:lnTo>
                    <a:pt x="355684" y="167690"/>
                  </a:lnTo>
                  <a:lnTo>
                    <a:pt x="356436" y="166938"/>
                  </a:lnTo>
                  <a:lnTo>
                    <a:pt x="357187" y="166186"/>
                  </a:lnTo>
                  <a:lnTo>
                    <a:pt x="357939" y="166186"/>
                  </a:lnTo>
                  <a:lnTo>
                    <a:pt x="358691" y="165434"/>
                  </a:lnTo>
                  <a:lnTo>
                    <a:pt x="360195" y="165434"/>
                  </a:lnTo>
                  <a:lnTo>
                    <a:pt x="360947" y="165434"/>
                  </a:lnTo>
                  <a:lnTo>
                    <a:pt x="363955" y="165434"/>
                  </a:lnTo>
                  <a:lnTo>
                    <a:pt x="366211" y="166186"/>
                  </a:lnTo>
                  <a:lnTo>
                    <a:pt x="367715" y="167690"/>
                  </a:lnTo>
                  <a:lnTo>
                    <a:pt x="368467" y="167690"/>
                  </a:lnTo>
                  <a:lnTo>
                    <a:pt x="370723" y="167690"/>
                  </a:lnTo>
                  <a:lnTo>
                    <a:pt x="372227" y="169194"/>
                  </a:lnTo>
                  <a:lnTo>
                    <a:pt x="373731" y="170698"/>
                  </a:lnTo>
                  <a:lnTo>
                    <a:pt x="375987" y="171450"/>
                  </a:lnTo>
                  <a:lnTo>
                    <a:pt x="378995" y="172954"/>
                  </a:lnTo>
                  <a:lnTo>
                    <a:pt x="380499" y="172954"/>
                  </a:lnTo>
                  <a:lnTo>
                    <a:pt x="384259" y="173706"/>
                  </a:lnTo>
                  <a:lnTo>
                    <a:pt x="385011" y="173706"/>
                  </a:lnTo>
                  <a:lnTo>
                    <a:pt x="394786" y="177466"/>
                  </a:lnTo>
                  <a:lnTo>
                    <a:pt x="395538" y="178218"/>
                  </a:lnTo>
                  <a:lnTo>
                    <a:pt x="397042" y="178970"/>
                  </a:lnTo>
                  <a:lnTo>
                    <a:pt x="397794" y="179722"/>
                  </a:lnTo>
                  <a:lnTo>
                    <a:pt x="400050" y="179722"/>
                  </a:lnTo>
                  <a:lnTo>
                    <a:pt x="403058" y="180474"/>
                  </a:lnTo>
                  <a:lnTo>
                    <a:pt x="404562" y="181226"/>
                  </a:lnTo>
                  <a:lnTo>
                    <a:pt x="406818" y="181226"/>
                  </a:lnTo>
                  <a:lnTo>
                    <a:pt x="408322" y="179722"/>
                  </a:lnTo>
                  <a:lnTo>
                    <a:pt x="409826" y="178218"/>
                  </a:lnTo>
                  <a:lnTo>
                    <a:pt x="410578" y="176714"/>
                  </a:lnTo>
                  <a:lnTo>
                    <a:pt x="411330" y="175962"/>
                  </a:lnTo>
                  <a:lnTo>
                    <a:pt x="412082" y="175210"/>
                  </a:lnTo>
                  <a:lnTo>
                    <a:pt x="414337" y="175210"/>
                  </a:lnTo>
                  <a:lnTo>
                    <a:pt x="415089" y="175210"/>
                  </a:lnTo>
                  <a:lnTo>
                    <a:pt x="416594" y="172954"/>
                  </a:lnTo>
                  <a:lnTo>
                    <a:pt x="416594" y="171450"/>
                  </a:lnTo>
                  <a:lnTo>
                    <a:pt x="418849" y="169946"/>
                  </a:lnTo>
                  <a:lnTo>
                    <a:pt x="421105" y="170698"/>
                  </a:lnTo>
                  <a:lnTo>
                    <a:pt x="421857" y="169946"/>
                  </a:lnTo>
                  <a:lnTo>
                    <a:pt x="423361" y="169194"/>
                  </a:lnTo>
                  <a:lnTo>
                    <a:pt x="424865" y="168442"/>
                  </a:lnTo>
                  <a:lnTo>
                    <a:pt x="427121" y="167690"/>
                  </a:lnTo>
                  <a:lnTo>
                    <a:pt x="427873" y="167690"/>
                  </a:lnTo>
                  <a:lnTo>
                    <a:pt x="429377" y="167690"/>
                  </a:lnTo>
                  <a:lnTo>
                    <a:pt x="430129" y="168442"/>
                  </a:lnTo>
                  <a:lnTo>
                    <a:pt x="431633" y="169946"/>
                  </a:lnTo>
                  <a:lnTo>
                    <a:pt x="432385" y="170698"/>
                  </a:lnTo>
                  <a:lnTo>
                    <a:pt x="433137" y="172202"/>
                  </a:lnTo>
                  <a:lnTo>
                    <a:pt x="435393" y="172954"/>
                  </a:lnTo>
                  <a:lnTo>
                    <a:pt x="436145" y="172954"/>
                  </a:lnTo>
                  <a:lnTo>
                    <a:pt x="438401" y="172202"/>
                  </a:lnTo>
                  <a:lnTo>
                    <a:pt x="439153" y="170698"/>
                  </a:lnTo>
                  <a:lnTo>
                    <a:pt x="439905" y="170698"/>
                  </a:lnTo>
                  <a:lnTo>
                    <a:pt x="442913" y="169946"/>
                  </a:lnTo>
                  <a:lnTo>
                    <a:pt x="444416" y="169946"/>
                  </a:lnTo>
                  <a:lnTo>
                    <a:pt x="445920" y="169946"/>
                  </a:lnTo>
                  <a:lnTo>
                    <a:pt x="446672" y="169194"/>
                  </a:lnTo>
                  <a:lnTo>
                    <a:pt x="448928" y="167690"/>
                  </a:lnTo>
                  <a:lnTo>
                    <a:pt x="448928" y="168442"/>
                  </a:lnTo>
                  <a:lnTo>
                    <a:pt x="449680" y="168442"/>
                  </a:lnTo>
                  <a:lnTo>
                    <a:pt x="451184" y="169194"/>
                  </a:lnTo>
                  <a:lnTo>
                    <a:pt x="451936" y="169194"/>
                  </a:lnTo>
                  <a:lnTo>
                    <a:pt x="453440" y="167690"/>
                  </a:lnTo>
                  <a:lnTo>
                    <a:pt x="454192" y="166186"/>
                  </a:lnTo>
                  <a:lnTo>
                    <a:pt x="455696" y="163930"/>
                  </a:lnTo>
                  <a:lnTo>
                    <a:pt x="456448" y="162426"/>
                  </a:lnTo>
                  <a:lnTo>
                    <a:pt x="457200" y="160922"/>
                  </a:lnTo>
                  <a:lnTo>
                    <a:pt x="457952" y="159418"/>
                  </a:lnTo>
                  <a:lnTo>
                    <a:pt x="458704" y="158666"/>
                  </a:lnTo>
                  <a:lnTo>
                    <a:pt x="459456" y="157914"/>
                  </a:lnTo>
                  <a:lnTo>
                    <a:pt x="460208" y="157162"/>
                  </a:lnTo>
                  <a:lnTo>
                    <a:pt x="460960" y="156411"/>
                  </a:lnTo>
                  <a:lnTo>
                    <a:pt x="461712" y="156411"/>
                  </a:lnTo>
                  <a:lnTo>
                    <a:pt x="462464" y="156411"/>
                  </a:lnTo>
                  <a:lnTo>
                    <a:pt x="463216" y="155659"/>
                  </a:lnTo>
                  <a:lnTo>
                    <a:pt x="463968" y="155659"/>
                  </a:lnTo>
                  <a:lnTo>
                    <a:pt x="466976" y="155659"/>
                  </a:lnTo>
                  <a:lnTo>
                    <a:pt x="467728" y="155659"/>
                  </a:lnTo>
                  <a:lnTo>
                    <a:pt x="468480" y="156411"/>
                  </a:lnTo>
                  <a:lnTo>
                    <a:pt x="469232" y="155659"/>
                  </a:lnTo>
                  <a:lnTo>
                    <a:pt x="468480" y="154907"/>
                  </a:lnTo>
                  <a:lnTo>
                    <a:pt x="468480" y="154155"/>
                  </a:lnTo>
                  <a:lnTo>
                    <a:pt x="469232" y="154155"/>
                  </a:lnTo>
                  <a:lnTo>
                    <a:pt x="470735" y="154907"/>
                  </a:lnTo>
                  <a:lnTo>
                    <a:pt x="471488" y="154907"/>
                  </a:lnTo>
                  <a:lnTo>
                    <a:pt x="472992" y="154907"/>
                  </a:lnTo>
                  <a:lnTo>
                    <a:pt x="473743" y="154155"/>
                  </a:lnTo>
                  <a:lnTo>
                    <a:pt x="474495" y="154155"/>
                  </a:lnTo>
                  <a:lnTo>
                    <a:pt x="478255" y="155659"/>
                  </a:lnTo>
                  <a:lnTo>
                    <a:pt x="479007" y="156411"/>
                  </a:lnTo>
                  <a:lnTo>
                    <a:pt x="479759" y="157162"/>
                  </a:lnTo>
                  <a:lnTo>
                    <a:pt x="480511" y="157162"/>
                  </a:lnTo>
                  <a:lnTo>
                    <a:pt x="481263" y="156411"/>
                  </a:lnTo>
                  <a:lnTo>
                    <a:pt x="482015" y="155659"/>
                  </a:lnTo>
                  <a:lnTo>
                    <a:pt x="482767" y="155659"/>
                  </a:lnTo>
                  <a:lnTo>
                    <a:pt x="485023" y="154907"/>
                  </a:lnTo>
                  <a:lnTo>
                    <a:pt x="485775" y="154907"/>
                  </a:lnTo>
                  <a:lnTo>
                    <a:pt x="487279" y="155659"/>
                  </a:lnTo>
                  <a:lnTo>
                    <a:pt x="488783" y="155659"/>
                  </a:lnTo>
                  <a:lnTo>
                    <a:pt x="490287" y="155659"/>
                  </a:lnTo>
                  <a:lnTo>
                    <a:pt x="491791" y="155659"/>
                  </a:lnTo>
                  <a:lnTo>
                    <a:pt x="494047" y="154907"/>
                  </a:lnTo>
                  <a:lnTo>
                    <a:pt x="494799" y="154155"/>
                  </a:lnTo>
                  <a:lnTo>
                    <a:pt x="496303" y="153403"/>
                  </a:lnTo>
                  <a:lnTo>
                    <a:pt x="497055" y="151899"/>
                  </a:lnTo>
                  <a:lnTo>
                    <a:pt x="498559" y="151147"/>
                  </a:lnTo>
                  <a:lnTo>
                    <a:pt x="499311" y="149643"/>
                  </a:lnTo>
                  <a:lnTo>
                    <a:pt x="500814" y="146635"/>
                  </a:lnTo>
                  <a:lnTo>
                    <a:pt x="500062" y="142875"/>
                  </a:lnTo>
                  <a:lnTo>
                    <a:pt x="499311" y="139115"/>
                  </a:lnTo>
                  <a:lnTo>
                    <a:pt x="500062" y="137611"/>
                  </a:lnTo>
                  <a:lnTo>
                    <a:pt x="500062" y="136859"/>
                  </a:lnTo>
                  <a:lnTo>
                    <a:pt x="500814" y="135355"/>
                  </a:lnTo>
                  <a:lnTo>
                    <a:pt x="501566" y="133099"/>
                  </a:lnTo>
                  <a:lnTo>
                    <a:pt x="502318" y="132347"/>
                  </a:lnTo>
                  <a:lnTo>
                    <a:pt x="502318" y="131595"/>
                  </a:lnTo>
                  <a:lnTo>
                    <a:pt x="503070" y="131595"/>
                  </a:lnTo>
                  <a:lnTo>
                    <a:pt x="508334" y="129339"/>
                  </a:lnTo>
                  <a:lnTo>
                    <a:pt x="511342" y="128587"/>
                  </a:lnTo>
                  <a:lnTo>
                    <a:pt x="520366" y="129339"/>
                  </a:lnTo>
                  <a:lnTo>
                    <a:pt x="521118" y="129339"/>
                  </a:lnTo>
                  <a:lnTo>
                    <a:pt x="523374" y="130091"/>
                  </a:lnTo>
                  <a:lnTo>
                    <a:pt x="524126" y="130843"/>
                  </a:lnTo>
                  <a:lnTo>
                    <a:pt x="524878" y="130843"/>
                  </a:lnTo>
                  <a:lnTo>
                    <a:pt x="528638" y="128587"/>
                  </a:lnTo>
                  <a:lnTo>
                    <a:pt x="529390" y="127836"/>
                  </a:lnTo>
                  <a:lnTo>
                    <a:pt x="530893" y="127084"/>
                  </a:lnTo>
                  <a:lnTo>
                    <a:pt x="533149" y="124828"/>
                  </a:lnTo>
                  <a:lnTo>
                    <a:pt x="533901" y="124828"/>
                  </a:lnTo>
                  <a:lnTo>
                    <a:pt x="534653" y="124076"/>
                  </a:lnTo>
                  <a:lnTo>
                    <a:pt x="535405" y="124076"/>
                  </a:lnTo>
                  <a:lnTo>
                    <a:pt x="536157" y="123324"/>
                  </a:lnTo>
                  <a:lnTo>
                    <a:pt x="536157" y="122572"/>
                  </a:lnTo>
                  <a:lnTo>
                    <a:pt x="534653" y="121820"/>
                  </a:lnTo>
                  <a:lnTo>
                    <a:pt x="533149" y="119564"/>
                  </a:lnTo>
                  <a:lnTo>
                    <a:pt x="531645" y="118060"/>
                  </a:lnTo>
                  <a:lnTo>
                    <a:pt x="530893" y="117308"/>
                  </a:lnTo>
                  <a:lnTo>
                    <a:pt x="530141" y="117308"/>
                  </a:lnTo>
                  <a:lnTo>
                    <a:pt x="528638" y="115804"/>
                  </a:lnTo>
                  <a:lnTo>
                    <a:pt x="530141" y="113548"/>
                  </a:lnTo>
                  <a:lnTo>
                    <a:pt x="532397" y="113548"/>
                  </a:lnTo>
                  <a:lnTo>
                    <a:pt x="541421" y="114300"/>
                  </a:lnTo>
                  <a:lnTo>
                    <a:pt x="544429" y="115052"/>
                  </a:lnTo>
                  <a:lnTo>
                    <a:pt x="549693" y="118060"/>
                  </a:lnTo>
                  <a:lnTo>
                    <a:pt x="551949" y="118060"/>
                  </a:lnTo>
                  <a:lnTo>
                    <a:pt x="552701" y="118060"/>
                  </a:lnTo>
                  <a:lnTo>
                    <a:pt x="554205" y="119564"/>
                  </a:lnTo>
                  <a:lnTo>
                    <a:pt x="554957" y="120316"/>
                  </a:lnTo>
                  <a:lnTo>
                    <a:pt x="557964" y="119564"/>
                  </a:lnTo>
                  <a:lnTo>
                    <a:pt x="559469" y="117308"/>
                  </a:lnTo>
                  <a:lnTo>
                    <a:pt x="560972" y="116556"/>
                  </a:lnTo>
                  <a:lnTo>
                    <a:pt x="561724" y="116556"/>
                  </a:lnTo>
                  <a:lnTo>
                    <a:pt x="563228" y="115804"/>
                  </a:lnTo>
                  <a:lnTo>
                    <a:pt x="566236" y="115804"/>
                  </a:lnTo>
                  <a:lnTo>
                    <a:pt x="566988" y="115804"/>
                  </a:lnTo>
                  <a:lnTo>
                    <a:pt x="567740" y="115052"/>
                  </a:lnTo>
                  <a:lnTo>
                    <a:pt x="572252" y="114300"/>
                  </a:lnTo>
                  <a:lnTo>
                    <a:pt x="574508" y="115052"/>
                  </a:lnTo>
                  <a:lnTo>
                    <a:pt x="576764" y="115804"/>
                  </a:lnTo>
                  <a:lnTo>
                    <a:pt x="578268" y="115052"/>
                  </a:lnTo>
                  <a:lnTo>
                    <a:pt x="579772" y="114300"/>
                  </a:lnTo>
                  <a:lnTo>
                    <a:pt x="581276" y="112796"/>
                  </a:lnTo>
                  <a:lnTo>
                    <a:pt x="581276" y="111292"/>
                  </a:lnTo>
                  <a:lnTo>
                    <a:pt x="584284" y="107532"/>
                  </a:lnTo>
                  <a:lnTo>
                    <a:pt x="585788" y="106780"/>
                  </a:lnTo>
                  <a:lnTo>
                    <a:pt x="587291" y="106780"/>
                  </a:lnTo>
                  <a:lnTo>
                    <a:pt x="588043" y="105276"/>
                  </a:lnTo>
                  <a:lnTo>
                    <a:pt x="588043" y="102268"/>
                  </a:lnTo>
                  <a:lnTo>
                    <a:pt x="587291" y="99261"/>
                  </a:lnTo>
                  <a:lnTo>
                    <a:pt x="588043" y="96253"/>
                  </a:lnTo>
                  <a:lnTo>
                    <a:pt x="588795" y="94749"/>
                  </a:lnTo>
                  <a:lnTo>
                    <a:pt x="589547" y="93997"/>
                  </a:lnTo>
                  <a:lnTo>
                    <a:pt x="589547" y="93245"/>
                  </a:lnTo>
                  <a:lnTo>
                    <a:pt x="592555" y="86477"/>
                  </a:lnTo>
                  <a:lnTo>
                    <a:pt x="592555" y="85725"/>
                  </a:lnTo>
                  <a:lnTo>
                    <a:pt x="594811" y="85725"/>
                  </a:lnTo>
                  <a:lnTo>
                    <a:pt x="596315" y="85725"/>
                  </a:lnTo>
                  <a:lnTo>
                    <a:pt x="599323" y="84973"/>
                  </a:lnTo>
                  <a:lnTo>
                    <a:pt x="602331" y="84221"/>
                  </a:lnTo>
                  <a:lnTo>
                    <a:pt x="605339" y="81965"/>
                  </a:lnTo>
                  <a:lnTo>
                    <a:pt x="606091" y="81213"/>
                  </a:lnTo>
                  <a:lnTo>
                    <a:pt x="608347" y="80461"/>
                  </a:lnTo>
                  <a:lnTo>
                    <a:pt x="609099" y="80461"/>
                  </a:lnTo>
                  <a:lnTo>
                    <a:pt x="611355" y="79709"/>
                  </a:lnTo>
                  <a:lnTo>
                    <a:pt x="613611" y="79709"/>
                  </a:lnTo>
                  <a:lnTo>
                    <a:pt x="615115" y="78957"/>
                  </a:lnTo>
                  <a:lnTo>
                    <a:pt x="616618" y="78205"/>
                  </a:lnTo>
                  <a:lnTo>
                    <a:pt x="618122" y="76701"/>
                  </a:lnTo>
                  <a:lnTo>
                    <a:pt x="619626" y="74445"/>
                  </a:lnTo>
                  <a:lnTo>
                    <a:pt x="620378" y="73693"/>
                  </a:lnTo>
                  <a:lnTo>
                    <a:pt x="622634" y="72189"/>
                  </a:lnTo>
                  <a:lnTo>
                    <a:pt x="624138" y="70686"/>
                  </a:lnTo>
                  <a:lnTo>
                    <a:pt x="624890" y="69934"/>
                  </a:lnTo>
                  <a:lnTo>
                    <a:pt x="626394" y="68430"/>
                  </a:lnTo>
                  <a:lnTo>
                    <a:pt x="631658" y="62414"/>
                  </a:lnTo>
                  <a:lnTo>
                    <a:pt x="632410" y="60910"/>
                  </a:lnTo>
                  <a:lnTo>
                    <a:pt x="633162" y="60158"/>
                  </a:lnTo>
                  <a:lnTo>
                    <a:pt x="633914" y="59406"/>
                  </a:lnTo>
                  <a:lnTo>
                    <a:pt x="636170" y="56398"/>
                  </a:lnTo>
                  <a:lnTo>
                    <a:pt x="637674" y="52638"/>
                  </a:lnTo>
                  <a:lnTo>
                    <a:pt x="639178" y="51886"/>
                  </a:lnTo>
                  <a:lnTo>
                    <a:pt x="639930" y="51134"/>
                  </a:lnTo>
                  <a:lnTo>
                    <a:pt x="640682" y="50382"/>
                  </a:lnTo>
                  <a:lnTo>
                    <a:pt x="640682" y="49630"/>
                  </a:lnTo>
                  <a:lnTo>
                    <a:pt x="640682" y="48126"/>
                  </a:lnTo>
                  <a:lnTo>
                    <a:pt x="639178" y="43614"/>
                  </a:lnTo>
                  <a:lnTo>
                    <a:pt x="638426" y="41359"/>
                  </a:lnTo>
                  <a:lnTo>
                    <a:pt x="628650" y="15039"/>
                  </a:lnTo>
                  <a:lnTo>
                    <a:pt x="625642" y="12784"/>
                  </a:lnTo>
                  <a:lnTo>
                    <a:pt x="625642" y="12032"/>
                  </a:lnTo>
                  <a:lnTo>
                    <a:pt x="621130" y="10528"/>
                  </a:lnTo>
                  <a:lnTo>
                    <a:pt x="618122" y="10528"/>
                  </a:lnTo>
                  <a:lnTo>
                    <a:pt x="618122" y="9776"/>
                  </a:lnTo>
                  <a:lnTo>
                    <a:pt x="624138" y="9024"/>
                  </a:lnTo>
                  <a:lnTo>
                    <a:pt x="627146" y="8272"/>
                  </a:lnTo>
                  <a:lnTo>
                    <a:pt x="636170" y="9024"/>
                  </a:lnTo>
                  <a:lnTo>
                    <a:pt x="637674" y="9776"/>
                  </a:lnTo>
                  <a:lnTo>
                    <a:pt x="639930" y="10528"/>
                  </a:lnTo>
                  <a:lnTo>
                    <a:pt x="641434" y="11280"/>
                  </a:lnTo>
                  <a:lnTo>
                    <a:pt x="642937" y="12032"/>
                  </a:lnTo>
                  <a:lnTo>
                    <a:pt x="645193" y="12032"/>
                  </a:lnTo>
                  <a:lnTo>
                    <a:pt x="654217" y="11280"/>
                  </a:lnTo>
                  <a:lnTo>
                    <a:pt x="657225" y="12032"/>
                  </a:lnTo>
                  <a:lnTo>
                    <a:pt x="657977" y="12784"/>
                  </a:lnTo>
                  <a:lnTo>
                    <a:pt x="658729" y="13536"/>
                  </a:lnTo>
                  <a:lnTo>
                    <a:pt x="660233" y="14287"/>
                  </a:lnTo>
                  <a:lnTo>
                    <a:pt x="660985" y="14287"/>
                  </a:lnTo>
                  <a:lnTo>
                    <a:pt x="662489" y="13536"/>
                  </a:lnTo>
                  <a:lnTo>
                    <a:pt x="664745" y="10528"/>
                  </a:lnTo>
                  <a:lnTo>
                    <a:pt x="665497" y="9776"/>
                  </a:lnTo>
                  <a:lnTo>
                    <a:pt x="668505" y="9024"/>
                  </a:lnTo>
                  <a:lnTo>
                    <a:pt x="675272" y="11280"/>
                  </a:lnTo>
                  <a:lnTo>
                    <a:pt x="679032" y="11280"/>
                  </a:lnTo>
                  <a:lnTo>
                    <a:pt x="681288" y="9776"/>
                  </a:lnTo>
                  <a:lnTo>
                    <a:pt x="688056" y="3008"/>
                  </a:lnTo>
                  <a:lnTo>
                    <a:pt x="690312" y="2256"/>
                  </a:lnTo>
                  <a:lnTo>
                    <a:pt x="697080" y="0"/>
                  </a:lnTo>
                  <a:lnTo>
                    <a:pt x="698584" y="752"/>
                  </a:lnTo>
                  <a:lnTo>
                    <a:pt x="700087" y="4512"/>
                  </a:lnTo>
                  <a:lnTo>
                    <a:pt x="702344" y="6768"/>
                  </a:lnTo>
                  <a:lnTo>
                    <a:pt x="709111" y="3760"/>
                  </a:lnTo>
                  <a:lnTo>
                    <a:pt x="710615" y="6016"/>
                  </a:lnTo>
                  <a:lnTo>
                    <a:pt x="715127" y="16543"/>
                  </a:lnTo>
                  <a:lnTo>
                    <a:pt x="715879" y="17295"/>
                  </a:lnTo>
                  <a:lnTo>
                    <a:pt x="717383" y="19551"/>
                  </a:lnTo>
                  <a:lnTo>
                    <a:pt x="721143" y="21807"/>
                  </a:lnTo>
                  <a:lnTo>
                    <a:pt x="727159" y="25567"/>
                  </a:lnTo>
                  <a:lnTo>
                    <a:pt x="731670" y="27823"/>
                  </a:lnTo>
                  <a:lnTo>
                    <a:pt x="731670" y="32335"/>
                  </a:lnTo>
                  <a:lnTo>
                    <a:pt x="729414" y="41359"/>
                  </a:lnTo>
                  <a:lnTo>
                    <a:pt x="729414" y="47374"/>
                  </a:lnTo>
                  <a:lnTo>
                    <a:pt x="728663" y="50382"/>
                  </a:lnTo>
                  <a:lnTo>
                    <a:pt x="727159" y="52638"/>
                  </a:lnTo>
                  <a:lnTo>
                    <a:pt x="726407" y="57150"/>
                  </a:lnTo>
                  <a:lnTo>
                    <a:pt x="726407" y="66174"/>
                  </a:lnTo>
                  <a:lnTo>
                    <a:pt x="724151" y="72941"/>
                  </a:lnTo>
                  <a:lnTo>
                    <a:pt x="724903" y="79709"/>
                  </a:lnTo>
                  <a:lnTo>
                    <a:pt x="724151" y="82717"/>
                  </a:lnTo>
                  <a:lnTo>
                    <a:pt x="723399" y="84973"/>
                  </a:lnTo>
                  <a:lnTo>
                    <a:pt x="721895" y="87981"/>
                  </a:lnTo>
                  <a:lnTo>
                    <a:pt x="717383" y="93997"/>
                  </a:lnTo>
                  <a:lnTo>
                    <a:pt x="716631" y="96253"/>
                  </a:lnTo>
                  <a:lnTo>
                    <a:pt x="716631" y="97757"/>
                  </a:lnTo>
                  <a:lnTo>
                    <a:pt x="716631" y="99261"/>
                  </a:lnTo>
                  <a:lnTo>
                    <a:pt x="715879" y="100764"/>
                  </a:lnTo>
                  <a:lnTo>
                    <a:pt x="714375" y="102268"/>
                  </a:lnTo>
                  <a:lnTo>
                    <a:pt x="712871" y="102268"/>
                  </a:lnTo>
                  <a:lnTo>
                    <a:pt x="709863" y="102268"/>
                  </a:lnTo>
                  <a:lnTo>
                    <a:pt x="709111" y="103020"/>
                  </a:lnTo>
                  <a:lnTo>
                    <a:pt x="704599" y="106780"/>
                  </a:lnTo>
                  <a:lnTo>
                    <a:pt x="703847" y="109788"/>
                  </a:lnTo>
                  <a:lnTo>
                    <a:pt x="704599" y="112796"/>
                  </a:lnTo>
                  <a:lnTo>
                    <a:pt x="706855" y="115052"/>
                  </a:lnTo>
                  <a:lnTo>
                    <a:pt x="709111" y="116556"/>
                  </a:lnTo>
                  <a:lnTo>
                    <a:pt x="710615" y="116556"/>
                  </a:lnTo>
                  <a:lnTo>
                    <a:pt x="712119" y="116556"/>
                  </a:lnTo>
                  <a:lnTo>
                    <a:pt x="712871" y="115804"/>
                  </a:lnTo>
                  <a:lnTo>
                    <a:pt x="713623" y="114300"/>
                  </a:lnTo>
                  <a:lnTo>
                    <a:pt x="714375" y="112796"/>
                  </a:lnTo>
                  <a:lnTo>
                    <a:pt x="715879" y="112796"/>
                  </a:lnTo>
                  <a:lnTo>
                    <a:pt x="717383" y="113548"/>
                  </a:lnTo>
                  <a:lnTo>
                    <a:pt x="718135" y="115052"/>
                  </a:lnTo>
                  <a:lnTo>
                    <a:pt x="718887" y="118060"/>
                  </a:lnTo>
                  <a:lnTo>
                    <a:pt x="720391" y="118060"/>
                  </a:lnTo>
                  <a:lnTo>
                    <a:pt x="723399" y="117308"/>
                  </a:lnTo>
                  <a:lnTo>
                    <a:pt x="726407" y="117308"/>
                  </a:lnTo>
                  <a:lnTo>
                    <a:pt x="729414" y="118060"/>
                  </a:lnTo>
                  <a:lnTo>
                    <a:pt x="731670" y="118812"/>
                  </a:lnTo>
                  <a:lnTo>
                    <a:pt x="732422" y="117308"/>
                  </a:lnTo>
                  <a:lnTo>
                    <a:pt x="733174" y="116556"/>
                  </a:lnTo>
                  <a:lnTo>
                    <a:pt x="734678" y="115804"/>
                  </a:lnTo>
                  <a:lnTo>
                    <a:pt x="736182" y="115804"/>
                  </a:lnTo>
                  <a:lnTo>
                    <a:pt x="737686" y="116556"/>
                  </a:lnTo>
                  <a:lnTo>
                    <a:pt x="739190" y="117308"/>
                  </a:lnTo>
                  <a:lnTo>
                    <a:pt x="741446" y="120316"/>
                  </a:lnTo>
                  <a:lnTo>
                    <a:pt x="742198" y="121068"/>
                  </a:lnTo>
                  <a:lnTo>
                    <a:pt x="743702" y="120316"/>
                  </a:lnTo>
                  <a:lnTo>
                    <a:pt x="746710" y="119564"/>
                  </a:lnTo>
                  <a:lnTo>
                    <a:pt x="748214" y="119564"/>
                  </a:lnTo>
                  <a:lnTo>
                    <a:pt x="748966" y="119564"/>
                  </a:lnTo>
                  <a:lnTo>
                    <a:pt x="748966" y="121820"/>
                  </a:lnTo>
                  <a:lnTo>
                    <a:pt x="748966" y="122572"/>
                  </a:lnTo>
                  <a:lnTo>
                    <a:pt x="749718" y="122572"/>
                  </a:lnTo>
                  <a:lnTo>
                    <a:pt x="751222" y="122572"/>
                  </a:lnTo>
                  <a:lnTo>
                    <a:pt x="751974" y="123324"/>
                  </a:lnTo>
                  <a:lnTo>
                    <a:pt x="755733" y="124076"/>
                  </a:lnTo>
                  <a:lnTo>
                    <a:pt x="756486" y="123324"/>
                  </a:lnTo>
                  <a:lnTo>
                    <a:pt x="757990" y="121820"/>
                  </a:lnTo>
                  <a:lnTo>
                    <a:pt x="760245" y="124828"/>
                  </a:lnTo>
                  <a:lnTo>
                    <a:pt x="768517" y="130091"/>
                  </a:lnTo>
                  <a:lnTo>
                    <a:pt x="770021" y="130843"/>
                  </a:lnTo>
                  <a:lnTo>
                    <a:pt x="771525" y="132347"/>
                  </a:lnTo>
                  <a:lnTo>
                    <a:pt x="772277" y="133851"/>
                  </a:lnTo>
                  <a:lnTo>
                    <a:pt x="774533" y="134603"/>
                  </a:lnTo>
                  <a:lnTo>
                    <a:pt x="776037" y="134603"/>
                  </a:lnTo>
                  <a:lnTo>
                    <a:pt x="776789" y="134603"/>
                  </a:lnTo>
                  <a:lnTo>
                    <a:pt x="776789" y="136107"/>
                  </a:lnTo>
                  <a:lnTo>
                    <a:pt x="776789" y="137611"/>
                  </a:lnTo>
                  <a:lnTo>
                    <a:pt x="775285" y="141371"/>
                  </a:lnTo>
                  <a:lnTo>
                    <a:pt x="770773" y="146635"/>
                  </a:lnTo>
                  <a:lnTo>
                    <a:pt x="768517" y="149643"/>
                  </a:lnTo>
                  <a:lnTo>
                    <a:pt x="769269" y="149643"/>
                  </a:lnTo>
                  <a:lnTo>
                    <a:pt x="770773" y="151899"/>
                  </a:lnTo>
                  <a:lnTo>
                    <a:pt x="770773" y="152651"/>
                  </a:lnTo>
                  <a:lnTo>
                    <a:pt x="770773" y="153403"/>
                  </a:lnTo>
                  <a:lnTo>
                    <a:pt x="769269" y="155659"/>
                  </a:lnTo>
                  <a:lnTo>
                    <a:pt x="768517" y="156411"/>
                  </a:lnTo>
                  <a:lnTo>
                    <a:pt x="768517" y="159418"/>
                  </a:lnTo>
                  <a:lnTo>
                    <a:pt x="768517" y="160170"/>
                  </a:lnTo>
                  <a:lnTo>
                    <a:pt x="768517" y="162426"/>
                  </a:lnTo>
                  <a:lnTo>
                    <a:pt x="770773" y="166186"/>
                  </a:lnTo>
                  <a:lnTo>
                    <a:pt x="773029" y="167690"/>
                  </a:lnTo>
                  <a:lnTo>
                    <a:pt x="779797" y="169946"/>
                  </a:lnTo>
                  <a:lnTo>
                    <a:pt x="782805" y="172202"/>
                  </a:lnTo>
                  <a:lnTo>
                    <a:pt x="782053" y="174458"/>
                  </a:lnTo>
                  <a:lnTo>
                    <a:pt x="780549" y="177466"/>
                  </a:lnTo>
                  <a:lnTo>
                    <a:pt x="780549" y="180474"/>
                  </a:lnTo>
                  <a:lnTo>
                    <a:pt x="781301" y="182730"/>
                  </a:lnTo>
                  <a:lnTo>
                    <a:pt x="786564" y="187993"/>
                  </a:lnTo>
                  <a:lnTo>
                    <a:pt x="788821" y="191753"/>
                  </a:lnTo>
                  <a:lnTo>
                    <a:pt x="789572" y="192505"/>
                  </a:lnTo>
                  <a:lnTo>
                    <a:pt x="790324" y="193257"/>
                  </a:lnTo>
                  <a:lnTo>
                    <a:pt x="790324" y="197017"/>
                  </a:lnTo>
                  <a:lnTo>
                    <a:pt x="791076" y="197769"/>
                  </a:lnTo>
                  <a:lnTo>
                    <a:pt x="792580" y="197769"/>
                  </a:lnTo>
                  <a:lnTo>
                    <a:pt x="797844" y="198521"/>
                  </a:lnTo>
                  <a:lnTo>
                    <a:pt x="799348" y="199273"/>
                  </a:lnTo>
                  <a:lnTo>
                    <a:pt x="800100" y="200777"/>
                  </a:lnTo>
                  <a:lnTo>
                    <a:pt x="800852" y="202281"/>
                  </a:lnTo>
                  <a:lnTo>
                    <a:pt x="800100" y="203033"/>
                  </a:lnTo>
                  <a:lnTo>
                    <a:pt x="799348" y="203785"/>
                  </a:lnTo>
                  <a:lnTo>
                    <a:pt x="797844" y="203785"/>
                  </a:lnTo>
                  <a:lnTo>
                    <a:pt x="795588" y="205289"/>
                  </a:lnTo>
                  <a:lnTo>
                    <a:pt x="792580" y="208297"/>
                  </a:lnTo>
                  <a:lnTo>
                    <a:pt x="790324" y="212057"/>
                  </a:lnTo>
                  <a:lnTo>
                    <a:pt x="789572" y="215064"/>
                  </a:lnTo>
                  <a:lnTo>
                    <a:pt x="789572" y="218072"/>
                  </a:lnTo>
                  <a:lnTo>
                    <a:pt x="790324" y="220328"/>
                  </a:lnTo>
                  <a:lnTo>
                    <a:pt x="790324" y="222584"/>
                  </a:lnTo>
                  <a:lnTo>
                    <a:pt x="787316" y="224840"/>
                  </a:lnTo>
                  <a:lnTo>
                    <a:pt x="780549" y="227848"/>
                  </a:lnTo>
                  <a:lnTo>
                    <a:pt x="779045" y="230104"/>
                  </a:lnTo>
                  <a:lnTo>
                    <a:pt x="777541" y="233864"/>
                  </a:lnTo>
                  <a:lnTo>
                    <a:pt x="777541" y="235368"/>
                  </a:lnTo>
                  <a:lnTo>
                    <a:pt x="777541" y="236872"/>
                  </a:lnTo>
                  <a:lnTo>
                    <a:pt x="777541" y="238376"/>
                  </a:lnTo>
                  <a:lnTo>
                    <a:pt x="776789" y="239880"/>
                  </a:lnTo>
                  <a:lnTo>
                    <a:pt x="775285" y="240632"/>
                  </a:lnTo>
                  <a:lnTo>
                    <a:pt x="772277" y="242136"/>
                  </a:lnTo>
                  <a:lnTo>
                    <a:pt x="766261" y="247399"/>
                  </a:lnTo>
                  <a:lnTo>
                    <a:pt x="753478" y="251911"/>
                  </a:lnTo>
                  <a:lnTo>
                    <a:pt x="749718" y="256423"/>
                  </a:lnTo>
                  <a:lnTo>
                    <a:pt x="749718" y="260935"/>
                  </a:lnTo>
                  <a:lnTo>
                    <a:pt x="751974" y="263943"/>
                  </a:lnTo>
                  <a:lnTo>
                    <a:pt x="754982" y="266951"/>
                  </a:lnTo>
                  <a:lnTo>
                    <a:pt x="756486" y="271463"/>
                  </a:lnTo>
                  <a:lnTo>
                    <a:pt x="753478" y="277478"/>
                  </a:lnTo>
                  <a:lnTo>
                    <a:pt x="753478" y="279734"/>
                  </a:lnTo>
                  <a:lnTo>
                    <a:pt x="755733" y="278982"/>
                  </a:lnTo>
                  <a:lnTo>
                    <a:pt x="754982" y="286502"/>
                  </a:lnTo>
                  <a:lnTo>
                    <a:pt x="755733" y="287254"/>
                  </a:lnTo>
                  <a:lnTo>
                    <a:pt x="756486" y="289510"/>
                  </a:lnTo>
                  <a:lnTo>
                    <a:pt x="756486" y="290262"/>
                  </a:lnTo>
                  <a:lnTo>
                    <a:pt x="755733" y="291014"/>
                  </a:lnTo>
                  <a:lnTo>
                    <a:pt x="754230" y="291766"/>
                  </a:lnTo>
                  <a:lnTo>
                    <a:pt x="753478" y="291766"/>
                  </a:lnTo>
                  <a:lnTo>
                    <a:pt x="752726" y="291766"/>
                  </a:lnTo>
                  <a:lnTo>
                    <a:pt x="751222" y="297030"/>
                  </a:lnTo>
                  <a:lnTo>
                    <a:pt x="747462" y="303045"/>
                  </a:lnTo>
                  <a:lnTo>
                    <a:pt x="746710" y="304549"/>
                  </a:lnTo>
                  <a:lnTo>
                    <a:pt x="744454" y="311317"/>
                  </a:lnTo>
                  <a:lnTo>
                    <a:pt x="743702" y="312821"/>
                  </a:lnTo>
                  <a:lnTo>
                    <a:pt x="742950" y="314325"/>
                  </a:lnTo>
                  <a:lnTo>
                    <a:pt x="741446" y="315077"/>
                  </a:lnTo>
                  <a:lnTo>
                    <a:pt x="741446" y="317333"/>
                  </a:lnTo>
                  <a:lnTo>
                    <a:pt x="742198" y="318085"/>
                  </a:lnTo>
                  <a:lnTo>
                    <a:pt x="743702" y="319589"/>
                  </a:lnTo>
                  <a:lnTo>
                    <a:pt x="743702" y="320341"/>
                  </a:lnTo>
                  <a:lnTo>
                    <a:pt x="743702" y="321093"/>
                  </a:lnTo>
                  <a:lnTo>
                    <a:pt x="741446" y="321093"/>
                  </a:lnTo>
                  <a:lnTo>
                    <a:pt x="740694" y="321845"/>
                  </a:lnTo>
                  <a:lnTo>
                    <a:pt x="741446" y="322597"/>
                  </a:lnTo>
                  <a:lnTo>
                    <a:pt x="742198" y="324101"/>
                  </a:lnTo>
                  <a:lnTo>
                    <a:pt x="742198" y="325605"/>
                  </a:lnTo>
                  <a:lnTo>
                    <a:pt x="742198" y="326357"/>
                  </a:lnTo>
                  <a:lnTo>
                    <a:pt x="741446" y="327109"/>
                  </a:lnTo>
                  <a:lnTo>
                    <a:pt x="739942" y="327109"/>
                  </a:lnTo>
                  <a:lnTo>
                    <a:pt x="739190" y="327861"/>
                  </a:lnTo>
                  <a:lnTo>
                    <a:pt x="735430" y="334628"/>
                  </a:lnTo>
                  <a:lnTo>
                    <a:pt x="733926" y="338388"/>
                  </a:lnTo>
                  <a:lnTo>
                    <a:pt x="733174" y="342148"/>
                  </a:lnTo>
                  <a:lnTo>
                    <a:pt x="733926" y="350420"/>
                  </a:lnTo>
                  <a:lnTo>
                    <a:pt x="733174" y="353428"/>
                  </a:lnTo>
                  <a:lnTo>
                    <a:pt x="730166" y="366211"/>
                  </a:lnTo>
                  <a:lnTo>
                    <a:pt x="729414" y="391026"/>
                  </a:lnTo>
                  <a:lnTo>
                    <a:pt x="729414" y="394034"/>
                  </a:lnTo>
                  <a:lnTo>
                    <a:pt x="734678" y="403058"/>
                  </a:lnTo>
                  <a:lnTo>
                    <a:pt x="734678" y="403810"/>
                  </a:lnTo>
                  <a:lnTo>
                    <a:pt x="733926" y="406066"/>
                  </a:lnTo>
                  <a:lnTo>
                    <a:pt x="734678" y="406818"/>
                  </a:lnTo>
                  <a:lnTo>
                    <a:pt x="736182" y="407570"/>
                  </a:lnTo>
                  <a:lnTo>
                    <a:pt x="736934" y="408322"/>
                  </a:lnTo>
                  <a:lnTo>
                    <a:pt x="738438" y="410578"/>
                  </a:lnTo>
                  <a:lnTo>
                    <a:pt x="738438" y="412082"/>
                  </a:lnTo>
                  <a:lnTo>
                    <a:pt x="738438" y="413586"/>
                  </a:lnTo>
                  <a:lnTo>
                    <a:pt x="739190" y="416593"/>
                  </a:lnTo>
                  <a:lnTo>
                    <a:pt x="742950" y="426369"/>
                  </a:lnTo>
                  <a:lnTo>
                    <a:pt x="743702" y="428625"/>
                  </a:lnTo>
                  <a:lnTo>
                    <a:pt x="743702" y="431633"/>
                  </a:lnTo>
                  <a:lnTo>
                    <a:pt x="743702" y="433137"/>
                  </a:lnTo>
                  <a:lnTo>
                    <a:pt x="744454" y="434641"/>
                  </a:lnTo>
                  <a:lnTo>
                    <a:pt x="742198" y="437649"/>
                  </a:lnTo>
                  <a:lnTo>
                    <a:pt x="742198" y="438401"/>
                  </a:lnTo>
                  <a:lnTo>
                    <a:pt x="743702" y="441409"/>
                  </a:lnTo>
                  <a:lnTo>
                    <a:pt x="746710" y="443664"/>
                  </a:lnTo>
                  <a:lnTo>
                    <a:pt x="752726" y="446672"/>
                  </a:lnTo>
                  <a:lnTo>
                    <a:pt x="757238" y="451184"/>
                  </a:lnTo>
                  <a:lnTo>
                    <a:pt x="759493" y="451936"/>
                  </a:lnTo>
                  <a:lnTo>
                    <a:pt x="760997" y="451936"/>
                  </a:lnTo>
                  <a:lnTo>
                    <a:pt x="764005" y="451936"/>
                  </a:lnTo>
                  <a:lnTo>
                    <a:pt x="764757" y="452688"/>
                  </a:lnTo>
                  <a:lnTo>
                    <a:pt x="768517" y="456448"/>
                  </a:lnTo>
                  <a:lnTo>
                    <a:pt x="768517" y="461712"/>
                  </a:lnTo>
                  <a:lnTo>
                    <a:pt x="767765" y="466976"/>
                  </a:lnTo>
                  <a:lnTo>
                    <a:pt x="767765" y="472991"/>
                  </a:lnTo>
                  <a:lnTo>
                    <a:pt x="769269" y="477503"/>
                  </a:lnTo>
                  <a:lnTo>
                    <a:pt x="769269" y="479007"/>
                  </a:lnTo>
                  <a:lnTo>
                    <a:pt x="768517" y="480511"/>
                  </a:lnTo>
                  <a:lnTo>
                    <a:pt x="767013" y="482767"/>
                  </a:lnTo>
                  <a:lnTo>
                    <a:pt x="766261" y="485023"/>
                  </a:lnTo>
                  <a:lnTo>
                    <a:pt x="767013" y="486527"/>
                  </a:lnTo>
                  <a:lnTo>
                    <a:pt x="768517" y="489535"/>
                  </a:lnTo>
                  <a:lnTo>
                    <a:pt x="769269" y="491791"/>
                  </a:lnTo>
                  <a:lnTo>
                    <a:pt x="768517" y="492543"/>
                  </a:lnTo>
                  <a:lnTo>
                    <a:pt x="767765" y="495551"/>
                  </a:lnTo>
                  <a:lnTo>
                    <a:pt x="767765" y="496303"/>
                  </a:lnTo>
                  <a:lnTo>
                    <a:pt x="767765" y="500814"/>
                  </a:lnTo>
                  <a:lnTo>
                    <a:pt x="767765" y="501566"/>
                  </a:lnTo>
                  <a:lnTo>
                    <a:pt x="767013" y="503822"/>
                  </a:lnTo>
                  <a:lnTo>
                    <a:pt x="765509" y="506830"/>
                  </a:lnTo>
                  <a:lnTo>
                    <a:pt x="764757" y="508334"/>
                  </a:lnTo>
                  <a:lnTo>
                    <a:pt x="764757" y="510590"/>
                  </a:lnTo>
                  <a:lnTo>
                    <a:pt x="764757" y="513598"/>
                  </a:lnTo>
                  <a:lnTo>
                    <a:pt x="765509" y="517358"/>
                  </a:lnTo>
                  <a:lnTo>
                    <a:pt x="767013" y="518862"/>
                  </a:lnTo>
                  <a:lnTo>
                    <a:pt x="769269" y="518862"/>
                  </a:lnTo>
                  <a:lnTo>
                    <a:pt x="772277" y="517358"/>
                  </a:lnTo>
                  <a:lnTo>
                    <a:pt x="773781" y="518110"/>
                  </a:lnTo>
                  <a:lnTo>
                    <a:pt x="779797" y="519614"/>
                  </a:lnTo>
                  <a:lnTo>
                    <a:pt x="781301" y="520366"/>
                  </a:lnTo>
                  <a:lnTo>
                    <a:pt x="782053" y="520366"/>
                  </a:lnTo>
                  <a:lnTo>
                    <a:pt x="782805" y="520366"/>
                  </a:lnTo>
                  <a:lnTo>
                    <a:pt x="782805" y="522622"/>
                  </a:lnTo>
                  <a:lnTo>
                    <a:pt x="779797" y="528637"/>
                  </a:lnTo>
                  <a:lnTo>
                    <a:pt x="777541" y="531645"/>
                  </a:lnTo>
                  <a:lnTo>
                    <a:pt x="777541" y="533149"/>
                  </a:lnTo>
                  <a:lnTo>
                    <a:pt x="780549" y="536157"/>
                  </a:lnTo>
                  <a:lnTo>
                    <a:pt x="782053" y="537661"/>
                  </a:lnTo>
                  <a:lnTo>
                    <a:pt x="783557" y="538413"/>
                  </a:lnTo>
                  <a:lnTo>
                    <a:pt x="785812" y="538413"/>
                  </a:lnTo>
                  <a:lnTo>
                    <a:pt x="788821" y="538413"/>
                  </a:lnTo>
                  <a:lnTo>
                    <a:pt x="791076" y="537661"/>
                  </a:lnTo>
                  <a:lnTo>
                    <a:pt x="794084" y="537661"/>
                  </a:lnTo>
                  <a:lnTo>
                    <a:pt x="797092" y="538413"/>
                  </a:lnTo>
                  <a:lnTo>
                    <a:pt x="800100" y="541421"/>
                  </a:lnTo>
                  <a:lnTo>
                    <a:pt x="804612" y="548189"/>
                  </a:lnTo>
                  <a:lnTo>
                    <a:pt x="806868" y="551197"/>
                  </a:lnTo>
                  <a:lnTo>
                    <a:pt x="811380" y="554957"/>
                  </a:lnTo>
                  <a:lnTo>
                    <a:pt x="812884" y="556461"/>
                  </a:lnTo>
                  <a:lnTo>
                    <a:pt x="815891" y="561724"/>
                  </a:lnTo>
                  <a:lnTo>
                    <a:pt x="817395" y="563228"/>
                  </a:lnTo>
                  <a:lnTo>
                    <a:pt x="818147" y="563980"/>
                  </a:lnTo>
                  <a:lnTo>
                    <a:pt x="820403" y="563980"/>
                  </a:lnTo>
                  <a:lnTo>
                    <a:pt x="821155" y="564732"/>
                  </a:lnTo>
                  <a:lnTo>
                    <a:pt x="821155" y="565484"/>
                  </a:lnTo>
                  <a:lnTo>
                    <a:pt x="822659" y="567740"/>
                  </a:lnTo>
                  <a:lnTo>
                    <a:pt x="823411" y="568492"/>
                  </a:lnTo>
                  <a:lnTo>
                    <a:pt x="824915" y="568492"/>
                  </a:lnTo>
                  <a:lnTo>
                    <a:pt x="827923" y="567740"/>
                  </a:lnTo>
                  <a:lnTo>
                    <a:pt x="829427" y="568492"/>
                  </a:lnTo>
                  <a:lnTo>
                    <a:pt x="830931" y="570748"/>
                  </a:lnTo>
                  <a:lnTo>
                    <a:pt x="831683" y="573004"/>
                  </a:lnTo>
                  <a:lnTo>
                    <a:pt x="832435" y="576012"/>
                  </a:lnTo>
                  <a:lnTo>
                    <a:pt x="834691" y="577516"/>
                  </a:lnTo>
                  <a:lnTo>
                    <a:pt x="836195" y="579020"/>
                  </a:lnTo>
                  <a:lnTo>
                    <a:pt x="839203" y="586540"/>
                  </a:lnTo>
                  <a:lnTo>
                    <a:pt x="841459" y="588795"/>
                  </a:lnTo>
                  <a:lnTo>
                    <a:pt x="843714" y="590299"/>
                  </a:lnTo>
                  <a:lnTo>
                    <a:pt x="853490" y="593307"/>
                  </a:lnTo>
                  <a:lnTo>
                    <a:pt x="879057" y="597819"/>
                  </a:lnTo>
                  <a:lnTo>
                    <a:pt x="885073" y="600075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3" name="Forma Livre: Forma 212">
              <a:extLst>
                <a:ext uri="{FF2B5EF4-FFF2-40B4-BE49-F238E27FC236}">
                  <a16:creationId xmlns:a16="http://schemas.microsoft.com/office/drawing/2014/main" id="{C2A3529C-FCB3-359A-3643-43132BF54E2B}"/>
                </a:ext>
              </a:extLst>
            </p:cNvPr>
            <p:cNvSpPr/>
            <p:nvPr/>
          </p:nvSpPr>
          <p:spPr>
            <a:xfrm>
              <a:off x="6134651" y="1815264"/>
              <a:ext cx="1954379" cy="1893469"/>
            </a:xfrm>
            <a:custGeom>
              <a:avLst/>
              <a:gdLst>
                <a:gd name="csX0" fmla="*/ 635418 w 1954379"/>
                <a:gd name="csY0" fmla="*/ 23311 h 1893469"/>
                <a:gd name="csX1" fmla="*/ 639930 w 1954379"/>
                <a:gd name="csY1" fmla="*/ 27071 h 1893469"/>
                <a:gd name="csX2" fmla="*/ 641434 w 1954379"/>
                <a:gd name="csY2" fmla="*/ 29327 h 1893469"/>
                <a:gd name="csX3" fmla="*/ 641434 w 1954379"/>
                <a:gd name="csY3" fmla="*/ 33087 h 1893469"/>
                <a:gd name="csX4" fmla="*/ 641434 w 1954379"/>
                <a:gd name="csY4" fmla="*/ 36095 h 1893469"/>
                <a:gd name="csX5" fmla="*/ 643690 w 1954379"/>
                <a:gd name="csY5" fmla="*/ 47374 h 1893469"/>
                <a:gd name="csX6" fmla="*/ 644442 w 1954379"/>
                <a:gd name="csY6" fmla="*/ 50382 h 1893469"/>
                <a:gd name="csX7" fmla="*/ 644442 w 1954379"/>
                <a:gd name="csY7" fmla="*/ 51886 h 1893469"/>
                <a:gd name="csX8" fmla="*/ 642938 w 1954379"/>
                <a:gd name="csY8" fmla="*/ 54142 h 1893469"/>
                <a:gd name="csX9" fmla="*/ 642186 w 1954379"/>
                <a:gd name="csY9" fmla="*/ 55646 h 1893469"/>
                <a:gd name="csX10" fmla="*/ 639930 w 1954379"/>
                <a:gd name="csY10" fmla="*/ 62414 h 1893469"/>
                <a:gd name="csX11" fmla="*/ 639178 w 1954379"/>
                <a:gd name="csY11" fmla="*/ 63166 h 1893469"/>
                <a:gd name="csX12" fmla="*/ 638426 w 1954379"/>
                <a:gd name="csY12" fmla="*/ 63918 h 1893469"/>
                <a:gd name="csX13" fmla="*/ 637674 w 1954379"/>
                <a:gd name="csY13" fmla="*/ 64670 h 1893469"/>
                <a:gd name="csX14" fmla="*/ 635418 w 1954379"/>
                <a:gd name="csY14" fmla="*/ 64670 h 1893469"/>
                <a:gd name="csX15" fmla="*/ 634666 w 1954379"/>
                <a:gd name="csY15" fmla="*/ 65422 h 1893469"/>
                <a:gd name="csX16" fmla="*/ 633914 w 1954379"/>
                <a:gd name="csY16" fmla="*/ 66926 h 1893469"/>
                <a:gd name="csX17" fmla="*/ 633162 w 1954379"/>
                <a:gd name="csY17" fmla="*/ 69934 h 1893469"/>
                <a:gd name="csX18" fmla="*/ 633162 w 1954379"/>
                <a:gd name="csY18" fmla="*/ 71438 h 1893469"/>
                <a:gd name="csX19" fmla="*/ 633162 w 1954379"/>
                <a:gd name="csY19" fmla="*/ 72941 h 1893469"/>
                <a:gd name="csX20" fmla="*/ 633914 w 1954379"/>
                <a:gd name="csY20" fmla="*/ 73693 h 1893469"/>
                <a:gd name="csX21" fmla="*/ 634666 w 1954379"/>
                <a:gd name="csY21" fmla="*/ 73693 h 1893469"/>
                <a:gd name="csX22" fmla="*/ 634666 w 1954379"/>
                <a:gd name="csY22" fmla="*/ 74445 h 1893469"/>
                <a:gd name="csX23" fmla="*/ 636922 w 1954379"/>
                <a:gd name="csY23" fmla="*/ 75949 h 1893469"/>
                <a:gd name="csX24" fmla="*/ 637674 w 1954379"/>
                <a:gd name="csY24" fmla="*/ 76701 h 1893469"/>
                <a:gd name="csX25" fmla="*/ 637674 w 1954379"/>
                <a:gd name="csY25" fmla="*/ 77453 h 1893469"/>
                <a:gd name="csX26" fmla="*/ 638426 w 1954379"/>
                <a:gd name="csY26" fmla="*/ 79709 h 1893469"/>
                <a:gd name="csX27" fmla="*/ 638426 w 1954379"/>
                <a:gd name="csY27" fmla="*/ 81213 h 1893469"/>
                <a:gd name="csX28" fmla="*/ 638426 w 1954379"/>
                <a:gd name="csY28" fmla="*/ 81965 h 1893469"/>
                <a:gd name="csX29" fmla="*/ 638426 w 1954379"/>
                <a:gd name="csY29" fmla="*/ 82717 h 1893469"/>
                <a:gd name="csX30" fmla="*/ 637674 w 1954379"/>
                <a:gd name="csY30" fmla="*/ 83469 h 1893469"/>
                <a:gd name="csX31" fmla="*/ 636922 w 1954379"/>
                <a:gd name="csY31" fmla="*/ 84221 h 1893469"/>
                <a:gd name="csX32" fmla="*/ 633914 w 1954379"/>
                <a:gd name="csY32" fmla="*/ 86477 h 1893469"/>
                <a:gd name="csX33" fmla="*/ 633162 w 1954379"/>
                <a:gd name="csY33" fmla="*/ 87229 h 1893469"/>
                <a:gd name="csX34" fmla="*/ 632410 w 1954379"/>
                <a:gd name="csY34" fmla="*/ 87981 h 1893469"/>
                <a:gd name="csX35" fmla="*/ 631658 w 1954379"/>
                <a:gd name="csY35" fmla="*/ 89485 h 1893469"/>
                <a:gd name="csX36" fmla="*/ 631658 w 1954379"/>
                <a:gd name="csY36" fmla="*/ 90237 h 1893469"/>
                <a:gd name="csX37" fmla="*/ 632410 w 1954379"/>
                <a:gd name="csY37" fmla="*/ 90989 h 1893469"/>
                <a:gd name="csX38" fmla="*/ 634666 w 1954379"/>
                <a:gd name="csY38" fmla="*/ 91741 h 1893469"/>
                <a:gd name="csX39" fmla="*/ 635418 w 1954379"/>
                <a:gd name="csY39" fmla="*/ 91741 h 1893469"/>
                <a:gd name="csX40" fmla="*/ 636170 w 1954379"/>
                <a:gd name="csY40" fmla="*/ 92493 h 1893469"/>
                <a:gd name="csX41" fmla="*/ 636170 w 1954379"/>
                <a:gd name="csY41" fmla="*/ 93997 h 1893469"/>
                <a:gd name="csX42" fmla="*/ 636922 w 1954379"/>
                <a:gd name="csY42" fmla="*/ 95501 h 1893469"/>
                <a:gd name="csX43" fmla="*/ 636922 w 1954379"/>
                <a:gd name="csY43" fmla="*/ 97005 h 1893469"/>
                <a:gd name="csX44" fmla="*/ 636922 w 1954379"/>
                <a:gd name="csY44" fmla="*/ 108284 h 1893469"/>
                <a:gd name="csX45" fmla="*/ 636922 w 1954379"/>
                <a:gd name="csY45" fmla="*/ 109036 h 1893469"/>
                <a:gd name="csX46" fmla="*/ 637674 w 1954379"/>
                <a:gd name="csY46" fmla="*/ 111292 h 1893469"/>
                <a:gd name="csX47" fmla="*/ 638426 w 1954379"/>
                <a:gd name="csY47" fmla="*/ 121820 h 1893469"/>
                <a:gd name="csX48" fmla="*/ 639178 w 1954379"/>
                <a:gd name="csY48" fmla="*/ 123324 h 1893469"/>
                <a:gd name="csX49" fmla="*/ 639930 w 1954379"/>
                <a:gd name="csY49" fmla="*/ 124828 h 1893469"/>
                <a:gd name="csX50" fmla="*/ 641434 w 1954379"/>
                <a:gd name="csY50" fmla="*/ 127084 h 1893469"/>
                <a:gd name="csX51" fmla="*/ 642186 w 1954379"/>
                <a:gd name="csY51" fmla="*/ 127084 h 1893469"/>
                <a:gd name="csX52" fmla="*/ 642938 w 1954379"/>
                <a:gd name="csY52" fmla="*/ 127084 h 1893469"/>
                <a:gd name="csX53" fmla="*/ 644442 w 1954379"/>
                <a:gd name="csY53" fmla="*/ 127084 h 1893469"/>
                <a:gd name="csX54" fmla="*/ 645193 w 1954379"/>
                <a:gd name="csY54" fmla="*/ 127084 h 1893469"/>
                <a:gd name="csX55" fmla="*/ 645945 w 1954379"/>
                <a:gd name="csY55" fmla="*/ 127084 h 1893469"/>
                <a:gd name="csX56" fmla="*/ 646697 w 1954379"/>
                <a:gd name="csY56" fmla="*/ 127836 h 1893469"/>
                <a:gd name="csX57" fmla="*/ 647449 w 1954379"/>
                <a:gd name="csY57" fmla="*/ 127836 h 1893469"/>
                <a:gd name="csX58" fmla="*/ 648201 w 1954379"/>
                <a:gd name="csY58" fmla="*/ 127836 h 1893469"/>
                <a:gd name="csX59" fmla="*/ 652713 w 1954379"/>
                <a:gd name="csY59" fmla="*/ 127836 h 1893469"/>
                <a:gd name="csX60" fmla="*/ 653465 w 1954379"/>
                <a:gd name="csY60" fmla="*/ 127084 h 1893469"/>
                <a:gd name="csX61" fmla="*/ 655721 w 1954379"/>
                <a:gd name="csY61" fmla="*/ 126332 h 1893469"/>
                <a:gd name="csX62" fmla="*/ 657225 w 1954379"/>
                <a:gd name="csY62" fmla="*/ 125580 h 1893469"/>
                <a:gd name="csX63" fmla="*/ 662489 w 1954379"/>
                <a:gd name="csY63" fmla="*/ 124828 h 1893469"/>
                <a:gd name="csX64" fmla="*/ 663993 w 1954379"/>
                <a:gd name="csY64" fmla="*/ 124828 h 1893469"/>
                <a:gd name="csX65" fmla="*/ 664745 w 1954379"/>
                <a:gd name="csY65" fmla="*/ 124828 h 1893469"/>
                <a:gd name="csX66" fmla="*/ 665497 w 1954379"/>
                <a:gd name="csY66" fmla="*/ 125580 h 1893469"/>
                <a:gd name="csX67" fmla="*/ 667753 w 1954379"/>
                <a:gd name="csY67" fmla="*/ 127084 h 1893469"/>
                <a:gd name="csX68" fmla="*/ 669257 w 1954379"/>
                <a:gd name="csY68" fmla="*/ 127084 h 1893469"/>
                <a:gd name="csX69" fmla="*/ 673769 w 1954379"/>
                <a:gd name="csY69" fmla="*/ 128587 h 1893469"/>
                <a:gd name="csX70" fmla="*/ 674521 w 1954379"/>
                <a:gd name="csY70" fmla="*/ 128587 h 1893469"/>
                <a:gd name="csX71" fmla="*/ 675272 w 1954379"/>
                <a:gd name="csY71" fmla="*/ 129340 h 1893469"/>
                <a:gd name="csX72" fmla="*/ 676776 w 1954379"/>
                <a:gd name="csY72" fmla="*/ 130091 h 1893469"/>
                <a:gd name="csX73" fmla="*/ 677528 w 1954379"/>
                <a:gd name="csY73" fmla="*/ 130843 h 1893469"/>
                <a:gd name="csX74" fmla="*/ 678280 w 1954379"/>
                <a:gd name="csY74" fmla="*/ 130091 h 1893469"/>
                <a:gd name="csX75" fmla="*/ 679784 w 1954379"/>
                <a:gd name="csY75" fmla="*/ 130091 h 1893469"/>
                <a:gd name="csX76" fmla="*/ 682040 w 1954379"/>
                <a:gd name="csY76" fmla="*/ 129340 h 1893469"/>
                <a:gd name="csX77" fmla="*/ 683544 w 1954379"/>
                <a:gd name="csY77" fmla="*/ 129340 h 1893469"/>
                <a:gd name="csX78" fmla="*/ 684296 w 1954379"/>
                <a:gd name="csY78" fmla="*/ 128587 h 1893469"/>
                <a:gd name="csX79" fmla="*/ 685048 w 1954379"/>
                <a:gd name="csY79" fmla="*/ 128587 h 1893469"/>
                <a:gd name="csX80" fmla="*/ 685800 w 1954379"/>
                <a:gd name="csY80" fmla="*/ 129340 h 1893469"/>
                <a:gd name="csX81" fmla="*/ 686552 w 1954379"/>
                <a:gd name="csY81" fmla="*/ 129340 h 1893469"/>
                <a:gd name="csX82" fmla="*/ 687304 w 1954379"/>
                <a:gd name="csY82" fmla="*/ 129340 h 1893469"/>
                <a:gd name="csX83" fmla="*/ 688808 w 1954379"/>
                <a:gd name="csY83" fmla="*/ 128587 h 1893469"/>
                <a:gd name="csX84" fmla="*/ 689560 w 1954379"/>
                <a:gd name="csY84" fmla="*/ 127836 h 1893469"/>
                <a:gd name="csX85" fmla="*/ 690312 w 1954379"/>
                <a:gd name="csY85" fmla="*/ 128587 h 1893469"/>
                <a:gd name="csX86" fmla="*/ 693320 w 1954379"/>
                <a:gd name="csY86" fmla="*/ 130091 h 1893469"/>
                <a:gd name="csX87" fmla="*/ 694072 w 1954379"/>
                <a:gd name="csY87" fmla="*/ 130091 h 1893469"/>
                <a:gd name="csX88" fmla="*/ 694824 w 1954379"/>
                <a:gd name="csY88" fmla="*/ 130091 h 1893469"/>
                <a:gd name="csX89" fmla="*/ 695576 w 1954379"/>
                <a:gd name="csY89" fmla="*/ 129340 h 1893469"/>
                <a:gd name="csX90" fmla="*/ 696328 w 1954379"/>
                <a:gd name="csY90" fmla="*/ 128587 h 1893469"/>
                <a:gd name="csX91" fmla="*/ 697080 w 1954379"/>
                <a:gd name="csY91" fmla="*/ 128587 h 1893469"/>
                <a:gd name="csX92" fmla="*/ 697832 w 1954379"/>
                <a:gd name="csY92" fmla="*/ 128587 h 1893469"/>
                <a:gd name="csX93" fmla="*/ 698584 w 1954379"/>
                <a:gd name="csY93" fmla="*/ 128587 h 1893469"/>
                <a:gd name="csX94" fmla="*/ 700088 w 1954379"/>
                <a:gd name="csY94" fmla="*/ 130091 h 1893469"/>
                <a:gd name="csX95" fmla="*/ 700840 w 1954379"/>
                <a:gd name="csY95" fmla="*/ 130091 h 1893469"/>
                <a:gd name="csX96" fmla="*/ 702343 w 1954379"/>
                <a:gd name="csY96" fmla="*/ 130843 h 1893469"/>
                <a:gd name="csX97" fmla="*/ 704599 w 1954379"/>
                <a:gd name="csY97" fmla="*/ 132347 h 1893469"/>
                <a:gd name="csX98" fmla="*/ 705351 w 1954379"/>
                <a:gd name="csY98" fmla="*/ 132347 h 1893469"/>
                <a:gd name="csX99" fmla="*/ 706103 w 1954379"/>
                <a:gd name="csY99" fmla="*/ 132347 h 1893469"/>
                <a:gd name="csX100" fmla="*/ 706855 w 1954379"/>
                <a:gd name="csY100" fmla="*/ 133099 h 1893469"/>
                <a:gd name="csX101" fmla="*/ 708359 w 1954379"/>
                <a:gd name="csY101" fmla="*/ 133851 h 1893469"/>
                <a:gd name="csX102" fmla="*/ 709863 w 1954379"/>
                <a:gd name="csY102" fmla="*/ 135355 h 1893469"/>
                <a:gd name="csX103" fmla="*/ 710615 w 1954379"/>
                <a:gd name="csY103" fmla="*/ 136107 h 1893469"/>
                <a:gd name="csX104" fmla="*/ 711367 w 1954379"/>
                <a:gd name="csY104" fmla="*/ 136859 h 1893469"/>
                <a:gd name="csX105" fmla="*/ 712119 w 1954379"/>
                <a:gd name="csY105" fmla="*/ 136859 h 1893469"/>
                <a:gd name="csX106" fmla="*/ 713623 w 1954379"/>
                <a:gd name="csY106" fmla="*/ 137611 h 1893469"/>
                <a:gd name="csX107" fmla="*/ 713623 w 1954379"/>
                <a:gd name="csY107" fmla="*/ 138363 h 1893469"/>
                <a:gd name="csX108" fmla="*/ 714375 w 1954379"/>
                <a:gd name="csY108" fmla="*/ 139115 h 1893469"/>
                <a:gd name="csX109" fmla="*/ 715127 w 1954379"/>
                <a:gd name="csY109" fmla="*/ 139115 h 1893469"/>
                <a:gd name="csX110" fmla="*/ 715879 w 1954379"/>
                <a:gd name="csY110" fmla="*/ 139867 h 1893469"/>
                <a:gd name="csX111" fmla="*/ 716631 w 1954379"/>
                <a:gd name="csY111" fmla="*/ 139867 h 1893469"/>
                <a:gd name="csX112" fmla="*/ 718135 w 1954379"/>
                <a:gd name="csY112" fmla="*/ 140619 h 1893469"/>
                <a:gd name="csX113" fmla="*/ 720391 w 1954379"/>
                <a:gd name="csY113" fmla="*/ 142123 h 1893469"/>
                <a:gd name="csX114" fmla="*/ 721895 w 1954379"/>
                <a:gd name="csY114" fmla="*/ 144379 h 1893469"/>
                <a:gd name="csX115" fmla="*/ 723399 w 1954379"/>
                <a:gd name="csY115" fmla="*/ 145131 h 1893469"/>
                <a:gd name="csX116" fmla="*/ 724151 w 1954379"/>
                <a:gd name="csY116" fmla="*/ 145131 h 1893469"/>
                <a:gd name="csX117" fmla="*/ 724903 w 1954379"/>
                <a:gd name="csY117" fmla="*/ 143627 h 1893469"/>
                <a:gd name="csX118" fmla="*/ 725655 w 1954379"/>
                <a:gd name="csY118" fmla="*/ 143627 h 1893469"/>
                <a:gd name="csX119" fmla="*/ 726407 w 1954379"/>
                <a:gd name="csY119" fmla="*/ 144379 h 1893469"/>
                <a:gd name="csX120" fmla="*/ 729415 w 1954379"/>
                <a:gd name="csY120" fmla="*/ 145883 h 1893469"/>
                <a:gd name="csX121" fmla="*/ 730919 w 1954379"/>
                <a:gd name="csY121" fmla="*/ 147387 h 1893469"/>
                <a:gd name="csX122" fmla="*/ 731670 w 1954379"/>
                <a:gd name="csY122" fmla="*/ 148891 h 1893469"/>
                <a:gd name="csX123" fmla="*/ 731670 w 1954379"/>
                <a:gd name="csY123" fmla="*/ 150395 h 1893469"/>
                <a:gd name="csX124" fmla="*/ 732422 w 1954379"/>
                <a:gd name="csY124" fmla="*/ 151147 h 1893469"/>
                <a:gd name="csX125" fmla="*/ 733174 w 1954379"/>
                <a:gd name="csY125" fmla="*/ 151147 h 1893469"/>
                <a:gd name="csX126" fmla="*/ 733926 w 1954379"/>
                <a:gd name="csY126" fmla="*/ 151147 h 1893469"/>
                <a:gd name="csX127" fmla="*/ 736182 w 1954379"/>
                <a:gd name="csY127" fmla="*/ 151147 h 1893469"/>
                <a:gd name="csX128" fmla="*/ 736934 w 1954379"/>
                <a:gd name="csY128" fmla="*/ 151147 h 1893469"/>
                <a:gd name="csX129" fmla="*/ 736934 w 1954379"/>
                <a:gd name="csY129" fmla="*/ 151899 h 1893469"/>
                <a:gd name="csX130" fmla="*/ 736934 w 1954379"/>
                <a:gd name="csY130" fmla="*/ 152651 h 1893469"/>
                <a:gd name="csX131" fmla="*/ 736182 w 1954379"/>
                <a:gd name="csY131" fmla="*/ 153403 h 1893469"/>
                <a:gd name="csX132" fmla="*/ 735430 w 1954379"/>
                <a:gd name="csY132" fmla="*/ 154155 h 1893469"/>
                <a:gd name="csX133" fmla="*/ 735430 w 1954379"/>
                <a:gd name="csY133" fmla="*/ 154907 h 1893469"/>
                <a:gd name="csX134" fmla="*/ 736182 w 1954379"/>
                <a:gd name="csY134" fmla="*/ 156411 h 1893469"/>
                <a:gd name="csX135" fmla="*/ 736934 w 1954379"/>
                <a:gd name="csY135" fmla="*/ 157914 h 1893469"/>
                <a:gd name="csX136" fmla="*/ 738438 w 1954379"/>
                <a:gd name="csY136" fmla="*/ 160170 h 1893469"/>
                <a:gd name="csX137" fmla="*/ 739190 w 1954379"/>
                <a:gd name="csY137" fmla="*/ 160922 h 1893469"/>
                <a:gd name="csX138" fmla="*/ 739942 w 1954379"/>
                <a:gd name="csY138" fmla="*/ 161674 h 1893469"/>
                <a:gd name="csX139" fmla="*/ 739942 w 1954379"/>
                <a:gd name="csY139" fmla="*/ 162426 h 1893469"/>
                <a:gd name="csX140" fmla="*/ 739190 w 1954379"/>
                <a:gd name="csY140" fmla="*/ 163178 h 1893469"/>
                <a:gd name="csX141" fmla="*/ 739190 w 1954379"/>
                <a:gd name="csY141" fmla="*/ 164682 h 1893469"/>
                <a:gd name="csX142" fmla="*/ 739942 w 1954379"/>
                <a:gd name="csY142" fmla="*/ 166186 h 1893469"/>
                <a:gd name="csX143" fmla="*/ 739942 w 1954379"/>
                <a:gd name="csY143" fmla="*/ 166938 h 1893469"/>
                <a:gd name="csX144" fmla="*/ 741446 w 1954379"/>
                <a:gd name="csY144" fmla="*/ 167690 h 1893469"/>
                <a:gd name="csX145" fmla="*/ 742198 w 1954379"/>
                <a:gd name="csY145" fmla="*/ 167690 h 1893469"/>
                <a:gd name="csX146" fmla="*/ 743702 w 1954379"/>
                <a:gd name="csY146" fmla="*/ 167690 h 1893469"/>
                <a:gd name="csX147" fmla="*/ 746710 w 1954379"/>
                <a:gd name="csY147" fmla="*/ 167690 h 1893469"/>
                <a:gd name="csX148" fmla="*/ 747462 w 1954379"/>
                <a:gd name="csY148" fmla="*/ 166938 h 1893469"/>
                <a:gd name="csX149" fmla="*/ 748214 w 1954379"/>
                <a:gd name="csY149" fmla="*/ 166938 h 1893469"/>
                <a:gd name="csX150" fmla="*/ 750470 w 1954379"/>
                <a:gd name="csY150" fmla="*/ 165434 h 1893469"/>
                <a:gd name="csX151" fmla="*/ 751222 w 1954379"/>
                <a:gd name="csY151" fmla="*/ 164682 h 1893469"/>
                <a:gd name="csX152" fmla="*/ 751974 w 1954379"/>
                <a:gd name="csY152" fmla="*/ 164682 h 1893469"/>
                <a:gd name="csX153" fmla="*/ 752726 w 1954379"/>
                <a:gd name="csY153" fmla="*/ 164682 h 1893469"/>
                <a:gd name="csX154" fmla="*/ 753478 w 1954379"/>
                <a:gd name="csY154" fmla="*/ 164682 h 1893469"/>
                <a:gd name="csX155" fmla="*/ 754230 w 1954379"/>
                <a:gd name="csY155" fmla="*/ 165434 h 1893469"/>
                <a:gd name="csX156" fmla="*/ 754982 w 1954379"/>
                <a:gd name="csY156" fmla="*/ 166186 h 1893469"/>
                <a:gd name="csX157" fmla="*/ 755734 w 1954379"/>
                <a:gd name="csY157" fmla="*/ 166938 h 1893469"/>
                <a:gd name="csX158" fmla="*/ 756486 w 1954379"/>
                <a:gd name="csY158" fmla="*/ 168442 h 1893469"/>
                <a:gd name="csX159" fmla="*/ 757238 w 1954379"/>
                <a:gd name="csY159" fmla="*/ 169194 h 1893469"/>
                <a:gd name="csX160" fmla="*/ 760245 w 1954379"/>
                <a:gd name="csY160" fmla="*/ 170698 h 1893469"/>
                <a:gd name="csX161" fmla="*/ 760998 w 1954379"/>
                <a:gd name="csY161" fmla="*/ 171450 h 1893469"/>
                <a:gd name="csX162" fmla="*/ 761749 w 1954379"/>
                <a:gd name="csY162" fmla="*/ 172954 h 1893469"/>
                <a:gd name="csX163" fmla="*/ 762501 w 1954379"/>
                <a:gd name="csY163" fmla="*/ 172954 h 1893469"/>
                <a:gd name="csX164" fmla="*/ 763253 w 1954379"/>
                <a:gd name="csY164" fmla="*/ 173706 h 1893469"/>
                <a:gd name="csX165" fmla="*/ 764005 w 1954379"/>
                <a:gd name="csY165" fmla="*/ 173706 h 1893469"/>
                <a:gd name="csX166" fmla="*/ 764757 w 1954379"/>
                <a:gd name="csY166" fmla="*/ 174458 h 1893469"/>
                <a:gd name="csX167" fmla="*/ 764757 w 1954379"/>
                <a:gd name="csY167" fmla="*/ 175210 h 1893469"/>
                <a:gd name="csX168" fmla="*/ 764757 w 1954379"/>
                <a:gd name="csY168" fmla="*/ 176714 h 1893469"/>
                <a:gd name="csX169" fmla="*/ 765509 w 1954379"/>
                <a:gd name="csY169" fmla="*/ 177466 h 1893469"/>
                <a:gd name="csX170" fmla="*/ 766261 w 1954379"/>
                <a:gd name="csY170" fmla="*/ 177466 h 1893469"/>
                <a:gd name="csX171" fmla="*/ 768517 w 1954379"/>
                <a:gd name="csY171" fmla="*/ 178970 h 1893469"/>
                <a:gd name="csX172" fmla="*/ 769269 w 1954379"/>
                <a:gd name="csY172" fmla="*/ 179722 h 1893469"/>
                <a:gd name="csX173" fmla="*/ 770021 w 1954379"/>
                <a:gd name="csY173" fmla="*/ 180474 h 1893469"/>
                <a:gd name="csX174" fmla="*/ 769269 w 1954379"/>
                <a:gd name="csY174" fmla="*/ 181978 h 1893469"/>
                <a:gd name="csX175" fmla="*/ 770021 w 1954379"/>
                <a:gd name="csY175" fmla="*/ 182730 h 1893469"/>
                <a:gd name="csX176" fmla="*/ 770773 w 1954379"/>
                <a:gd name="csY176" fmla="*/ 182730 h 1893469"/>
                <a:gd name="csX177" fmla="*/ 773781 w 1954379"/>
                <a:gd name="csY177" fmla="*/ 182730 h 1893469"/>
                <a:gd name="csX178" fmla="*/ 774533 w 1954379"/>
                <a:gd name="csY178" fmla="*/ 183482 h 1893469"/>
                <a:gd name="csX179" fmla="*/ 774533 w 1954379"/>
                <a:gd name="csY179" fmla="*/ 184234 h 1893469"/>
                <a:gd name="csX180" fmla="*/ 774533 w 1954379"/>
                <a:gd name="csY180" fmla="*/ 184986 h 1893469"/>
                <a:gd name="csX181" fmla="*/ 774533 w 1954379"/>
                <a:gd name="csY181" fmla="*/ 185738 h 1893469"/>
                <a:gd name="csX182" fmla="*/ 775285 w 1954379"/>
                <a:gd name="csY182" fmla="*/ 185738 h 1893469"/>
                <a:gd name="csX183" fmla="*/ 777541 w 1954379"/>
                <a:gd name="csY183" fmla="*/ 185738 h 1893469"/>
                <a:gd name="csX184" fmla="*/ 779045 w 1954379"/>
                <a:gd name="csY184" fmla="*/ 185738 h 1893469"/>
                <a:gd name="csX185" fmla="*/ 779045 w 1954379"/>
                <a:gd name="csY185" fmla="*/ 184986 h 1893469"/>
                <a:gd name="csX186" fmla="*/ 779797 w 1954379"/>
                <a:gd name="csY186" fmla="*/ 184234 h 1893469"/>
                <a:gd name="csX187" fmla="*/ 779045 w 1954379"/>
                <a:gd name="csY187" fmla="*/ 183482 h 1893469"/>
                <a:gd name="csX188" fmla="*/ 779045 w 1954379"/>
                <a:gd name="csY188" fmla="*/ 182730 h 1893469"/>
                <a:gd name="csX189" fmla="*/ 779045 w 1954379"/>
                <a:gd name="csY189" fmla="*/ 181978 h 1893469"/>
                <a:gd name="csX190" fmla="*/ 779045 w 1954379"/>
                <a:gd name="csY190" fmla="*/ 181226 h 1893469"/>
                <a:gd name="csX191" fmla="*/ 780549 w 1954379"/>
                <a:gd name="csY191" fmla="*/ 180474 h 1893469"/>
                <a:gd name="csX192" fmla="*/ 782053 w 1954379"/>
                <a:gd name="csY192" fmla="*/ 181226 h 1893469"/>
                <a:gd name="csX193" fmla="*/ 782805 w 1954379"/>
                <a:gd name="csY193" fmla="*/ 181978 h 1893469"/>
                <a:gd name="csX194" fmla="*/ 785813 w 1954379"/>
                <a:gd name="csY194" fmla="*/ 181978 h 1893469"/>
                <a:gd name="csX195" fmla="*/ 787317 w 1954379"/>
                <a:gd name="csY195" fmla="*/ 183482 h 1893469"/>
                <a:gd name="csX196" fmla="*/ 788068 w 1954379"/>
                <a:gd name="csY196" fmla="*/ 184234 h 1893469"/>
                <a:gd name="csX197" fmla="*/ 789572 w 1954379"/>
                <a:gd name="csY197" fmla="*/ 184234 h 1893469"/>
                <a:gd name="csX198" fmla="*/ 790324 w 1954379"/>
                <a:gd name="csY198" fmla="*/ 184234 h 1893469"/>
                <a:gd name="csX199" fmla="*/ 790324 w 1954379"/>
                <a:gd name="csY199" fmla="*/ 183482 h 1893469"/>
                <a:gd name="csX200" fmla="*/ 791828 w 1954379"/>
                <a:gd name="csY200" fmla="*/ 181978 h 1893469"/>
                <a:gd name="csX201" fmla="*/ 791828 w 1954379"/>
                <a:gd name="csY201" fmla="*/ 181226 h 1893469"/>
                <a:gd name="csX202" fmla="*/ 791828 w 1954379"/>
                <a:gd name="csY202" fmla="*/ 179722 h 1893469"/>
                <a:gd name="csX203" fmla="*/ 791828 w 1954379"/>
                <a:gd name="csY203" fmla="*/ 178970 h 1893469"/>
                <a:gd name="csX204" fmla="*/ 791828 w 1954379"/>
                <a:gd name="csY204" fmla="*/ 178218 h 1893469"/>
                <a:gd name="csX205" fmla="*/ 792580 w 1954379"/>
                <a:gd name="csY205" fmla="*/ 177466 h 1893469"/>
                <a:gd name="csX206" fmla="*/ 793332 w 1954379"/>
                <a:gd name="csY206" fmla="*/ 177466 h 1893469"/>
                <a:gd name="csX207" fmla="*/ 794084 w 1954379"/>
                <a:gd name="csY207" fmla="*/ 177466 h 1893469"/>
                <a:gd name="csX208" fmla="*/ 795588 w 1954379"/>
                <a:gd name="csY208" fmla="*/ 178218 h 1893469"/>
                <a:gd name="csX209" fmla="*/ 795588 w 1954379"/>
                <a:gd name="csY209" fmla="*/ 178970 h 1893469"/>
                <a:gd name="csX210" fmla="*/ 794836 w 1954379"/>
                <a:gd name="csY210" fmla="*/ 179722 h 1893469"/>
                <a:gd name="csX211" fmla="*/ 794836 w 1954379"/>
                <a:gd name="csY211" fmla="*/ 180474 h 1893469"/>
                <a:gd name="csX212" fmla="*/ 795588 w 1954379"/>
                <a:gd name="csY212" fmla="*/ 180474 h 1893469"/>
                <a:gd name="csX213" fmla="*/ 797092 w 1954379"/>
                <a:gd name="csY213" fmla="*/ 181226 h 1893469"/>
                <a:gd name="csX214" fmla="*/ 797844 w 1954379"/>
                <a:gd name="csY214" fmla="*/ 181226 h 1893469"/>
                <a:gd name="csX215" fmla="*/ 798596 w 1954379"/>
                <a:gd name="csY215" fmla="*/ 181226 h 1893469"/>
                <a:gd name="csX216" fmla="*/ 799348 w 1954379"/>
                <a:gd name="csY216" fmla="*/ 181226 h 1893469"/>
                <a:gd name="csX217" fmla="*/ 800100 w 1954379"/>
                <a:gd name="csY217" fmla="*/ 181226 h 1893469"/>
                <a:gd name="csX218" fmla="*/ 800852 w 1954379"/>
                <a:gd name="csY218" fmla="*/ 180474 h 1893469"/>
                <a:gd name="csX219" fmla="*/ 800852 w 1954379"/>
                <a:gd name="csY219" fmla="*/ 179722 h 1893469"/>
                <a:gd name="csX220" fmla="*/ 801604 w 1954379"/>
                <a:gd name="csY220" fmla="*/ 179722 h 1893469"/>
                <a:gd name="csX221" fmla="*/ 802356 w 1954379"/>
                <a:gd name="csY221" fmla="*/ 178970 h 1893469"/>
                <a:gd name="csX222" fmla="*/ 803108 w 1954379"/>
                <a:gd name="csY222" fmla="*/ 178970 h 1893469"/>
                <a:gd name="csX223" fmla="*/ 803860 w 1954379"/>
                <a:gd name="csY223" fmla="*/ 179722 h 1893469"/>
                <a:gd name="csX224" fmla="*/ 803860 w 1954379"/>
                <a:gd name="csY224" fmla="*/ 180474 h 1893469"/>
                <a:gd name="csX225" fmla="*/ 803860 w 1954379"/>
                <a:gd name="csY225" fmla="*/ 181226 h 1893469"/>
                <a:gd name="csX226" fmla="*/ 803860 w 1954379"/>
                <a:gd name="csY226" fmla="*/ 181978 h 1893469"/>
                <a:gd name="csX227" fmla="*/ 803860 w 1954379"/>
                <a:gd name="csY227" fmla="*/ 184234 h 1893469"/>
                <a:gd name="csX228" fmla="*/ 803860 w 1954379"/>
                <a:gd name="csY228" fmla="*/ 184986 h 1893469"/>
                <a:gd name="csX229" fmla="*/ 803860 w 1954379"/>
                <a:gd name="csY229" fmla="*/ 186490 h 1893469"/>
                <a:gd name="csX230" fmla="*/ 804612 w 1954379"/>
                <a:gd name="csY230" fmla="*/ 187993 h 1893469"/>
                <a:gd name="csX231" fmla="*/ 804612 w 1954379"/>
                <a:gd name="csY231" fmla="*/ 188745 h 1893469"/>
                <a:gd name="csX232" fmla="*/ 805364 w 1954379"/>
                <a:gd name="csY232" fmla="*/ 188745 h 1893469"/>
                <a:gd name="csX233" fmla="*/ 806116 w 1954379"/>
                <a:gd name="csY233" fmla="*/ 188745 h 1893469"/>
                <a:gd name="csX234" fmla="*/ 806868 w 1954379"/>
                <a:gd name="csY234" fmla="*/ 188745 h 1893469"/>
                <a:gd name="csX235" fmla="*/ 808372 w 1954379"/>
                <a:gd name="csY235" fmla="*/ 187993 h 1893469"/>
                <a:gd name="csX236" fmla="*/ 809876 w 1954379"/>
                <a:gd name="csY236" fmla="*/ 187241 h 1893469"/>
                <a:gd name="csX237" fmla="*/ 810628 w 1954379"/>
                <a:gd name="csY237" fmla="*/ 187241 h 1893469"/>
                <a:gd name="csX238" fmla="*/ 811380 w 1954379"/>
                <a:gd name="csY238" fmla="*/ 187241 h 1893469"/>
                <a:gd name="csX239" fmla="*/ 812884 w 1954379"/>
                <a:gd name="csY239" fmla="*/ 187241 h 1893469"/>
                <a:gd name="csX240" fmla="*/ 813636 w 1954379"/>
                <a:gd name="csY240" fmla="*/ 187241 h 1893469"/>
                <a:gd name="csX241" fmla="*/ 814387 w 1954379"/>
                <a:gd name="csY241" fmla="*/ 187241 h 1893469"/>
                <a:gd name="csX242" fmla="*/ 816644 w 1954379"/>
                <a:gd name="csY242" fmla="*/ 188745 h 1893469"/>
                <a:gd name="csX243" fmla="*/ 817396 w 1954379"/>
                <a:gd name="csY243" fmla="*/ 188745 h 1893469"/>
                <a:gd name="csX244" fmla="*/ 818899 w 1954379"/>
                <a:gd name="csY244" fmla="*/ 187993 h 1893469"/>
                <a:gd name="csX245" fmla="*/ 820403 w 1954379"/>
                <a:gd name="csY245" fmla="*/ 188745 h 1893469"/>
                <a:gd name="csX246" fmla="*/ 821155 w 1954379"/>
                <a:gd name="csY246" fmla="*/ 189497 h 1893469"/>
                <a:gd name="csX247" fmla="*/ 821155 w 1954379"/>
                <a:gd name="csY247" fmla="*/ 190249 h 1893469"/>
                <a:gd name="csX248" fmla="*/ 821155 w 1954379"/>
                <a:gd name="csY248" fmla="*/ 191001 h 1893469"/>
                <a:gd name="csX249" fmla="*/ 820403 w 1954379"/>
                <a:gd name="csY249" fmla="*/ 191753 h 1893469"/>
                <a:gd name="csX250" fmla="*/ 819651 w 1954379"/>
                <a:gd name="csY250" fmla="*/ 192505 h 1893469"/>
                <a:gd name="csX251" fmla="*/ 818899 w 1954379"/>
                <a:gd name="csY251" fmla="*/ 193257 h 1893469"/>
                <a:gd name="csX252" fmla="*/ 818899 w 1954379"/>
                <a:gd name="csY252" fmla="*/ 194009 h 1893469"/>
                <a:gd name="csX253" fmla="*/ 818899 w 1954379"/>
                <a:gd name="csY253" fmla="*/ 194761 h 1893469"/>
                <a:gd name="csX254" fmla="*/ 818899 w 1954379"/>
                <a:gd name="csY254" fmla="*/ 195513 h 1893469"/>
                <a:gd name="csX255" fmla="*/ 819651 w 1954379"/>
                <a:gd name="csY255" fmla="*/ 197017 h 1893469"/>
                <a:gd name="csX256" fmla="*/ 821907 w 1954379"/>
                <a:gd name="csY256" fmla="*/ 200025 h 1893469"/>
                <a:gd name="csX257" fmla="*/ 821907 w 1954379"/>
                <a:gd name="csY257" fmla="*/ 200777 h 1893469"/>
                <a:gd name="csX258" fmla="*/ 822659 w 1954379"/>
                <a:gd name="csY258" fmla="*/ 201529 h 1893469"/>
                <a:gd name="csX259" fmla="*/ 821907 w 1954379"/>
                <a:gd name="csY259" fmla="*/ 202281 h 1893469"/>
                <a:gd name="csX260" fmla="*/ 821907 w 1954379"/>
                <a:gd name="csY260" fmla="*/ 203033 h 1893469"/>
                <a:gd name="csX261" fmla="*/ 821907 w 1954379"/>
                <a:gd name="csY261" fmla="*/ 203785 h 1893469"/>
                <a:gd name="csX262" fmla="*/ 821155 w 1954379"/>
                <a:gd name="csY262" fmla="*/ 204537 h 1893469"/>
                <a:gd name="csX263" fmla="*/ 821155 w 1954379"/>
                <a:gd name="csY263" fmla="*/ 205289 h 1893469"/>
                <a:gd name="csX264" fmla="*/ 821155 w 1954379"/>
                <a:gd name="csY264" fmla="*/ 206041 h 1893469"/>
                <a:gd name="csX265" fmla="*/ 821907 w 1954379"/>
                <a:gd name="csY265" fmla="*/ 206793 h 1893469"/>
                <a:gd name="csX266" fmla="*/ 822659 w 1954379"/>
                <a:gd name="csY266" fmla="*/ 206793 h 1893469"/>
                <a:gd name="csX267" fmla="*/ 824163 w 1954379"/>
                <a:gd name="csY267" fmla="*/ 206793 h 1893469"/>
                <a:gd name="csX268" fmla="*/ 830179 w 1954379"/>
                <a:gd name="csY268" fmla="*/ 205289 h 1893469"/>
                <a:gd name="csX269" fmla="*/ 833939 w 1954379"/>
                <a:gd name="csY269" fmla="*/ 203785 h 1893469"/>
                <a:gd name="csX270" fmla="*/ 835443 w 1954379"/>
                <a:gd name="csY270" fmla="*/ 203785 h 1893469"/>
                <a:gd name="csX271" fmla="*/ 836195 w 1954379"/>
                <a:gd name="csY271" fmla="*/ 203785 h 1893469"/>
                <a:gd name="csX272" fmla="*/ 837699 w 1954379"/>
                <a:gd name="csY272" fmla="*/ 204537 h 1893469"/>
                <a:gd name="csX273" fmla="*/ 838451 w 1954379"/>
                <a:gd name="csY273" fmla="*/ 205289 h 1893469"/>
                <a:gd name="csX274" fmla="*/ 839203 w 1954379"/>
                <a:gd name="csY274" fmla="*/ 206041 h 1893469"/>
                <a:gd name="csX275" fmla="*/ 839203 w 1954379"/>
                <a:gd name="csY275" fmla="*/ 206793 h 1893469"/>
                <a:gd name="csX276" fmla="*/ 839203 w 1954379"/>
                <a:gd name="csY276" fmla="*/ 208297 h 1893469"/>
                <a:gd name="csX277" fmla="*/ 839955 w 1954379"/>
                <a:gd name="csY277" fmla="*/ 209049 h 1893469"/>
                <a:gd name="csX278" fmla="*/ 840707 w 1954379"/>
                <a:gd name="csY278" fmla="*/ 210553 h 1893469"/>
                <a:gd name="csX279" fmla="*/ 842211 w 1954379"/>
                <a:gd name="csY279" fmla="*/ 213561 h 1893469"/>
                <a:gd name="csX280" fmla="*/ 842211 w 1954379"/>
                <a:gd name="csY280" fmla="*/ 214313 h 1893469"/>
                <a:gd name="csX281" fmla="*/ 842211 w 1954379"/>
                <a:gd name="csY281" fmla="*/ 215064 h 1893469"/>
                <a:gd name="csX282" fmla="*/ 842211 w 1954379"/>
                <a:gd name="csY282" fmla="*/ 215816 h 1893469"/>
                <a:gd name="csX283" fmla="*/ 841459 w 1954379"/>
                <a:gd name="csY283" fmla="*/ 216568 h 1893469"/>
                <a:gd name="csX284" fmla="*/ 837699 w 1954379"/>
                <a:gd name="csY284" fmla="*/ 218072 h 1893469"/>
                <a:gd name="csX285" fmla="*/ 835443 w 1954379"/>
                <a:gd name="csY285" fmla="*/ 218072 h 1893469"/>
                <a:gd name="csX286" fmla="*/ 834691 w 1954379"/>
                <a:gd name="csY286" fmla="*/ 218072 h 1893469"/>
                <a:gd name="csX287" fmla="*/ 833939 w 1954379"/>
                <a:gd name="csY287" fmla="*/ 218824 h 1893469"/>
                <a:gd name="csX288" fmla="*/ 833939 w 1954379"/>
                <a:gd name="csY288" fmla="*/ 219576 h 1893469"/>
                <a:gd name="csX289" fmla="*/ 833939 w 1954379"/>
                <a:gd name="csY289" fmla="*/ 220328 h 1893469"/>
                <a:gd name="csX290" fmla="*/ 833187 w 1954379"/>
                <a:gd name="csY290" fmla="*/ 222584 h 1893469"/>
                <a:gd name="csX291" fmla="*/ 833187 w 1954379"/>
                <a:gd name="csY291" fmla="*/ 224088 h 1893469"/>
                <a:gd name="csX292" fmla="*/ 833939 w 1954379"/>
                <a:gd name="csY292" fmla="*/ 227848 h 1893469"/>
                <a:gd name="csX293" fmla="*/ 834691 w 1954379"/>
                <a:gd name="csY293" fmla="*/ 228600 h 1893469"/>
                <a:gd name="csX294" fmla="*/ 838451 w 1954379"/>
                <a:gd name="csY294" fmla="*/ 236872 h 1893469"/>
                <a:gd name="csX295" fmla="*/ 838451 w 1954379"/>
                <a:gd name="csY295" fmla="*/ 237624 h 1893469"/>
                <a:gd name="csX296" fmla="*/ 838451 w 1954379"/>
                <a:gd name="csY296" fmla="*/ 238376 h 1893469"/>
                <a:gd name="csX297" fmla="*/ 838451 w 1954379"/>
                <a:gd name="csY297" fmla="*/ 239880 h 1893469"/>
                <a:gd name="csX298" fmla="*/ 837699 w 1954379"/>
                <a:gd name="csY298" fmla="*/ 240632 h 1893469"/>
                <a:gd name="csX299" fmla="*/ 838451 w 1954379"/>
                <a:gd name="csY299" fmla="*/ 241384 h 1893469"/>
                <a:gd name="csX300" fmla="*/ 839955 w 1954379"/>
                <a:gd name="csY300" fmla="*/ 243639 h 1893469"/>
                <a:gd name="csX301" fmla="*/ 839955 w 1954379"/>
                <a:gd name="csY301" fmla="*/ 244391 h 1893469"/>
                <a:gd name="csX302" fmla="*/ 839955 w 1954379"/>
                <a:gd name="csY302" fmla="*/ 248903 h 1893469"/>
                <a:gd name="csX303" fmla="*/ 840707 w 1954379"/>
                <a:gd name="csY303" fmla="*/ 251159 h 1893469"/>
                <a:gd name="csX304" fmla="*/ 841459 w 1954379"/>
                <a:gd name="csY304" fmla="*/ 252663 h 1893469"/>
                <a:gd name="csX305" fmla="*/ 842211 w 1954379"/>
                <a:gd name="csY305" fmla="*/ 253415 h 1893469"/>
                <a:gd name="csX306" fmla="*/ 844466 w 1954379"/>
                <a:gd name="csY306" fmla="*/ 256423 h 1893469"/>
                <a:gd name="csX307" fmla="*/ 850482 w 1954379"/>
                <a:gd name="csY307" fmla="*/ 260183 h 1893469"/>
                <a:gd name="csX308" fmla="*/ 851234 w 1954379"/>
                <a:gd name="csY308" fmla="*/ 261687 h 1893469"/>
                <a:gd name="csX309" fmla="*/ 851986 w 1954379"/>
                <a:gd name="csY309" fmla="*/ 262439 h 1893469"/>
                <a:gd name="csX310" fmla="*/ 853490 w 1954379"/>
                <a:gd name="csY310" fmla="*/ 264695 h 1893469"/>
                <a:gd name="csX311" fmla="*/ 854242 w 1954379"/>
                <a:gd name="csY311" fmla="*/ 267703 h 1893469"/>
                <a:gd name="csX312" fmla="*/ 856498 w 1954379"/>
                <a:gd name="csY312" fmla="*/ 270711 h 1893469"/>
                <a:gd name="csX313" fmla="*/ 858754 w 1954379"/>
                <a:gd name="csY313" fmla="*/ 273718 h 1893469"/>
                <a:gd name="csX314" fmla="*/ 861762 w 1954379"/>
                <a:gd name="csY314" fmla="*/ 275222 h 1893469"/>
                <a:gd name="csX315" fmla="*/ 864018 w 1954379"/>
                <a:gd name="csY315" fmla="*/ 276726 h 1893469"/>
                <a:gd name="csX316" fmla="*/ 870785 w 1954379"/>
                <a:gd name="csY316" fmla="*/ 278982 h 1893469"/>
                <a:gd name="csX317" fmla="*/ 884321 w 1954379"/>
                <a:gd name="csY317" fmla="*/ 281238 h 1893469"/>
                <a:gd name="csX318" fmla="*/ 885825 w 1954379"/>
                <a:gd name="csY318" fmla="*/ 281990 h 1893469"/>
                <a:gd name="csX319" fmla="*/ 885825 w 1954379"/>
                <a:gd name="csY319" fmla="*/ 282742 h 1893469"/>
                <a:gd name="csX320" fmla="*/ 886577 w 1954379"/>
                <a:gd name="csY320" fmla="*/ 283494 h 1893469"/>
                <a:gd name="csX321" fmla="*/ 886577 w 1954379"/>
                <a:gd name="csY321" fmla="*/ 284246 h 1893469"/>
                <a:gd name="csX322" fmla="*/ 887329 w 1954379"/>
                <a:gd name="csY322" fmla="*/ 286502 h 1893469"/>
                <a:gd name="csX323" fmla="*/ 887329 w 1954379"/>
                <a:gd name="csY323" fmla="*/ 290262 h 1893469"/>
                <a:gd name="csX324" fmla="*/ 887329 w 1954379"/>
                <a:gd name="csY324" fmla="*/ 291766 h 1893469"/>
                <a:gd name="csX325" fmla="*/ 885073 w 1954379"/>
                <a:gd name="csY325" fmla="*/ 300790 h 1893469"/>
                <a:gd name="csX326" fmla="*/ 884321 w 1954379"/>
                <a:gd name="csY326" fmla="*/ 304549 h 1893469"/>
                <a:gd name="csX327" fmla="*/ 884321 w 1954379"/>
                <a:gd name="csY327" fmla="*/ 307557 h 1893469"/>
                <a:gd name="csX328" fmla="*/ 884321 w 1954379"/>
                <a:gd name="csY328" fmla="*/ 309061 h 1893469"/>
                <a:gd name="csX329" fmla="*/ 882817 w 1954379"/>
                <a:gd name="csY329" fmla="*/ 313573 h 1893469"/>
                <a:gd name="csX330" fmla="*/ 882817 w 1954379"/>
                <a:gd name="csY330" fmla="*/ 314325 h 1893469"/>
                <a:gd name="csX331" fmla="*/ 882817 w 1954379"/>
                <a:gd name="csY331" fmla="*/ 315829 h 1893469"/>
                <a:gd name="csX332" fmla="*/ 882817 w 1954379"/>
                <a:gd name="csY332" fmla="*/ 317333 h 1893469"/>
                <a:gd name="csX333" fmla="*/ 884321 w 1954379"/>
                <a:gd name="csY333" fmla="*/ 320341 h 1893469"/>
                <a:gd name="csX334" fmla="*/ 884321 w 1954379"/>
                <a:gd name="csY334" fmla="*/ 322597 h 1893469"/>
                <a:gd name="csX335" fmla="*/ 884321 w 1954379"/>
                <a:gd name="csY335" fmla="*/ 326357 h 1893469"/>
                <a:gd name="csX336" fmla="*/ 884321 w 1954379"/>
                <a:gd name="csY336" fmla="*/ 334628 h 1893469"/>
                <a:gd name="csX337" fmla="*/ 885073 w 1954379"/>
                <a:gd name="csY337" fmla="*/ 336884 h 1893469"/>
                <a:gd name="csX338" fmla="*/ 891841 w 1954379"/>
                <a:gd name="csY338" fmla="*/ 351172 h 1893469"/>
                <a:gd name="csX339" fmla="*/ 892593 w 1954379"/>
                <a:gd name="csY339" fmla="*/ 352676 h 1893469"/>
                <a:gd name="csX340" fmla="*/ 893345 w 1954379"/>
                <a:gd name="csY340" fmla="*/ 353428 h 1893469"/>
                <a:gd name="csX341" fmla="*/ 897105 w 1954379"/>
                <a:gd name="csY341" fmla="*/ 356436 h 1893469"/>
                <a:gd name="csX342" fmla="*/ 897105 w 1954379"/>
                <a:gd name="csY342" fmla="*/ 357188 h 1893469"/>
                <a:gd name="csX343" fmla="*/ 897857 w 1954379"/>
                <a:gd name="csY343" fmla="*/ 357939 h 1893469"/>
                <a:gd name="csX344" fmla="*/ 897857 w 1954379"/>
                <a:gd name="csY344" fmla="*/ 358691 h 1893469"/>
                <a:gd name="csX345" fmla="*/ 898609 w 1954379"/>
                <a:gd name="csY345" fmla="*/ 362451 h 1893469"/>
                <a:gd name="csX346" fmla="*/ 899361 w 1954379"/>
                <a:gd name="csY346" fmla="*/ 365459 h 1893469"/>
                <a:gd name="csX347" fmla="*/ 902368 w 1954379"/>
                <a:gd name="csY347" fmla="*/ 371475 h 1893469"/>
                <a:gd name="csX348" fmla="*/ 903120 w 1954379"/>
                <a:gd name="csY348" fmla="*/ 374483 h 1893469"/>
                <a:gd name="csX349" fmla="*/ 903120 w 1954379"/>
                <a:gd name="csY349" fmla="*/ 376739 h 1893469"/>
                <a:gd name="csX350" fmla="*/ 903120 w 1954379"/>
                <a:gd name="csY350" fmla="*/ 378243 h 1893469"/>
                <a:gd name="csX351" fmla="*/ 903120 w 1954379"/>
                <a:gd name="csY351" fmla="*/ 381251 h 1893469"/>
                <a:gd name="csX352" fmla="*/ 901616 w 1954379"/>
                <a:gd name="csY352" fmla="*/ 387267 h 1893469"/>
                <a:gd name="csX353" fmla="*/ 902368 w 1954379"/>
                <a:gd name="csY353" fmla="*/ 388018 h 1893469"/>
                <a:gd name="csX354" fmla="*/ 902368 w 1954379"/>
                <a:gd name="csY354" fmla="*/ 388770 h 1893469"/>
                <a:gd name="csX355" fmla="*/ 905376 w 1954379"/>
                <a:gd name="csY355" fmla="*/ 395538 h 1893469"/>
                <a:gd name="csX356" fmla="*/ 908384 w 1954379"/>
                <a:gd name="csY356" fmla="*/ 397794 h 1893469"/>
                <a:gd name="csX357" fmla="*/ 915904 w 1954379"/>
                <a:gd name="csY357" fmla="*/ 421857 h 1893469"/>
                <a:gd name="csX358" fmla="*/ 916656 w 1954379"/>
                <a:gd name="csY358" fmla="*/ 424113 h 1893469"/>
                <a:gd name="csX359" fmla="*/ 919664 w 1954379"/>
                <a:gd name="csY359" fmla="*/ 425617 h 1893469"/>
                <a:gd name="csX360" fmla="*/ 921920 w 1954379"/>
                <a:gd name="csY360" fmla="*/ 425617 h 1893469"/>
                <a:gd name="csX361" fmla="*/ 922672 w 1954379"/>
                <a:gd name="csY361" fmla="*/ 425617 h 1893469"/>
                <a:gd name="csX362" fmla="*/ 923424 w 1954379"/>
                <a:gd name="csY362" fmla="*/ 425617 h 1893469"/>
                <a:gd name="csX363" fmla="*/ 924176 w 1954379"/>
                <a:gd name="csY363" fmla="*/ 425617 h 1893469"/>
                <a:gd name="csX364" fmla="*/ 924928 w 1954379"/>
                <a:gd name="csY364" fmla="*/ 425617 h 1893469"/>
                <a:gd name="csX365" fmla="*/ 930192 w 1954379"/>
                <a:gd name="csY365" fmla="*/ 422609 h 1893469"/>
                <a:gd name="csX366" fmla="*/ 930943 w 1954379"/>
                <a:gd name="csY366" fmla="*/ 422609 h 1893469"/>
                <a:gd name="csX367" fmla="*/ 932447 w 1954379"/>
                <a:gd name="csY367" fmla="*/ 422609 h 1893469"/>
                <a:gd name="csX368" fmla="*/ 933199 w 1954379"/>
                <a:gd name="csY368" fmla="*/ 423361 h 1893469"/>
                <a:gd name="csX369" fmla="*/ 934703 w 1954379"/>
                <a:gd name="csY369" fmla="*/ 424865 h 1893469"/>
                <a:gd name="csX370" fmla="*/ 935455 w 1954379"/>
                <a:gd name="csY370" fmla="*/ 425617 h 1893469"/>
                <a:gd name="csX371" fmla="*/ 936207 w 1954379"/>
                <a:gd name="csY371" fmla="*/ 426369 h 1893469"/>
                <a:gd name="csX372" fmla="*/ 936959 w 1954379"/>
                <a:gd name="csY372" fmla="*/ 428625 h 1893469"/>
                <a:gd name="csX373" fmla="*/ 949743 w 1954379"/>
                <a:gd name="csY373" fmla="*/ 441409 h 1893469"/>
                <a:gd name="csX374" fmla="*/ 949743 w 1954379"/>
                <a:gd name="csY374" fmla="*/ 442161 h 1893469"/>
                <a:gd name="csX375" fmla="*/ 951999 w 1954379"/>
                <a:gd name="csY375" fmla="*/ 446672 h 1893469"/>
                <a:gd name="csX376" fmla="*/ 952751 w 1954379"/>
                <a:gd name="csY376" fmla="*/ 448176 h 1893469"/>
                <a:gd name="csX377" fmla="*/ 953503 w 1954379"/>
                <a:gd name="csY377" fmla="*/ 448928 h 1893469"/>
                <a:gd name="csX378" fmla="*/ 958766 w 1954379"/>
                <a:gd name="csY378" fmla="*/ 453440 h 1893469"/>
                <a:gd name="csX379" fmla="*/ 960271 w 1954379"/>
                <a:gd name="csY379" fmla="*/ 454192 h 1893469"/>
                <a:gd name="csX380" fmla="*/ 961022 w 1954379"/>
                <a:gd name="csY380" fmla="*/ 455696 h 1893469"/>
                <a:gd name="csX381" fmla="*/ 961022 w 1954379"/>
                <a:gd name="csY381" fmla="*/ 466976 h 1893469"/>
                <a:gd name="csX382" fmla="*/ 960271 w 1954379"/>
                <a:gd name="csY382" fmla="*/ 469232 h 1893469"/>
                <a:gd name="csX383" fmla="*/ 959519 w 1954379"/>
                <a:gd name="csY383" fmla="*/ 472239 h 1893469"/>
                <a:gd name="csX384" fmla="*/ 959519 w 1954379"/>
                <a:gd name="csY384" fmla="*/ 474495 h 1893469"/>
                <a:gd name="csX385" fmla="*/ 959519 w 1954379"/>
                <a:gd name="csY385" fmla="*/ 475999 h 1893469"/>
                <a:gd name="csX386" fmla="*/ 959519 w 1954379"/>
                <a:gd name="csY386" fmla="*/ 478255 h 1893469"/>
                <a:gd name="csX387" fmla="*/ 960271 w 1954379"/>
                <a:gd name="csY387" fmla="*/ 479759 h 1893469"/>
                <a:gd name="csX388" fmla="*/ 962526 w 1954379"/>
                <a:gd name="csY388" fmla="*/ 485775 h 1893469"/>
                <a:gd name="csX389" fmla="*/ 963278 w 1954379"/>
                <a:gd name="csY389" fmla="*/ 486527 h 1893469"/>
                <a:gd name="csX390" fmla="*/ 964030 w 1954379"/>
                <a:gd name="csY390" fmla="*/ 488031 h 1893469"/>
                <a:gd name="csX391" fmla="*/ 964782 w 1954379"/>
                <a:gd name="csY391" fmla="*/ 488031 h 1893469"/>
                <a:gd name="csX392" fmla="*/ 965534 w 1954379"/>
                <a:gd name="csY392" fmla="*/ 488783 h 1893469"/>
                <a:gd name="csX393" fmla="*/ 966286 w 1954379"/>
                <a:gd name="csY393" fmla="*/ 488783 h 1893469"/>
                <a:gd name="csX394" fmla="*/ 968542 w 1954379"/>
                <a:gd name="csY394" fmla="*/ 488783 h 1893469"/>
                <a:gd name="csX395" fmla="*/ 970046 w 1954379"/>
                <a:gd name="csY395" fmla="*/ 488783 h 1893469"/>
                <a:gd name="csX396" fmla="*/ 972302 w 1954379"/>
                <a:gd name="csY396" fmla="*/ 489535 h 1893469"/>
                <a:gd name="csX397" fmla="*/ 974558 w 1954379"/>
                <a:gd name="csY397" fmla="*/ 491039 h 1893469"/>
                <a:gd name="csX398" fmla="*/ 975310 w 1954379"/>
                <a:gd name="csY398" fmla="*/ 492543 h 1893469"/>
                <a:gd name="csX399" fmla="*/ 976062 w 1954379"/>
                <a:gd name="csY399" fmla="*/ 493295 h 1893469"/>
                <a:gd name="csX400" fmla="*/ 976062 w 1954379"/>
                <a:gd name="csY400" fmla="*/ 494799 h 1893469"/>
                <a:gd name="csX401" fmla="*/ 976814 w 1954379"/>
                <a:gd name="csY401" fmla="*/ 500063 h 1893469"/>
                <a:gd name="csX402" fmla="*/ 976814 w 1954379"/>
                <a:gd name="csY402" fmla="*/ 500814 h 1893469"/>
                <a:gd name="csX403" fmla="*/ 978318 w 1954379"/>
                <a:gd name="csY403" fmla="*/ 506078 h 1893469"/>
                <a:gd name="csX404" fmla="*/ 979070 w 1954379"/>
                <a:gd name="csY404" fmla="*/ 506830 h 1893469"/>
                <a:gd name="csX405" fmla="*/ 979070 w 1954379"/>
                <a:gd name="csY405" fmla="*/ 508334 h 1893469"/>
                <a:gd name="csX406" fmla="*/ 979070 w 1954379"/>
                <a:gd name="csY406" fmla="*/ 509838 h 1893469"/>
                <a:gd name="csX407" fmla="*/ 978318 w 1954379"/>
                <a:gd name="csY407" fmla="*/ 511342 h 1893469"/>
                <a:gd name="csX408" fmla="*/ 977566 w 1954379"/>
                <a:gd name="csY408" fmla="*/ 512846 h 1893469"/>
                <a:gd name="csX409" fmla="*/ 977566 w 1954379"/>
                <a:gd name="csY409" fmla="*/ 514350 h 1893469"/>
                <a:gd name="csX410" fmla="*/ 976814 w 1954379"/>
                <a:gd name="csY410" fmla="*/ 515102 h 1893469"/>
                <a:gd name="csX411" fmla="*/ 976814 w 1954379"/>
                <a:gd name="csY411" fmla="*/ 515854 h 1893469"/>
                <a:gd name="csX412" fmla="*/ 976814 w 1954379"/>
                <a:gd name="csY412" fmla="*/ 517358 h 1893469"/>
                <a:gd name="csX413" fmla="*/ 978318 w 1954379"/>
                <a:gd name="csY413" fmla="*/ 519614 h 1893469"/>
                <a:gd name="csX414" fmla="*/ 978318 w 1954379"/>
                <a:gd name="csY414" fmla="*/ 520366 h 1893469"/>
                <a:gd name="csX415" fmla="*/ 978318 w 1954379"/>
                <a:gd name="csY415" fmla="*/ 521118 h 1893469"/>
                <a:gd name="csX416" fmla="*/ 978318 w 1954379"/>
                <a:gd name="csY416" fmla="*/ 521870 h 1893469"/>
                <a:gd name="csX417" fmla="*/ 977566 w 1954379"/>
                <a:gd name="csY417" fmla="*/ 523374 h 1893469"/>
                <a:gd name="csX418" fmla="*/ 976814 w 1954379"/>
                <a:gd name="csY418" fmla="*/ 524126 h 1893469"/>
                <a:gd name="csX419" fmla="*/ 976814 w 1954379"/>
                <a:gd name="csY419" fmla="*/ 525630 h 1893469"/>
                <a:gd name="csX420" fmla="*/ 976814 w 1954379"/>
                <a:gd name="csY420" fmla="*/ 526382 h 1893469"/>
                <a:gd name="csX421" fmla="*/ 977566 w 1954379"/>
                <a:gd name="csY421" fmla="*/ 527886 h 1893469"/>
                <a:gd name="csX422" fmla="*/ 977566 w 1954379"/>
                <a:gd name="csY422" fmla="*/ 528637 h 1893469"/>
                <a:gd name="csX423" fmla="*/ 978318 w 1954379"/>
                <a:gd name="csY423" fmla="*/ 528637 h 1893469"/>
                <a:gd name="csX424" fmla="*/ 979070 w 1954379"/>
                <a:gd name="csY424" fmla="*/ 528637 h 1893469"/>
                <a:gd name="csX425" fmla="*/ 979822 w 1954379"/>
                <a:gd name="csY425" fmla="*/ 528637 h 1893469"/>
                <a:gd name="csX426" fmla="*/ 988845 w 1954379"/>
                <a:gd name="csY426" fmla="*/ 525630 h 1893469"/>
                <a:gd name="csX427" fmla="*/ 989597 w 1954379"/>
                <a:gd name="csY427" fmla="*/ 525630 h 1893469"/>
                <a:gd name="csX428" fmla="*/ 991101 w 1954379"/>
                <a:gd name="csY428" fmla="*/ 525630 h 1893469"/>
                <a:gd name="csX429" fmla="*/ 991853 w 1954379"/>
                <a:gd name="csY429" fmla="*/ 525630 h 1893469"/>
                <a:gd name="csX430" fmla="*/ 992605 w 1954379"/>
                <a:gd name="csY430" fmla="*/ 525630 h 1893469"/>
                <a:gd name="csX431" fmla="*/ 993357 w 1954379"/>
                <a:gd name="csY431" fmla="*/ 525630 h 1893469"/>
                <a:gd name="csX432" fmla="*/ 994109 w 1954379"/>
                <a:gd name="csY432" fmla="*/ 526382 h 1893469"/>
                <a:gd name="csX433" fmla="*/ 994861 w 1954379"/>
                <a:gd name="csY433" fmla="*/ 527134 h 1893469"/>
                <a:gd name="csX434" fmla="*/ 997869 w 1954379"/>
                <a:gd name="csY434" fmla="*/ 529390 h 1893469"/>
                <a:gd name="csX435" fmla="*/ 998621 w 1954379"/>
                <a:gd name="csY435" fmla="*/ 530893 h 1893469"/>
                <a:gd name="csX436" fmla="*/ 999373 w 1954379"/>
                <a:gd name="csY436" fmla="*/ 531645 h 1893469"/>
                <a:gd name="csX437" fmla="*/ 999373 w 1954379"/>
                <a:gd name="csY437" fmla="*/ 533149 h 1893469"/>
                <a:gd name="csX438" fmla="*/ 999373 w 1954379"/>
                <a:gd name="csY438" fmla="*/ 533901 h 1893469"/>
                <a:gd name="csX439" fmla="*/ 999373 w 1954379"/>
                <a:gd name="csY439" fmla="*/ 535405 h 1893469"/>
                <a:gd name="csX440" fmla="*/ 999373 w 1954379"/>
                <a:gd name="csY440" fmla="*/ 536157 h 1893469"/>
                <a:gd name="csX441" fmla="*/ 999373 w 1954379"/>
                <a:gd name="csY441" fmla="*/ 536909 h 1893469"/>
                <a:gd name="csX442" fmla="*/ 997117 w 1954379"/>
                <a:gd name="csY442" fmla="*/ 539165 h 1893469"/>
                <a:gd name="csX443" fmla="*/ 996365 w 1954379"/>
                <a:gd name="csY443" fmla="*/ 539917 h 1893469"/>
                <a:gd name="csX444" fmla="*/ 996365 w 1954379"/>
                <a:gd name="csY444" fmla="*/ 541421 h 1893469"/>
                <a:gd name="csX445" fmla="*/ 996365 w 1954379"/>
                <a:gd name="csY445" fmla="*/ 542925 h 1893469"/>
                <a:gd name="csX446" fmla="*/ 998621 w 1954379"/>
                <a:gd name="csY446" fmla="*/ 546685 h 1893469"/>
                <a:gd name="csX447" fmla="*/ 998621 w 1954379"/>
                <a:gd name="csY447" fmla="*/ 547437 h 1893469"/>
                <a:gd name="csX448" fmla="*/ 998621 w 1954379"/>
                <a:gd name="csY448" fmla="*/ 550445 h 1893469"/>
                <a:gd name="csX449" fmla="*/ 998621 w 1954379"/>
                <a:gd name="csY449" fmla="*/ 551949 h 1893469"/>
                <a:gd name="csX450" fmla="*/ 1000125 w 1954379"/>
                <a:gd name="csY450" fmla="*/ 555709 h 1893469"/>
                <a:gd name="csX451" fmla="*/ 1000877 w 1954379"/>
                <a:gd name="csY451" fmla="*/ 556461 h 1893469"/>
                <a:gd name="csX452" fmla="*/ 1001629 w 1954379"/>
                <a:gd name="csY452" fmla="*/ 557213 h 1893469"/>
                <a:gd name="csX453" fmla="*/ 1003885 w 1954379"/>
                <a:gd name="csY453" fmla="*/ 557965 h 1893469"/>
                <a:gd name="csX454" fmla="*/ 1006893 w 1954379"/>
                <a:gd name="csY454" fmla="*/ 559468 h 1893469"/>
                <a:gd name="csX455" fmla="*/ 1007645 w 1954379"/>
                <a:gd name="csY455" fmla="*/ 559468 h 1893469"/>
                <a:gd name="csX456" fmla="*/ 1009149 w 1954379"/>
                <a:gd name="csY456" fmla="*/ 560972 h 1893469"/>
                <a:gd name="csX457" fmla="*/ 1013660 w 1954379"/>
                <a:gd name="csY457" fmla="*/ 566236 h 1893469"/>
                <a:gd name="csX458" fmla="*/ 1014413 w 1954379"/>
                <a:gd name="csY458" fmla="*/ 566988 h 1893469"/>
                <a:gd name="csX459" fmla="*/ 1015165 w 1954379"/>
                <a:gd name="csY459" fmla="*/ 566988 h 1893469"/>
                <a:gd name="csX460" fmla="*/ 1018172 w 1954379"/>
                <a:gd name="csY460" fmla="*/ 568492 h 1893469"/>
                <a:gd name="csX461" fmla="*/ 1018924 w 1954379"/>
                <a:gd name="csY461" fmla="*/ 568492 h 1893469"/>
                <a:gd name="csX462" fmla="*/ 1035468 w 1954379"/>
                <a:gd name="csY462" fmla="*/ 569996 h 1893469"/>
                <a:gd name="csX463" fmla="*/ 1036972 w 1954379"/>
                <a:gd name="csY463" fmla="*/ 569996 h 1893469"/>
                <a:gd name="csX464" fmla="*/ 1037724 w 1954379"/>
                <a:gd name="csY464" fmla="*/ 570748 h 1893469"/>
                <a:gd name="csX465" fmla="*/ 1039980 w 1954379"/>
                <a:gd name="csY465" fmla="*/ 571500 h 1893469"/>
                <a:gd name="csX466" fmla="*/ 1040732 w 1954379"/>
                <a:gd name="csY466" fmla="*/ 573004 h 1893469"/>
                <a:gd name="csX467" fmla="*/ 1041484 w 1954379"/>
                <a:gd name="csY467" fmla="*/ 573756 h 1893469"/>
                <a:gd name="csX468" fmla="*/ 1043739 w 1954379"/>
                <a:gd name="csY468" fmla="*/ 578268 h 1893469"/>
                <a:gd name="csX469" fmla="*/ 1044491 w 1954379"/>
                <a:gd name="csY469" fmla="*/ 579772 h 1893469"/>
                <a:gd name="csX470" fmla="*/ 1045243 w 1954379"/>
                <a:gd name="csY470" fmla="*/ 579772 h 1893469"/>
                <a:gd name="csX471" fmla="*/ 1045995 w 1954379"/>
                <a:gd name="csY471" fmla="*/ 579772 h 1893469"/>
                <a:gd name="csX472" fmla="*/ 1046748 w 1954379"/>
                <a:gd name="csY472" fmla="*/ 579772 h 1893469"/>
                <a:gd name="csX473" fmla="*/ 1046748 w 1954379"/>
                <a:gd name="csY473" fmla="*/ 579020 h 1893469"/>
                <a:gd name="csX474" fmla="*/ 1047499 w 1954379"/>
                <a:gd name="csY474" fmla="*/ 578268 h 1893469"/>
                <a:gd name="csX475" fmla="*/ 1047499 w 1954379"/>
                <a:gd name="csY475" fmla="*/ 577516 h 1893469"/>
                <a:gd name="csX476" fmla="*/ 1047499 w 1954379"/>
                <a:gd name="csY476" fmla="*/ 574508 h 1893469"/>
                <a:gd name="csX477" fmla="*/ 1047499 w 1954379"/>
                <a:gd name="csY477" fmla="*/ 573756 h 1893469"/>
                <a:gd name="csX478" fmla="*/ 1048251 w 1954379"/>
                <a:gd name="csY478" fmla="*/ 573004 h 1893469"/>
                <a:gd name="csX479" fmla="*/ 1049003 w 1954379"/>
                <a:gd name="csY479" fmla="*/ 572252 h 1893469"/>
                <a:gd name="csX480" fmla="*/ 1049755 w 1954379"/>
                <a:gd name="csY480" fmla="*/ 572252 h 1893469"/>
                <a:gd name="csX481" fmla="*/ 1050507 w 1954379"/>
                <a:gd name="csY481" fmla="*/ 571500 h 1893469"/>
                <a:gd name="csX482" fmla="*/ 1051259 w 1954379"/>
                <a:gd name="csY482" fmla="*/ 571500 h 1893469"/>
                <a:gd name="csX483" fmla="*/ 1052763 w 1954379"/>
                <a:gd name="csY483" fmla="*/ 571500 h 1893469"/>
                <a:gd name="csX484" fmla="*/ 1054267 w 1954379"/>
                <a:gd name="csY484" fmla="*/ 572252 h 1893469"/>
                <a:gd name="csX485" fmla="*/ 1055019 w 1954379"/>
                <a:gd name="csY485" fmla="*/ 572252 h 1893469"/>
                <a:gd name="csX486" fmla="*/ 1055771 w 1954379"/>
                <a:gd name="csY486" fmla="*/ 572252 h 1893469"/>
                <a:gd name="csX487" fmla="*/ 1056523 w 1954379"/>
                <a:gd name="csY487" fmla="*/ 571500 h 1893469"/>
                <a:gd name="csX488" fmla="*/ 1057275 w 1954379"/>
                <a:gd name="csY488" fmla="*/ 570748 h 1893469"/>
                <a:gd name="csX489" fmla="*/ 1058027 w 1954379"/>
                <a:gd name="csY489" fmla="*/ 568492 h 1893469"/>
                <a:gd name="csX490" fmla="*/ 1058779 w 1954379"/>
                <a:gd name="csY490" fmla="*/ 567740 h 1893469"/>
                <a:gd name="csX491" fmla="*/ 1059531 w 1954379"/>
                <a:gd name="csY491" fmla="*/ 567740 h 1893469"/>
                <a:gd name="csX492" fmla="*/ 1061035 w 1954379"/>
                <a:gd name="csY492" fmla="*/ 569244 h 1893469"/>
                <a:gd name="csX493" fmla="*/ 1061787 w 1954379"/>
                <a:gd name="csY493" fmla="*/ 569996 h 1893469"/>
                <a:gd name="csX494" fmla="*/ 1062539 w 1954379"/>
                <a:gd name="csY494" fmla="*/ 569996 h 1893469"/>
                <a:gd name="csX495" fmla="*/ 1063291 w 1954379"/>
                <a:gd name="csY495" fmla="*/ 569996 h 1893469"/>
                <a:gd name="csX496" fmla="*/ 1064043 w 1954379"/>
                <a:gd name="csY496" fmla="*/ 569244 h 1893469"/>
                <a:gd name="csX497" fmla="*/ 1064795 w 1954379"/>
                <a:gd name="csY497" fmla="*/ 569244 h 1893469"/>
                <a:gd name="csX498" fmla="*/ 1066299 w 1954379"/>
                <a:gd name="csY498" fmla="*/ 569244 h 1893469"/>
                <a:gd name="csX499" fmla="*/ 1069307 w 1954379"/>
                <a:gd name="csY499" fmla="*/ 569996 h 1893469"/>
                <a:gd name="csX500" fmla="*/ 1069307 w 1954379"/>
                <a:gd name="csY500" fmla="*/ 570748 h 1893469"/>
                <a:gd name="csX501" fmla="*/ 1066299 w 1954379"/>
                <a:gd name="csY501" fmla="*/ 573756 h 1893469"/>
                <a:gd name="csX502" fmla="*/ 1066299 w 1954379"/>
                <a:gd name="csY502" fmla="*/ 580524 h 1893469"/>
                <a:gd name="csX503" fmla="*/ 1068555 w 1954379"/>
                <a:gd name="csY503" fmla="*/ 593307 h 1893469"/>
                <a:gd name="csX504" fmla="*/ 1067803 w 1954379"/>
                <a:gd name="csY504" fmla="*/ 596315 h 1893469"/>
                <a:gd name="csX505" fmla="*/ 1065547 w 1954379"/>
                <a:gd name="csY505" fmla="*/ 597819 h 1893469"/>
                <a:gd name="csX506" fmla="*/ 1061035 w 1954379"/>
                <a:gd name="csY506" fmla="*/ 601579 h 1893469"/>
                <a:gd name="csX507" fmla="*/ 1056523 w 1954379"/>
                <a:gd name="csY507" fmla="*/ 606843 h 1893469"/>
                <a:gd name="csX508" fmla="*/ 1054267 w 1954379"/>
                <a:gd name="csY508" fmla="*/ 607595 h 1893469"/>
                <a:gd name="csX509" fmla="*/ 1045995 w 1954379"/>
                <a:gd name="csY509" fmla="*/ 608347 h 1893469"/>
                <a:gd name="csX510" fmla="*/ 1042236 w 1954379"/>
                <a:gd name="csY510" fmla="*/ 607595 h 1893469"/>
                <a:gd name="csX511" fmla="*/ 1032460 w 1954379"/>
                <a:gd name="csY511" fmla="*/ 604587 h 1893469"/>
                <a:gd name="csX512" fmla="*/ 1030204 w 1954379"/>
                <a:gd name="csY512" fmla="*/ 603083 h 1893469"/>
                <a:gd name="csX513" fmla="*/ 1028700 w 1954379"/>
                <a:gd name="csY513" fmla="*/ 600827 h 1893469"/>
                <a:gd name="csX514" fmla="*/ 1025692 w 1954379"/>
                <a:gd name="csY514" fmla="*/ 599323 h 1893469"/>
                <a:gd name="csX515" fmla="*/ 1023436 w 1954379"/>
                <a:gd name="csY515" fmla="*/ 598571 h 1893469"/>
                <a:gd name="csX516" fmla="*/ 1019676 w 1954379"/>
                <a:gd name="csY516" fmla="*/ 599323 h 1893469"/>
                <a:gd name="csX517" fmla="*/ 1018172 w 1954379"/>
                <a:gd name="csY517" fmla="*/ 600075 h 1893469"/>
                <a:gd name="csX518" fmla="*/ 1013660 w 1954379"/>
                <a:gd name="csY518" fmla="*/ 604587 h 1893469"/>
                <a:gd name="csX519" fmla="*/ 1012157 w 1954379"/>
                <a:gd name="csY519" fmla="*/ 606091 h 1893469"/>
                <a:gd name="csX520" fmla="*/ 1009149 w 1954379"/>
                <a:gd name="csY520" fmla="*/ 606091 h 1893469"/>
                <a:gd name="csX521" fmla="*/ 1005389 w 1954379"/>
                <a:gd name="csY521" fmla="*/ 608347 h 1893469"/>
                <a:gd name="csX522" fmla="*/ 994861 w 1954379"/>
                <a:gd name="csY522" fmla="*/ 610603 h 1893469"/>
                <a:gd name="csX523" fmla="*/ 991853 w 1954379"/>
                <a:gd name="csY523" fmla="*/ 612107 h 1893469"/>
                <a:gd name="csX524" fmla="*/ 988845 w 1954379"/>
                <a:gd name="csY524" fmla="*/ 613611 h 1893469"/>
                <a:gd name="csX525" fmla="*/ 986590 w 1954379"/>
                <a:gd name="csY525" fmla="*/ 615866 h 1893469"/>
                <a:gd name="csX526" fmla="*/ 985086 w 1954379"/>
                <a:gd name="csY526" fmla="*/ 618122 h 1893469"/>
                <a:gd name="csX527" fmla="*/ 983582 w 1954379"/>
                <a:gd name="csY527" fmla="*/ 620378 h 1893469"/>
                <a:gd name="csX528" fmla="*/ 970798 w 1954379"/>
                <a:gd name="csY528" fmla="*/ 625642 h 1893469"/>
                <a:gd name="csX529" fmla="*/ 968542 w 1954379"/>
                <a:gd name="csY529" fmla="*/ 625642 h 1893469"/>
                <a:gd name="csX530" fmla="*/ 961774 w 1954379"/>
                <a:gd name="csY530" fmla="*/ 626394 h 1893469"/>
                <a:gd name="csX531" fmla="*/ 951999 w 1954379"/>
                <a:gd name="csY531" fmla="*/ 629402 h 1893469"/>
                <a:gd name="csX532" fmla="*/ 949743 w 1954379"/>
                <a:gd name="csY532" fmla="*/ 630154 h 1893469"/>
                <a:gd name="csX533" fmla="*/ 948991 w 1954379"/>
                <a:gd name="csY533" fmla="*/ 631658 h 1893469"/>
                <a:gd name="csX534" fmla="*/ 948239 w 1954379"/>
                <a:gd name="csY534" fmla="*/ 632410 h 1893469"/>
                <a:gd name="csX535" fmla="*/ 948239 w 1954379"/>
                <a:gd name="csY535" fmla="*/ 633914 h 1893469"/>
                <a:gd name="csX536" fmla="*/ 948239 w 1954379"/>
                <a:gd name="csY536" fmla="*/ 636170 h 1893469"/>
                <a:gd name="csX537" fmla="*/ 948239 w 1954379"/>
                <a:gd name="csY537" fmla="*/ 637674 h 1893469"/>
                <a:gd name="csX538" fmla="*/ 949743 w 1954379"/>
                <a:gd name="csY538" fmla="*/ 637674 h 1893469"/>
                <a:gd name="csX539" fmla="*/ 951247 w 1954379"/>
                <a:gd name="csY539" fmla="*/ 636922 h 1893469"/>
                <a:gd name="csX540" fmla="*/ 952751 w 1954379"/>
                <a:gd name="csY540" fmla="*/ 636922 h 1893469"/>
                <a:gd name="csX541" fmla="*/ 955759 w 1954379"/>
                <a:gd name="csY541" fmla="*/ 636170 h 1893469"/>
                <a:gd name="csX542" fmla="*/ 965534 w 1954379"/>
                <a:gd name="csY542" fmla="*/ 633914 h 1893469"/>
                <a:gd name="csX543" fmla="*/ 991853 w 1954379"/>
                <a:gd name="csY543" fmla="*/ 632410 h 1893469"/>
                <a:gd name="csX544" fmla="*/ 1003885 w 1954379"/>
                <a:gd name="csY544" fmla="*/ 630154 h 1893469"/>
                <a:gd name="csX545" fmla="*/ 1006141 w 1954379"/>
                <a:gd name="csY545" fmla="*/ 629402 h 1893469"/>
                <a:gd name="csX546" fmla="*/ 1011405 w 1954379"/>
                <a:gd name="csY546" fmla="*/ 626394 h 1893469"/>
                <a:gd name="csX547" fmla="*/ 1013660 w 1954379"/>
                <a:gd name="csY547" fmla="*/ 624890 h 1893469"/>
                <a:gd name="csX548" fmla="*/ 1015917 w 1954379"/>
                <a:gd name="csY548" fmla="*/ 626394 h 1893469"/>
                <a:gd name="csX549" fmla="*/ 1017420 w 1954379"/>
                <a:gd name="csY549" fmla="*/ 628650 h 1893469"/>
                <a:gd name="csX550" fmla="*/ 1018924 w 1954379"/>
                <a:gd name="csY550" fmla="*/ 631658 h 1893469"/>
                <a:gd name="csX551" fmla="*/ 1019676 w 1954379"/>
                <a:gd name="csY551" fmla="*/ 635418 h 1893469"/>
                <a:gd name="csX552" fmla="*/ 1020428 w 1954379"/>
                <a:gd name="csY552" fmla="*/ 636922 h 1893469"/>
                <a:gd name="csX553" fmla="*/ 1020428 w 1954379"/>
                <a:gd name="csY553" fmla="*/ 637674 h 1893469"/>
                <a:gd name="csX554" fmla="*/ 1020428 w 1954379"/>
                <a:gd name="csY554" fmla="*/ 639930 h 1893469"/>
                <a:gd name="csX555" fmla="*/ 1019676 w 1954379"/>
                <a:gd name="csY555" fmla="*/ 641434 h 1893469"/>
                <a:gd name="csX556" fmla="*/ 1017420 w 1954379"/>
                <a:gd name="csY556" fmla="*/ 644442 h 1893469"/>
                <a:gd name="csX557" fmla="*/ 1016669 w 1954379"/>
                <a:gd name="csY557" fmla="*/ 645945 h 1893469"/>
                <a:gd name="csX558" fmla="*/ 1015917 w 1954379"/>
                <a:gd name="csY558" fmla="*/ 648953 h 1893469"/>
                <a:gd name="csX559" fmla="*/ 1015917 w 1954379"/>
                <a:gd name="csY559" fmla="*/ 651961 h 1893469"/>
                <a:gd name="csX560" fmla="*/ 1018172 w 1954379"/>
                <a:gd name="csY560" fmla="*/ 653465 h 1893469"/>
                <a:gd name="csX561" fmla="*/ 1021932 w 1954379"/>
                <a:gd name="csY561" fmla="*/ 651209 h 1893469"/>
                <a:gd name="csX562" fmla="*/ 1024188 w 1954379"/>
                <a:gd name="csY562" fmla="*/ 651209 h 1893469"/>
                <a:gd name="csX563" fmla="*/ 1024940 w 1954379"/>
                <a:gd name="csY563" fmla="*/ 651209 h 1893469"/>
                <a:gd name="csX564" fmla="*/ 1024940 w 1954379"/>
                <a:gd name="csY564" fmla="*/ 650457 h 1893469"/>
                <a:gd name="csX565" fmla="*/ 1025692 w 1954379"/>
                <a:gd name="csY565" fmla="*/ 648953 h 1893469"/>
                <a:gd name="csX566" fmla="*/ 1025692 w 1954379"/>
                <a:gd name="csY566" fmla="*/ 648201 h 1893469"/>
                <a:gd name="csX567" fmla="*/ 1030956 w 1954379"/>
                <a:gd name="csY567" fmla="*/ 642938 h 1893469"/>
                <a:gd name="csX568" fmla="*/ 1033964 w 1954379"/>
                <a:gd name="csY568" fmla="*/ 641434 h 1893469"/>
                <a:gd name="csX569" fmla="*/ 1036972 w 1954379"/>
                <a:gd name="csY569" fmla="*/ 640682 h 1893469"/>
                <a:gd name="csX570" fmla="*/ 1043739 w 1954379"/>
                <a:gd name="csY570" fmla="*/ 640682 h 1893469"/>
                <a:gd name="csX571" fmla="*/ 1044491 w 1954379"/>
                <a:gd name="csY571" fmla="*/ 640682 h 1893469"/>
                <a:gd name="csX572" fmla="*/ 1046748 w 1954379"/>
                <a:gd name="csY572" fmla="*/ 639178 h 1893469"/>
                <a:gd name="csX573" fmla="*/ 1048251 w 1954379"/>
                <a:gd name="csY573" fmla="*/ 638426 h 1893469"/>
                <a:gd name="csX574" fmla="*/ 1049755 w 1954379"/>
                <a:gd name="csY574" fmla="*/ 638426 h 1893469"/>
                <a:gd name="csX575" fmla="*/ 1053515 w 1954379"/>
                <a:gd name="csY575" fmla="*/ 639178 h 1893469"/>
                <a:gd name="csX576" fmla="*/ 1055019 w 1954379"/>
                <a:gd name="csY576" fmla="*/ 638426 h 1893469"/>
                <a:gd name="csX577" fmla="*/ 1061787 w 1954379"/>
                <a:gd name="csY577" fmla="*/ 636922 h 1893469"/>
                <a:gd name="csX578" fmla="*/ 1068555 w 1954379"/>
                <a:gd name="csY578" fmla="*/ 633162 h 1893469"/>
                <a:gd name="csX579" fmla="*/ 1105401 w 1954379"/>
                <a:gd name="csY579" fmla="*/ 607595 h 1893469"/>
                <a:gd name="csX580" fmla="*/ 1116681 w 1954379"/>
                <a:gd name="csY580" fmla="*/ 605339 h 1893469"/>
                <a:gd name="csX581" fmla="*/ 1119689 w 1954379"/>
                <a:gd name="csY581" fmla="*/ 603835 h 1893469"/>
                <a:gd name="csX582" fmla="*/ 1122697 w 1954379"/>
                <a:gd name="csY582" fmla="*/ 602331 h 1893469"/>
                <a:gd name="csX583" fmla="*/ 1133976 w 1954379"/>
                <a:gd name="csY583" fmla="*/ 598571 h 1893469"/>
                <a:gd name="csX584" fmla="*/ 1136984 w 1954379"/>
                <a:gd name="csY584" fmla="*/ 596315 h 1893469"/>
                <a:gd name="csX585" fmla="*/ 1140744 w 1954379"/>
                <a:gd name="csY585" fmla="*/ 594059 h 1893469"/>
                <a:gd name="csX586" fmla="*/ 1143752 w 1954379"/>
                <a:gd name="csY586" fmla="*/ 591051 h 1893469"/>
                <a:gd name="csX587" fmla="*/ 1145256 w 1954379"/>
                <a:gd name="csY587" fmla="*/ 587291 h 1893469"/>
                <a:gd name="csX588" fmla="*/ 1146760 w 1954379"/>
                <a:gd name="csY588" fmla="*/ 585036 h 1893469"/>
                <a:gd name="csX589" fmla="*/ 1149768 w 1954379"/>
                <a:gd name="csY589" fmla="*/ 582780 h 1893469"/>
                <a:gd name="csX590" fmla="*/ 1157288 w 1954379"/>
                <a:gd name="csY590" fmla="*/ 582028 h 1893469"/>
                <a:gd name="csX591" fmla="*/ 1157288 w 1954379"/>
                <a:gd name="csY591" fmla="*/ 582780 h 1893469"/>
                <a:gd name="csX592" fmla="*/ 1156536 w 1954379"/>
                <a:gd name="csY592" fmla="*/ 583532 h 1893469"/>
                <a:gd name="csX593" fmla="*/ 1155784 w 1954379"/>
                <a:gd name="csY593" fmla="*/ 583532 h 1893469"/>
                <a:gd name="csX594" fmla="*/ 1155032 w 1954379"/>
                <a:gd name="csY594" fmla="*/ 584284 h 1893469"/>
                <a:gd name="csX595" fmla="*/ 1154280 w 1954379"/>
                <a:gd name="csY595" fmla="*/ 585788 h 1893469"/>
                <a:gd name="csX596" fmla="*/ 1157288 w 1954379"/>
                <a:gd name="csY596" fmla="*/ 585036 h 1893469"/>
                <a:gd name="csX597" fmla="*/ 1161047 w 1954379"/>
                <a:gd name="csY597" fmla="*/ 583532 h 1893469"/>
                <a:gd name="csX598" fmla="*/ 1164055 w 1954379"/>
                <a:gd name="csY598" fmla="*/ 582028 h 1893469"/>
                <a:gd name="csX599" fmla="*/ 1166311 w 1954379"/>
                <a:gd name="csY599" fmla="*/ 579772 h 1893469"/>
                <a:gd name="csX600" fmla="*/ 1168567 w 1954379"/>
                <a:gd name="csY600" fmla="*/ 577516 h 1893469"/>
                <a:gd name="csX601" fmla="*/ 1172327 w 1954379"/>
                <a:gd name="csY601" fmla="*/ 571500 h 1893469"/>
                <a:gd name="csX602" fmla="*/ 1174583 w 1954379"/>
                <a:gd name="csY602" fmla="*/ 568492 h 1893469"/>
                <a:gd name="csX603" fmla="*/ 1178343 w 1954379"/>
                <a:gd name="csY603" fmla="*/ 565484 h 1893469"/>
                <a:gd name="csX604" fmla="*/ 1182855 w 1954379"/>
                <a:gd name="csY604" fmla="*/ 562476 h 1893469"/>
                <a:gd name="csX605" fmla="*/ 1202406 w 1954379"/>
                <a:gd name="csY605" fmla="*/ 552701 h 1893469"/>
                <a:gd name="csX606" fmla="*/ 1206166 w 1954379"/>
                <a:gd name="csY606" fmla="*/ 548941 h 1893469"/>
                <a:gd name="csX607" fmla="*/ 1208422 w 1954379"/>
                <a:gd name="csY607" fmla="*/ 544429 h 1893469"/>
                <a:gd name="csX608" fmla="*/ 1207670 w 1954379"/>
                <a:gd name="csY608" fmla="*/ 542173 h 1893469"/>
                <a:gd name="csX609" fmla="*/ 1206166 w 1954379"/>
                <a:gd name="csY609" fmla="*/ 539917 h 1893469"/>
                <a:gd name="csX610" fmla="*/ 1205414 w 1954379"/>
                <a:gd name="csY610" fmla="*/ 536909 h 1893469"/>
                <a:gd name="csX611" fmla="*/ 1207670 w 1954379"/>
                <a:gd name="csY611" fmla="*/ 534653 h 1893469"/>
                <a:gd name="csX612" fmla="*/ 1210678 w 1954379"/>
                <a:gd name="csY612" fmla="*/ 534653 h 1893469"/>
                <a:gd name="csX613" fmla="*/ 1213686 w 1954379"/>
                <a:gd name="csY613" fmla="*/ 539165 h 1893469"/>
                <a:gd name="csX614" fmla="*/ 1216693 w 1954379"/>
                <a:gd name="csY614" fmla="*/ 539917 h 1893469"/>
                <a:gd name="csX615" fmla="*/ 1216693 w 1954379"/>
                <a:gd name="csY615" fmla="*/ 539165 h 1893469"/>
                <a:gd name="csX616" fmla="*/ 1215190 w 1954379"/>
                <a:gd name="csY616" fmla="*/ 537661 h 1893469"/>
                <a:gd name="csX617" fmla="*/ 1214438 w 1954379"/>
                <a:gd name="csY617" fmla="*/ 536157 h 1893469"/>
                <a:gd name="csX618" fmla="*/ 1214438 w 1954379"/>
                <a:gd name="csY618" fmla="*/ 534653 h 1893469"/>
                <a:gd name="csX619" fmla="*/ 1215942 w 1954379"/>
                <a:gd name="csY619" fmla="*/ 533149 h 1893469"/>
                <a:gd name="csX620" fmla="*/ 1218197 w 1954379"/>
                <a:gd name="csY620" fmla="*/ 532397 h 1893469"/>
                <a:gd name="csX621" fmla="*/ 1224965 w 1954379"/>
                <a:gd name="csY621" fmla="*/ 533901 h 1893469"/>
                <a:gd name="csX622" fmla="*/ 1229477 w 1954379"/>
                <a:gd name="csY622" fmla="*/ 533149 h 1893469"/>
                <a:gd name="csX623" fmla="*/ 1230981 w 1954379"/>
                <a:gd name="csY623" fmla="*/ 533149 h 1893469"/>
                <a:gd name="csX624" fmla="*/ 1233237 w 1954379"/>
                <a:gd name="csY624" fmla="*/ 534653 h 1893469"/>
                <a:gd name="csX625" fmla="*/ 1233989 w 1954379"/>
                <a:gd name="csY625" fmla="*/ 536909 h 1893469"/>
                <a:gd name="csX626" fmla="*/ 1233989 w 1954379"/>
                <a:gd name="csY626" fmla="*/ 539165 h 1893469"/>
                <a:gd name="csX627" fmla="*/ 1233237 w 1954379"/>
                <a:gd name="csY627" fmla="*/ 544429 h 1893469"/>
                <a:gd name="csX628" fmla="*/ 1233989 w 1954379"/>
                <a:gd name="csY628" fmla="*/ 551197 h 1893469"/>
                <a:gd name="csX629" fmla="*/ 1233237 w 1954379"/>
                <a:gd name="csY629" fmla="*/ 553453 h 1893469"/>
                <a:gd name="csX630" fmla="*/ 1232485 w 1954379"/>
                <a:gd name="csY630" fmla="*/ 555709 h 1893469"/>
                <a:gd name="csX631" fmla="*/ 1230981 w 1954379"/>
                <a:gd name="csY631" fmla="*/ 556461 h 1893469"/>
                <a:gd name="csX632" fmla="*/ 1228725 w 1954379"/>
                <a:gd name="csY632" fmla="*/ 557213 h 1893469"/>
                <a:gd name="csX633" fmla="*/ 1227221 w 1954379"/>
                <a:gd name="csY633" fmla="*/ 558716 h 1893469"/>
                <a:gd name="csX634" fmla="*/ 1223461 w 1954379"/>
                <a:gd name="csY634" fmla="*/ 563980 h 1893469"/>
                <a:gd name="csX635" fmla="*/ 1221957 w 1954379"/>
                <a:gd name="csY635" fmla="*/ 564732 h 1893469"/>
                <a:gd name="csX636" fmla="*/ 1220453 w 1954379"/>
                <a:gd name="csY636" fmla="*/ 565484 h 1893469"/>
                <a:gd name="csX637" fmla="*/ 1218197 w 1954379"/>
                <a:gd name="csY637" fmla="*/ 566236 h 1893469"/>
                <a:gd name="csX638" fmla="*/ 1213686 w 1954379"/>
                <a:gd name="csY638" fmla="*/ 566236 h 1893469"/>
                <a:gd name="csX639" fmla="*/ 1230229 w 1954379"/>
                <a:gd name="csY639" fmla="*/ 576764 h 1893469"/>
                <a:gd name="csX640" fmla="*/ 1232485 w 1954379"/>
                <a:gd name="csY640" fmla="*/ 579020 h 1893469"/>
                <a:gd name="csX641" fmla="*/ 1233989 w 1954379"/>
                <a:gd name="csY641" fmla="*/ 582028 h 1893469"/>
                <a:gd name="csX642" fmla="*/ 1234741 w 1954379"/>
                <a:gd name="csY642" fmla="*/ 585036 h 1893469"/>
                <a:gd name="csX643" fmla="*/ 1233237 w 1954379"/>
                <a:gd name="csY643" fmla="*/ 594059 h 1893469"/>
                <a:gd name="csX644" fmla="*/ 1233237 w 1954379"/>
                <a:gd name="csY644" fmla="*/ 603083 h 1893469"/>
                <a:gd name="csX645" fmla="*/ 1233989 w 1954379"/>
                <a:gd name="csY645" fmla="*/ 603835 h 1893469"/>
                <a:gd name="csX646" fmla="*/ 1234741 w 1954379"/>
                <a:gd name="csY646" fmla="*/ 604587 h 1893469"/>
                <a:gd name="csX647" fmla="*/ 1236245 w 1954379"/>
                <a:gd name="csY647" fmla="*/ 606091 h 1893469"/>
                <a:gd name="csX648" fmla="*/ 1236245 w 1954379"/>
                <a:gd name="csY648" fmla="*/ 607595 h 1893469"/>
                <a:gd name="csX649" fmla="*/ 1235493 w 1954379"/>
                <a:gd name="csY649" fmla="*/ 609099 h 1893469"/>
                <a:gd name="csX650" fmla="*/ 1234741 w 1954379"/>
                <a:gd name="csY650" fmla="*/ 611355 h 1893469"/>
                <a:gd name="csX651" fmla="*/ 1234741 w 1954379"/>
                <a:gd name="csY651" fmla="*/ 612859 h 1893469"/>
                <a:gd name="csX652" fmla="*/ 1236245 w 1954379"/>
                <a:gd name="csY652" fmla="*/ 615866 h 1893469"/>
                <a:gd name="csX653" fmla="*/ 1240757 w 1954379"/>
                <a:gd name="csY653" fmla="*/ 622634 h 1893469"/>
                <a:gd name="csX654" fmla="*/ 1242261 w 1954379"/>
                <a:gd name="csY654" fmla="*/ 628650 h 1893469"/>
                <a:gd name="csX655" fmla="*/ 1244517 w 1954379"/>
                <a:gd name="csY655" fmla="*/ 630906 h 1893469"/>
                <a:gd name="csX656" fmla="*/ 1254292 w 1954379"/>
                <a:gd name="csY656" fmla="*/ 639178 h 1893469"/>
                <a:gd name="csX657" fmla="*/ 1255796 w 1954379"/>
                <a:gd name="csY657" fmla="*/ 642186 h 1893469"/>
                <a:gd name="csX658" fmla="*/ 1257300 w 1954379"/>
                <a:gd name="csY658" fmla="*/ 651961 h 1893469"/>
                <a:gd name="csX659" fmla="*/ 1258052 w 1954379"/>
                <a:gd name="csY659" fmla="*/ 655721 h 1893469"/>
                <a:gd name="csX660" fmla="*/ 1259556 w 1954379"/>
                <a:gd name="csY660" fmla="*/ 658729 h 1893469"/>
                <a:gd name="csX661" fmla="*/ 1256548 w 1954379"/>
                <a:gd name="csY661" fmla="*/ 662489 h 1893469"/>
                <a:gd name="csX662" fmla="*/ 1253540 w 1954379"/>
                <a:gd name="csY662" fmla="*/ 662489 h 1893469"/>
                <a:gd name="csX663" fmla="*/ 1246772 w 1954379"/>
                <a:gd name="csY663" fmla="*/ 658729 h 1893469"/>
                <a:gd name="csX664" fmla="*/ 1248276 w 1954379"/>
                <a:gd name="csY664" fmla="*/ 661737 h 1893469"/>
                <a:gd name="csX665" fmla="*/ 1249780 w 1954379"/>
                <a:gd name="csY665" fmla="*/ 663241 h 1893469"/>
                <a:gd name="csX666" fmla="*/ 1251284 w 1954379"/>
                <a:gd name="csY666" fmla="*/ 666249 h 1893469"/>
                <a:gd name="csX667" fmla="*/ 1249780 w 1954379"/>
                <a:gd name="csY667" fmla="*/ 671512 h 1893469"/>
                <a:gd name="csX668" fmla="*/ 1246772 w 1954379"/>
                <a:gd name="csY668" fmla="*/ 673017 h 1893469"/>
                <a:gd name="csX669" fmla="*/ 1243765 w 1954379"/>
                <a:gd name="csY669" fmla="*/ 674520 h 1893469"/>
                <a:gd name="csX670" fmla="*/ 1242261 w 1954379"/>
                <a:gd name="csY670" fmla="*/ 677528 h 1893469"/>
                <a:gd name="csX671" fmla="*/ 1242261 w 1954379"/>
                <a:gd name="csY671" fmla="*/ 680536 h 1893469"/>
                <a:gd name="csX672" fmla="*/ 1239253 w 1954379"/>
                <a:gd name="csY672" fmla="*/ 682792 h 1893469"/>
                <a:gd name="csX673" fmla="*/ 1234741 w 1954379"/>
                <a:gd name="csY673" fmla="*/ 682792 h 1893469"/>
                <a:gd name="csX674" fmla="*/ 1231733 w 1954379"/>
                <a:gd name="csY674" fmla="*/ 680536 h 1893469"/>
                <a:gd name="csX675" fmla="*/ 1228725 w 1954379"/>
                <a:gd name="csY675" fmla="*/ 677528 h 1893469"/>
                <a:gd name="csX676" fmla="*/ 1224965 w 1954379"/>
                <a:gd name="csY676" fmla="*/ 676024 h 1893469"/>
                <a:gd name="csX677" fmla="*/ 1224213 w 1954379"/>
                <a:gd name="csY677" fmla="*/ 678280 h 1893469"/>
                <a:gd name="csX678" fmla="*/ 1223461 w 1954379"/>
                <a:gd name="csY678" fmla="*/ 679784 h 1893469"/>
                <a:gd name="csX679" fmla="*/ 1224965 w 1954379"/>
                <a:gd name="csY679" fmla="*/ 680536 h 1893469"/>
                <a:gd name="csX680" fmla="*/ 1226469 w 1954379"/>
                <a:gd name="csY680" fmla="*/ 683544 h 1893469"/>
                <a:gd name="csX681" fmla="*/ 1229477 w 1954379"/>
                <a:gd name="csY681" fmla="*/ 684296 h 1893469"/>
                <a:gd name="csX682" fmla="*/ 1229477 w 1954379"/>
                <a:gd name="csY682" fmla="*/ 688056 h 1893469"/>
                <a:gd name="csX683" fmla="*/ 1230981 w 1954379"/>
                <a:gd name="csY683" fmla="*/ 691816 h 1893469"/>
                <a:gd name="csX684" fmla="*/ 1232485 w 1954379"/>
                <a:gd name="csY684" fmla="*/ 692568 h 1893469"/>
                <a:gd name="csX685" fmla="*/ 1234741 w 1954379"/>
                <a:gd name="csY685" fmla="*/ 693320 h 1893469"/>
                <a:gd name="csX686" fmla="*/ 1233989 w 1954379"/>
                <a:gd name="csY686" fmla="*/ 690312 h 1893469"/>
                <a:gd name="csX687" fmla="*/ 1233237 w 1954379"/>
                <a:gd name="csY687" fmla="*/ 688056 h 1893469"/>
                <a:gd name="csX688" fmla="*/ 1234741 w 1954379"/>
                <a:gd name="csY688" fmla="*/ 686552 h 1893469"/>
                <a:gd name="csX689" fmla="*/ 1238501 w 1954379"/>
                <a:gd name="csY689" fmla="*/ 687304 h 1893469"/>
                <a:gd name="csX690" fmla="*/ 1246772 w 1954379"/>
                <a:gd name="csY690" fmla="*/ 686552 h 1893469"/>
                <a:gd name="csX691" fmla="*/ 1250532 w 1954379"/>
                <a:gd name="csY691" fmla="*/ 685048 h 1893469"/>
                <a:gd name="csX692" fmla="*/ 1252036 w 1954379"/>
                <a:gd name="csY692" fmla="*/ 684296 h 1893469"/>
                <a:gd name="csX693" fmla="*/ 1252788 w 1954379"/>
                <a:gd name="csY693" fmla="*/ 681288 h 1893469"/>
                <a:gd name="csX694" fmla="*/ 1252788 w 1954379"/>
                <a:gd name="csY694" fmla="*/ 679032 h 1893469"/>
                <a:gd name="csX695" fmla="*/ 1252788 w 1954379"/>
                <a:gd name="csY695" fmla="*/ 676024 h 1893469"/>
                <a:gd name="csX696" fmla="*/ 1254292 w 1954379"/>
                <a:gd name="csY696" fmla="*/ 674520 h 1893469"/>
                <a:gd name="csX697" fmla="*/ 1255796 w 1954379"/>
                <a:gd name="csY697" fmla="*/ 672265 h 1893469"/>
                <a:gd name="csX698" fmla="*/ 1257300 w 1954379"/>
                <a:gd name="csY698" fmla="*/ 669257 h 1893469"/>
                <a:gd name="csX699" fmla="*/ 1258804 w 1954379"/>
                <a:gd name="csY699" fmla="*/ 668505 h 1893469"/>
                <a:gd name="csX700" fmla="*/ 1262564 w 1954379"/>
                <a:gd name="csY700" fmla="*/ 670009 h 1893469"/>
                <a:gd name="csX701" fmla="*/ 1266324 w 1954379"/>
                <a:gd name="csY701" fmla="*/ 670009 h 1893469"/>
                <a:gd name="csX702" fmla="*/ 1268580 w 1954379"/>
                <a:gd name="csY702" fmla="*/ 674520 h 1893469"/>
                <a:gd name="csX703" fmla="*/ 1273091 w 1954379"/>
                <a:gd name="csY703" fmla="*/ 681288 h 1893469"/>
                <a:gd name="csX704" fmla="*/ 1275347 w 1954379"/>
                <a:gd name="csY704" fmla="*/ 684296 h 1893469"/>
                <a:gd name="csX705" fmla="*/ 1279107 w 1954379"/>
                <a:gd name="csY705" fmla="*/ 686552 h 1893469"/>
                <a:gd name="csX706" fmla="*/ 1282115 w 1954379"/>
                <a:gd name="csY706" fmla="*/ 687304 h 1893469"/>
                <a:gd name="csX707" fmla="*/ 1284371 w 1954379"/>
                <a:gd name="csY707" fmla="*/ 687304 h 1893469"/>
                <a:gd name="csX708" fmla="*/ 1286627 w 1954379"/>
                <a:gd name="csY708" fmla="*/ 687304 h 1893469"/>
                <a:gd name="csX709" fmla="*/ 1288131 w 1954379"/>
                <a:gd name="csY709" fmla="*/ 687304 h 1893469"/>
                <a:gd name="csX710" fmla="*/ 1288131 w 1954379"/>
                <a:gd name="csY710" fmla="*/ 688808 h 1893469"/>
                <a:gd name="csX711" fmla="*/ 1288131 w 1954379"/>
                <a:gd name="csY711" fmla="*/ 690312 h 1893469"/>
                <a:gd name="csX712" fmla="*/ 1285875 w 1954379"/>
                <a:gd name="csY712" fmla="*/ 693320 h 1893469"/>
                <a:gd name="csX713" fmla="*/ 1285123 w 1954379"/>
                <a:gd name="csY713" fmla="*/ 694824 h 1893469"/>
                <a:gd name="csX714" fmla="*/ 1287379 w 1954379"/>
                <a:gd name="csY714" fmla="*/ 693320 h 1893469"/>
                <a:gd name="csX715" fmla="*/ 1289635 w 1954379"/>
                <a:gd name="csY715" fmla="*/ 689560 h 1893469"/>
                <a:gd name="csX716" fmla="*/ 1291139 w 1954379"/>
                <a:gd name="csY716" fmla="*/ 688808 h 1893469"/>
                <a:gd name="csX717" fmla="*/ 1291891 w 1954379"/>
                <a:gd name="csY717" fmla="*/ 690312 h 1893469"/>
                <a:gd name="csX718" fmla="*/ 1291139 w 1954379"/>
                <a:gd name="csY718" fmla="*/ 691816 h 1893469"/>
                <a:gd name="csX719" fmla="*/ 1291139 w 1954379"/>
                <a:gd name="csY719" fmla="*/ 693320 h 1893469"/>
                <a:gd name="csX720" fmla="*/ 1289635 w 1954379"/>
                <a:gd name="csY720" fmla="*/ 694072 h 1893469"/>
                <a:gd name="csX721" fmla="*/ 1288883 w 1954379"/>
                <a:gd name="csY721" fmla="*/ 695576 h 1893469"/>
                <a:gd name="csX722" fmla="*/ 1289635 w 1954379"/>
                <a:gd name="csY722" fmla="*/ 697080 h 1893469"/>
                <a:gd name="csX723" fmla="*/ 1291139 w 1954379"/>
                <a:gd name="csY723" fmla="*/ 700088 h 1893469"/>
                <a:gd name="csX724" fmla="*/ 1292643 w 1954379"/>
                <a:gd name="csY724" fmla="*/ 705351 h 1893469"/>
                <a:gd name="csX725" fmla="*/ 1293395 w 1954379"/>
                <a:gd name="csY725" fmla="*/ 707607 h 1893469"/>
                <a:gd name="csX726" fmla="*/ 1295651 w 1954379"/>
                <a:gd name="csY726" fmla="*/ 709111 h 1893469"/>
                <a:gd name="csX727" fmla="*/ 1296403 w 1954379"/>
                <a:gd name="csY727" fmla="*/ 705351 h 1893469"/>
                <a:gd name="csX728" fmla="*/ 1297155 w 1954379"/>
                <a:gd name="csY728" fmla="*/ 703847 h 1893469"/>
                <a:gd name="csX729" fmla="*/ 1298659 w 1954379"/>
                <a:gd name="csY729" fmla="*/ 702343 h 1893469"/>
                <a:gd name="csX730" fmla="*/ 1300915 w 1954379"/>
                <a:gd name="csY730" fmla="*/ 700840 h 1893469"/>
                <a:gd name="csX731" fmla="*/ 1300915 w 1954379"/>
                <a:gd name="csY731" fmla="*/ 699336 h 1893469"/>
                <a:gd name="csX732" fmla="*/ 1300915 w 1954379"/>
                <a:gd name="csY732" fmla="*/ 697832 h 1893469"/>
                <a:gd name="csX733" fmla="*/ 1301666 w 1954379"/>
                <a:gd name="csY733" fmla="*/ 696328 h 1893469"/>
                <a:gd name="csX734" fmla="*/ 1301666 w 1954379"/>
                <a:gd name="csY734" fmla="*/ 694072 h 1893469"/>
                <a:gd name="csX735" fmla="*/ 1303170 w 1954379"/>
                <a:gd name="csY735" fmla="*/ 692568 h 1893469"/>
                <a:gd name="csX736" fmla="*/ 1306930 w 1954379"/>
                <a:gd name="csY736" fmla="*/ 688808 h 1893469"/>
                <a:gd name="csX737" fmla="*/ 1311442 w 1954379"/>
                <a:gd name="csY737" fmla="*/ 684296 h 1893469"/>
                <a:gd name="csX738" fmla="*/ 1315954 w 1954379"/>
                <a:gd name="csY738" fmla="*/ 682040 h 1893469"/>
                <a:gd name="csX739" fmla="*/ 1320466 w 1954379"/>
                <a:gd name="csY739" fmla="*/ 683544 h 1893469"/>
                <a:gd name="csX740" fmla="*/ 1323474 w 1954379"/>
                <a:gd name="csY740" fmla="*/ 682792 h 1893469"/>
                <a:gd name="csX741" fmla="*/ 1327234 w 1954379"/>
                <a:gd name="csY741" fmla="*/ 682792 h 1893469"/>
                <a:gd name="csX742" fmla="*/ 1330994 w 1954379"/>
                <a:gd name="csY742" fmla="*/ 683544 h 1893469"/>
                <a:gd name="csX743" fmla="*/ 1334002 w 1954379"/>
                <a:gd name="csY743" fmla="*/ 685800 h 1893469"/>
                <a:gd name="csX744" fmla="*/ 1334753 w 1954379"/>
                <a:gd name="csY744" fmla="*/ 680536 h 1893469"/>
                <a:gd name="csX745" fmla="*/ 1337761 w 1954379"/>
                <a:gd name="csY745" fmla="*/ 677528 h 1893469"/>
                <a:gd name="csX746" fmla="*/ 1341521 w 1954379"/>
                <a:gd name="csY746" fmla="*/ 675272 h 1893469"/>
                <a:gd name="csX747" fmla="*/ 1355057 w 1954379"/>
                <a:gd name="csY747" fmla="*/ 671512 h 1893469"/>
                <a:gd name="csX748" fmla="*/ 1358064 w 1954379"/>
                <a:gd name="csY748" fmla="*/ 671512 h 1893469"/>
                <a:gd name="csX749" fmla="*/ 1361824 w 1954379"/>
                <a:gd name="csY749" fmla="*/ 671512 h 1893469"/>
                <a:gd name="csX750" fmla="*/ 1365584 w 1954379"/>
                <a:gd name="csY750" fmla="*/ 673017 h 1893469"/>
                <a:gd name="csX751" fmla="*/ 1368592 w 1954379"/>
                <a:gd name="csY751" fmla="*/ 674520 h 1893469"/>
                <a:gd name="csX752" fmla="*/ 1377616 w 1954379"/>
                <a:gd name="csY752" fmla="*/ 679784 h 1893469"/>
                <a:gd name="csX753" fmla="*/ 1378368 w 1954379"/>
                <a:gd name="csY753" fmla="*/ 681288 h 1893469"/>
                <a:gd name="csX754" fmla="*/ 1378368 w 1954379"/>
                <a:gd name="csY754" fmla="*/ 683544 h 1893469"/>
                <a:gd name="csX755" fmla="*/ 1378368 w 1954379"/>
                <a:gd name="csY755" fmla="*/ 685800 h 1893469"/>
                <a:gd name="csX756" fmla="*/ 1374608 w 1954379"/>
                <a:gd name="csY756" fmla="*/ 692568 h 1893469"/>
                <a:gd name="csX757" fmla="*/ 1377616 w 1954379"/>
                <a:gd name="csY757" fmla="*/ 689560 h 1893469"/>
                <a:gd name="csX758" fmla="*/ 1379872 w 1954379"/>
                <a:gd name="csY758" fmla="*/ 686552 h 1893469"/>
                <a:gd name="csX759" fmla="*/ 1380624 w 1954379"/>
                <a:gd name="csY759" fmla="*/ 689560 h 1893469"/>
                <a:gd name="csX760" fmla="*/ 1381376 w 1954379"/>
                <a:gd name="csY760" fmla="*/ 692568 h 1893469"/>
                <a:gd name="csX761" fmla="*/ 1381376 w 1954379"/>
                <a:gd name="csY761" fmla="*/ 695576 h 1893469"/>
                <a:gd name="csX762" fmla="*/ 1380624 w 1954379"/>
                <a:gd name="csY762" fmla="*/ 699336 h 1893469"/>
                <a:gd name="csX763" fmla="*/ 1379872 w 1954379"/>
                <a:gd name="csY763" fmla="*/ 702343 h 1893469"/>
                <a:gd name="csX764" fmla="*/ 1376112 w 1954379"/>
                <a:gd name="csY764" fmla="*/ 708359 h 1893469"/>
                <a:gd name="csX765" fmla="*/ 1375360 w 1954379"/>
                <a:gd name="csY765" fmla="*/ 711367 h 1893469"/>
                <a:gd name="csX766" fmla="*/ 1376864 w 1954379"/>
                <a:gd name="csY766" fmla="*/ 711367 h 1893469"/>
                <a:gd name="csX767" fmla="*/ 1379872 w 1954379"/>
                <a:gd name="csY767" fmla="*/ 705351 h 1893469"/>
                <a:gd name="csX768" fmla="*/ 1380624 w 1954379"/>
                <a:gd name="csY768" fmla="*/ 705351 h 1893469"/>
                <a:gd name="csX769" fmla="*/ 1381376 w 1954379"/>
                <a:gd name="csY769" fmla="*/ 707607 h 1893469"/>
                <a:gd name="csX770" fmla="*/ 1382880 w 1954379"/>
                <a:gd name="csY770" fmla="*/ 710615 h 1893469"/>
                <a:gd name="csX771" fmla="*/ 1385136 w 1954379"/>
                <a:gd name="csY771" fmla="*/ 712871 h 1893469"/>
                <a:gd name="csX772" fmla="*/ 1386640 w 1954379"/>
                <a:gd name="csY772" fmla="*/ 714375 h 1893469"/>
                <a:gd name="csX773" fmla="*/ 1384383 w 1954379"/>
                <a:gd name="csY773" fmla="*/ 706855 h 1893469"/>
                <a:gd name="csX774" fmla="*/ 1382880 w 1954379"/>
                <a:gd name="csY774" fmla="*/ 699336 h 1893469"/>
                <a:gd name="csX775" fmla="*/ 1382880 w 1954379"/>
                <a:gd name="csY775" fmla="*/ 687304 h 1893469"/>
                <a:gd name="csX776" fmla="*/ 1381376 w 1954379"/>
                <a:gd name="csY776" fmla="*/ 684296 h 1893469"/>
                <a:gd name="csX777" fmla="*/ 1381376 w 1954379"/>
                <a:gd name="csY777" fmla="*/ 683544 h 1893469"/>
                <a:gd name="csX778" fmla="*/ 1383632 w 1954379"/>
                <a:gd name="csY778" fmla="*/ 684296 h 1893469"/>
                <a:gd name="csX779" fmla="*/ 1384383 w 1954379"/>
                <a:gd name="csY779" fmla="*/ 685800 h 1893469"/>
                <a:gd name="csX780" fmla="*/ 1383632 w 1954379"/>
                <a:gd name="csY780" fmla="*/ 690312 h 1893469"/>
                <a:gd name="csX781" fmla="*/ 1385136 w 1954379"/>
                <a:gd name="csY781" fmla="*/ 687304 h 1893469"/>
                <a:gd name="csX782" fmla="*/ 1385887 w 1954379"/>
                <a:gd name="csY782" fmla="*/ 685048 h 1893469"/>
                <a:gd name="csX783" fmla="*/ 1387392 w 1954379"/>
                <a:gd name="csY783" fmla="*/ 682792 h 1893469"/>
                <a:gd name="csX784" fmla="*/ 1391151 w 1954379"/>
                <a:gd name="csY784" fmla="*/ 682040 h 1893469"/>
                <a:gd name="csX785" fmla="*/ 1394911 w 1954379"/>
                <a:gd name="csY785" fmla="*/ 682792 h 1893469"/>
                <a:gd name="csX786" fmla="*/ 1396415 w 1954379"/>
                <a:gd name="csY786" fmla="*/ 683544 h 1893469"/>
                <a:gd name="csX787" fmla="*/ 1397919 w 1954379"/>
                <a:gd name="csY787" fmla="*/ 685800 h 1893469"/>
                <a:gd name="csX788" fmla="*/ 1400175 w 1954379"/>
                <a:gd name="csY788" fmla="*/ 687304 h 1893469"/>
                <a:gd name="csX789" fmla="*/ 1399423 w 1954379"/>
                <a:gd name="csY789" fmla="*/ 685048 h 1893469"/>
                <a:gd name="csX790" fmla="*/ 1400927 w 1954379"/>
                <a:gd name="csY790" fmla="*/ 683544 h 1893469"/>
                <a:gd name="csX791" fmla="*/ 1402431 w 1954379"/>
                <a:gd name="csY791" fmla="*/ 684296 h 1893469"/>
                <a:gd name="csX792" fmla="*/ 1403183 w 1954379"/>
                <a:gd name="csY792" fmla="*/ 686552 h 1893469"/>
                <a:gd name="csX793" fmla="*/ 1404687 w 1954379"/>
                <a:gd name="csY793" fmla="*/ 684296 h 1893469"/>
                <a:gd name="csX794" fmla="*/ 1407695 w 1954379"/>
                <a:gd name="csY794" fmla="*/ 684296 h 1893469"/>
                <a:gd name="csX795" fmla="*/ 1410703 w 1954379"/>
                <a:gd name="csY795" fmla="*/ 685800 h 1893469"/>
                <a:gd name="csX796" fmla="*/ 1415966 w 1954379"/>
                <a:gd name="csY796" fmla="*/ 691064 h 1893469"/>
                <a:gd name="csX797" fmla="*/ 1418222 w 1954379"/>
                <a:gd name="csY797" fmla="*/ 693320 h 1893469"/>
                <a:gd name="csX798" fmla="*/ 1419726 w 1954379"/>
                <a:gd name="csY798" fmla="*/ 696328 h 1893469"/>
                <a:gd name="csX799" fmla="*/ 1420479 w 1954379"/>
                <a:gd name="csY799" fmla="*/ 700088 h 1893469"/>
                <a:gd name="csX800" fmla="*/ 1421982 w 1954379"/>
                <a:gd name="csY800" fmla="*/ 697080 h 1893469"/>
                <a:gd name="csX801" fmla="*/ 1420479 w 1954379"/>
                <a:gd name="csY801" fmla="*/ 692568 h 1893469"/>
                <a:gd name="csX802" fmla="*/ 1413711 w 1954379"/>
                <a:gd name="csY802" fmla="*/ 684296 h 1893469"/>
                <a:gd name="csX803" fmla="*/ 1412207 w 1954379"/>
                <a:gd name="csY803" fmla="*/ 685800 h 1893469"/>
                <a:gd name="csX804" fmla="*/ 1411455 w 1954379"/>
                <a:gd name="csY804" fmla="*/ 684296 h 1893469"/>
                <a:gd name="csX805" fmla="*/ 1410703 w 1954379"/>
                <a:gd name="csY805" fmla="*/ 682040 h 1893469"/>
                <a:gd name="csX806" fmla="*/ 1414462 w 1954379"/>
                <a:gd name="csY806" fmla="*/ 678280 h 1893469"/>
                <a:gd name="csX807" fmla="*/ 1419726 w 1954379"/>
                <a:gd name="csY807" fmla="*/ 674520 h 1893469"/>
                <a:gd name="csX808" fmla="*/ 1424238 w 1954379"/>
                <a:gd name="csY808" fmla="*/ 673017 h 1893469"/>
                <a:gd name="csX809" fmla="*/ 1428750 w 1954379"/>
                <a:gd name="csY809" fmla="*/ 676776 h 1893469"/>
                <a:gd name="csX810" fmla="*/ 1431006 w 1954379"/>
                <a:gd name="csY810" fmla="*/ 667001 h 1893469"/>
                <a:gd name="csX811" fmla="*/ 1432510 w 1954379"/>
                <a:gd name="csY811" fmla="*/ 664745 h 1893469"/>
                <a:gd name="csX812" fmla="*/ 1436270 w 1954379"/>
                <a:gd name="csY812" fmla="*/ 662489 h 1893469"/>
                <a:gd name="csX813" fmla="*/ 1439278 w 1954379"/>
                <a:gd name="csY813" fmla="*/ 662489 h 1893469"/>
                <a:gd name="csX814" fmla="*/ 1440781 w 1954379"/>
                <a:gd name="csY814" fmla="*/ 664745 h 1893469"/>
                <a:gd name="csX815" fmla="*/ 1440030 w 1954379"/>
                <a:gd name="csY815" fmla="*/ 668505 h 1893469"/>
                <a:gd name="csX816" fmla="*/ 1441534 w 1954379"/>
                <a:gd name="csY816" fmla="*/ 667753 h 1893469"/>
                <a:gd name="csX817" fmla="*/ 1443790 w 1954379"/>
                <a:gd name="csY817" fmla="*/ 665497 h 1893469"/>
                <a:gd name="csX818" fmla="*/ 1446045 w 1954379"/>
                <a:gd name="csY818" fmla="*/ 664745 h 1893469"/>
                <a:gd name="csX819" fmla="*/ 1445294 w 1954379"/>
                <a:gd name="csY819" fmla="*/ 667753 h 1893469"/>
                <a:gd name="csX820" fmla="*/ 1441534 w 1954379"/>
                <a:gd name="csY820" fmla="*/ 671512 h 1893469"/>
                <a:gd name="csX821" fmla="*/ 1440781 w 1954379"/>
                <a:gd name="csY821" fmla="*/ 673768 h 1893469"/>
                <a:gd name="csX822" fmla="*/ 1440781 w 1954379"/>
                <a:gd name="csY822" fmla="*/ 676776 h 1893469"/>
                <a:gd name="csX823" fmla="*/ 1442286 w 1954379"/>
                <a:gd name="csY823" fmla="*/ 678280 h 1893469"/>
                <a:gd name="csX824" fmla="*/ 1443790 w 1954379"/>
                <a:gd name="csY824" fmla="*/ 679784 h 1893469"/>
                <a:gd name="csX825" fmla="*/ 1446798 w 1954379"/>
                <a:gd name="csY825" fmla="*/ 681288 h 1893469"/>
                <a:gd name="csX826" fmla="*/ 1452813 w 1954379"/>
                <a:gd name="csY826" fmla="*/ 682792 h 1893469"/>
                <a:gd name="csX827" fmla="*/ 1453565 w 1954379"/>
                <a:gd name="csY827" fmla="*/ 683544 h 1893469"/>
                <a:gd name="csX828" fmla="*/ 1454317 w 1954379"/>
                <a:gd name="csY828" fmla="*/ 687304 h 1893469"/>
                <a:gd name="csX829" fmla="*/ 1453565 w 1954379"/>
                <a:gd name="csY829" fmla="*/ 688808 h 1893469"/>
                <a:gd name="csX830" fmla="*/ 1452813 w 1954379"/>
                <a:gd name="csY830" fmla="*/ 691816 h 1893469"/>
                <a:gd name="csX831" fmla="*/ 1452061 w 1954379"/>
                <a:gd name="csY831" fmla="*/ 694072 h 1893469"/>
                <a:gd name="csX832" fmla="*/ 1450558 w 1954379"/>
                <a:gd name="csY832" fmla="*/ 695576 h 1893469"/>
                <a:gd name="csX833" fmla="*/ 1450558 w 1954379"/>
                <a:gd name="csY833" fmla="*/ 697080 h 1893469"/>
                <a:gd name="csX834" fmla="*/ 1452061 w 1954379"/>
                <a:gd name="csY834" fmla="*/ 697080 h 1893469"/>
                <a:gd name="csX835" fmla="*/ 1451309 w 1954379"/>
                <a:gd name="csY835" fmla="*/ 699336 h 1893469"/>
                <a:gd name="csX836" fmla="*/ 1447549 w 1954379"/>
                <a:gd name="csY836" fmla="*/ 702343 h 1893469"/>
                <a:gd name="csX837" fmla="*/ 1446045 w 1954379"/>
                <a:gd name="csY837" fmla="*/ 703847 h 1893469"/>
                <a:gd name="csX838" fmla="*/ 1445294 w 1954379"/>
                <a:gd name="csY838" fmla="*/ 706103 h 1893469"/>
                <a:gd name="csX839" fmla="*/ 1445294 w 1954379"/>
                <a:gd name="csY839" fmla="*/ 718135 h 1893469"/>
                <a:gd name="csX840" fmla="*/ 1444541 w 1954379"/>
                <a:gd name="csY840" fmla="*/ 719639 h 1893469"/>
                <a:gd name="csX841" fmla="*/ 1443038 w 1954379"/>
                <a:gd name="csY841" fmla="*/ 722647 h 1893469"/>
                <a:gd name="csX842" fmla="*/ 1442286 w 1954379"/>
                <a:gd name="csY842" fmla="*/ 726407 h 1893469"/>
                <a:gd name="csX843" fmla="*/ 1441534 w 1954379"/>
                <a:gd name="csY843" fmla="*/ 727159 h 1893469"/>
                <a:gd name="csX844" fmla="*/ 1440030 w 1954379"/>
                <a:gd name="csY844" fmla="*/ 727911 h 1893469"/>
                <a:gd name="csX845" fmla="*/ 1438526 w 1954379"/>
                <a:gd name="csY845" fmla="*/ 729415 h 1893469"/>
                <a:gd name="csX846" fmla="*/ 1434766 w 1954379"/>
                <a:gd name="csY846" fmla="*/ 735430 h 1893469"/>
                <a:gd name="csX847" fmla="*/ 1434014 w 1954379"/>
                <a:gd name="csY847" fmla="*/ 736182 h 1893469"/>
                <a:gd name="csX848" fmla="*/ 1434014 w 1954379"/>
                <a:gd name="csY848" fmla="*/ 737686 h 1893469"/>
                <a:gd name="csX849" fmla="*/ 1433262 w 1954379"/>
                <a:gd name="csY849" fmla="*/ 745206 h 1893469"/>
                <a:gd name="csX850" fmla="*/ 1433262 w 1954379"/>
                <a:gd name="csY850" fmla="*/ 746710 h 1893469"/>
                <a:gd name="csX851" fmla="*/ 1432510 w 1954379"/>
                <a:gd name="csY851" fmla="*/ 747462 h 1893469"/>
                <a:gd name="csX852" fmla="*/ 1431006 w 1954379"/>
                <a:gd name="csY852" fmla="*/ 748966 h 1893469"/>
                <a:gd name="csX853" fmla="*/ 1430254 w 1954379"/>
                <a:gd name="csY853" fmla="*/ 749718 h 1893469"/>
                <a:gd name="csX854" fmla="*/ 1430254 w 1954379"/>
                <a:gd name="csY854" fmla="*/ 751222 h 1893469"/>
                <a:gd name="csX855" fmla="*/ 1429502 w 1954379"/>
                <a:gd name="csY855" fmla="*/ 754230 h 1893469"/>
                <a:gd name="csX856" fmla="*/ 1429502 w 1954379"/>
                <a:gd name="csY856" fmla="*/ 755734 h 1893469"/>
                <a:gd name="csX857" fmla="*/ 1426494 w 1954379"/>
                <a:gd name="csY857" fmla="*/ 759494 h 1893469"/>
                <a:gd name="csX858" fmla="*/ 1426494 w 1954379"/>
                <a:gd name="csY858" fmla="*/ 760997 h 1893469"/>
                <a:gd name="csX859" fmla="*/ 1426494 w 1954379"/>
                <a:gd name="csY859" fmla="*/ 762501 h 1893469"/>
                <a:gd name="csX860" fmla="*/ 1427246 w 1954379"/>
                <a:gd name="csY860" fmla="*/ 765509 h 1893469"/>
                <a:gd name="csX861" fmla="*/ 1427998 w 1954379"/>
                <a:gd name="csY861" fmla="*/ 773781 h 1893469"/>
                <a:gd name="csX862" fmla="*/ 1427246 w 1954379"/>
                <a:gd name="csY862" fmla="*/ 776789 h 1893469"/>
                <a:gd name="csX863" fmla="*/ 1418222 w 1954379"/>
                <a:gd name="csY863" fmla="*/ 789572 h 1893469"/>
                <a:gd name="csX864" fmla="*/ 1416719 w 1954379"/>
                <a:gd name="csY864" fmla="*/ 791076 h 1893469"/>
                <a:gd name="csX865" fmla="*/ 1412959 w 1954379"/>
                <a:gd name="csY865" fmla="*/ 791828 h 1893469"/>
                <a:gd name="csX866" fmla="*/ 1409951 w 1954379"/>
                <a:gd name="csY866" fmla="*/ 794084 h 1893469"/>
                <a:gd name="csX867" fmla="*/ 1407695 w 1954379"/>
                <a:gd name="csY867" fmla="*/ 796340 h 1893469"/>
                <a:gd name="csX868" fmla="*/ 1405439 w 1954379"/>
                <a:gd name="csY868" fmla="*/ 799348 h 1893469"/>
                <a:gd name="csX869" fmla="*/ 1409199 w 1954379"/>
                <a:gd name="csY869" fmla="*/ 800852 h 1893469"/>
                <a:gd name="csX870" fmla="*/ 1415966 w 1954379"/>
                <a:gd name="csY870" fmla="*/ 800100 h 1893469"/>
                <a:gd name="csX871" fmla="*/ 1427246 w 1954379"/>
                <a:gd name="csY871" fmla="*/ 795588 h 1893469"/>
                <a:gd name="csX872" fmla="*/ 1430254 w 1954379"/>
                <a:gd name="csY872" fmla="*/ 793332 h 1893469"/>
                <a:gd name="csX873" fmla="*/ 1431006 w 1954379"/>
                <a:gd name="csY873" fmla="*/ 791828 h 1893469"/>
                <a:gd name="csX874" fmla="*/ 1430254 w 1954379"/>
                <a:gd name="csY874" fmla="*/ 789572 h 1893469"/>
                <a:gd name="csX875" fmla="*/ 1431758 w 1954379"/>
                <a:gd name="csY875" fmla="*/ 785813 h 1893469"/>
                <a:gd name="csX876" fmla="*/ 1432510 w 1954379"/>
                <a:gd name="csY876" fmla="*/ 785061 h 1893469"/>
                <a:gd name="csX877" fmla="*/ 1435518 w 1954379"/>
                <a:gd name="csY877" fmla="*/ 783557 h 1893469"/>
                <a:gd name="csX878" fmla="*/ 1436270 w 1954379"/>
                <a:gd name="csY878" fmla="*/ 782805 h 1893469"/>
                <a:gd name="csX879" fmla="*/ 1437022 w 1954379"/>
                <a:gd name="csY879" fmla="*/ 782805 h 1893469"/>
                <a:gd name="csX880" fmla="*/ 1437022 w 1954379"/>
                <a:gd name="csY880" fmla="*/ 779797 h 1893469"/>
                <a:gd name="csX881" fmla="*/ 1437774 w 1954379"/>
                <a:gd name="csY881" fmla="*/ 779045 h 1893469"/>
                <a:gd name="csX882" fmla="*/ 1441534 w 1954379"/>
                <a:gd name="csY882" fmla="*/ 775285 h 1893469"/>
                <a:gd name="csX883" fmla="*/ 1443038 w 1954379"/>
                <a:gd name="csY883" fmla="*/ 773029 h 1893469"/>
                <a:gd name="csX884" fmla="*/ 1443790 w 1954379"/>
                <a:gd name="csY884" fmla="*/ 769269 h 1893469"/>
                <a:gd name="csX885" fmla="*/ 1443790 w 1954379"/>
                <a:gd name="csY885" fmla="*/ 767013 h 1893469"/>
                <a:gd name="csX886" fmla="*/ 1443790 w 1954379"/>
                <a:gd name="csY886" fmla="*/ 760997 h 1893469"/>
                <a:gd name="csX887" fmla="*/ 1443790 w 1954379"/>
                <a:gd name="csY887" fmla="*/ 757989 h 1893469"/>
                <a:gd name="csX888" fmla="*/ 1445294 w 1954379"/>
                <a:gd name="csY888" fmla="*/ 754230 h 1893469"/>
                <a:gd name="csX889" fmla="*/ 1459581 w 1954379"/>
                <a:gd name="csY889" fmla="*/ 729415 h 1893469"/>
                <a:gd name="csX890" fmla="*/ 1462589 w 1954379"/>
                <a:gd name="csY890" fmla="*/ 722647 h 1893469"/>
                <a:gd name="csX891" fmla="*/ 1463341 w 1954379"/>
                <a:gd name="csY891" fmla="*/ 717383 h 1893469"/>
                <a:gd name="csX892" fmla="*/ 1464093 w 1954379"/>
                <a:gd name="csY892" fmla="*/ 714375 h 1893469"/>
                <a:gd name="csX893" fmla="*/ 1464093 w 1954379"/>
                <a:gd name="csY893" fmla="*/ 712119 h 1893469"/>
                <a:gd name="csX894" fmla="*/ 1474620 w 1954379"/>
                <a:gd name="csY894" fmla="*/ 690312 h 1893469"/>
                <a:gd name="csX895" fmla="*/ 1479132 w 1954379"/>
                <a:gd name="csY895" fmla="*/ 684296 h 1893469"/>
                <a:gd name="csX896" fmla="*/ 1483644 w 1954379"/>
                <a:gd name="csY896" fmla="*/ 680536 h 1893469"/>
                <a:gd name="csX897" fmla="*/ 1484396 w 1954379"/>
                <a:gd name="csY897" fmla="*/ 679784 h 1893469"/>
                <a:gd name="csX898" fmla="*/ 1485900 w 1954379"/>
                <a:gd name="csY898" fmla="*/ 679032 h 1893469"/>
                <a:gd name="csX899" fmla="*/ 1488156 w 1954379"/>
                <a:gd name="csY899" fmla="*/ 676776 h 1893469"/>
                <a:gd name="csX900" fmla="*/ 1488156 w 1954379"/>
                <a:gd name="csY900" fmla="*/ 673768 h 1893469"/>
                <a:gd name="csX901" fmla="*/ 1490412 w 1954379"/>
                <a:gd name="csY901" fmla="*/ 667753 h 1893469"/>
                <a:gd name="csX902" fmla="*/ 1491164 w 1954379"/>
                <a:gd name="csY902" fmla="*/ 663241 h 1893469"/>
                <a:gd name="csX903" fmla="*/ 1496428 w 1954379"/>
                <a:gd name="csY903" fmla="*/ 660233 h 1893469"/>
                <a:gd name="csX904" fmla="*/ 1502443 w 1954379"/>
                <a:gd name="csY904" fmla="*/ 655721 h 1893469"/>
                <a:gd name="csX905" fmla="*/ 1508459 w 1954379"/>
                <a:gd name="csY905" fmla="*/ 649705 h 1893469"/>
                <a:gd name="csX906" fmla="*/ 1511467 w 1954379"/>
                <a:gd name="csY906" fmla="*/ 642938 h 1893469"/>
                <a:gd name="csX907" fmla="*/ 1515227 w 1954379"/>
                <a:gd name="csY907" fmla="*/ 637674 h 1893469"/>
                <a:gd name="csX908" fmla="*/ 1521243 w 1954379"/>
                <a:gd name="csY908" fmla="*/ 636922 h 1893469"/>
                <a:gd name="csX909" fmla="*/ 1524251 w 1954379"/>
                <a:gd name="csY909" fmla="*/ 635418 h 1893469"/>
                <a:gd name="csX910" fmla="*/ 1528763 w 1954379"/>
                <a:gd name="csY910" fmla="*/ 633162 h 1893469"/>
                <a:gd name="csX911" fmla="*/ 1530267 w 1954379"/>
                <a:gd name="csY911" fmla="*/ 631658 h 1893469"/>
                <a:gd name="csX912" fmla="*/ 1531771 w 1954379"/>
                <a:gd name="csY912" fmla="*/ 631658 h 1893469"/>
                <a:gd name="csX913" fmla="*/ 1531771 w 1954379"/>
                <a:gd name="csY913" fmla="*/ 632410 h 1893469"/>
                <a:gd name="csX914" fmla="*/ 1528763 w 1954379"/>
                <a:gd name="csY914" fmla="*/ 635418 h 1893469"/>
                <a:gd name="csX915" fmla="*/ 1526507 w 1954379"/>
                <a:gd name="csY915" fmla="*/ 637674 h 1893469"/>
                <a:gd name="csX916" fmla="*/ 1525755 w 1954379"/>
                <a:gd name="csY916" fmla="*/ 640682 h 1893469"/>
                <a:gd name="csX917" fmla="*/ 1524251 w 1954379"/>
                <a:gd name="csY917" fmla="*/ 643689 h 1893469"/>
                <a:gd name="csX918" fmla="*/ 1523499 w 1954379"/>
                <a:gd name="csY918" fmla="*/ 648953 h 1893469"/>
                <a:gd name="csX919" fmla="*/ 1520491 w 1954379"/>
                <a:gd name="csY919" fmla="*/ 650457 h 1893469"/>
                <a:gd name="csX920" fmla="*/ 1519739 w 1954379"/>
                <a:gd name="csY920" fmla="*/ 651961 h 1893469"/>
                <a:gd name="csX921" fmla="*/ 1518235 w 1954379"/>
                <a:gd name="csY921" fmla="*/ 652713 h 1893469"/>
                <a:gd name="csX922" fmla="*/ 1518235 w 1954379"/>
                <a:gd name="csY922" fmla="*/ 653465 h 1893469"/>
                <a:gd name="csX923" fmla="*/ 1518987 w 1954379"/>
                <a:gd name="csY923" fmla="*/ 655721 h 1893469"/>
                <a:gd name="csX924" fmla="*/ 1518235 w 1954379"/>
                <a:gd name="csY924" fmla="*/ 659481 h 1893469"/>
                <a:gd name="csX925" fmla="*/ 1516731 w 1954379"/>
                <a:gd name="csY925" fmla="*/ 662489 h 1893469"/>
                <a:gd name="csX926" fmla="*/ 1514475 w 1954379"/>
                <a:gd name="csY926" fmla="*/ 665497 h 1893469"/>
                <a:gd name="csX927" fmla="*/ 1510715 w 1954379"/>
                <a:gd name="csY927" fmla="*/ 667001 h 1893469"/>
                <a:gd name="csX928" fmla="*/ 1508459 w 1954379"/>
                <a:gd name="csY928" fmla="*/ 669257 h 1893469"/>
                <a:gd name="csX929" fmla="*/ 1506956 w 1954379"/>
                <a:gd name="csY929" fmla="*/ 672265 h 1893469"/>
                <a:gd name="csX930" fmla="*/ 1504699 w 1954379"/>
                <a:gd name="csY930" fmla="*/ 673768 h 1893469"/>
                <a:gd name="csX931" fmla="*/ 1504699 w 1954379"/>
                <a:gd name="csY931" fmla="*/ 675272 h 1893469"/>
                <a:gd name="csX932" fmla="*/ 1506956 w 1954379"/>
                <a:gd name="csY932" fmla="*/ 675272 h 1893469"/>
                <a:gd name="csX933" fmla="*/ 1509211 w 1954379"/>
                <a:gd name="csY933" fmla="*/ 674520 h 1893469"/>
                <a:gd name="csX934" fmla="*/ 1511467 w 1954379"/>
                <a:gd name="csY934" fmla="*/ 673017 h 1893469"/>
                <a:gd name="csX935" fmla="*/ 1512219 w 1954379"/>
                <a:gd name="csY935" fmla="*/ 670009 h 1893469"/>
                <a:gd name="csX936" fmla="*/ 1516731 w 1954379"/>
                <a:gd name="csY936" fmla="*/ 668505 h 1893469"/>
                <a:gd name="csX937" fmla="*/ 1520491 w 1954379"/>
                <a:gd name="csY937" fmla="*/ 666249 h 1893469"/>
                <a:gd name="csX938" fmla="*/ 1522747 w 1954379"/>
                <a:gd name="csY938" fmla="*/ 662489 h 1893469"/>
                <a:gd name="csX939" fmla="*/ 1523499 w 1954379"/>
                <a:gd name="csY939" fmla="*/ 659481 h 1893469"/>
                <a:gd name="csX940" fmla="*/ 1525003 w 1954379"/>
                <a:gd name="csY940" fmla="*/ 657977 h 1893469"/>
                <a:gd name="csX941" fmla="*/ 1525755 w 1954379"/>
                <a:gd name="csY941" fmla="*/ 656473 h 1893469"/>
                <a:gd name="csX942" fmla="*/ 1527258 w 1954379"/>
                <a:gd name="csY942" fmla="*/ 655721 h 1893469"/>
                <a:gd name="csX943" fmla="*/ 1528011 w 1954379"/>
                <a:gd name="csY943" fmla="*/ 654969 h 1893469"/>
                <a:gd name="csX944" fmla="*/ 1526507 w 1954379"/>
                <a:gd name="csY944" fmla="*/ 651961 h 1893469"/>
                <a:gd name="csX945" fmla="*/ 1526507 w 1954379"/>
                <a:gd name="csY945" fmla="*/ 650457 h 1893469"/>
                <a:gd name="csX946" fmla="*/ 1528011 w 1954379"/>
                <a:gd name="csY946" fmla="*/ 649705 h 1893469"/>
                <a:gd name="csX947" fmla="*/ 1530267 w 1954379"/>
                <a:gd name="csY947" fmla="*/ 648201 h 1893469"/>
                <a:gd name="csX948" fmla="*/ 1531771 w 1954379"/>
                <a:gd name="csY948" fmla="*/ 647449 h 1893469"/>
                <a:gd name="csX949" fmla="*/ 1531771 w 1954379"/>
                <a:gd name="csY949" fmla="*/ 646697 h 1893469"/>
                <a:gd name="csX950" fmla="*/ 1533275 w 1954379"/>
                <a:gd name="csY950" fmla="*/ 645193 h 1893469"/>
                <a:gd name="csX951" fmla="*/ 1533275 w 1954379"/>
                <a:gd name="csY951" fmla="*/ 644442 h 1893469"/>
                <a:gd name="csX952" fmla="*/ 1533275 w 1954379"/>
                <a:gd name="csY952" fmla="*/ 643689 h 1893469"/>
                <a:gd name="csX953" fmla="*/ 1534026 w 1954379"/>
                <a:gd name="csY953" fmla="*/ 643689 h 1893469"/>
                <a:gd name="csX954" fmla="*/ 1534778 w 1954379"/>
                <a:gd name="csY954" fmla="*/ 644442 h 1893469"/>
                <a:gd name="csX955" fmla="*/ 1535530 w 1954379"/>
                <a:gd name="csY955" fmla="*/ 643689 h 1893469"/>
                <a:gd name="csX956" fmla="*/ 1537034 w 1954379"/>
                <a:gd name="csY956" fmla="*/ 643689 h 1893469"/>
                <a:gd name="csX957" fmla="*/ 1537786 w 1954379"/>
                <a:gd name="csY957" fmla="*/ 643689 h 1893469"/>
                <a:gd name="csX958" fmla="*/ 1538538 w 1954379"/>
                <a:gd name="csY958" fmla="*/ 642938 h 1893469"/>
                <a:gd name="csX959" fmla="*/ 1538538 w 1954379"/>
                <a:gd name="csY959" fmla="*/ 641434 h 1893469"/>
                <a:gd name="csX960" fmla="*/ 1538538 w 1954379"/>
                <a:gd name="csY960" fmla="*/ 640682 h 1893469"/>
                <a:gd name="csX961" fmla="*/ 1549818 w 1954379"/>
                <a:gd name="csY961" fmla="*/ 624138 h 1893469"/>
                <a:gd name="csX962" fmla="*/ 1549818 w 1954379"/>
                <a:gd name="csY962" fmla="*/ 623386 h 1893469"/>
                <a:gd name="csX963" fmla="*/ 1549818 w 1954379"/>
                <a:gd name="csY963" fmla="*/ 622634 h 1893469"/>
                <a:gd name="csX964" fmla="*/ 1550570 w 1954379"/>
                <a:gd name="csY964" fmla="*/ 621882 h 1893469"/>
                <a:gd name="csX965" fmla="*/ 1551322 w 1954379"/>
                <a:gd name="csY965" fmla="*/ 621130 h 1893469"/>
                <a:gd name="csX966" fmla="*/ 1552826 w 1954379"/>
                <a:gd name="csY966" fmla="*/ 621130 h 1893469"/>
                <a:gd name="csX967" fmla="*/ 1555082 w 1954379"/>
                <a:gd name="csY967" fmla="*/ 619626 h 1893469"/>
                <a:gd name="csX968" fmla="*/ 1555834 w 1954379"/>
                <a:gd name="csY968" fmla="*/ 618122 h 1893469"/>
                <a:gd name="csX969" fmla="*/ 1555834 w 1954379"/>
                <a:gd name="csY969" fmla="*/ 616619 h 1893469"/>
                <a:gd name="csX970" fmla="*/ 1558841 w 1954379"/>
                <a:gd name="csY970" fmla="*/ 609851 h 1893469"/>
                <a:gd name="csX971" fmla="*/ 1561850 w 1954379"/>
                <a:gd name="csY971" fmla="*/ 604587 h 1893469"/>
                <a:gd name="csX972" fmla="*/ 1564105 w 1954379"/>
                <a:gd name="csY972" fmla="*/ 605339 h 1893469"/>
                <a:gd name="csX973" fmla="*/ 1565609 w 1954379"/>
                <a:gd name="csY973" fmla="*/ 608347 h 1893469"/>
                <a:gd name="csX974" fmla="*/ 1567865 w 1954379"/>
                <a:gd name="csY974" fmla="*/ 611355 h 1893469"/>
                <a:gd name="csX975" fmla="*/ 1569369 w 1954379"/>
                <a:gd name="csY975" fmla="*/ 615866 h 1893469"/>
                <a:gd name="csX976" fmla="*/ 1573881 w 1954379"/>
                <a:gd name="csY976" fmla="*/ 624138 h 1893469"/>
                <a:gd name="csX977" fmla="*/ 1576137 w 1954379"/>
                <a:gd name="csY977" fmla="*/ 627146 h 1893469"/>
                <a:gd name="csX978" fmla="*/ 1577641 w 1954379"/>
                <a:gd name="csY978" fmla="*/ 629402 h 1893469"/>
                <a:gd name="csX979" fmla="*/ 1579145 w 1954379"/>
                <a:gd name="csY979" fmla="*/ 632410 h 1893469"/>
                <a:gd name="csX980" fmla="*/ 1580649 w 1954379"/>
                <a:gd name="csY980" fmla="*/ 634666 h 1893469"/>
                <a:gd name="csX981" fmla="*/ 1582153 w 1954379"/>
                <a:gd name="csY981" fmla="*/ 634666 h 1893469"/>
                <a:gd name="csX982" fmla="*/ 1585161 w 1954379"/>
                <a:gd name="csY982" fmla="*/ 639178 h 1893469"/>
                <a:gd name="csX983" fmla="*/ 1587416 w 1954379"/>
                <a:gd name="csY983" fmla="*/ 640682 h 1893469"/>
                <a:gd name="csX984" fmla="*/ 1591176 w 1954379"/>
                <a:gd name="csY984" fmla="*/ 640682 h 1893469"/>
                <a:gd name="csX985" fmla="*/ 1592680 w 1954379"/>
                <a:gd name="csY985" fmla="*/ 641434 h 1893469"/>
                <a:gd name="csX986" fmla="*/ 1594184 w 1954379"/>
                <a:gd name="csY986" fmla="*/ 642938 h 1893469"/>
                <a:gd name="csX987" fmla="*/ 1595688 w 1954379"/>
                <a:gd name="csY987" fmla="*/ 645193 h 1893469"/>
                <a:gd name="csX988" fmla="*/ 1596440 w 1954379"/>
                <a:gd name="csY988" fmla="*/ 646697 h 1893469"/>
                <a:gd name="csX989" fmla="*/ 1597192 w 1954379"/>
                <a:gd name="csY989" fmla="*/ 644442 h 1893469"/>
                <a:gd name="csX990" fmla="*/ 1597192 w 1954379"/>
                <a:gd name="csY990" fmla="*/ 641434 h 1893469"/>
                <a:gd name="csX991" fmla="*/ 1596440 w 1954379"/>
                <a:gd name="csY991" fmla="*/ 638426 h 1893469"/>
                <a:gd name="csX992" fmla="*/ 1595688 w 1954379"/>
                <a:gd name="csY992" fmla="*/ 636170 h 1893469"/>
                <a:gd name="csX993" fmla="*/ 1594184 w 1954379"/>
                <a:gd name="csY993" fmla="*/ 633162 h 1893469"/>
                <a:gd name="csX994" fmla="*/ 1588920 w 1954379"/>
                <a:gd name="csY994" fmla="*/ 627898 h 1893469"/>
                <a:gd name="csX995" fmla="*/ 1588169 w 1954379"/>
                <a:gd name="csY995" fmla="*/ 624138 h 1893469"/>
                <a:gd name="csX996" fmla="*/ 1591176 w 1954379"/>
                <a:gd name="csY996" fmla="*/ 625642 h 1893469"/>
                <a:gd name="csX997" fmla="*/ 1593433 w 1954379"/>
                <a:gd name="csY997" fmla="*/ 626394 h 1893469"/>
                <a:gd name="csX998" fmla="*/ 1596440 w 1954379"/>
                <a:gd name="csY998" fmla="*/ 626394 h 1893469"/>
                <a:gd name="csX999" fmla="*/ 1604712 w 1954379"/>
                <a:gd name="csY999" fmla="*/ 624138 h 1893469"/>
                <a:gd name="csX1000" fmla="*/ 1607720 w 1954379"/>
                <a:gd name="csY1000" fmla="*/ 622634 h 1893469"/>
                <a:gd name="csX1001" fmla="*/ 1609976 w 1954379"/>
                <a:gd name="csY1001" fmla="*/ 620378 h 1893469"/>
                <a:gd name="csX1002" fmla="*/ 1612232 w 1954379"/>
                <a:gd name="csY1002" fmla="*/ 618122 h 1893469"/>
                <a:gd name="csX1003" fmla="*/ 1610728 w 1954379"/>
                <a:gd name="csY1003" fmla="*/ 617370 h 1893469"/>
                <a:gd name="csX1004" fmla="*/ 1606216 w 1954379"/>
                <a:gd name="csY1004" fmla="*/ 618122 h 1893469"/>
                <a:gd name="csX1005" fmla="*/ 1603960 w 1954379"/>
                <a:gd name="csY1005" fmla="*/ 618122 h 1893469"/>
                <a:gd name="csX1006" fmla="*/ 1602456 w 1954379"/>
                <a:gd name="csY1006" fmla="*/ 617370 h 1893469"/>
                <a:gd name="csX1007" fmla="*/ 1600952 w 1954379"/>
                <a:gd name="csY1007" fmla="*/ 616619 h 1893469"/>
                <a:gd name="csX1008" fmla="*/ 1599448 w 1954379"/>
                <a:gd name="csY1008" fmla="*/ 615866 h 1893469"/>
                <a:gd name="csX1009" fmla="*/ 1597944 w 1954379"/>
                <a:gd name="csY1009" fmla="*/ 617370 h 1893469"/>
                <a:gd name="csX1010" fmla="*/ 1595688 w 1954379"/>
                <a:gd name="csY1010" fmla="*/ 618122 h 1893469"/>
                <a:gd name="csX1011" fmla="*/ 1592680 w 1954379"/>
                <a:gd name="csY1011" fmla="*/ 618122 h 1893469"/>
                <a:gd name="csX1012" fmla="*/ 1588920 w 1954379"/>
                <a:gd name="csY1012" fmla="*/ 618122 h 1893469"/>
                <a:gd name="csX1013" fmla="*/ 1585913 w 1954379"/>
                <a:gd name="csY1013" fmla="*/ 616619 h 1893469"/>
                <a:gd name="csX1014" fmla="*/ 1585161 w 1954379"/>
                <a:gd name="csY1014" fmla="*/ 614363 h 1893469"/>
                <a:gd name="csX1015" fmla="*/ 1585161 w 1954379"/>
                <a:gd name="csY1015" fmla="*/ 612107 h 1893469"/>
                <a:gd name="csX1016" fmla="*/ 1585913 w 1954379"/>
                <a:gd name="csY1016" fmla="*/ 608347 h 1893469"/>
                <a:gd name="csX1017" fmla="*/ 1587416 w 1954379"/>
                <a:gd name="csY1017" fmla="*/ 596315 h 1893469"/>
                <a:gd name="csX1018" fmla="*/ 1588169 w 1954379"/>
                <a:gd name="csY1018" fmla="*/ 589547 h 1893469"/>
                <a:gd name="csX1019" fmla="*/ 1592680 w 1954379"/>
                <a:gd name="csY1019" fmla="*/ 583532 h 1893469"/>
                <a:gd name="csX1020" fmla="*/ 1595688 w 1954379"/>
                <a:gd name="csY1020" fmla="*/ 579772 h 1893469"/>
                <a:gd name="csX1021" fmla="*/ 1597192 w 1954379"/>
                <a:gd name="csY1021" fmla="*/ 582028 h 1893469"/>
                <a:gd name="csX1022" fmla="*/ 1596440 w 1954379"/>
                <a:gd name="csY1022" fmla="*/ 587291 h 1893469"/>
                <a:gd name="csX1023" fmla="*/ 1597192 w 1954379"/>
                <a:gd name="csY1023" fmla="*/ 591803 h 1893469"/>
                <a:gd name="csX1024" fmla="*/ 1599448 w 1954379"/>
                <a:gd name="csY1024" fmla="*/ 592555 h 1893469"/>
                <a:gd name="csX1025" fmla="*/ 1609976 w 1954379"/>
                <a:gd name="csY1025" fmla="*/ 594811 h 1893469"/>
                <a:gd name="csX1026" fmla="*/ 1610728 w 1954379"/>
                <a:gd name="csY1026" fmla="*/ 594059 h 1893469"/>
                <a:gd name="csX1027" fmla="*/ 1611480 w 1954379"/>
                <a:gd name="csY1027" fmla="*/ 591051 h 1893469"/>
                <a:gd name="csX1028" fmla="*/ 1612232 w 1954379"/>
                <a:gd name="csY1028" fmla="*/ 588795 h 1893469"/>
                <a:gd name="csX1029" fmla="*/ 1612984 w 1954379"/>
                <a:gd name="csY1029" fmla="*/ 581276 h 1893469"/>
                <a:gd name="csX1030" fmla="*/ 1615239 w 1954379"/>
                <a:gd name="csY1030" fmla="*/ 575260 h 1893469"/>
                <a:gd name="csX1031" fmla="*/ 1618999 w 1954379"/>
                <a:gd name="csY1031" fmla="*/ 572252 h 1893469"/>
                <a:gd name="csX1032" fmla="*/ 1623511 w 1954379"/>
                <a:gd name="csY1032" fmla="*/ 575260 h 1893469"/>
                <a:gd name="csX1033" fmla="*/ 1622759 w 1954379"/>
                <a:gd name="csY1033" fmla="*/ 573004 h 1893469"/>
                <a:gd name="csX1034" fmla="*/ 1620503 w 1954379"/>
                <a:gd name="csY1034" fmla="*/ 571500 h 1893469"/>
                <a:gd name="csX1035" fmla="*/ 1619752 w 1954379"/>
                <a:gd name="csY1035" fmla="*/ 569244 h 1893469"/>
                <a:gd name="csX1036" fmla="*/ 1620503 w 1954379"/>
                <a:gd name="csY1036" fmla="*/ 566988 h 1893469"/>
                <a:gd name="csX1037" fmla="*/ 1618999 w 1954379"/>
                <a:gd name="csY1037" fmla="*/ 566236 h 1893469"/>
                <a:gd name="csX1038" fmla="*/ 1620503 w 1954379"/>
                <a:gd name="csY1038" fmla="*/ 564732 h 1893469"/>
                <a:gd name="csX1039" fmla="*/ 1622007 w 1954379"/>
                <a:gd name="csY1039" fmla="*/ 565484 h 1893469"/>
                <a:gd name="csX1040" fmla="*/ 1623511 w 1954379"/>
                <a:gd name="csY1040" fmla="*/ 565484 h 1893469"/>
                <a:gd name="csX1041" fmla="*/ 1625767 w 1954379"/>
                <a:gd name="csY1041" fmla="*/ 564732 h 1893469"/>
                <a:gd name="csX1042" fmla="*/ 1627271 w 1954379"/>
                <a:gd name="csY1042" fmla="*/ 563980 h 1893469"/>
                <a:gd name="csX1043" fmla="*/ 1625767 w 1954379"/>
                <a:gd name="csY1043" fmla="*/ 563228 h 1893469"/>
                <a:gd name="csX1044" fmla="*/ 1624263 w 1954379"/>
                <a:gd name="csY1044" fmla="*/ 563228 h 1893469"/>
                <a:gd name="csX1045" fmla="*/ 1619752 w 1954379"/>
                <a:gd name="csY1045" fmla="*/ 563980 h 1893469"/>
                <a:gd name="csX1046" fmla="*/ 1618999 w 1954379"/>
                <a:gd name="csY1046" fmla="*/ 563228 h 1893469"/>
                <a:gd name="csX1047" fmla="*/ 1617495 w 1954379"/>
                <a:gd name="csY1047" fmla="*/ 558716 h 1893469"/>
                <a:gd name="csX1048" fmla="*/ 1616744 w 1954379"/>
                <a:gd name="csY1048" fmla="*/ 554957 h 1893469"/>
                <a:gd name="csX1049" fmla="*/ 1617495 w 1954379"/>
                <a:gd name="csY1049" fmla="*/ 553453 h 1893469"/>
                <a:gd name="csX1050" fmla="*/ 1618999 w 1954379"/>
                <a:gd name="csY1050" fmla="*/ 552701 h 1893469"/>
                <a:gd name="csX1051" fmla="*/ 1626519 w 1954379"/>
                <a:gd name="csY1051" fmla="*/ 552701 h 1893469"/>
                <a:gd name="csX1052" fmla="*/ 1629527 w 1954379"/>
                <a:gd name="csY1052" fmla="*/ 551949 h 1893469"/>
                <a:gd name="csX1053" fmla="*/ 1631031 w 1954379"/>
                <a:gd name="csY1053" fmla="*/ 551197 h 1893469"/>
                <a:gd name="csX1054" fmla="*/ 1633287 w 1954379"/>
                <a:gd name="csY1054" fmla="*/ 549693 h 1893469"/>
                <a:gd name="csX1055" fmla="*/ 1633287 w 1954379"/>
                <a:gd name="csY1055" fmla="*/ 548189 h 1893469"/>
                <a:gd name="csX1056" fmla="*/ 1633287 w 1954379"/>
                <a:gd name="csY1056" fmla="*/ 546685 h 1893469"/>
                <a:gd name="csX1057" fmla="*/ 1633287 w 1954379"/>
                <a:gd name="csY1057" fmla="*/ 545181 h 1893469"/>
                <a:gd name="csX1058" fmla="*/ 1634791 w 1954379"/>
                <a:gd name="csY1058" fmla="*/ 544429 h 1893469"/>
                <a:gd name="csX1059" fmla="*/ 1634791 w 1954379"/>
                <a:gd name="csY1059" fmla="*/ 543677 h 1893469"/>
                <a:gd name="csX1060" fmla="*/ 1636295 w 1954379"/>
                <a:gd name="csY1060" fmla="*/ 541421 h 1893469"/>
                <a:gd name="csX1061" fmla="*/ 1637047 w 1954379"/>
                <a:gd name="csY1061" fmla="*/ 540669 h 1893469"/>
                <a:gd name="csX1062" fmla="*/ 1637047 w 1954379"/>
                <a:gd name="csY1062" fmla="*/ 536909 h 1893469"/>
                <a:gd name="csX1063" fmla="*/ 1637799 w 1954379"/>
                <a:gd name="csY1063" fmla="*/ 533901 h 1893469"/>
                <a:gd name="csX1064" fmla="*/ 1638551 w 1954379"/>
                <a:gd name="csY1064" fmla="*/ 533901 h 1893469"/>
                <a:gd name="csX1065" fmla="*/ 1639303 w 1954379"/>
                <a:gd name="csY1065" fmla="*/ 533149 h 1893469"/>
                <a:gd name="csX1066" fmla="*/ 1640055 w 1954379"/>
                <a:gd name="csY1066" fmla="*/ 532397 h 1893469"/>
                <a:gd name="csX1067" fmla="*/ 1640055 w 1954379"/>
                <a:gd name="csY1067" fmla="*/ 531645 h 1893469"/>
                <a:gd name="csX1068" fmla="*/ 1639303 w 1954379"/>
                <a:gd name="csY1068" fmla="*/ 529390 h 1893469"/>
                <a:gd name="csX1069" fmla="*/ 1639303 w 1954379"/>
                <a:gd name="csY1069" fmla="*/ 528637 h 1893469"/>
                <a:gd name="csX1070" fmla="*/ 1640055 w 1954379"/>
                <a:gd name="csY1070" fmla="*/ 524878 h 1893469"/>
                <a:gd name="csX1071" fmla="*/ 1640055 w 1954379"/>
                <a:gd name="csY1071" fmla="*/ 522622 h 1893469"/>
                <a:gd name="csX1072" fmla="*/ 1639303 w 1954379"/>
                <a:gd name="csY1072" fmla="*/ 521118 h 1893469"/>
                <a:gd name="csX1073" fmla="*/ 1638551 w 1954379"/>
                <a:gd name="csY1073" fmla="*/ 520366 h 1893469"/>
                <a:gd name="csX1074" fmla="*/ 1637799 w 1954379"/>
                <a:gd name="csY1074" fmla="*/ 519614 h 1893469"/>
                <a:gd name="csX1075" fmla="*/ 1637047 w 1954379"/>
                <a:gd name="csY1075" fmla="*/ 518862 h 1893469"/>
                <a:gd name="csX1076" fmla="*/ 1637047 w 1954379"/>
                <a:gd name="csY1076" fmla="*/ 515854 h 1893469"/>
                <a:gd name="csX1077" fmla="*/ 1637799 w 1954379"/>
                <a:gd name="csY1077" fmla="*/ 513598 h 1893469"/>
                <a:gd name="csX1078" fmla="*/ 1644567 w 1954379"/>
                <a:gd name="csY1078" fmla="*/ 505326 h 1893469"/>
                <a:gd name="csX1079" fmla="*/ 1655846 w 1954379"/>
                <a:gd name="csY1079" fmla="*/ 495551 h 1893469"/>
                <a:gd name="csX1080" fmla="*/ 1657350 w 1954379"/>
                <a:gd name="csY1080" fmla="*/ 497807 h 1893469"/>
                <a:gd name="csX1081" fmla="*/ 1658102 w 1954379"/>
                <a:gd name="csY1081" fmla="*/ 498559 h 1893469"/>
                <a:gd name="csX1082" fmla="*/ 1658854 w 1954379"/>
                <a:gd name="csY1082" fmla="*/ 500814 h 1893469"/>
                <a:gd name="csX1083" fmla="*/ 1658854 w 1954379"/>
                <a:gd name="csY1083" fmla="*/ 501566 h 1893469"/>
                <a:gd name="csX1084" fmla="*/ 1658102 w 1954379"/>
                <a:gd name="csY1084" fmla="*/ 503822 h 1893469"/>
                <a:gd name="csX1085" fmla="*/ 1658102 w 1954379"/>
                <a:gd name="csY1085" fmla="*/ 504574 h 1893469"/>
                <a:gd name="csX1086" fmla="*/ 1658102 w 1954379"/>
                <a:gd name="csY1086" fmla="*/ 505326 h 1893469"/>
                <a:gd name="csX1087" fmla="*/ 1659606 w 1954379"/>
                <a:gd name="csY1087" fmla="*/ 506078 h 1893469"/>
                <a:gd name="csX1088" fmla="*/ 1661110 w 1954379"/>
                <a:gd name="csY1088" fmla="*/ 508334 h 1893469"/>
                <a:gd name="csX1089" fmla="*/ 1665622 w 1954379"/>
                <a:gd name="csY1089" fmla="*/ 513598 h 1893469"/>
                <a:gd name="csX1090" fmla="*/ 1667126 w 1954379"/>
                <a:gd name="csY1090" fmla="*/ 513598 h 1893469"/>
                <a:gd name="csX1091" fmla="*/ 1669382 w 1954379"/>
                <a:gd name="csY1091" fmla="*/ 507582 h 1893469"/>
                <a:gd name="csX1092" fmla="*/ 1679909 w 1954379"/>
                <a:gd name="csY1092" fmla="*/ 500814 h 1893469"/>
                <a:gd name="csX1093" fmla="*/ 1681413 w 1954379"/>
                <a:gd name="csY1093" fmla="*/ 497055 h 1893469"/>
                <a:gd name="csX1094" fmla="*/ 1684421 w 1954379"/>
                <a:gd name="csY1094" fmla="*/ 497055 h 1893469"/>
                <a:gd name="csX1095" fmla="*/ 1688181 w 1954379"/>
                <a:gd name="csY1095" fmla="*/ 498559 h 1893469"/>
                <a:gd name="csX1096" fmla="*/ 1691189 w 1954379"/>
                <a:gd name="csY1096" fmla="*/ 500063 h 1893469"/>
                <a:gd name="csX1097" fmla="*/ 1690437 w 1954379"/>
                <a:gd name="csY1097" fmla="*/ 497807 h 1893469"/>
                <a:gd name="csX1098" fmla="*/ 1688181 w 1954379"/>
                <a:gd name="csY1098" fmla="*/ 496303 h 1893469"/>
                <a:gd name="csX1099" fmla="*/ 1688181 w 1954379"/>
                <a:gd name="csY1099" fmla="*/ 491791 h 1893469"/>
                <a:gd name="csX1100" fmla="*/ 1688181 w 1954379"/>
                <a:gd name="csY1100" fmla="*/ 487279 h 1893469"/>
                <a:gd name="csX1101" fmla="*/ 1688933 w 1954379"/>
                <a:gd name="csY1101" fmla="*/ 484271 h 1893469"/>
                <a:gd name="csX1102" fmla="*/ 1689685 w 1954379"/>
                <a:gd name="csY1102" fmla="*/ 482015 h 1893469"/>
                <a:gd name="csX1103" fmla="*/ 1690437 w 1954379"/>
                <a:gd name="csY1103" fmla="*/ 480511 h 1893469"/>
                <a:gd name="csX1104" fmla="*/ 1693445 w 1954379"/>
                <a:gd name="csY1104" fmla="*/ 483519 h 1893469"/>
                <a:gd name="csX1105" fmla="*/ 1695701 w 1954379"/>
                <a:gd name="csY1105" fmla="*/ 485775 h 1893469"/>
                <a:gd name="csX1106" fmla="*/ 1696453 w 1954379"/>
                <a:gd name="csY1106" fmla="*/ 488783 h 1893469"/>
                <a:gd name="csX1107" fmla="*/ 1696453 w 1954379"/>
                <a:gd name="csY1107" fmla="*/ 491791 h 1893469"/>
                <a:gd name="csX1108" fmla="*/ 1699461 w 1954379"/>
                <a:gd name="csY1108" fmla="*/ 491039 h 1893469"/>
                <a:gd name="csX1109" fmla="*/ 1703220 w 1954379"/>
                <a:gd name="csY1109" fmla="*/ 492543 h 1893469"/>
                <a:gd name="csX1110" fmla="*/ 1703972 w 1954379"/>
                <a:gd name="csY1110" fmla="*/ 496303 h 1893469"/>
                <a:gd name="csX1111" fmla="*/ 1704725 w 1954379"/>
                <a:gd name="csY1111" fmla="*/ 503070 h 1893469"/>
                <a:gd name="csX1112" fmla="*/ 1703220 w 1954379"/>
                <a:gd name="csY1112" fmla="*/ 505326 h 1893469"/>
                <a:gd name="csX1113" fmla="*/ 1701716 w 1954379"/>
                <a:gd name="csY1113" fmla="*/ 506830 h 1893469"/>
                <a:gd name="csX1114" fmla="*/ 1700212 w 1954379"/>
                <a:gd name="csY1114" fmla="*/ 508334 h 1893469"/>
                <a:gd name="csX1115" fmla="*/ 1700965 w 1954379"/>
                <a:gd name="csY1115" fmla="*/ 509838 h 1893469"/>
                <a:gd name="csX1116" fmla="*/ 1702469 w 1954379"/>
                <a:gd name="csY1116" fmla="*/ 509838 h 1893469"/>
                <a:gd name="csX1117" fmla="*/ 1713748 w 1954379"/>
                <a:gd name="csY1117" fmla="*/ 504574 h 1893469"/>
                <a:gd name="csX1118" fmla="*/ 1718260 w 1954379"/>
                <a:gd name="csY1118" fmla="*/ 502318 h 1893469"/>
                <a:gd name="csX1119" fmla="*/ 1720516 w 1954379"/>
                <a:gd name="csY1119" fmla="*/ 500063 h 1893469"/>
                <a:gd name="csX1120" fmla="*/ 1722020 w 1954379"/>
                <a:gd name="csY1120" fmla="*/ 497807 h 1893469"/>
                <a:gd name="csX1121" fmla="*/ 1723524 w 1954379"/>
                <a:gd name="csY1121" fmla="*/ 492543 h 1893469"/>
                <a:gd name="csX1122" fmla="*/ 1725028 w 1954379"/>
                <a:gd name="csY1122" fmla="*/ 491791 h 1893469"/>
                <a:gd name="csX1123" fmla="*/ 1723524 w 1954379"/>
                <a:gd name="csY1123" fmla="*/ 488031 h 1893469"/>
                <a:gd name="csX1124" fmla="*/ 1724276 w 1954379"/>
                <a:gd name="csY1124" fmla="*/ 482767 h 1893469"/>
                <a:gd name="csX1125" fmla="*/ 1725780 w 1954379"/>
                <a:gd name="csY1125" fmla="*/ 483519 h 1893469"/>
                <a:gd name="csX1126" fmla="*/ 1728036 w 1954379"/>
                <a:gd name="csY1126" fmla="*/ 485023 h 1893469"/>
                <a:gd name="csX1127" fmla="*/ 1731044 w 1954379"/>
                <a:gd name="csY1127" fmla="*/ 488031 h 1893469"/>
                <a:gd name="csX1128" fmla="*/ 1730291 w 1954379"/>
                <a:gd name="csY1128" fmla="*/ 490287 h 1893469"/>
                <a:gd name="csX1129" fmla="*/ 1731795 w 1954379"/>
                <a:gd name="csY1129" fmla="*/ 491791 h 1893469"/>
                <a:gd name="csX1130" fmla="*/ 1732548 w 1954379"/>
                <a:gd name="csY1130" fmla="*/ 493295 h 1893469"/>
                <a:gd name="csX1131" fmla="*/ 1733299 w 1954379"/>
                <a:gd name="csY1131" fmla="*/ 494799 h 1893469"/>
                <a:gd name="csX1132" fmla="*/ 1733299 w 1954379"/>
                <a:gd name="csY1132" fmla="*/ 496303 h 1893469"/>
                <a:gd name="csX1133" fmla="*/ 1734051 w 1954379"/>
                <a:gd name="csY1133" fmla="*/ 497807 h 1893469"/>
                <a:gd name="csX1134" fmla="*/ 1735555 w 1954379"/>
                <a:gd name="csY1134" fmla="*/ 499311 h 1893469"/>
                <a:gd name="csX1135" fmla="*/ 1737811 w 1954379"/>
                <a:gd name="csY1135" fmla="*/ 503070 h 1893469"/>
                <a:gd name="csX1136" fmla="*/ 1739315 w 1954379"/>
                <a:gd name="csY1136" fmla="*/ 505326 h 1893469"/>
                <a:gd name="csX1137" fmla="*/ 1739315 w 1954379"/>
                <a:gd name="csY1137" fmla="*/ 508334 h 1893469"/>
                <a:gd name="csX1138" fmla="*/ 1737811 w 1954379"/>
                <a:gd name="csY1138" fmla="*/ 511342 h 1893469"/>
                <a:gd name="csX1139" fmla="*/ 1748339 w 1954379"/>
                <a:gd name="csY1139" fmla="*/ 511342 h 1893469"/>
                <a:gd name="csX1140" fmla="*/ 1750595 w 1954379"/>
                <a:gd name="csY1140" fmla="*/ 512094 h 1893469"/>
                <a:gd name="csX1141" fmla="*/ 1751347 w 1954379"/>
                <a:gd name="csY1141" fmla="*/ 516606 h 1893469"/>
                <a:gd name="csX1142" fmla="*/ 1753603 w 1954379"/>
                <a:gd name="csY1142" fmla="*/ 518110 h 1893469"/>
                <a:gd name="csX1143" fmla="*/ 1753603 w 1954379"/>
                <a:gd name="csY1143" fmla="*/ 516606 h 1893469"/>
                <a:gd name="csX1144" fmla="*/ 1753603 w 1954379"/>
                <a:gd name="csY1144" fmla="*/ 515102 h 1893469"/>
                <a:gd name="csX1145" fmla="*/ 1754355 w 1954379"/>
                <a:gd name="csY1145" fmla="*/ 513598 h 1893469"/>
                <a:gd name="csX1146" fmla="*/ 1755107 w 1954379"/>
                <a:gd name="csY1146" fmla="*/ 512094 h 1893469"/>
                <a:gd name="csX1147" fmla="*/ 1754355 w 1954379"/>
                <a:gd name="csY1147" fmla="*/ 511342 h 1893469"/>
                <a:gd name="csX1148" fmla="*/ 1753603 w 1954379"/>
                <a:gd name="csY1148" fmla="*/ 510590 h 1893469"/>
                <a:gd name="csX1149" fmla="*/ 1753603 w 1954379"/>
                <a:gd name="csY1149" fmla="*/ 509838 h 1893469"/>
                <a:gd name="csX1150" fmla="*/ 1753603 w 1954379"/>
                <a:gd name="csY1150" fmla="*/ 508334 h 1893469"/>
                <a:gd name="csX1151" fmla="*/ 1749843 w 1954379"/>
                <a:gd name="csY1151" fmla="*/ 506830 h 1893469"/>
                <a:gd name="csX1152" fmla="*/ 1746083 w 1954379"/>
                <a:gd name="csY1152" fmla="*/ 501566 h 1893469"/>
                <a:gd name="csX1153" fmla="*/ 1744579 w 1954379"/>
                <a:gd name="csY1153" fmla="*/ 500814 h 1893469"/>
                <a:gd name="csX1154" fmla="*/ 1744579 w 1954379"/>
                <a:gd name="csY1154" fmla="*/ 502318 h 1893469"/>
                <a:gd name="csX1155" fmla="*/ 1743827 w 1954379"/>
                <a:gd name="csY1155" fmla="*/ 503822 h 1893469"/>
                <a:gd name="csX1156" fmla="*/ 1743075 w 1954379"/>
                <a:gd name="csY1156" fmla="*/ 505326 h 1893469"/>
                <a:gd name="csX1157" fmla="*/ 1741571 w 1954379"/>
                <a:gd name="csY1157" fmla="*/ 506078 h 1893469"/>
                <a:gd name="csX1158" fmla="*/ 1741571 w 1954379"/>
                <a:gd name="csY1158" fmla="*/ 489535 h 1893469"/>
                <a:gd name="csX1159" fmla="*/ 1742323 w 1954379"/>
                <a:gd name="csY1159" fmla="*/ 487279 h 1893469"/>
                <a:gd name="csX1160" fmla="*/ 1744579 w 1954379"/>
                <a:gd name="csY1160" fmla="*/ 487279 h 1893469"/>
                <a:gd name="csX1161" fmla="*/ 1743075 w 1954379"/>
                <a:gd name="csY1161" fmla="*/ 485023 h 1893469"/>
                <a:gd name="csX1162" fmla="*/ 1745331 w 1954379"/>
                <a:gd name="csY1162" fmla="*/ 484271 h 1893469"/>
                <a:gd name="csX1163" fmla="*/ 1747587 w 1954379"/>
                <a:gd name="csY1163" fmla="*/ 482767 h 1893469"/>
                <a:gd name="csX1164" fmla="*/ 1749843 w 1954379"/>
                <a:gd name="csY1164" fmla="*/ 483519 h 1893469"/>
                <a:gd name="csX1165" fmla="*/ 1752099 w 1954379"/>
                <a:gd name="csY1165" fmla="*/ 485023 h 1893469"/>
                <a:gd name="csX1166" fmla="*/ 1751347 w 1954379"/>
                <a:gd name="csY1166" fmla="*/ 485775 h 1893469"/>
                <a:gd name="csX1167" fmla="*/ 1750595 w 1954379"/>
                <a:gd name="csY1167" fmla="*/ 487279 h 1893469"/>
                <a:gd name="csX1168" fmla="*/ 1749843 w 1954379"/>
                <a:gd name="csY1168" fmla="*/ 488031 h 1893469"/>
                <a:gd name="csX1169" fmla="*/ 1750595 w 1954379"/>
                <a:gd name="csY1169" fmla="*/ 490287 h 1893469"/>
                <a:gd name="csX1170" fmla="*/ 1749843 w 1954379"/>
                <a:gd name="csY1170" fmla="*/ 495551 h 1893469"/>
                <a:gd name="csX1171" fmla="*/ 1751347 w 1954379"/>
                <a:gd name="csY1171" fmla="*/ 498559 h 1893469"/>
                <a:gd name="csX1172" fmla="*/ 1750595 w 1954379"/>
                <a:gd name="csY1172" fmla="*/ 497055 h 1893469"/>
                <a:gd name="csX1173" fmla="*/ 1751347 w 1954379"/>
                <a:gd name="csY1173" fmla="*/ 495551 h 1893469"/>
                <a:gd name="csX1174" fmla="*/ 1752099 w 1954379"/>
                <a:gd name="csY1174" fmla="*/ 494047 h 1893469"/>
                <a:gd name="csX1175" fmla="*/ 1753603 w 1954379"/>
                <a:gd name="csY1175" fmla="*/ 493295 h 1893469"/>
                <a:gd name="csX1176" fmla="*/ 1753603 w 1954379"/>
                <a:gd name="csY1176" fmla="*/ 495551 h 1893469"/>
                <a:gd name="csX1177" fmla="*/ 1754355 w 1954379"/>
                <a:gd name="csY1177" fmla="*/ 497055 h 1893469"/>
                <a:gd name="csX1178" fmla="*/ 1755859 w 1954379"/>
                <a:gd name="csY1178" fmla="*/ 498559 h 1893469"/>
                <a:gd name="csX1179" fmla="*/ 1757363 w 1954379"/>
                <a:gd name="csY1179" fmla="*/ 498559 h 1893469"/>
                <a:gd name="csX1180" fmla="*/ 1757363 w 1954379"/>
                <a:gd name="csY1180" fmla="*/ 497807 h 1893469"/>
                <a:gd name="csX1181" fmla="*/ 1755859 w 1954379"/>
                <a:gd name="csY1181" fmla="*/ 497055 h 1893469"/>
                <a:gd name="csX1182" fmla="*/ 1755107 w 1954379"/>
                <a:gd name="csY1182" fmla="*/ 494799 h 1893469"/>
                <a:gd name="csX1183" fmla="*/ 1755107 w 1954379"/>
                <a:gd name="csY1183" fmla="*/ 493295 h 1893469"/>
                <a:gd name="csX1184" fmla="*/ 1756610 w 1954379"/>
                <a:gd name="csY1184" fmla="*/ 491039 h 1893469"/>
                <a:gd name="csX1185" fmla="*/ 1758114 w 1954379"/>
                <a:gd name="csY1185" fmla="*/ 491039 h 1893469"/>
                <a:gd name="csX1186" fmla="*/ 1760370 w 1954379"/>
                <a:gd name="csY1186" fmla="*/ 491791 h 1893469"/>
                <a:gd name="csX1187" fmla="*/ 1763378 w 1954379"/>
                <a:gd name="csY1187" fmla="*/ 494799 h 1893469"/>
                <a:gd name="csX1188" fmla="*/ 1763378 w 1954379"/>
                <a:gd name="csY1188" fmla="*/ 491791 h 1893469"/>
                <a:gd name="csX1189" fmla="*/ 1762627 w 1954379"/>
                <a:gd name="csY1189" fmla="*/ 490287 h 1893469"/>
                <a:gd name="csX1190" fmla="*/ 1761123 w 1954379"/>
                <a:gd name="csY1190" fmla="*/ 489535 h 1893469"/>
                <a:gd name="csX1191" fmla="*/ 1760370 w 1954379"/>
                <a:gd name="csY1191" fmla="*/ 487279 h 1893469"/>
                <a:gd name="csX1192" fmla="*/ 1762627 w 1954379"/>
                <a:gd name="csY1192" fmla="*/ 488031 h 1893469"/>
                <a:gd name="csX1193" fmla="*/ 1764882 w 1954379"/>
                <a:gd name="csY1193" fmla="*/ 487279 h 1893469"/>
                <a:gd name="csX1194" fmla="*/ 1766386 w 1954379"/>
                <a:gd name="csY1194" fmla="*/ 485775 h 1893469"/>
                <a:gd name="csX1195" fmla="*/ 1768642 w 1954379"/>
                <a:gd name="csY1195" fmla="*/ 485023 h 1893469"/>
                <a:gd name="csX1196" fmla="*/ 1770898 w 1954379"/>
                <a:gd name="csY1196" fmla="*/ 485775 h 1893469"/>
                <a:gd name="csX1197" fmla="*/ 1770898 w 1954379"/>
                <a:gd name="csY1197" fmla="*/ 488031 h 1893469"/>
                <a:gd name="csX1198" fmla="*/ 1770898 w 1954379"/>
                <a:gd name="csY1198" fmla="*/ 491039 h 1893469"/>
                <a:gd name="csX1199" fmla="*/ 1770898 w 1954379"/>
                <a:gd name="csY1199" fmla="*/ 493295 h 1893469"/>
                <a:gd name="csX1200" fmla="*/ 1771650 w 1954379"/>
                <a:gd name="csY1200" fmla="*/ 493295 h 1893469"/>
                <a:gd name="csX1201" fmla="*/ 1773906 w 1954379"/>
                <a:gd name="csY1201" fmla="*/ 492543 h 1893469"/>
                <a:gd name="csX1202" fmla="*/ 1774658 w 1954379"/>
                <a:gd name="csY1202" fmla="*/ 493295 h 1893469"/>
                <a:gd name="csX1203" fmla="*/ 1774658 w 1954379"/>
                <a:gd name="csY1203" fmla="*/ 495551 h 1893469"/>
                <a:gd name="csX1204" fmla="*/ 1773906 w 1954379"/>
                <a:gd name="csY1204" fmla="*/ 497807 h 1893469"/>
                <a:gd name="csX1205" fmla="*/ 1776914 w 1954379"/>
                <a:gd name="csY1205" fmla="*/ 496303 h 1893469"/>
                <a:gd name="csX1206" fmla="*/ 1777666 w 1954379"/>
                <a:gd name="csY1206" fmla="*/ 494047 h 1893469"/>
                <a:gd name="csX1207" fmla="*/ 1776914 w 1954379"/>
                <a:gd name="csY1207" fmla="*/ 491791 h 1893469"/>
                <a:gd name="csX1208" fmla="*/ 1776162 w 1954379"/>
                <a:gd name="csY1208" fmla="*/ 489535 h 1893469"/>
                <a:gd name="csX1209" fmla="*/ 1782930 w 1954379"/>
                <a:gd name="csY1209" fmla="*/ 494047 h 1893469"/>
                <a:gd name="csX1210" fmla="*/ 1783682 w 1954379"/>
                <a:gd name="csY1210" fmla="*/ 495551 h 1893469"/>
                <a:gd name="csX1211" fmla="*/ 1782178 w 1954379"/>
                <a:gd name="csY1211" fmla="*/ 497807 h 1893469"/>
                <a:gd name="csX1212" fmla="*/ 1781426 w 1954379"/>
                <a:gd name="csY1212" fmla="*/ 498559 h 1893469"/>
                <a:gd name="csX1213" fmla="*/ 1779922 w 1954379"/>
                <a:gd name="csY1213" fmla="*/ 496303 h 1893469"/>
                <a:gd name="csX1214" fmla="*/ 1779170 w 1954379"/>
                <a:gd name="csY1214" fmla="*/ 496303 h 1893469"/>
                <a:gd name="csX1215" fmla="*/ 1778418 w 1954379"/>
                <a:gd name="csY1215" fmla="*/ 498559 h 1893469"/>
                <a:gd name="csX1216" fmla="*/ 1777666 w 1954379"/>
                <a:gd name="csY1216" fmla="*/ 499311 h 1893469"/>
                <a:gd name="csX1217" fmla="*/ 1776914 w 1954379"/>
                <a:gd name="csY1217" fmla="*/ 500063 h 1893469"/>
                <a:gd name="csX1218" fmla="*/ 1775410 w 1954379"/>
                <a:gd name="csY1218" fmla="*/ 500814 h 1893469"/>
                <a:gd name="csX1219" fmla="*/ 1775410 w 1954379"/>
                <a:gd name="csY1219" fmla="*/ 501566 h 1893469"/>
                <a:gd name="csX1220" fmla="*/ 1776914 w 1954379"/>
                <a:gd name="csY1220" fmla="*/ 503822 h 1893469"/>
                <a:gd name="csX1221" fmla="*/ 1778418 w 1954379"/>
                <a:gd name="csY1221" fmla="*/ 503822 h 1893469"/>
                <a:gd name="csX1222" fmla="*/ 1779170 w 1954379"/>
                <a:gd name="csY1222" fmla="*/ 501566 h 1893469"/>
                <a:gd name="csX1223" fmla="*/ 1781426 w 1954379"/>
                <a:gd name="csY1223" fmla="*/ 500814 h 1893469"/>
                <a:gd name="csX1224" fmla="*/ 1783682 w 1954379"/>
                <a:gd name="csY1224" fmla="*/ 501566 h 1893469"/>
                <a:gd name="csX1225" fmla="*/ 1786689 w 1954379"/>
                <a:gd name="csY1225" fmla="*/ 503070 h 1893469"/>
                <a:gd name="csX1226" fmla="*/ 1786689 w 1954379"/>
                <a:gd name="csY1226" fmla="*/ 500814 h 1893469"/>
                <a:gd name="csX1227" fmla="*/ 1786689 w 1954379"/>
                <a:gd name="csY1227" fmla="*/ 500063 h 1893469"/>
                <a:gd name="csX1228" fmla="*/ 1787442 w 1954379"/>
                <a:gd name="csY1228" fmla="*/ 499311 h 1893469"/>
                <a:gd name="csX1229" fmla="*/ 1788193 w 1954379"/>
                <a:gd name="csY1229" fmla="*/ 498559 h 1893469"/>
                <a:gd name="csX1230" fmla="*/ 1789697 w 1954379"/>
                <a:gd name="csY1230" fmla="*/ 500814 h 1893469"/>
                <a:gd name="csX1231" fmla="*/ 1789697 w 1954379"/>
                <a:gd name="csY1231" fmla="*/ 503070 h 1893469"/>
                <a:gd name="csX1232" fmla="*/ 1788946 w 1954379"/>
                <a:gd name="csY1232" fmla="*/ 505326 h 1893469"/>
                <a:gd name="csX1233" fmla="*/ 1787442 w 1954379"/>
                <a:gd name="csY1233" fmla="*/ 507582 h 1893469"/>
                <a:gd name="csX1234" fmla="*/ 1786689 w 1954379"/>
                <a:gd name="csY1234" fmla="*/ 508334 h 1893469"/>
                <a:gd name="csX1235" fmla="*/ 1783682 w 1954379"/>
                <a:gd name="csY1235" fmla="*/ 509838 h 1893469"/>
                <a:gd name="csX1236" fmla="*/ 1783682 w 1954379"/>
                <a:gd name="csY1236" fmla="*/ 510590 h 1893469"/>
                <a:gd name="csX1237" fmla="*/ 1783682 w 1954379"/>
                <a:gd name="csY1237" fmla="*/ 512094 h 1893469"/>
                <a:gd name="csX1238" fmla="*/ 1785186 w 1954379"/>
                <a:gd name="csY1238" fmla="*/ 512094 h 1893469"/>
                <a:gd name="csX1239" fmla="*/ 1786689 w 1954379"/>
                <a:gd name="csY1239" fmla="*/ 511342 h 1893469"/>
                <a:gd name="csX1240" fmla="*/ 1787442 w 1954379"/>
                <a:gd name="csY1240" fmla="*/ 509838 h 1893469"/>
                <a:gd name="csX1241" fmla="*/ 1788946 w 1954379"/>
                <a:gd name="csY1241" fmla="*/ 511342 h 1893469"/>
                <a:gd name="csX1242" fmla="*/ 1790449 w 1954379"/>
                <a:gd name="csY1242" fmla="*/ 512846 h 1893469"/>
                <a:gd name="csX1243" fmla="*/ 1791202 w 1954379"/>
                <a:gd name="csY1243" fmla="*/ 514350 h 1893469"/>
                <a:gd name="csX1244" fmla="*/ 1791953 w 1954379"/>
                <a:gd name="csY1244" fmla="*/ 516606 h 1893469"/>
                <a:gd name="csX1245" fmla="*/ 1792706 w 1954379"/>
                <a:gd name="csY1245" fmla="*/ 513598 h 1893469"/>
                <a:gd name="csX1246" fmla="*/ 1791953 w 1954379"/>
                <a:gd name="csY1246" fmla="*/ 510590 h 1893469"/>
                <a:gd name="csX1247" fmla="*/ 1791953 w 1954379"/>
                <a:gd name="csY1247" fmla="*/ 507582 h 1893469"/>
                <a:gd name="csX1248" fmla="*/ 1793457 w 1954379"/>
                <a:gd name="csY1248" fmla="*/ 506078 h 1893469"/>
                <a:gd name="csX1249" fmla="*/ 1794209 w 1954379"/>
                <a:gd name="csY1249" fmla="*/ 506830 h 1893469"/>
                <a:gd name="csX1250" fmla="*/ 1794209 w 1954379"/>
                <a:gd name="csY1250" fmla="*/ 508334 h 1893469"/>
                <a:gd name="csX1251" fmla="*/ 1794961 w 1954379"/>
                <a:gd name="csY1251" fmla="*/ 509086 h 1893469"/>
                <a:gd name="csX1252" fmla="*/ 1795713 w 1954379"/>
                <a:gd name="csY1252" fmla="*/ 507582 h 1893469"/>
                <a:gd name="csX1253" fmla="*/ 1794961 w 1954379"/>
                <a:gd name="csY1253" fmla="*/ 506830 h 1893469"/>
                <a:gd name="csX1254" fmla="*/ 1794961 w 1954379"/>
                <a:gd name="csY1254" fmla="*/ 506078 h 1893469"/>
                <a:gd name="csX1255" fmla="*/ 1794961 w 1954379"/>
                <a:gd name="csY1255" fmla="*/ 504574 h 1893469"/>
                <a:gd name="csX1256" fmla="*/ 1794961 w 1954379"/>
                <a:gd name="csY1256" fmla="*/ 503070 h 1893469"/>
                <a:gd name="csX1257" fmla="*/ 1796465 w 1954379"/>
                <a:gd name="csY1257" fmla="*/ 501566 h 1893469"/>
                <a:gd name="csX1258" fmla="*/ 1796465 w 1954379"/>
                <a:gd name="csY1258" fmla="*/ 500814 h 1893469"/>
                <a:gd name="csX1259" fmla="*/ 1797217 w 1954379"/>
                <a:gd name="csY1259" fmla="*/ 497807 h 1893469"/>
                <a:gd name="csX1260" fmla="*/ 1797969 w 1954379"/>
                <a:gd name="csY1260" fmla="*/ 496303 h 1893469"/>
                <a:gd name="csX1261" fmla="*/ 1799473 w 1954379"/>
                <a:gd name="csY1261" fmla="*/ 495551 h 1893469"/>
                <a:gd name="csX1262" fmla="*/ 1800977 w 1954379"/>
                <a:gd name="csY1262" fmla="*/ 496303 h 1893469"/>
                <a:gd name="csX1263" fmla="*/ 1801729 w 1954379"/>
                <a:gd name="csY1263" fmla="*/ 497807 h 1893469"/>
                <a:gd name="csX1264" fmla="*/ 1801729 w 1954379"/>
                <a:gd name="csY1264" fmla="*/ 499311 h 1893469"/>
                <a:gd name="csX1265" fmla="*/ 1800977 w 1954379"/>
                <a:gd name="csY1265" fmla="*/ 500814 h 1893469"/>
                <a:gd name="csX1266" fmla="*/ 1801729 w 1954379"/>
                <a:gd name="csY1266" fmla="*/ 500814 h 1893469"/>
                <a:gd name="csX1267" fmla="*/ 1801729 w 1954379"/>
                <a:gd name="csY1267" fmla="*/ 501566 h 1893469"/>
                <a:gd name="csX1268" fmla="*/ 1800977 w 1954379"/>
                <a:gd name="csY1268" fmla="*/ 503070 h 1893469"/>
                <a:gd name="csX1269" fmla="*/ 1800977 w 1954379"/>
                <a:gd name="csY1269" fmla="*/ 506830 h 1893469"/>
                <a:gd name="csX1270" fmla="*/ 1800225 w 1954379"/>
                <a:gd name="csY1270" fmla="*/ 509086 h 1893469"/>
                <a:gd name="csX1271" fmla="*/ 1800977 w 1954379"/>
                <a:gd name="csY1271" fmla="*/ 509838 h 1893469"/>
                <a:gd name="csX1272" fmla="*/ 1801729 w 1954379"/>
                <a:gd name="csY1272" fmla="*/ 507582 h 1893469"/>
                <a:gd name="csX1273" fmla="*/ 1802481 w 1954379"/>
                <a:gd name="csY1273" fmla="*/ 510590 h 1893469"/>
                <a:gd name="csX1274" fmla="*/ 1803233 w 1954379"/>
                <a:gd name="csY1274" fmla="*/ 512846 h 1893469"/>
                <a:gd name="csX1275" fmla="*/ 1803985 w 1954379"/>
                <a:gd name="csY1275" fmla="*/ 515102 h 1893469"/>
                <a:gd name="csX1276" fmla="*/ 1806241 w 1954379"/>
                <a:gd name="csY1276" fmla="*/ 515102 h 1893469"/>
                <a:gd name="csX1277" fmla="*/ 1804737 w 1954379"/>
                <a:gd name="csY1277" fmla="*/ 516606 h 1893469"/>
                <a:gd name="csX1278" fmla="*/ 1801729 w 1954379"/>
                <a:gd name="csY1278" fmla="*/ 518862 h 1893469"/>
                <a:gd name="csX1279" fmla="*/ 1800977 w 1954379"/>
                <a:gd name="csY1279" fmla="*/ 520366 h 1893469"/>
                <a:gd name="csX1280" fmla="*/ 1800977 w 1954379"/>
                <a:gd name="csY1280" fmla="*/ 521870 h 1893469"/>
                <a:gd name="csX1281" fmla="*/ 1803233 w 1954379"/>
                <a:gd name="csY1281" fmla="*/ 524878 h 1893469"/>
                <a:gd name="csX1282" fmla="*/ 1803985 w 1954379"/>
                <a:gd name="csY1282" fmla="*/ 526382 h 1893469"/>
                <a:gd name="csX1283" fmla="*/ 1804737 w 1954379"/>
                <a:gd name="csY1283" fmla="*/ 524878 h 1893469"/>
                <a:gd name="csX1284" fmla="*/ 1804737 w 1954379"/>
                <a:gd name="csY1284" fmla="*/ 519614 h 1893469"/>
                <a:gd name="csX1285" fmla="*/ 1805489 w 1954379"/>
                <a:gd name="csY1285" fmla="*/ 518110 h 1893469"/>
                <a:gd name="csX1286" fmla="*/ 1806241 w 1954379"/>
                <a:gd name="csY1286" fmla="*/ 516606 h 1893469"/>
                <a:gd name="csX1287" fmla="*/ 1806993 w 1954379"/>
                <a:gd name="csY1287" fmla="*/ 515102 h 1893469"/>
                <a:gd name="csX1288" fmla="*/ 1808497 w 1954379"/>
                <a:gd name="csY1288" fmla="*/ 514350 h 1893469"/>
                <a:gd name="csX1289" fmla="*/ 1810001 w 1954379"/>
                <a:gd name="csY1289" fmla="*/ 515102 h 1893469"/>
                <a:gd name="csX1290" fmla="*/ 1810001 w 1954379"/>
                <a:gd name="csY1290" fmla="*/ 512094 h 1893469"/>
                <a:gd name="csX1291" fmla="*/ 1810753 w 1954379"/>
                <a:gd name="csY1291" fmla="*/ 510590 h 1893469"/>
                <a:gd name="csX1292" fmla="*/ 1811505 w 1954379"/>
                <a:gd name="csY1292" fmla="*/ 509838 h 1893469"/>
                <a:gd name="csX1293" fmla="*/ 1813761 w 1954379"/>
                <a:gd name="csY1293" fmla="*/ 509838 h 1893469"/>
                <a:gd name="csX1294" fmla="*/ 1815265 w 1954379"/>
                <a:gd name="csY1294" fmla="*/ 509086 h 1893469"/>
                <a:gd name="csX1295" fmla="*/ 1816017 w 1954379"/>
                <a:gd name="csY1295" fmla="*/ 506078 h 1893469"/>
                <a:gd name="csX1296" fmla="*/ 1817521 w 1954379"/>
                <a:gd name="csY1296" fmla="*/ 500814 h 1893469"/>
                <a:gd name="csX1297" fmla="*/ 1819025 w 1954379"/>
                <a:gd name="csY1297" fmla="*/ 503070 h 1893469"/>
                <a:gd name="csX1298" fmla="*/ 1819025 w 1954379"/>
                <a:gd name="csY1298" fmla="*/ 506830 h 1893469"/>
                <a:gd name="csX1299" fmla="*/ 1817521 w 1954379"/>
                <a:gd name="csY1299" fmla="*/ 514350 h 1893469"/>
                <a:gd name="csX1300" fmla="*/ 1818272 w 1954379"/>
                <a:gd name="csY1300" fmla="*/ 514350 h 1893469"/>
                <a:gd name="csX1301" fmla="*/ 1819776 w 1954379"/>
                <a:gd name="csY1301" fmla="*/ 512094 h 1893469"/>
                <a:gd name="csX1302" fmla="*/ 1821280 w 1954379"/>
                <a:gd name="csY1302" fmla="*/ 512846 h 1893469"/>
                <a:gd name="csX1303" fmla="*/ 1821280 w 1954379"/>
                <a:gd name="csY1303" fmla="*/ 513598 h 1893469"/>
                <a:gd name="csX1304" fmla="*/ 1821280 w 1954379"/>
                <a:gd name="csY1304" fmla="*/ 515102 h 1893469"/>
                <a:gd name="csX1305" fmla="*/ 1820528 w 1954379"/>
                <a:gd name="csY1305" fmla="*/ 516606 h 1893469"/>
                <a:gd name="csX1306" fmla="*/ 1823536 w 1954379"/>
                <a:gd name="csY1306" fmla="*/ 516606 h 1893469"/>
                <a:gd name="csX1307" fmla="*/ 1823536 w 1954379"/>
                <a:gd name="csY1307" fmla="*/ 517358 h 1893469"/>
                <a:gd name="csX1308" fmla="*/ 1822032 w 1954379"/>
                <a:gd name="csY1308" fmla="*/ 519614 h 1893469"/>
                <a:gd name="csX1309" fmla="*/ 1822032 w 1954379"/>
                <a:gd name="csY1309" fmla="*/ 520366 h 1893469"/>
                <a:gd name="csX1310" fmla="*/ 1822784 w 1954379"/>
                <a:gd name="csY1310" fmla="*/ 519614 h 1893469"/>
                <a:gd name="csX1311" fmla="*/ 1823536 w 1954379"/>
                <a:gd name="csY1311" fmla="*/ 519614 h 1893469"/>
                <a:gd name="csX1312" fmla="*/ 1824288 w 1954379"/>
                <a:gd name="csY1312" fmla="*/ 521870 h 1893469"/>
                <a:gd name="csX1313" fmla="*/ 1823536 w 1954379"/>
                <a:gd name="csY1313" fmla="*/ 522622 h 1893469"/>
                <a:gd name="csX1314" fmla="*/ 1821280 w 1954379"/>
                <a:gd name="csY1314" fmla="*/ 523374 h 1893469"/>
                <a:gd name="csX1315" fmla="*/ 1819776 w 1954379"/>
                <a:gd name="csY1315" fmla="*/ 524878 h 1893469"/>
                <a:gd name="csX1316" fmla="*/ 1818272 w 1954379"/>
                <a:gd name="csY1316" fmla="*/ 526382 h 1893469"/>
                <a:gd name="csX1317" fmla="*/ 1817521 w 1954379"/>
                <a:gd name="csY1317" fmla="*/ 528637 h 1893469"/>
                <a:gd name="csX1318" fmla="*/ 1818272 w 1954379"/>
                <a:gd name="csY1318" fmla="*/ 530893 h 1893469"/>
                <a:gd name="csX1319" fmla="*/ 1820528 w 1954379"/>
                <a:gd name="csY1319" fmla="*/ 531645 h 1893469"/>
                <a:gd name="csX1320" fmla="*/ 1820528 w 1954379"/>
                <a:gd name="csY1320" fmla="*/ 529390 h 1893469"/>
                <a:gd name="csX1321" fmla="*/ 1819776 w 1954379"/>
                <a:gd name="csY1321" fmla="*/ 527134 h 1893469"/>
                <a:gd name="csX1322" fmla="*/ 1820528 w 1954379"/>
                <a:gd name="csY1322" fmla="*/ 525630 h 1893469"/>
                <a:gd name="csX1323" fmla="*/ 1822784 w 1954379"/>
                <a:gd name="csY1323" fmla="*/ 524878 h 1893469"/>
                <a:gd name="csX1324" fmla="*/ 1825792 w 1954379"/>
                <a:gd name="csY1324" fmla="*/ 525630 h 1893469"/>
                <a:gd name="csX1325" fmla="*/ 1828048 w 1954379"/>
                <a:gd name="csY1325" fmla="*/ 524878 h 1893469"/>
                <a:gd name="csX1326" fmla="*/ 1828048 w 1954379"/>
                <a:gd name="csY1326" fmla="*/ 522622 h 1893469"/>
                <a:gd name="csX1327" fmla="*/ 1828800 w 1954379"/>
                <a:gd name="csY1327" fmla="*/ 523374 h 1893469"/>
                <a:gd name="csX1328" fmla="*/ 1829552 w 1954379"/>
                <a:gd name="csY1328" fmla="*/ 521870 h 1893469"/>
                <a:gd name="csX1329" fmla="*/ 1828800 w 1954379"/>
                <a:gd name="csY1329" fmla="*/ 514350 h 1893469"/>
                <a:gd name="csX1330" fmla="*/ 1830304 w 1954379"/>
                <a:gd name="csY1330" fmla="*/ 515102 h 1893469"/>
                <a:gd name="csX1331" fmla="*/ 1831056 w 1954379"/>
                <a:gd name="csY1331" fmla="*/ 515854 h 1893469"/>
                <a:gd name="csX1332" fmla="*/ 1831808 w 1954379"/>
                <a:gd name="csY1332" fmla="*/ 516606 h 1893469"/>
                <a:gd name="csX1333" fmla="*/ 1831808 w 1954379"/>
                <a:gd name="csY1333" fmla="*/ 518110 h 1893469"/>
                <a:gd name="csX1334" fmla="*/ 1833312 w 1954379"/>
                <a:gd name="csY1334" fmla="*/ 518110 h 1893469"/>
                <a:gd name="csX1335" fmla="*/ 1834064 w 1954379"/>
                <a:gd name="csY1335" fmla="*/ 517358 h 1893469"/>
                <a:gd name="csX1336" fmla="*/ 1834064 w 1954379"/>
                <a:gd name="csY1336" fmla="*/ 516606 h 1893469"/>
                <a:gd name="csX1337" fmla="*/ 1834816 w 1954379"/>
                <a:gd name="csY1337" fmla="*/ 516606 h 1893469"/>
                <a:gd name="csX1338" fmla="*/ 1836320 w 1954379"/>
                <a:gd name="csY1338" fmla="*/ 516606 h 1893469"/>
                <a:gd name="csX1339" fmla="*/ 1835568 w 1954379"/>
                <a:gd name="csY1339" fmla="*/ 515102 h 1893469"/>
                <a:gd name="csX1340" fmla="*/ 1834816 w 1954379"/>
                <a:gd name="csY1340" fmla="*/ 514350 h 1893469"/>
                <a:gd name="csX1341" fmla="*/ 1833312 w 1954379"/>
                <a:gd name="csY1341" fmla="*/ 513598 h 1893469"/>
                <a:gd name="csX1342" fmla="*/ 1831808 w 1954379"/>
                <a:gd name="csY1342" fmla="*/ 512846 h 1893469"/>
                <a:gd name="csX1343" fmla="*/ 1834064 w 1954379"/>
                <a:gd name="csY1343" fmla="*/ 511342 h 1893469"/>
                <a:gd name="csX1344" fmla="*/ 1837824 w 1954379"/>
                <a:gd name="csY1344" fmla="*/ 506078 h 1893469"/>
                <a:gd name="csX1345" fmla="*/ 1840080 w 1954379"/>
                <a:gd name="csY1345" fmla="*/ 504574 h 1893469"/>
                <a:gd name="csX1346" fmla="*/ 1840080 w 1954379"/>
                <a:gd name="csY1346" fmla="*/ 503822 h 1893469"/>
                <a:gd name="csX1347" fmla="*/ 1838576 w 1954379"/>
                <a:gd name="csY1347" fmla="*/ 503070 h 1893469"/>
                <a:gd name="csX1348" fmla="*/ 1840080 w 1954379"/>
                <a:gd name="csY1348" fmla="*/ 503070 h 1893469"/>
                <a:gd name="csX1349" fmla="*/ 1841584 w 1954379"/>
                <a:gd name="csY1349" fmla="*/ 503822 h 1893469"/>
                <a:gd name="csX1350" fmla="*/ 1843087 w 1954379"/>
                <a:gd name="csY1350" fmla="*/ 505326 h 1893469"/>
                <a:gd name="csX1351" fmla="*/ 1843840 w 1954379"/>
                <a:gd name="csY1351" fmla="*/ 506830 h 1893469"/>
                <a:gd name="csX1352" fmla="*/ 1841584 w 1954379"/>
                <a:gd name="csY1352" fmla="*/ 507582 h 1893469"/>
                <a:gd name="csX1353" fmla="*/ 1841584 w 1954379"/>
                <a:gd name="csY1353" fmla="*/ 508334 h 1893469"/>
                <a:gd name="csX1354" fmla="*/ 1842336 w 1954379"/>
                <a:gd name="csY1354" fmla="*/ 509838 h 1893469"/>
                <a:gd name="csX1355" fmla="*/ 1843840 w 1954379"/>
                <a:gd name="csY1355" fmla="*/ 511342 h 1893469"/>
                <a:gd name="csX1356" fmla="*/ 1841584 w 1954379"/>
                <a:gd name="csY1356" fmla="*/ 512094 h 1893469"/>
                <a:gd name="csX1357" fmla="*/ 1840080 w 1954379"/>
                <a:gd name="csY1357" fmla="*/ 512094 h 1893469"/>
                <a:gd name="csX1358" fmla="*/ 1840080 w 1954379"/>
                <a:gd name="csY1358" fmla="*/ 512846 h 1893469"/>
                <a:gd name="csX1359" fmla="*/ 1841584 w 1954379"/>
                <a:gd name="csY1359" fmla="*/ 514350 h 1893469"/>
                <a:gd name="csX1360" fmla="*/ 1840832 w 1954379"/>
                <a:gd name="csY1360" fmla="*/ 515102 h 1893469"/>
                <a:gd name="csX1361" fmla="*/ 1840080 w 1954379"/>
                <a:gd name="csY1361" fmla="*/ 515854 h 1893469"/>
                <a:gd name="csX1362" fmla="*/ 1838576 w 1954379"/>
                <a:gd name="csY1362" fmla="*/ 516606 h 1893469"/>
                <a:gd name="csX1363" fmla="*/ 1838576 w 1954379"/>
                <a:gd name="csY1363" fmla="*/ 517358 h 1893469"/>
                <a:gd name="csX1364" fmla="*/ 1840080 w 1954379"/>
                <a:gd name="csY1364" fmla="*/ 517358 h 1893469"/>
                <a:gd name="csX1365" fmla="*/ 1840080 w 1954379"/>
                <a:gd name="csY1365" fmla="*/ 518862 h 1893469"/>
                <a:gd name="csX1366" fmla="*/ 1840080 w 1954379"/>
                <a:gd name="csY1366" fmla="*/ 519614 h 1893469"/>
                <a:gd name="csX1367" fmla="*/ 1839328 w 1954379"/>
                <a:gd name="csY1367" fmla="*/ 521118 h 1893469"/>
                <a:gd name="csX1368" fmla="*/ 1840832 w 1954379"/>
                <a:gd name="csY1368" fmla="*/ 521118 h 1893469"/>
                <a:gd name="csX1369" fmla="*/ 1842336 w 1954379"/>
                <a:gd name="csY1369" fmla="*/ 520366 h 1893469"/>
                <a:gd name="csX1370" fmla="*/ 1843087 w 1954379"/>
                <a:gd name="csY1370" fmla="*/ 518862 h 1893469"/>
                <a:gd name="csX1371" fmla="*/ 1843840 w 1954379"/>
                <a:gd name="csY1371" fmla="*/ 517358 h 1893469"/>
                <a:gd name="csX1372" fmla="*/ 1844591 w 1954379"/>
                <a:gd name="csY1372" fmla="*/ 517358 h 1893469"/>
                <a:gd name="csX1373" fmla="*/ 1843087 w 1954379"/>
                <a:gd name="csY1373" fmla="*/ 525630 h 1893469"/>
                <a:gd name="csX1374" fmla="*/ 1843087 w 1954379"/>
                <a:gd name="csY1374" fmla="*/ 526382 h 1893469"/>
                <a:gd name="csX1375" fmla="*/ 1843840 w 1954379"/>
                <a:gd name="csY1375" fmla="*/ 527886 h 1893469"/>
                <a:gd name="csX1376" fmla="*/ 1845344 w 1954379"/>
                <a:gd name="csY1376" fmla="*/ 530893 h 1893469"/>
                <a:gd name="csX1377" fmla="*/ 1845344 w 1954379"/>
                <a:gd name="csY1377" fmla="*/ 531645 h 1893469"/>
                <a:gd name="csX1378" fmla="*/ 1846095 w 1954379"/>
                <a:gd name="csY1378" fmla="*/ 529390 h 1893469"/>
                <a:gd name="csX1379" fmla="*/ 1845344 w 1954379"/>
                <a:gd name="csY1379" fmla="*/ 527886 h 1893469"/>
                <a:gd name="csX1380" fmla="*/ 1845344 w 1954379"/>
                <a:gd name="csY1380" fmla="*/ 525630 h 1893469"/>
                <a:gd name="csX1381" fmla="*/ 1846847 w 1954379"/>
                <a:gd name="csY1381" fmla="*/ 523374 h 1893469"/>
                <a:gd name="csX1382" fmla="*/ 1847600 w 1954379"/>
                <a:gd name="csY1382" fmla="*/ 523374 h 1893469"/>
                <a:gd name="csX1383" fmla="*/ 1847600 w 1954379"/>
                <a:gd name="csY1383" fmla="*/ 526382 h 1893469"/>
                <a:gd name="csX1384" fmla="*/ 1849104 w 1954379"/>
                <a:gd name="csY1384" fmla="*/ 525630 h 1893469"/>
                <a:gd name="csX1385" fmla="*/ 1849855 w 1954379"/>
                <a:gd name="csY1385" fmla="*/ 524126 h 1893469"/>
                <a:gd name="csX1386" fmla="*/ 1849855 w 1954379"/>
                <a:gd name="csY1386" fmla="*/ 519614 h 1893469"/>
                <a:gd name="csX1387" fmla="*/ 1851359 w 1954379"/>
                <a:gd name="csY1387" fmla="*/ 521118 h 1893469"/>
                <a:gd name="csX1388" fmla="*/ 1855119 w 1954379"/>
                <a:gd name="csY1388" fmla="*/ 526382 h 1893469"/>
                <a:gd name="csX1389" fmla="*/ 1855871 w 1954379"/>
                <a:gd name="csY1389" fmla="*/ 527886 h 1893469"/>
                <a:gd name="csX1390" fmla="*/ 1855119 w 1954379"/>
                <a:gd name="csY1390" fmla="*/ 530893 h 1893469"/>
                <a:gd name="csX1391" fmla="*/ 1850607 w 1954379"/>
                <a:gd name="csY1391" fmla="*/ 538413 h 1893469"/>
                <a:gd name="csX1392" fmla="*/ 1852863 w 1954379"/>
                <a:gd name="csY1392" fmla="*/ 536157 h 1893469"/>
                <a:gd name="csX1393" fmla="*/ 1856623 w 1954379"/>
                <a:gd name="csY1393" fmla="*/ 530142 h 1893469"/>
                <a:gd name="csX1394" fmla="*/ 1858879 w 1954379"/>
                <a:gd name="csY1394" fmla="*/ 528637 h 1893469"/>
                <a:gd name="csX1395" fmla="*/ 1858127 w 1954379"/>
                <a:gd name="csY1395" fmla="*/ 527134 h 1893469"/>
                <a:gd name="csX1396" fmla="*/ 1858879 w 1954379"/>
                <a:gd name="csY1396" fmla="*/ 523374 h 1893469"/>
                <a:gd name="csX1397" fmla="*/ 1859631 w 1954379"/>
                <a:gd name="csY1397" fmla="*/ 520366 h 1893469"/>
                <a:gd name="csX1398" fmla="*/ 1863391 w 1954379"/>
                <a:gd name="csY1398" fmla="*/ 521118 h 1893469"/>
                <a:gd name="csX1399" fmla="*/ 1864143 w 1954379"/>
                <a:gd name="csY1399" fmla="*/ 523374 h 1893469"/>
                <a:gd name="csX1400" fmla="*/ 1864143 w 1954379"/>
                <a:gd name="csY1400" fmla="*/ 524878 h 1893469"/>
                <a:gd name="csX1401" fmla="*/ 1864895 w 1954379"/>
                <a:gd name="csY1401" fmla="*/ 526382 h 1893469"/>
                <a:gd name="csX1402" fmla="*/ 1867151 w 1954379"/>
                <a:gd name="csY1402" fmla="*/ 526382 h 1893469"/>
                <a:gd name="csX1403" fmla="*/ 1868655 w 1954379"/>
                <a:gd name="csY1403" fmla="*/ 526382 h 1893469"/>
                <a:gd name="csX1404" fmla="*/ 1867903 w 1954379"/>
                <a:gd name="csY1404" fmla="*/ 524878 h 1893469"/>
                <a:gd name="csX1405" fmla="*/ 1864895 w 1954379"/>
                <a:gd name="csY1405" fmla="*/ 518862 h 1893469"/>
                <a:gd name="csX1406" fmla="*/ 1864895 w 1954379"/>
                <a:gd name="csY1406" fmla="*/ 516606 h 1893469"/>
                <a:gd name="csX1407" fmla="*/ 1867903 w 1954379"/>
                <a:gd name="csY1407" fmla="*/ 516606 h 1893469"/>
                <a:gd name="csX1408" fmla="*/ 1871663 w 1954379"/>
                <a:gd name="csY1408" fmla="*/ 518110 h 1893469"/>
                <a:gd name="csX1409" fmla="*/ 1873919 w 1954379"/>
                <a:gd name="csY1409" fmla="*/ 526382 h 1893469"/>
                <a:gd name="csX1410" fmla="*/ 1870159 w 1954379"/>
                <a:gd name="csY1410" fmla="*/ 531645 h 1893469"/>
                <a:gd name="csX1411" fmla="*/ 1869406 w 1954379"/>
                <a:gd name="csY1411" fmla="*/ 533149 h 1893469"/>
                <a:gd name="csX1412" fmla="*/ 1870159 w 1954379"/>
                <a:gd name="csY1412" fmla="*/ 533149 h 1893469"/>
                <a:gd name="csX1413" fmla="*/ 1871663 w 1954379"/>
                <a:gd name="csY1413" fmla="*/ 532397 h 1893469"/>
                <a:gd name="csX1414" fmla="*/ 1872415 w 1954379"/>
                <a:gd name="csY1414" fmla="*/ 533149 h 1893469"/>
                <a:gd name="csX1415" fmla="*/ 1871663 w 1954379"/>
                <a:gd name="csY1415" fmla="*/ 535405 h 1893469"/>
                <a:gd name="csX1416" fmla="*/ 1870159 w 1954379"/>
                <a:gd name="csY1416" fmla="*/ 536909 h 1893469"/>
                <a:gd name="csX1417" fmla="*/ 1868655 w 1954379"/>
                <a:gd name="csY1417" fmla="*/ 538413 h 1893469"/>
                <a:gd name="csX1418" fmla="*/ 1866399 w 1954379"/>
                <a:gd name="csY1418" fmla="*/ 538413 h 1893469"/>
                <a:gd name="csX1419" fmla="*/ 1864895 w 1954379"/>
                <a:gd name="csY1419" fmla="*/ 537661 h 1893469"/>
                <a:gd name="csX1420" fmla="*/ 1864143 w 1954379"/>
                <a:gd name="csY1420" fmla="*/ 534653 h 1893469"/>
                <a:gd name="csX1421" fmla="*/ 1863391 w 1954379"/>
                <a:gd name="csY1421" fmla="*/ 534653 h 1893469"/>
                <a:gd name="csX1422" fmla="*/ 1862639 w 1954379"/>
                <a:gd name="csY1422" fmla="*/ 536909 h 1893469"/>
                <a:gd name="csX1423" fmla="*/ 1861135 w 1954379"/>
                <a:gd name="csY1423" fmla="*/ 538413 h 1893469"/>
                <a:gd name="csX1424" fmla="*/ 1854367 w 1954379"/>
                <a:gd name="csY1424" fmla="*/ 542925 h 1893469"/>
                <a:gd name="csX1425" fmla="*/ 1852863 w 1954379"/>
                <a:gd name="csY1425" fmla="*/ 544429 h 1893469"/>
                <a:gd name="csX1426" fmla="*/ 1851359 w 1954379"/>
                <a:gd name="csY1426" fmla="*/ 546685 h 1893469"/>
                <a:gd name="csX1427" fmla="*/ 1850607 w 1954379"/>
                <a:gd name="csY1427" fmla="*/ 549693 h 1893469"/>
                <a:gd name="csX1428" fmla="*/ 1852111 w 1954379"/>
                <a:gd name="csY1428" fmla="*/ 546685 h 1893469"/>
                <a:gd name="csX1429" fmla="*/ 1855119 w 1954379"/>
                <a:gd name="csY1429" fmla="*/ 544429 h 1893469"/>
                <a:gd name="csX1430" fmla="*/ 1858127 w 1954379"/>
                <a:gd name="csY1430" fmla="*/ 542173 h 1893469"/>
                <a:gd name="csX1431" fmla="*/ 1861135 w 1954379"/>
                <a:gd name="csY1431" fmla="*/ 541421 h 1893469"/>
                <a:gd name="csX1432" fmla="*/ 1861887 w 1954379"/>
                <a:gd name="csY1432" fmla="*/ 541421 h 1893469"/>
                <a:gd name="csX1433" fmla="*/ 1864895 w 1954379"/>
                <a:gd name="csY1433" fmla="*/ 541421 h 1893469"/>
                <a:gd name="csX1434" fmla="*/ 1869406 w 1954379"/>
                <a:gd name="csY1434" fmla="*/ 540669 h 1893469"/>
                <a:gd name="csX1435" fmla="*/ 1872415 w 1954379"/>
                <a:gd name="csY1435" fmla="*/ 539917 h 1893469"/>
                <a:gd name="csX1436" fmla="*/ 1876174 w 1954379"/>
                <a:gd name="csY1436" fmla="*/ 542173 h 1893469"/>
                <a:gd name="csX1437" fmla="*/ 1878430 w 1954379"/>
                <a:gd name="csY1437" fmla="*/ 539165 h 1893469"/>
                <a:gd name="csX1438" fmla="*/ 1879183 w 1954379"/>
                <a:gd name="csY1438" fmla="*/ 536157 h 1893469"/>
                <a:gd name="csX1439" fmla="*/ 1881438 w 1954379"/>
                <a:gd name="csY1439" fmla="*/ 533901 h 1893469"/>
                <a:gd name="csX1440" fmla="*/ 1885950 w 1954379"/>
                <a:gd name="csY1440" fmla="*/ 531645 h 1893469"/>
                <a:gd name="csX1441" fmla="*/ 1888206 w 1954379"/>
                <a:gd name="csY1441" fmla="*/ 529390 h 1893469"/>
                <a:gd name="csX1442" fmla="*/ 1890462 w 1954379"/>
                <a:gd name="csY1442" fmla="*/ 528637 h 1893469"/>
                <a:gd name="csX1443" fmla="*/ 1891966 w 1954379"/>
                <a:gd name="csY1443" fmla="*/ 529390 h 1893469"/>
                <a:gd name="csX1444" fmla="*/ 1893470 w 1954379"/>
                <a:gd name="csY1444" fmla="*/ 527886 h 1893469"/>
                <a:gd name="csX1445" fmla="*/ 1896478 w 1954379"/>
                <a:gd name="csY1445" fmla="*/ 527134 h 1893469"/>
                <a:gd name="csX1446" fmla="*/ 1899485 w 1954379"/>
                <a:gd name="csY1446" fmla="*/ 527134 h 1893469"/>
                <a:gd name="csX1447" fmla="*/ 1900989 w 1954379"/>
                <a:gd name="csY1447" fmla="*/ 528637 h 1893469"/>
                <a:gd name="csX1448" fmla="*/ 1900238 w 1954379"/>
                <a:gd name="csY1448" fmla="*/ 530893 h 1893469"/>
                <a:gd name="csX1449" fmla="*/ 1897982 w 1954379"/>
                <a:gd name="csY1449" fmla="*/ 531645 h 1893469"/>
                <a:gd name="csX1450" fmla="*/ 1894222 w 1954379"/>
                <a:gd name="csY1450" fmla="*/ 532397 h 1893469"/>
                <a:gd name="csX1451" fmla="*/ 1891214 w 1954379"/>
                <a:gd name="csY1451" fmla="*/ 534653 h 1893469"/>
                <a:gd name="csX1452" fmla="*/ 1892718 w 1954379"/>
                <a:gd name="csY1452" fmla="*/ 536909 h 1893469"/>
                <a:gd name="csX1453" fmla="*/ 1891966 w 1954379"/>
                <a:gd name="csY1453" fmla="*/ 539917 h 1893469"/>
                <a:gd name="csX1454" fmla="*/ 1890462 w 1954379"/>
                <a:gd name="csY1454" fmla="*/ 541421 h 1893469"/>
                <a:gd name="csX1455" fmla="*/ 1890462 w 1954379"/>
                <a:gd name="csY1455" fmla="*/ 542925 h 1893469"/>
                <a:gd name="csX1456" fmla="*/ 1892718 w 1954379"/>
                <a:gd name="csY1456" fmla="*/ 544429 h 1893469"/>
                <a:gd name="csX1457" fmla="*/ 1891966 w 1954379"/>
                <a:gd name="csY1457" fmla="*/ 547437 h 1893469"/>
                <a:gd name="csX1458" fmla="*/ 1891214 w 1954379"/>
                <a:gd name="csY1458" fmla="*/ 550445 h 1893469"/>
                <a:gd name="csX1459" fmla="*/ 1893470 w 1954379"/>
                <a:gd name="csY1459" fmla="*/ 550445 h 1893469"/>
                <a:gd name="csX1460" fmla="*/ 1894222 w 1954379"/>
                <a:gd name="csY1460" fmla="*/ 551197 h 1893469"/>
                <a:gd name="csX1461" fmla="*/ 1891966 w 1954379"/>
                <a:gd name="csY1461" fmla="*/ 553453 h 1893469"/>
                <a:gd name="csX1462" fmla="*/ 1894222 w 1954379"/>
                <a:gd name="csY1462" fmla="*/ 553453 h 1893469"/>
                <a:gd name="csX1463" fmla="*/ 1895726 w 1954379"/>
                <a:gd name="csY1463" fmla="*/ 553453 h 1893469"/>
                <a:gd name="csX1464" fmla="*/ 1897230 w 1954379"/>
                <a:gd name="csY1464" fmla="*/ 552701 h 1893469"/>
                <a:gd name="csX1465" fmla="*/ 1897230 w 1954379"/>
                <a:gd name="csY1465" fmla="*/ 551197 h 1893469"/>
                <a:gd name="csX1466" fmla="*/ 1897982 w 1954379"/>
                <a:gd name="csY1466" fmla="*/ 550445 h 1893469"/>
                <a:gd name="csX1467" fmla="*/ 1899485 w 1954379"/>
                <a:gd name="csY1467" fmla="*/ 551197 h 1893469"/>
                <a:gd name="csX1468" fmla="*/ 1901742 w 1954379"/>
                <a:gd name="csY1468" fmla="*/ 551949 h 1893469"/>
                <a:gd name="csX1469" fmla="*/ 1902494 w 1954379"/>
                <a:gd name="csY1469" fmla="*/ 552701 h 1893469"/>
                <a:gd name="csX1470" fmla="*/ 1904749 w 1954379"/>
                <a:gd name="csY1470" fmla="*/ 551197 h 1893469"/>
                <a:gd name="csX1471" fmla="*/ 1906253 w 1954379"/>
                <a:gd name="csY1471" fmla="*/ 548189 h 1893469"/>
                <a:gd name="csX1472" fmla="*/ 1909261 w 1954379"/>
                <a:gd name="csY1472" fmla="*/ 548189 h 1893469"/>
                <a:gd name="csX1473" fmla="*/ 1908509 w 1954379"/>
                <a:gd name="csY1473" fmla="*/ 550445 h 1893469"/>
                <a:gd name="csX1474" fmla="*/ 1908509 w 1954379"/>
                <a:gd name="csY1474" fmla="*/ 553453 h 1893469"/>
                <a:gd name="csX1475" fmla="*/ 1909261 w 1954379"/>
                <a:gd name="csY1475" fmla="*/ 557213 h 1893469"/>
                <a:gd name="csX1476" fmla="*/ 1910013 w 1954379"/>
                <a:gd name="csY1476" fmla="*/ 557965 h 1893469"/>
                <a:gd name="csX1477" fmla="*/ 1910765 w 1954379"/>
                <a:gd name="csY1477" fmla="*/ 557213 h 1893469"/>
                <a:gd name="csX1478" fmla="*/ 1910765 w 1954379"/>
                <a:gd name="csY1478" fmla="*/ 554205 h 1893469"/>
                <a:gd name="csX1479" fmla="*/ 1911517 w 1954379"/>
                <a:gd name="csY1479" fmla="*/ 551949 h 1893469"/>
                <a:gd name="csX1480" fmla="*/ 1913773 w 1954379"/>
                <a:gd name="csY1480" fmla="*/ 550445 h 1893469"/>
                <a:gd name="csX1481" fmla="*/ 1915277 w 1954379"/>
                <a:gd name="csY1481" fmla="*/ 549693 h 1893469"/>
                <a:gd name="csX1482" fmla="*/ 1916029 w 1954379"/>
                <a:gd name="csY1482" fmla="*/ 551949 h 1893469"/>
                <a:gd name="csX1483" fmla="*/ 1916029 w 1954379"/>
                <a:gd name="csY1483" fmla="*/ 557965 h 1893469"/>
                <a:gd name="csX1484" fmla="*/ 1916029 w 1954379"/>
                <a:gd name="csY1484" fmla="*/ 558716 h 1893469"/>
                <a:gd name="csX1485" fmla="*/ 1915277 w 1954379"/>
                <a:gd name="csY1485" fmla="*/ 561724 h 1893469"/>
                <a:gd name="csX1486" fmla="*/ 1915277 w 1954379"/>
                <a:gd name="csY1486" fmla="*/ 563228 h 1893469"/>
                <a:gd name="csX1487" fmla="*/ 1917533 w 1954379"/>
                <a:gd name="csY1487" fmla="*/ 560972 h 1893469"/>
                <a:gd name="csX1488" fmla="*/ 1918285 w 1954379"/>
                <a:gd name="csY1488" fmla="*/ 558716 h 1893469"/>
                <a:gd name="csX1489" fmla="*/ 1919037 w 1954379"/>
                <a:gd name="csY1489" fmla="*/ 555709 h 1893469"/>
                <a:gd name="csX1490" fmla="*/ 1919037 w 1954379"/>
                <a:gd name="csY1490" fmla="*/ 551197 h 1893469"/>
                <a:gd name="csX1491" fmla="*/ 1920541 w 1954379"/>
                <a:gd name="csY1491" fmla="*/ 551197 h 1893469"/>
                <a:gd name="csX1492" fmla="*/ 1922045 w 1954379"/>
                <a:gd name="csY1492" fmla="*/ 554205 h 1893469"/>
                <a:gd name="csX1493" fmla="*/ 1925805 w 1954379"/>
                <a:gd name="csY1493" fmla="*/ 558716 h 1893469"/>
                <a:gd name="csX1494" fmla="*/ 1926557 w 1954379"/>
                <a:gd name="csY1494" fmla="*/ 560972 h 1893469"/>
                <a:gd name="csX1495" fmla="*/ 1925805 w 1954379"/>
                <a:gd name="csY1495" fmla="*/ 558716 h 1893469"/>
                <a:gd name="csX1496" fmla="*/ 1923549 w 1954379"/>
                <a:gd name="csY1496" fmla="*/ 554957 h 1893469"/>
                <a:gd name="csX1497" fmla="*/ 1922045 w 1954379"/>
                <a:gd name="csY1497" fmla="*/ 552701 h 1893469"/>
                <a:gd name="csX1498" fmla="*/ 1922045 w 1954379"/>
                <a:gd name="csY1498" fmla="*/ 551949 h 1893469"/>
                <a:gd name="csX1499" fmla="*/ 1921293 w 1954379"/>
                <a:gd name="csY1499" fmla="*/ 551197 h 1893469"/>
                <a:gd name="csX1500" fmla="*/ 1921293 w 1954379"/>
                <a:gd name="csY1500" fmla="*/ 550445 h 1893469"/>
                <a:gd name="csX1501" fmla="*/ 1924301 w 1954379"/>
                <a:gd name="csY1501" fmla="*/ 548941 h 1893469"/>
                <a:gd name="csX1502" fmla="*/ 1922797 w 1954379"/>
                <a:gd name="csY1502" fmla="*/ 547437 h 1893469"/>
                <a:gd name="csX1503" fmla="*/ 1921293 w 1954379"/>
                <a:gd name="csY1503" fmla="*/ 546685 h 1893469"/>
                <a:gd name="csX1504" fmla="*/ 1922045 w 1954379"/>
                <a:gd name="csY1504" fmla="*/ 544429 h 1893469"/>
                <a:gd name="csX1505" fmla="*/ 1923549 w 1954379"/>
                <a:gd name="csY1505" fmla="*/ 542173 h 1893469"/>
                <a:gd name="csX1506" fmla="*/ 1924301 w 1954379"/>
                <a:gd name="csY1506" fmla="*/ 539165 h 1893469"/>
                <a:gd name="csX1507" fmla="*/ 1926557 w 1954379"/>
                <a:gd name="csY1507" fmla="*/ 536157 h 1893469"/>
                <a:gd name="csX1508" fmla="*/ 1928813 w 1954379"/>
                <a:gd name="csY1508" fmla="*/ 533901 h 1893469"/>
                <a:gd name="csX1509" fmla="*/ 1934077 w 1954379"/>
                <a:gd name="csY1509" fmla="*/ 532397 h 1893469"/>
                <a:gd name="csX1510" fmla="*/ 1938588 w 1954379"/>
                <a:gd name="csY1510" fmla="*/ 534653 h 1893469"/>
                <a:gd name="csX1511" fmla="*/ 1937836 w 1954379"/>
                <a:gd name="csY1511" fmla="*/ 539917 h 1893469"/>
                <a:gd name="csX1512" fmla="*/ 1937084 w 1954379"/>
                <a:gd name="csY1512" fmla="*/ 539917 h 1893469"/>
                <a:gd name="csX1513" fmla="*/ 1935581 w 1954379"/>
                <a:gd name="csY1513" fmla="*/ 540669 h 1893469"/>
                <a:gd name="csX1514" fmla="*/ 1933324 w 1954379"/>
                <a:gd name="csY1514" fmla="*/ 542925 h 1893469"/>
                <a:gd name="csX1515" fmla="*/ 1931821 w 1954379"/>
                <a:gd name="csY1515" fmla="*/ 546685 h 1893469"/>
                <a:gd name="csX1516" fmla="*/ 1931068 w 1954379"/>
                <a:gd name="csY1516" fmla="*/ 548189 h 1893469"/>
                <a:gd name="csX1517" fmla="*/ 1933324 w 1954379"/>
                <a:gd name="csY1517" fmla="*/ 547437 h 1893469"/>
                <a:gd name="csX1518" fmla="*/ 1934077 w 1954379"/>
                <a:gd name="csY1518" fmla="*/ 548189 h 1893469"/>
                <a:gd name="csX1519" fmla="*/ 1934077 w 1954379"/>
                <a:gd name="csY1519" fmla="*/ 549693 h 1893469"/>
                <a:gd name="csX1520" fmla="*/ 1931821 w 1954379"/>
                <a:gd name="csY1520" fmla="*/ 550445 h 1893469"/>
                <a:gd name="csX1521" fmla="*/ 1931821 w 1954379"/>
                <a:gd name="csY1521" fmla="*/ 551197 h 1893469"/>
                <a:gd name="csX1522" fmla="*/ 1932572 w 1954379"/>
                <a:gd name="csY1522" fmla="*/ 551949 h 1893469"/>
                <a:gd name="csX1523" fmla="*/ 1932572 w 1954379"/>
                <a:gd name="csY1523" fmla="*/ 552701 h 1893469"/>
                <a:gd name="csX1524" fmla="*/ 1931821 w 1954379"/>
                <a:gd name="csY1524" fmla="*/ 553453 h 1893469"/>
                <a:gd name="csX1525" fmla="*/ 1931068 w 1954379"/>
                <a:gd name="csY1525" fmla="*/ 554957 h 1893469"/>
                <a:gd name="csX1526" fmla="*/ 1931068 w 1954379"/>
                <a:gd name="csY1526" fmla="*/ 555709 h 1893469"/>
                <a:gd name="csX1527" fmla="*/ 1932572 w 1954379"/>
                <a:gd name="csY1527" fmla="*/ 557965 h 1893469"/>
                <a:gd name="csX1528" fmla="*/ 1924301 w 1954379"/>
                <a:gd name="csY1528" fmla="*/ 574508 h 1893469"/>
                <a:gd name="csX1529" fmla="*/ 1929564 w 1954379"/>
                <a:gd name="csY1529" fmla="*/ 569244 h 1893469"/>
                <a:gd name="csX1530" fmla="*/ 1931068 w 1954379"/>
                <a:gd name="csY1530" fmla="*/ 568492 h 1893469"/>
                <a:gd name="csX1531" fmla="*/ 1932572 w 1954379"/>
                <a:gd name="csY1531" fmla="*/ 568492 h 1893469"/>
                <a:gd name="csX1532" fmla="*/ 1934828 w 1954379"/>
                <a:gd name="csY1532" fmla="*/ 569244 h 1893469"/>
                <a:gd name="csX1533" fmla="*/ 1936332 w 1954379"/>
                <a:gd name="csY1533" fmla="*/ 569996 h 1893469"/>
                <a:gd name="csX1534" fmla="*/ 1939340 w 1954379"/>
                <a:gd name="csY1534" fmla="*/ 569244 h 1893469"/>
                <a:gd name="csX1535" fmla="*/ 1940844 w 1954379"/>
                <a:gd name="csY1535" fmla="*/ 565484 h 1893469"/>
                <a:gd name="csX1536" fmla="*/ 1941596 w 1954379"/>
                <a:gd name="csY1536" fmla="*/ 563980 h 1893469"/>
                <a:gd name="csX1537" fmla="*/ 1943100 w 1954379"/>
                <a:gd name="csY1537" fmla="*/ 563980 h 1893469"/>
                <a:gd name="csX1538" fmla="*/ 1943852 w 1954379"/>
                <a:gd name="csY1538" fmla="*/ 565484 h 1893469"/>
                <a:gd name="csX1539" fmla="*/ 1942348 w 1954379"/>
                <a:gd name="csY1539" fmla="*/ 571500 h 1893469"/>
                <a:gd name="csX1540" fmla="*/ 1942348 w 1954379"/>
                <a:gd name="csY1540" fmla="*/ 573756 h 1893469"/>
                <a:gd name="csX1541" fmla="*/ 1943852 w 1954379"/>
                <a:gd name="csY1541" fmla="*/ 571500 h 1893469"/>
                <a:gd name="csX1542" fmla="*/ 1945356 w 1954379"/>
                <a:gd name="csY1542" fmla="*/ 568492 h 1893469"/>
                <a:gd name="csX1543" fmla="*/ 1945356 w 1954379"/>
                <a:gd name="csY1543" fmla="*/ 562476 h 1893469"/>
                <a:gd name="csX1544" fmla="*/ 1945356 w 1954379"/>
                <a:gd name="csY1544" fmla="*/ 560972 h 1893469"/>
                <a:gd name="csX1545" fmla="*/ 1946860 w 1954379"/>
                <a:gd name="csY1545" fmla="*/ 559468 h 1893469"/>
                <a:gd name="csX1546" fmla="*/ 1947612 w 1954379"/>
                <a:gd name="csY1546" fmla="*/ 558716 h 1893469"/>
                <a:gd name="csX1547" fmla="*/ 1949116 w 1954379"/>
                <a:gd name="csY1547" fmla="*/ 557965 h 1893469"/>
                <a:gd name="csX1548" fmla="*/ 1949868 w 1954379"/>
                <a:gd name="csY1548" fmla="*/ 557965 h 1893469"/>
                <a:gd name="csX1549" fmla="*/ 1950620 w 1954379"/>
                <a:gd name="csY1549" fmla="*/ 559468 h 1893469"/>
                <a:gd name="csX1550" fmla="*/ 1950620 w 1954379"/>
                <a:gd name="csY1550" fmla="*/ 560220 h 1893469"/>
                <a:gd name="csX1551" fmla="*/ 1951372 w 1954379"/>
                <a:gd name="csY1551" fmla="*/ 561724 h 1893469"/>
                <a:gd name="csX1552" fmla="*/ 1953628 w 1954379"/>
                <a:gd name="csY1552" fmla="*/ 566236 h 1893469"/>
                <a:gd name="csX1553" fmla="*/ 1954380 w 1954379"/>
                <a:gd name="csY1553" fmla="*/ 569244 h 1893469"/>
                <a:gd name="csX1554" fmla="*/ 1952876 w 1954379"/>
                <a:gd name="csY1554" fmla="*/ 569996 h 1893469"/>
                <a:gd name="csX1555" fmla="*/ 1951372 w 1954379"/>
                <a:gd name="csY1555" fmla="*/ 571500 h 1893469"/>
                <a:gd name="csX1556" fmla="*/ 1949868 w 1954379"/>
                <a:gd name="csY1556" fmla="*/ 573756 h 1893469"/>
                <a:gd name="csX1557" fmla="*/ 1949868 w 1954379"/>
                <a:gd name="csY1557" fmla="*/ 576764 h 1893469"/>
                <a:gd name="csX1558" fmla="*/ 1951372 w 1954379"/>
                <a:gd name="csY1558" fmla="*/ 578268 h 1893469"/>
                <a:gd name="csX1559" fmla="*/ 1945356 w 1954379"/>
                <a:gd name="csY1559" fmla="*/ 580524 h 1893469"/>
                <a:gd name="csX1560" fmla="*/ 1943852 w 1954379"/>
                <a:gd name="csY1560" fmla="*/ 582028 h 1893469"/>
                <a:gd name="csX1561" fmla="*/ 1943100 w 1954379"/>
                <a:gd name="csY1561" fmla="*/ 583532 h 1893469"/>
                <a:gd name="csX1562" fmla="*/ 1942348 w 1954379"/>
                <a:gd name="csY1562" fmla="*/ 585036 h 1893469"/>
                <a:gd name="csX1563" fmla="*/ 1942348 w 1954379"/>
                <a:gd name="csY1563" fmla="*/ 586540 h 1893469"/>
                <a:gd name="csX1564" fmla="*/ 1942348 w 1954379"/>
                <a:gd name="csY1564" fmla="*/ 588043 h 1893469"/>
                <a:gd name="csX1565" fmla="*/ 1941596 w 1954379"/>
                <a:gd name="csY1565" fmla="*/ 588795 h 1893469"/>
                <a:gd name="csX1566" fmla="*/ 1940844 w 1954379"/>
                <a:gd name="csY1566" fmla="*/ 589547 h 1893469"/>
                <a:gd name="csX1567" fmla="*/ 1939340 w 1954379"/>
                <a:gd name="csY1567" fmla="*/ 591051 h 1893469"/>
                <a:gd name="csX1568" fmla="*/ 1939340 w 1954379"/>
                <a:gd name="csY1568" fmla="*/ 592555 h 1893469"/>
                <a:gd name="csX1569" fmla="*/ 1940092 w 1954379"/>
                <a:gd name="csY1569" fmla="*/ 594811 h 1893469"/>
                <a:gd name="csX1570" fmla="*/ 1943852 w 1954379"/>
                <a:gd name="csY1570" fmla="*/ 597819 h 1893469"/>
                <a:gd name="csX1571" fmla="*/ 1945356 w 1954379"/>
                <a:gd name="csY1571" fmla="*/ 599323 h 1893469"/>
                <a:gd name="csX1572" fmla="*/ 1944604 w 1954379"/>
                <a:gd name="csY1572" fmla="*/ 602331 h 1893469"/>
                <a:gd name="csX1573" fmla="*/ 1940092 w 1954379"/>
                <a:gd name="csY1573" fmla="*/ 606091 h 1893469"/>
                <a:gd name="csX1574" fmla="*/ 1939340 w 1954379"/>
                <a:gd name="csY1574" fmla="*/ 609099 h 1893469"/>
                <a:gd name="csX1575" fmla="*/ 1938588 w 1954379"/>
                <a:gd name="csY1575" fmla="*/ 612859 h 1893469"/>
                <a:gd name="csX1576" fmla="*/ 1934828 w 1954379"/>
                <a:gd name="csY1576" fmla="*/ 617370 h 1893469"/>
                <a:gd name="csX1577" fmla="*/ 1934077 w 1954379"/>
                <a:gd name="csY1577" fmla="*/ 620378 h 1893469"/>
                <a:gd name="csX1578" fmla="*/ 1935581 w 1954379"/>
                <a:gd name="csY1578" fmla="*/ 629402 h 1893469"/>
                <a:gd name="csX1579" fmla="*/ 1937084 w 1954379"/>
                <a:gd name="csY1579" fmla="*/ 633914 h 1893469"/>
                <a:gd name="csX1580" fmla="*/ 1936332 w 1954379"/>
                <a:gd name="csY1580" fmla="*/ 635418 h 1893469"/>
                <a:gd name="csX1581" fmla="*/ 1934828 w 1954379"/>
                <a:gd name="csY1581" fmla="*/ 636170 h 1893469"/>
                <a:gd name="csX1582" fmla="*/ 1934077 w 1954379"/>
                <a:gd name="csY1582" fmla="*/ 637674 h 1893469"/>
                <a:gd name="csX1583" fmla="*/ 1933324 w 1954379"/>
                <a:gd name="csY1583" fmla="*/ 639178 h 1893469"/>
                <a:gd name="csX1584" fmla="*/ 1933324 w 1954379"/>
                <a:gd name="csY1584" fmla="*/ 640682 h 1893469"/>
                <a:gd name="csX1585" fmla="*/ 1934077 w 1954379"/>
                <a:gd name="csY1585" fmla="*/ 642938 h 1893469"/>
                <a:gd name="csX1586" fmla="*/ 1934077 w 1954379"/>
                <a:gd name="csY1586" fmla="*/ 649705 h 1893469"/>
                <a:gd name="csX1587" fmla="*/ 1933324 w 1954379"/>
                <a:gd name="csY1587" fmla="*/ 650457 h 1893469"/>
                <a:gd name="csX1588" fmla="*/ 1931068 w 1954379"/>
                <a:gd name="csY1588" fmla="*/ 651209 h 1893469"/>
                <a:gd name="csX1589" fmla="*/ 1931068 w 1954379"/>
                <a:gd name="csY1589" fmla="*/ 652713 h 1893469"/>
                <a:gd name="csX1590" fmla="*/ 1929564 w 1954379"/>
                <a:gd name="csY1590" fmla="*/ 654969 h 1893469"/>
                <a:gd name="csX1591" fmla="*/ 1927309 w 1954379"/>
                <a:gd name="csY1591" fmla="*/ 656473 h 1893469"/>
                <a:gd name="csX1592" fmla="*/ 1921293 w 1954379"/>
                <a:gd name="csY1592" fmla="*/ 657225 h 1893469"/>
                <a:gd name="csX1593" fmla="*/ 1918285 w 1954379"/>
                <a:gd name="csY1593" fmla="*/ 657225 h 1893469"/>
                <a:gd name="csX1594" fmla="*/ 1916781 w 1954379"/>
                <a:gd name="csY1594" fmla="*/ 657225 h 1893469"/>
                <a:gd name="csX1595" fmla="*/ 1916029 w 1954379"/>
                <a:gd name="csY1595" fmla="*/ 658729 h 1893469"/>
                <a:gd name="csX1596" fmla="*/ 1917533 w 1954379"/>
                <a:gd name="csY1596" fmla="*/ 665497 h 1893469"/>
                <a:gd name="csX1597" fmla="*/ 1918285 w 1954379"/>
                <a:gd name="csY1597" fmla="*/ 668505 h 1893469"/>
                <a:gd name="csX1598" fmla="*/ 1920541 w 1954379"/>
                <a:gd name="csY1598" fmla="*/ 668505 h 1893469"/>
                <a:gd name="csX1599" fmla="*/ 1926557 w 1954379"/>
                <a:gd name="csY1599" fmla="*/ 667001 h 1893469"/>
                <a:gd name="csX1600" fmla="*/ 1929564 w 1954379"/>
                <a:gd name="csY1600" fmla="*/ 667753 h 1893469"/>
                <a:gd name="csX1601" fmla="*/ 1931821 w 1954379"/>
                <a:gd name="csY1601" fmla="*/ 669257 h 1893469"/>
                <a:gd name="csX1602" fmla="*/ 1932572 w 1954379"/>
                <a:gd name="csY1602" fmla="*/ 671512 h 1893469"/>
                <a:gd name="csX1603" fmla="*/ 1932572 w 1954379"/>
                <a:gd name="csY1603" fmla="*/ 674520 h 1893469"/>
                <a:gd name="csX1604" fmla="*/ 1932572 w 1954379"/>
                <a:gd name="csY1604" fmla="*/ 675272 h 1893469"/>
                <a:gd name="csX1605" fmla="*/ 1931068 w 1954379"/>
                <a:gd name="csY1605" fmla="*/ 676776 h 1893469"/>
                <a:gd name="csX1606" fmla="*/ 1931068 w 1954379"/>
                <a:gd name="csY1606" fmla="*/ 678280 h 1893469"/>
                <a:gd name="csX1607" fmla="*/ 1931068 w 1954379"/>
                <a:gd name="csY1607" fmla="*/ 679032 h 1893469"/>
                <a:gd name="csX1608" fmla="*/ 1931821 w 1954379"/>
                <a:gd name="csY1608" fmla="*/ 680536 h 1893469"/>
                <a:gd name="csX1609" fmla="*/ 1931821 w 1954379"/>
                <a:gd name="csY1609" fmla="*/ 681288 h 1893469"/>
                <a:gd name="csX1610" fmla="*/ 1931821 w 1954379"/>
                <a:gd name="csY1610" fmla="*/ 687304 h 1893469"/>
                <a:gd name="csX1611" fmla="*/ 1930317 w 1954379"/>
                <a:gd name="csY1611" fmla="*/ 694072 h 1893469"/>
                <a:gd name="csX1612" fmla="*/ 1925053 w 1954379"/>
                <a:gd name="csY1612" fmla="*/ 706855 h 1893469"/>
                <a:gd name="csX1613" fmla="*/ 1922045 w 1954379"/>
                <a:gd name="csY1613" fmla="*/ 719639 h 1893469"/>
                <a:gd name="csX1614" fmla="*/ 1919037 w 1954379"/>
                <a:gd name="csY1614" fmla="*/ 724903 h 1893469"/>
                <a:gd name="csX1615" fmla="*/ 1915277 w 1954379"/>
                <a:gd name="csY1615" fmla="*/ 729415 h 1893469"/>
                <a:gd name="csX1616" fmla="*/ 1910765 w 1954379"/>
                <a:gd name="csY1616" fmla="*/ 732422 h 1893469"/>
                <a:gd name="csX1617" fmla="*/ 1912269 w 1954379"/>
                <a:gd name="csY1617" fmla="*/ 732422 h 1893469"/>
                <a:gd name="csX1618" fmla="*/ 1910765 w 1954379"/>
                <a:gd name="csY1618" fmla="*/ 733174 h 1893469"/>
                <a:gd name="csX1619" fmla="*/ 1908509 w 1954379"/>
                <a:gd name="csY1619" fmla="*/ 736182 h 1893469"/>
                <a:gd name="csX1620" fmla="*/ 1907005 w 1954379"/>
                <a:gd name="csY1620" fmla="*/ 736182 h 1893469"/>
                <a:gd name="csX1621" fmla="*/ 1904749 w 1954379"/>
                <a:gd name="csY1621" fmla="*/ 736182 h 1893469"/>
                <a:gd name="csX1622" fmla="*/ 1903245 w 1954379"/>
                <a:gd name="csY1622" fmla="*/ 734678 h 1893469"/>
                <a:gd name="csX1623" fmla="*/ 1901742 w 1954379"/>
                <a:gd name="csY1623" fmla="*/ 734678 h 1893469"/>
                <a:gd name="csX1624" fmla="*/ 1899485 w 1954379"/>
                <a:gd name="csY1624" fmla="*/ 735430 h 1893469"/>
                <a:gd name="csX1625" fmla="*/ 1899485 w 1954379"/>
                <a:gd name="csY1625" fmla="*/ 736182 h 1893469"/>
                <a:gd name="csX1626" fmla="*/ 1902494 w 1954379"/>
                <a:gd name="csY1626" fmla="*/ 738438 h 1893469"/>
                <a:gd name="csX1627" fmla="*/ 1901742 w 1954379"/>
                <a:gd name="csY1627" fmla="*/ 742198 h 1893469"/>
                <a:gd name="csX1628" fmla="*/ 1900989 w 1954379"/>
                <a:gd name="csY1628" fmla="*/ 745206 h 1893469"/>
                <a:gd name="csX1629" fmla="*/ 1900989 w 1954379"/>
                <a:gd name="csY1629" fmla="*/ 747462 h 1893469"/>
                <a:gd name="csX1630" fmla="*/ 1896478 w 1954379"/>
                <a:gd name="csY1630" fmla="*/ 752726 h 1893469"/>
                <a:gd name="csX1631" fmla="*/ 1895726 w 1954379"/>
                <a:gd name="csY1631" fmla="*/ 754982 h 1893469"/>
                <a:gd name="csX1632" fmla="*/ 1895726 w 1954379"/>
                <a:gd name="csY1632" fmla="*/ 755734 h 1893469"/>
                <a:gd name="csX1633" fmla="*/ 1897230 w 1954379"/>
                <a:gd name="csY1633" fmla="*/ 754982 h 1893469"/>
                <a:gd name="csX1634" fmla="*/ 1898734 w 1954379"/>
                <a:gd name="csY1634" fmla="*/ 754982 h 1893469"/>
                <a:gd name="csX1635" fmla="*/ 1900238 w 1954379"/>
                <a:gd name="csY1635" fmla="*/ 754230 h 1893469"/>
                <a:gd name="csX1636" fmla="*/ 1901742 w 1954379"/>
                <a:gd name="csY1636" fmla="*/ 753478 h 1893469"/>
                <a:gd name="csX1637" fmla="*/ 1902494 w 1954379"/>
                <a:gd name="csY1637" fmla="*/ 753478 h 1893469"/>
                <a:gd name="csX1638" fmla="*/ 1902494 w 1954379"/>
                <a:gd name="csY1638" fmla="*/ 755734 h 1893469"/>
                <a:gd name="csX1639" fmla="*/ 1902494 w 1954379"/>
                <a:gd name="csY1639" fmla="*/ 756486 h 1893469"/>
                <a:gd name="csX1640" fmla="*/ 1901742 w 1954379"/>
                <a:gd name="csY1640" fmla="*/ 757989 h 1893469"/>
                <a:gd name="csX1641" fmla="*/ 1900989 w 1954379"/>
                <a:gd name="csY1641" fmla="*/ 758741 h 1893469"/>
                <a:gd name="csX1642" fmla="*/ 1900238 w 1954379"/>
                <a:gd name="csY1642" fmla="*/ 759494 h 1893469"/>
                <a:gd name="csX1643" fmla="*/ 1898734 w 1954379"/>
                <a:gd name="csY1643" fmla="*/ 760245 h 1893469"/>
                <a:gd name="csX1644" fmla="*/ 1898734 w 1954379"/>
                <a:gd name="csY1644" fmla="*/ 764005 h 1893469"/>
                <a:gd name="csX1645" fmla="*/ 1899485 w 1954379"/>
                <a:gd name="csY1645" fmla="*/ 770021 h 1893469"/>
                <a:gd name="csX1646" fmla="*/ 1899485 w 1954379"/>
                <a:gd name="csY1646" fmla="*/ 775285 h 1893469"/>
                <a:gd name="csX1647" fmla="*/ 1898734 w 1954379"/>
                <a:gd name="csY1647" fmla="*/ 778293 h 1893469"/>
                <a:gd name="csX1648" fmla="*/ 1897230 w 1954379"/>
                <a:gd name="csY1648" fmla="*/ 779797 h 1893469"/>
                <a:gd name="csX1649" fmla="*/ 1895726 w 1954379"/>
                <a:gd name="csY1649" fmla="*/ 780549 h 1893469"/>
                <a:gd name="csX1650" fmla="*/ 1894222 w 1954379"/>
                <a:gd name="csY1650" fmla="*/ 780549 h 1893469"/>
                <a:gd name="csX1651" fmla="*/ 1890462 w 1954379"/>
                <a:gd name="csY1651" fmla="*/ 781301 h 1893469"/>
                <a:gd name="csX1652" fmla="*/ 1889710 w 1954379"/>
                <a:gd name="csY1652" fmla="*/ 781301 h 1893469"/>
                <a:gd name="csX1653" fmla="*/ 1888958 w 1954379"/>
                <a:gd name="csY1653" fmla="*/ 782805 h 1893469"/>
                <a:gd name="csX1654" fmla="*/ 1888958 w 1954379"/>
                <a:gd name="csY1654" fmla="*/ 784309 h 1893469"/>
                <a:gd name="csX1655" fmla="*/ 1889710 w 1954379"/>
                <a:gd name="csY1655" fmla="*/ 785061 h 1893469"/>
                <a:gd name="csX1656" fmla="*/ 1889710 w 1954379"/>
                <a:gd name="csY1656" fmla="*/ 785813 h 1893469"/>
                <a:gd name="csX1657" fmla="*/ 1887454 w 1954379"/>
                <a:gd name="csY1657" fmla="*/ 791076 h 1893469"/>
                <a:gd name="csX1658" fmla="*/ 1885950 w 1954379"/>
                <a:gd name="csY1658" fmla="*/ 792580 h 1893469"/>
                <a:gd name="csX1659" fmla="*/ 1885198 w 1954379"/>
                <a:gd name="csY1659" fmla="*/ 794084 h 1893469"/>
                <a:gd name="csX1660" fmla="*/ 1882190 w 1954379"/>
                <a:gd name="csY1660" fmla="*/ 795588 h 1893469"/>
                <a:gd name="csX1661" fmla="*/ 1881438 w 1954379"/>
                <a:gd name="csY1661" fmla="*/ 795588 h 1893469"/>
                <a:gd name="csX1662" fmla="*/ 1879183 w 1954379"/>
                <a:gd name="csY1662" fmla="*/ 795588 h 1893469"/>
                <a:gd name="csX1663" fmla="*/ 1878430 w 1954379"/>
                <a:gd name="csY1663" fmla="*/ 795588 h 1893469"/>
                <a:gd name="csX1664" fmla="*/ 1874670 w 1954379"/>
                <a:gd name="csY1664" fmla="*/ 798596 h 1893469"/>
                <a:gd name="csX1665" fmla="*/ 1873919 w 1954379"/>
                <a:gd name="csY1665" fmla="*/ 798596 h 1893469"/>
                <a:gd name="csX1666" fmla="*/ 1873166 w 1954379"/>
                <a:gd name="csY1666" fmla="*/ 799348 h 1893469"/>
                <a:gd name="csX1667" fmla="*/ 1871663 w 1954379"/>
                <a:gd name="csY1667" fmla="*/ 797844 h 1893469"/>
                <a:gd name="csX1668" fmla="*/ 1870159 w 1954379"/>
                <a:gd name="csY1668" fmla="*/ 801604 h 1893469"/>
                <a:gd name="csX1669" fmla="*/ 1864143 w 1954379"/>
                <a:gd name="csY1669" fmla="*/ 806868 h 1893469"/>
                <a:gd name="csX1670" fmla="*/ 1863391 w 1954379"/>
                <a:gd name="csY1670" fmla="*/ 809876 h 1893469"/>
                <a:gd name="csX1671" fmla="*/ 1870159 w 1954379"/>
                <a:gd name="csY1671" fmla="*/ 820403 h 1893469"/>
                <a:gd name="csX1672" fmla="*/ 1872415 w 1954379"/>
                <a:gd name="csY1672" fmla="*/ 819651 h 1893469"/>
                <a:gd name="csX1673" fmla="*/ 1873166 w 1954379"/>
                <a:gd name="csY1673" fmla="*/ 820403 h 1893469"/>
                <a:gd name="csX1674" fmla="*/ 1873166 w 1954379"/>
                <a:gd name="csY1674" fmla="*/ 822659 h 1893469"/>
                <a:gd name="csX1675" fmla="*/ 1873919 w 1954379"/>
                <a:gd name="csY1675" fmla="*/ 824915 h 1893469"/>
                <a:gd name="csX1676" fmla="*/ 1874670 w 1954379"/>
                <a:gd name="csY1676" fmla="*/ 825667 h 1893469"/>
                <a:gd name="csX1677" fmla="*/ 1876174 w 1954379"/>
                <a:gd name="csY1677" fmla="*/ 825667 h 1893469"/>
                <a:gd name="csX1678" fmla="*/ 1876926 w 1954379"/>
                <a:gd name="csY1678" fmla="*/ 825667 h 1893469"/>
                <a:gd name="csX1679" fmla="*/ 1877678 w 1954379"/>
                <a:gd name="csY1679" fmla="*/ 827171 h 1893469"/>
                <a:gd name="csX1680" fmla="*/ 1876926 w 1954379"/>
                <a:gd name="csY1680" fmla="*/ 827171 h 1893469"/>
                <a:gd name="csX1681" fmla="*/ 1875423 w 1954379"/>
                <a:gd name="csY1681" fmla="*/ 827923 h 1893469"/>
                <a:gd name="csX1682" fmla="*/ 1873166 w 1954379"/>
                <a:gd name="csY1682" fmla="*/ 828675 h 1893469"/>
                <a:gd name="csX1683" fmla="*/ 1872415 w 1954379"/>
                <a:gd name="csY1683" fmla="*/ 829427 h 1893469"/>
                <a:gd name="csX1684" fmla="*/ 1870911 w 1954379"/>
                <a:gd name="csY1684" fmla="*/ 830931 h 1893469"/>
                <a:gd name="csX1685" fmla="*/ 1870159 w 1954379"/>
                <a:gd name="csY1685" fmla="*/ 831683 h 1893469"/>
                <a:gd name="csX1686" fmla="*/ 1870159 w 1954379"/>
                <a:gd name="csY1686" fmla="*/ 833187 h 1893469"/>
                <a:gd name="csX1687" fmla="*/ 1870159 w 1954379"/>
                <a:gd name="csY1687" fmla="*/ 835443 h 1893469"/>
                <a:gd name="csX1688" fmla="*/ 1866399 w 1954379"/>
                <a:gd name="csY1688" fmla="*/ 833187 h 1893469"/>
                <a:gd name="csX1689" fmla="*/ 1865647 w 1954379"/>
                <a:gd name="csY1689" fmla="*/ 836947 h 1893469"/>
                <a:gd name="csX1690" fmla="*/ 1867903 w 1954379"/>
                <a:gd name="csY1690" fmla="*/ 848226 h 1893469"/>
                <a:gd name="csX1691" fmla="*/ 1867903 w 1954379"/>
                <a:gd name="csY1691" fmla="*/ 849730 h 1893469"/>
                <a:gd name="csX1692" fmla="*/ 1867151 w 1954379"/>
                <a:gd name="csY1692" fmla="*/ 850482 h 1893469"/>
                <a:gd name="csX1693" fmla="*/ 1867151 w 1954379"/>
                <a:gd name="csY1693" fmla="*/ 851234 h 1893469"/>
                <a:gd name="csX1694" fmla="*/ 1865647 w 1954379"/>
                <a:gd name="csY1694" fmla="*/ 851986 h 1893469"/>
                <a:gd name="csX1695" fmla="*/ 1864895 w 1954379"/>
                <a:gd name="csY1695" fmla="*/ 853490 h 1893469"/>
                <a:gd name="csX1696" fmla="*/ 1863391 w 1954379"/>
                <a:gd name="csY1696" fmla="*/ 864018 h 1893469"/>
                <a:gd name="csX1697" fmla="*/ 1858879 w 1954379"/>
                <a:gd name="csY1697" fmla="*/ 870034 h 1893469"/>
                <a:gd name="csX1698" fmla="*/ 1858127 w 1954379"/>
                <a:gd name="csY1698" fmla="*/ 872290 h 1893469"/>
                <a:gd name="csX1699" fmla="*/ 1857375 w 1954379"/>
                <a:gd name="csY1699" fmla="*/ 871538 h 1893469"/>
                <a:gd name="csX1700" fmla="*/ 1856623 w 1954379"/>
                <a:gd name="csY1700" fmla="*/ 870786 h 1893469"/>
                <a:gd name="csX1701" fmla="*/ 1855119 w 1954379"/>
                <a:gd name="csY1701" fmla="*/ 870786 h 1893469"/>
                <a:gd name="csX1702" fmla="*/ 1853615 w 1954379"/>
                <a:gd name="csY1702" fmla="*/ 871538 h 1893469"/>
                <a:gd name="csX1703" fmla="*/ 1855119 w 1954379"/>
                <a:gd name="csY1703" fmla="*/ 871538 h 1893469"/>
                <a:gd name="csX1704" fmla="*/ 1852863 w 1954379"/>
                <a:gd name="csY1704" fmla="*/ 872290 h 1893469"/>
                <a:gd name="csX1705" fmla="*/ 1852863 w 1954379"/>
                <a:gd name="csY1705" fmla="*/ 873793 h 1893469"/>
                <a:gd name="csX1706" fmla="*/ 1855871 w 1954379"/>
                <a:gd name="csY1706" fmla="*/ 873793 h 1893469"/>
                <a:gd name="csX1707" fmla="*/ 1854367 w 1954379"/>
                <a:gd name="csY1707" fmla="*/ 876801 h 1893469"/>
                <a:gd name="csX1708" fmla="*/ 1852111 w 1954379"/>
                <a:gd name="csY1708" fmla="*/ 879057 h 1893469"/>
                <a:gd name="csX1709" fmla="*/ 1848351 w 1954379"/>
                <a:gd name="csY1709" fmla="*/ 879809 h 1893469"/>
                <a:gd name="csX1710" fmla="*/ 1847600 w 1954379"/>
                <a:gd name="csY1710" fmla="*/ 881313 h 1893469"/>
                <a:gd name="csX1711" fmla="*/ 1847600 w 1954379"/>
                <a:gd name="csY1711" fmla="*/ 882817 h 1893469"/>
                <a:gd name="csX1712" fmla="*/ 1848351 w 1954379"/>
                <a:gd name="csY1712" fmla="*/ 883569 h 1893469"/>
                <a:gd name="csX1713" fmla="*/ 1849855 w 1954379"/>
                <a:gd name="csY1713" fmla="*/ 883569 h 1893469"/>
                <a:gd name="csX1714" fmla="*/ 1849104 w 1954379"/>
                <a:gd name="csY1714" fmla="*/ 884321 h 1893469"/>
                <a:gd name="csX1715" fmla="*/ 1849104 w 1954379"/>
                <a:gd name="csY1715" fmla="*/ 885073 h 1893469"/>
                <a:gd name="csX1716" fmla="*/ 1848351 w 1954379"/>
                <a:gd name="csY1716" fmla="*/ 885825 h 1893469"/>
                <a:gd name="csX1717" fmla="*/ 1846847 w 1954379"/>
                <a:gd name="csY1717" fmla="*/ 885825 h 1893469"/>
                <a:gd name="csX1718" fmla="*/ 1846847 w 1954379"/>
                <a:gd name="csY1718" fmla="*/ 886577 h 1893469"/>
                <a:gd name="csX1719" fmla="*/ 1846847 w 1954379"/>
                <a:gd name="csY1719" fmla="*/ 887329 h 1893469"/>
                <a:gd name="csX1720" fmla="*/ 1846847 w 1954379"/>
                <a:gd name="csY1720" fmla="*/ 888081 h 1893469"/>
                <a:gd name="csX1721" fmla="*/ 1846847 w 1954379"/>
                <a:gd name="csY1721" fmla="*/ 888833 h 1893469"/>
                <a:gd name="csX1722" fmla="*/ 1845344 w 1954379"/>
                <a:gd name="csY1722" fmla="*/ 890337 h 1893469"/>
                <a:gd name="csX1723" fmla="*/ 1842336 w 1954379"/>
                <a:gd name="csY1723" fmla="*/ 891841 h 1893469"/>
                <a:gd name="csX1724" fmla="*/ 1841584 w 1954379"/>
                <a:gd name="csY1724" fmla="*/ 893345 h 1893469"/>
                <a:gd name="csX1725" fmla="*/ 1840832 w 1954379"/>
                <a:gd name="csY1725" fmla="*/ 894849 h 1893469"/>
                <a:gd name="csX1726" fmla="*/ 1840080 w 1954379"/>
                <a:gd name="csY1726" fmla="*/ 897857 h 1893469"/>
                <a:gd name="csX1727" fmla="*/ 1839328 w 1954379"/>
                <a:gd name="csY1727" fmla="*/ 899361 h 1893469"/>
                <a:gd name="csX1728" fmla="*/ 1838576 w 1954379"/>
                <a:gd name="csY1728" fmla="*/ 900113 h 1893469"/>
                <a:gd name="csX1729" fmla="*/ 1836320 w 1954379"/>
                <a:gd name="csY1729" fmla="*/ 900113 h 1893469"/>
                <a:gd name="csX1730" fmla="*/ 1834816 w 1954379"/>
                <a:gd name="csY1730" fmla="*/ 900113 h 1893469"/>
                <a:gd name="csX1731" fmla="*/ 1834064 w 1954379"/>
                <a:gd name="csY1731" fmla="*/ 900113 h 1893469"/>
                <a:gd name="csX1732" fmla="*/ 1832560 w 1954379"/>
                <a:gd name="csY1732" fmla="*/ 900113 h 1893469"/>
                <a:gd name="csX1733" fmla="*/ 1831056 w 1954379"/>
                <a:gd name="csY1733" fmla="*/ 900864 h 1893469"/>
                <a:gd name="csX1734" fmla="*/ 1828800 w 1954379"/>
                <a:gd name="csY1734" fmla="*/ 903120 h 1893469"/>
                <a:gd name="csX1735" fmla="*/ 1825792 w 1954379"/>
                <a:gd name="csY1735" fmla="*/ 906128 h 1893469"/>
                <a:gd name="csX1736" fmla="*/ 1824288 w 1954379"/>
                <a:gd name="csY1736" fmla="*/ 907632 h 1893469"/>
                <a:gd name="csX1737" fmla="*/ 1823536 w 1954379"/>
                <a:gd name="csY1737" fmla="*/ 907632 h 1893469"/>
                <a:gd name="csX1738" fmla="*/ 1823536 w 1954379"/>
                <a:gd name="csY1738" fmla="*/ 908384 h 1893469"/>
                <a:gd name="csX1739" fmla="*/ 1821280 w 1954379"/>
                <a:gd name="csY1739" fmla="*/ 909888 h 1893469"/>
                <a:gd name="csX1740" fmla="*/ 1820528 w 1954379"/>
                <a:gd name="csY1740" fmla="*/ 911392 h 1893469"/>
                <a:gd name="csX1741" fmla="*/ 1820528 w 1954379"/>
                <a:gd name="csY1741" fmla="*/ 914400 h 1893469"/>
                <a:gd name="csX1742" fmla="*/ 1821280 w 1954379"/>
                <a:gd name="csY1742" fmla="*/ 915904 h 1893469"/>
                <a:gd name="csX1743" fmla="*/ 1822032 w 1954379"/>
                <a:gd name="csY1743" fmla="*/ 917408 h 1893469"/>
                <a:gd name="csX1744" fmla="*/ 1819776 w 1954379"/>
                <a:gd name="csY1744" fmla="*/ 921168 h 1893469"/>
                <a:gd name="csX1745" fmla="*/ 1819025 w 1954379"/>
                <a:gd name="csY1745" fmla="*/ 922672 h 1893469"/>
                <a:gd name="csX1746" fmla="*/ 1819776 w 1954379"/>
                <a:gd name="csY1746" fmla="*/ 924176 h 1893469"/>
                <a:gd name="csX1747" fmla="*/ 1817521 w 1954379"/>
                <a:gd name="csY1747" fmla="*/ 924928 h 1893469"/>
                <a:gd name="csX1748" fmla="*/ 1817521 w 1954379"/>
                <a:gd name="csY1748" fmla="*/ 925680 h 1893469"/>
                <a:gd name="csX1749" fmla="*/ 1818272 w 1954379"/>
                <a:gd name="csY1749" fmla="*/ 927936 h 1893469"/>
                <a:gd name="csX1750" fmla="*/ 1817521 w 1954379"/>
                <a:gd name="csY1750" fmla="*/ 929439 h 1893469"/>
                <a:gd name="csX1751" fmla="*/ 1816017 w 1954379"/>
                <a:gd name="csY1751" fmla="*/ 930192 h 1893469"/>
                <a:gd name="csX1752" fmla="*/ 1814513 w 1954379"/>
                <a:gd name="csY1752" fmla="*/ 930943 h 1893469"/>
                <a:gd name="csX1753" fmla="*/ 1813008 w 1954379"/>
                <a:gd name="csY1753" fmla="*/ 931695 h 1893469"/>
                <a:gd name="csX1754" fmla="*/ 1813761 w 1954379"/>
                <a:gd name="csY1754" fmla="*/ 933951 h 1893469"/>
                <a:gd name="csX1755" fmla="*/ 1813008 w 1954379"/>
                <a:gd name="csY1755" fmla="*/ 933951 h 1893469"/>
                <a:gd name="csX1756" fmla="*/ 1810001 w 1954379"/>
                <a:gd name="csY1756" fmla="*/ 934703 h 1893469"/>
                <a:gd name="csX1757" fmla="*/ 1809249 w 1954379"/>
                <a:gd name="csY1757" fmla="*/ 934703 h 1893469"/>
                <a:gd name="csX1758" fmla="*/ 1808497 w 1954379"/>
                <a:gd name="csY1758" fmla="*/ 936207 h 1893469"/>
                <a:gd name="csX1759" fmla="*/ 1808497 w 1954379"/>
                <a:gd name="csY1759" fmla="*/ 936959 h 1893469"/>
                <a:gd name="csX1760" fmla="*/ 1808497 w 1954379"/>
                <a:gd name="csY1760" fmla="*/ 937711 h 1893469"/>
                <a:gd name="csX1761" fmla="*/ 1808497 w 1954379"/>
                <a:gd name="csY1761" fmla="*/ 939215 h 1893469"/>
                <a:gd name="csX1762" fmla="*/ 1809249 w 1954379"/>
                <a:gd name="csY1762" fmla="*/ 939967 h 1893469"/>
                <a:gd name="csX1763" fmla="*/ 1809249 w 1954379"/>
                <a:gd name="csY1763" fmla="*/ 940719 h 1893469"/>
                <a:gd name="csX1764" fmla="*/ 1808497 w 1954379"/>
                <a:gd name="csY1764" fmla="*/ 941471 h 1893469"/>
                <a:gd name="csX1765" fmla="*/ 1807745 w 1954379"/>
                <a:gd name="csY1765" fmla="*/ 942975 h 1893469"/>
                <a:gd name="csX1766" fmla="*/ 1806993 w 1954379"/>
                <a:gd name="csY1766" fmla="*/ 942975 h 1893469"/>
                <a:gd name="csX1767" fmla="*/ 1806993 w 1954379"/>
                <a:gd name="csY1767" fmla="*/ 944479 h 1893469"/>
                <a:gd name="csX1768" fmla="*/ 1806993 w 1954379"/>
                <a:gd name="csY1768" fmla="*/ 947487 h 1893469"/>
                <a:gd name="csX1769" fmla="*/ 1806993 w 1954379"/>
                <a:gd name="csY1769" fmla="*/ 948991 h 1893469"/>
                <a:gd name="csX1770" fmla="*/ 1805489 w 1954379"/>
                <a:gd name="csY1770" fmla="*/ 950495 h 1893469"/>
                <a:gd name="csX1771" fmla="*/ 1805489 w 1954379"/>
                <a:gd name="csY1771" fmla="*/ 951999 h 1893469"/>
                <a:gd name="csX1772" fmla="*/ 1805489 w 1954379"/>
                <a:gd name="csY1772" fmla="*/ 952751 h 1893469"/>
                <a:gd name="csX1773" fmla="*/ 1806241 w 1954379"/>
                <a:gd name="csY1773" fmla="*/ 955007 h 1893469"/>
                <a:gd name="csX1774" fmla="*/ 1806241 w 1954379"/>
                <a:gd name="csY1774" fmla="*/ 956511 h 1893469"/>
                <a:gd name="csX1775" fmla="*/ 1805489 w 1954379"/>
                <a:gd name="csY1775" fmla="*/ 959518 h 1893469"/>
                <a:gd name="csX1776" fmla="*/ 1804737 w 1954379"/>
                <a:gd name="csY1776" fmla="*/ 964030 h 1893469"/>
                <a:gd name="csX1777" fmla="*/ 1802481 w 1954379"/>
                <a:gd name="csY1777" fmla="*/ 977566 h 1893469"/>
                <a:gd name="csX1778" fmla="*/ 1800977 w 1954379"/>
                <a:gd name="csY1778" fmla="*/ 982830 h 1893469"/>
                <a:gd name="csX1779" fmla="*/ 1797969 w 1954379"/>
                <a:gd name="csY1779" fmla="*/ 986590 h 1893469"/>
                <a:gd name="csX1780" fmla="*/ 1795713 w 1954379"/>
                <a:gd name="csY1780" fmla="*/ 988093 h 1893469"/>
                <a:gd name="csX1781" fmla="*/ 1791202 w 1954379"/>
                <a:gd name="csY1781" fmla="*/ 991101 h 1893469"/>
                <a:gd name="csX1782" fmla="*/ 1788946 w 1954379"/>
                <a:gd name="csY1782" fmla="*/ 992605 h 1893469"/>
                <a:gd name="csX1783" fmla="*/ 1785186 w 1954379"/>
                <a:gd name="csY1783" fmla="*/ 996365 h 1893469"/>
                <a:gd name="csX1784" fmla="*/ 1782178 w 1954379"/>
                <a:gd name="csY1784" fmla="*/ 1001629 h 1893469"/>
                <a:gd name="csX1785" fmla="*/ 1773154 w 1954379"/>
                <a:gd name="csY1785" fmla="*/ 1009901 h 1893469"/>
                <a:gd name="csX1786" fmla="*/ 1771650 w 1954379"/>
                <a:gd name="csY1786" fmla="*/ 1009149 h 1893469"/>
                <a:gd name="csX1787" fmla="*/ 1770146 w 1954379"/>
                <a:gd name="csY1787" fmla="*/ 1009901 h 1893469"/>
                <a:gd name="csX1788" fmla="*/ 1769394 w 1954379"/>
                <a:gd name="csY1788" fmla="*/ 1011405 h 1893469"/>
                <a:gd name="csX1789" fmla="*/ 1768642 w 1954379"/>
                <a:gd name="csY1789" fmla="*/ 1013661 h 1893469"/>
                <a:gd name="csX1790" fmla="*/ 1766386 w 1954379"/>
                <a:gd name="csY1790" fmla="*/ 1012157 h 1893469"/>
                <a:gd name="csX1791" fmla="*/ 1765634 w 1954379"/>
                <a:gd name="csY1791" fmla="*/ 1011405 h 1893469"/>
                <a:gd name="csX1792" fmla="*/ 1764130 w 1954379"/>
                <a:gd name="csY1792" fmla="*/ 1013661 h 1893469"/>
                <a:gd name="csX1793" fmla="*/ 1762627 w 1954379"/>
                <a:gd name="csY1793" fmla="*/ 1017420 h 1893469"/>
                <a:gd name="csX1794" fmla="*/ 1762627 w 1954379"/>
                <a:gd name="csY1794" fmla="*/ 1021180 h 1893469"/>
                <a:gd name="csX1795" fmla="*/ 1762627 w 1954379"/>
                <a:gd name="csY1795" fmla="*/ 1023436 h 1893469"/>
                <a:gd name="csX1796" fmla="*/ 1760370 w 1954379"/>
                <a:gd name="csY1796" fmla="*/ 1023436 h 1893469"/>
                <a:gd name="csX1797" fmla="*/ 1762627 w 1954379"/>
                <a:gd name="csY1797" fmla="*/ 1026444 h 1893469"/>
                <a:gd name="csX1798" fmla="*/ 1761123 w 1954379"/>
                <a:gd name="csY1798" fmla="*/ 1029452 h 1893469"/>
                <a:gd name="csX1799" fmla="*/ 1758867 w 1954379"/>
                <a:gd name="csY1799" fmla="*/ 1032460 h 1893469"/>
                <a:gd name="csX1800" fmla="*/ 1757363 w 1954379"/>
                <a:gd name="csY1800" fmla="*/ 1035468 h 1893469"/>
                <a:gd name="csX1801" fmla="*/ 1757363 w 1954379"/>
                <a:gd name="csY1801" fmla="*/ 1037724 h 1893469"/>
                <a:gd name="csX1802" fmla="*/ 1757363 w 1954379"/>
                <a:gd name="csY1802" fmla="*/ 1039228 h 1893469"/>
                <a:gd name="csX1803" fmla="*/ 1757363 w 1954379"/>
                <a:gd name="csY1803" fmla="*/ 1039980 h 1893469"/>
                <a:gd name="csX1804" fmla="*/ 1756610 w 1954379"/>
                <a:gd name="csY1804" fmla="*/ 1042236 h 1893469"/>
                <a:gd name="csX1805" fmla="*/ 1755107 w 1954379"/>
                <a:gd name="csY1805" fmla="*/ 1042988 h 1893469"/>
                <a:gd name="csX1806" fmla="*/ 1749843 w 1954379"/>
                <a:gd name="csY1806" fmla="*/ 1045995 h 1893469"/>
                <a:gd name="csX1807" fmla="*/ 1747587 w 1954379"/>
                <a:gd name="csY1807" fmla="*/ 1048251 h 1893469"/>
                <a:gd name="csX1808" fmla="*/ 1744579 w 1954379"/>
                <a:gd name="csY1808" fmla="*/ 1052011 h 1893469"/>
                <a:gd name="csX1809" fmla="*/ 1743827 w 1954379"/>
                <a:gd name="csY1809" fmla="*/ 1052763 h 1893469"/>
                <a:gd name="csX1810" fmla="*/ 1743075 w 1954379"/>
                <a:gd name="csY1810" fmla="*/ 1054267 h 1893469"/>
                <a:gd name="csX1811" fmla="*/ 1743075 w 1954379"/>
                <a:gd name="csY1811" fmla="*/ 1056523 h 1893469"/>
                <a:gd name="csX1812" fmla="*/ 1743075 w 1954379"/>
                <a:gd name="csY1812" fmla="*/ 1057275 h 1893469"/>
                <a:gd name="csX1813" fmla="*/ 1742323 w 1954379"/>
                <a:gd name="csY1813" fmla="*/ 1058027 h 1893469"/>
                <a:gd name="csX1814" fmla="*/ 1740067 w 1954379"/>
                <a:gd name="csY1814" fmla="*/ 1061787 h 1893469"/>
                <a:gd name="csX1815" fmla="*/ 1739315 w 1954379"/>
                <a:gd name="csY1815" fmla="*/ 1064795 h 1893469"/>
                <a:gd name="csX1816" fmla="*/ 1739315 w 1954379"/>
                <a:gd name="csY1816" fmla="*/ 1065547 h 1893469"/>
                <a:gd name="csX1817" fmla="*/ 1738563 w 1954379"/>
                <a:gd name="csY1817" fmla="*/ 1065547 h 1893469"/>
                <a:gd name="csX1818" fmla="*/ 1734803 w 1954379"/>
                <a:gd name="csY1818" fmla="*/ 1070059 h 1893469"/>
                <a:gd name="csX1819" fmla="*/ 1734051 w 1954379"/>
                <a:gd name="csY1819" fmla="*/ 1070811 h 1893469"/>
                <a:gd name="csX1820" fmla="*/ 1733299 w 1954379"/>
                <a:gd name="csY1820" fmla="*/ 1073067 h 1893469"/>
                <a:gd name="csX1821" fmla="*/ 1732548 w 1954379"/>
                <a:gd name="csY1821" fmla="*/ 1073818 h 1893469"/>
                <a:gd name="csX1822" fmla="*/ 1730291 w 1954379"/>
                <a:gd name="csY1822" fmla="*/ 1076074 h 1893469"/>
                <a:gd name="csX1823" fmla="*/ 1729540 w 1954379"/>
                <a:gd name="csY1823" fmla="*/ 1076826 h 1893469"/>
                <a:gd name="csX1824" fmla="*/ 1729540 w 1954379"/>
                <a:gd name="csY1824" fmla="*/ 1077578 h 1893469"/>
                <a:gd name="csX1825" fmla="*/ 1728788 w 1954379"/>
                <a:gd name="csY1825" fmla="*/ 1079834 h 1893469"/>
                <a:gd name="csX1826" fmla="*/ 1728036 w 1954379"/>
                <a:gd name="csY1826" fmla="*/ 1080586 h 1893469"/>
                <a:gd name="csX1827" fmla="*/ 1725028 w 1954379"/>
                <a:gd name="csY1827" fmla="*/ 1084346 h 1893469"/>
                <a:gd name="csX1828" fmla="*/ 1713748 w 1954379"/>
                <a:gd name="csY1828" fmla="*/ 1093370 h 1893469"/>
                <a:gd name="csX1829" fmla="*/ 1712996 w 1954379"/>
                <a:gd name="csY1829" fmla="*/ 1094122 h 1893469"/>
                <a:gd name="csX1830" fmla="*/ 1710740 w 1954379"/>
                <a:gd name="csY1830" fmla="*/ 1094122 h 1893469"/>
                <a:gd name="csX1831" fmla="*/ 1706980 w 1954379"/>
                <a:gd name="csY1831" fmla="*/ 1094122 h 1893469"/>
                <a:gd name="csX1832" fmla="*/ 1706229 w 1954379"/>
                <a:gd name="csY1832" fmla="*/ 1094122 h 1893469"/>
                <a:gd name="csX1833" fmla="*/ 1703972 w 1954379"/>
                <a:gd name="csY1833" fmla="*/ 1093370 h 1893469"/>
                <a:gd name="csX1834" fmla="*/ 1703220 w 1954379"/>
                <a:gd name="csY1834" fmla="*/ 1092618 h 1893469"/>
                <a:gd name="csX1835" fmla="*/ 1702469 w 1954379"/>
                <a:gd name="csY1835" fmla="*/ 1092618 h 1893469"/>
                <a:gd name="csX1836" fmla="*/ 1702469 w 1954379"/>
                <a:gd name="csY1836" fmla="*/ 1091866 h 1893469"/>
                <a:gd name="csX1837" fmla="*/ 1701716 w 1954379"/>
                <a:gd name="csY1837" fmla="*/ 1091114 h 1893469"/>
                <a:gd name="csX1838" fmla="*/ 1700965 w 1954379"/>
                <a:gd name="csY1838" fmla="*/ 1091114 h 1893469"/>
                <a:gd name="csX1839" fmla="*/ 1699461 w 1954379"/>
                <a:gd name="csY1839" fmla="*/ 1091866 h 1893469"/>
                <a:gd name="csX1840" fmla="*/ 1697205 w 1954379"/>
                <a:gd name="csY1840" fmla="*/ 1092618 h 1893469"/>
                <a:gd name="csX1841" fmla="*/ 1694949 w 1954379"/>
                <a:gd name="csY1841" fmla="*/ 1092618 h 1893469"/>
                <a:gd name="csX1842" fmla="*/ 1694197 w 1954379"/>
                <a:gd name="csY1842" fmla="*/ 1092618 h 1893469"/>
                <a:gd name="csX1843" fmla="*/ 1693445 w 1954379"/>
                <a:gd name="csY1843" fmla="*/ 1092618 h 1893469"/>
                <a:gd name="csX1844" fmla="*/ 1691189 w 1954379"/>
                <a:gd name="csY1844" fmla="*/ 1091866 h 1893469"/>
                <a:gd name="csX1845" fmla="*/ 1622759 w 1954379"/>
                <a:gd name="csY1845" fmla="*/ 1146008 h 1893469"/>
                <a:gd name="csX1846" fmla="*/ 1550570 w 1954379"/>
                <a:gd name="csY1846" fmla="*/ 1204662 h 1893469"/>
                <a:gd name="csX1847" fmla="*/ 1549066 w 1954379"/>
                <a:gd name="csY1847" fmla="*/ 1206166 h 1893469"/>
                <a:gd name="csX1848" fmla="*/ 1549066 w 1954379"/>
                <a:gd name="csY1848" fmla="*/ 1206918 h 1893469"/>
                <a:gd name="csX1849" fmla="*/ 1552074 w 1954379"/>
                <a:gd name="csY1849" fmla="*/ 1207670 h 1893469"/>
                <a:gd name="csX1850" fmla="*/ 1557337 w 1954379"/>
                <a:gd name="csY1850" fmla="*/ 1207670 h 1893469"/>
                <a:gd name="csX1851" fmla="*/ 1565609 w 1954379"/>
                <a:gd name="csY1851" fmla="*/ 1212934 h 1893469"/>
                <a:gd name="csX1852" fmla="*/ 1572377 w 1954379"/>
                <a:gd name="csY1852" fmla="*/ 1214438 h 1893469"/>
                <a:gd name="csX1853" fmla="*/ 1574633 w 1954379"/>
                <a:gd name="csY1853" fmla="*/ 1215190 h 1893469"/>
                <a:gd name="csX1854" fmla="*/ 1576889 w 1954379"/>
                <a:gd name="csY1854" fmla="*/ 1215941 h 1893469"/>
                <a:gd name="csX1855" fmla="*/ 1581401 w 1954379"/>
                <a:gd name="csY1855" fmla="*/ 1214438 h 1893469"/>
                <a:gd name="csX1856" fmla="*/ 1600952 w 1954379"/>
                <a:gd name="csY1856" fmla="*/ 1212934 h 1893469"/>
                <a:gd name="csX1857" fmla="*/ 1603960 w 1954379"/>
                <a:gd name="csY1857" fmla="*/ 1212934 h 1893469"/>
                <a:gd name="csX1858" fmla="*/ 1605464 w 1954379"/>
                <a:gd name="csY1858" fmla="*/ 1214438 h 1893469"/>
                <a:gd name="csX1859" fmla="*/ 1612984 w 1954379"/>
                <a:gd name="csY1859" fmla="*/ 1227973 h 1893469"/>
                <a:gd name="csX1860" fmla="*/ 1615992 w 1954379"/>
                <a:gd name="csY1860" fmla="*/ 1231733 h 1893469"/>
                <a:gd name="csX1861" fmla="*/ 1620503 w 1954379"/>
                <a:gd name="csY1861" fmla="*/ 1234741 h 1893469"/>
                <a:gd name="csX1862" fmla="*/ 1623511 w 1954379"/>
                <a:gd name="csY1862" fmla="*/ 1234741 h 1893469"/>
                <a:gd name="csX1863" fmla="*/ 1626519 w 1954379"/>
                <a:gd name="csY1863" fmla="*/ 1234741 h 1893469"/>
                <a:gd name="csX1864" fmla="*/ 1629527 w 1954379"/>
                <a:gd name="csY1864" fmla="*/ 1235493 h 1893469"/>
                <a:gd name="csX1865" fmla="*/ 1631031 w 1954379"/>
                <a:gd name="csY1865" fmla="*/ 1236997 h 1893469"/>
                <a:gd name="csX1866" fmla="*/ 1631783 w 1954379"/>
                <a:gd name="csY1866" fmla="*/ 1239253 h 1893469"/>
                <a:gd name="csX1867" fmla="*/ 1633287 w 1954379"/>
                <a:gd name="csY1867" fmla="*/ 1241509 h 1893469"/>
                <a:gd name="csX1868" fmla="*/ 1637047 w 1954379"/>
                <a:gd name="csY1868" fmla="*/ 1243765 h 1893469"/>
                <a:gd name="csX1869" fmla="*/ 1638551 w 1954379"/>
                <a:gd name="csY1869" fmla="*/ 1246020 h 1893469"/>
                <a:gd name="csX1870" fmla="*/ 1640055 w 1954379"/>
                <a:gd name="csY1870" fmla="*/ 1249028 h 1893469"/>
                <a:gd name="csX1871" fmla="*/ 1640055 w 1954379"/>
                <a:gd name="csY1871" fmla="*/ 1252036 h 1893469"/>
                <a:gd name="csX1872" fmla="*/ 1637799 w 1954379"/>
                <a:gd name="csY1872" fmla="*/ 1255044 h 1893469"/>
                <a:gd name="csX1873" fmla="*/ 1633287 w 1954379"/>
                <a:gd name="csY1873" fmla="*/ 1260308 h 1893469"/>
                <a:gd name="csX1874" fmla="*/ 1631031 w 1954379"/>
                <a:gd name="csY1874" fmla="*/ 1261812 h 1893469"/>
                <a:gd name="csX1875" fmla="*/ 1626519 w 1954379"/>
                <a:gd name="csY1875" fmla="*/ 1262564 h 1893469"/>
                <a:gd name="csX1876" fmla="*/ 1620503 w 1954379"/>
                <a:gd name="csY1876" fmla="*/ 1262564 h 1893469"/>
                <a:gd name="csX1877" fmla="*/ 1617495 w 1954379"/>
                <a:gd name="csY1877" fmla="*/ 1264068 h 1893469"/>
                <a:gd name="csX1878" fmla="*/ 1615992 w 1954379"/>
                <a:gd name="csY1878" fmla="*/ 1267076 h 1893469"/>
                <a:gd name="csX1879" fmla="*/ 1616744 w 1954379"/>
                <a:gd name="csY1879" fmla="*/ 1276099 h 1893469"/>
                <a:gd name="csX1880" fmla="*/ 1617495 w 1954379"/>
                <a:gd name="csY1880" fmla="*/ 1279107 h 1893469"/>
                <a:gd name="csX1881" fmla="*/ 1619752 w 1954379"/>
                <a:gd name="csY1881" fmla="*/ 1282867 h 1893469"/>
                <a:gd name="csX1882" fmla="*/ 1626519 w 1954379"/>
                <a:gd name="csY1882" fmla="*/ 1288883 h 1893469"/>
                <a:gd name="csX1883" fmla="*/ 1627271 w 1954379"/>
                <a:gd name="csY1883" fmla="*/ 1292643 h 1893469"/>
                <a:gd name="csX1884" fmla="*/ 1626519 w 1954379"/>
                <a:gd name="csY1884" fmla="*/ 1295651 h 1893469"/>
                <a:gd name="csX1885" fmla="*/ 1625015 w 1954379"/>
                <a:gd name="csY1885" fmla="*/ 1297155 h 1893469"/>
                <a:gd name="csX1886" fmla="*/ 1615239 w 1954379"/>
                <a:gd name="csY1886" fmla="*/ 1298659 h 1893469"/>
                <a:gd name="csX1887" fmla="*/ 1612984 w 1954379"/>
                <a:gd name="csY1887" fmla="*/ 1300163 h 1893469"/>
                <a:gd name="csX1888" fmla="*/ 1610728 w 1954379"/>
                <a:gd name="csY1888" fmla="*/ 1301667 h 1893469"/>
                <a:gd name="csX1889" fmla="*/ 1609976 w 1954379"/>
                <a:gd name="csY1889" fmla="*/ 1304674 h 1893469"/>
                <a:gd name="csX1890" fmla="*/ 1610728 w 1954379"/>
                <a:gd name="csY1890" fmla="*/ 1309186 h 1893469"/>
                <a:gd name="csX1891" fmla="*/ 1612984 w 1954379"/>
                <a:gd name="csY1891" fmla="*/ 1310690 h 1893469"/>
                <a:gd name="csX1892" fmla="*/ 1615992 w 1954379"/>
                <a:gd name="csY1892" fmla="*/ 1311442 h 1893469"/>
                <a:gd name="csX1893" fmla="*/ 1618248 w 1954379"/>
                <a:gd name="csY1893" fmla="*/ 1313698 h 1893469"/>
                <a:gd name="csX1894" fmla="*/ 1618248 w 1954379"/>
                <a:gd name="csY1894" fmla="*/ 1320466 h 1893469"/>
                <a:gd name="csX1895" fmla="*/ 1612232 w 1954379"/>
                <a:gd name="csY1895" fmla="*/ 1324226 h 1893469"/>
                <a:gd name="csX1896" fmla="*/ 1598696 w 1954379"/>
                <a:gd name="csY1896" fmla="*/ 1327234 h 1893469"/>
                <a:gd name="csX1897" fmla="*/ 1597192 w 1954379"/>
                <a:gd name="csY1897" fmla="*/ 1329490 h 1893469"/>
                <a:gd name="csX1898" fmla="*/ 1596440 w 1954379"/>
                <a:gd name="csY1898" fmla="*/ 1331746 h 1893469"/>
                <a:gd name="csX1899" fmla="*/ 1597192 w 1954379"/>
                <a:gd name="csY1899" fmla="*/ 1343025 h 1893469"/>
                <a:gd name="csX1900" fmla="*/ 1598696 w 1954379"/>
                <a:gd name="csY1900" fmla="*/ 1349041 h 1893469"/>
                <a:gd name="csX1901" fmla="*/ 1599448 w 1954379"/>
                <a:gd name="csY1901" fmla="*/ 1351297 h 1893469"/>
                <a:gd name="csX1902" fmla="*/ 1600952 w 1954379"/>
                <a:gd name="csY1902" fmla="*/ 1352049 h 1893469"/>
                <a:gd name="csX1903" fmla="*/ 1603208 w 1954379"/>
                <a:gd name="csY1903" fmla="*/ 1354305 h 1893469"/>
                <a:gd name="csX1904" fmla="*/ 1603960 w 1954379"/>
                <a:gd name="csY1904" fmla="*/ 1355809 h 1893469"/>
                <a:gd name="csX1905" fmla="*/ 1603960 w 1954379"/>
                <a:gd name="csY1905" fmla="*/ 1357313 h 1893469"/>
                <a:gd name="csX1906" fmla="*/ 1603960 w 1954379"/>
                <a:gd name="csY1906" fmla="*/ 1360320 h 1893469"/>
                <a:gd name="csX1907" fmla="*/ 1602456 w 1954379"/>
                <a:gd name="csY1907" fmla="*/ 1361072 h 1893469"/>
                <a:gd name="csX1908" fmla="*/ 1591176 w 1954379"/>
                <a:gd name="csY1908" fmla="*/ 1358065 h 1893469"/>
                <a:gd name="csX1909" fmla="*/ 1585161 w 1954379"/>
                <a:gd name="csY1909" fmla="*/ 1358816 h 1893469"/>
                <a:gd name="csX1910" fmla="*/ 1581401 w 1954379"/>
                <a:gd name="csY1910" fmla="*/ 1361825 h 1893469"/>
                <a:gd name="csX1911" fmla="*/ 1573881 w 1954379"/>
                <a:gd name="csY1911" fmla="*/ 1369344 h 1893469"/>
                <a:gd name="csX1912" fmla="*/ 1569369 w 1954379"/>
                <a:gd name="csY1912" fmla="*/ 1371600 h 1893469"/>
                <a:gd name="csX1913" fmla="*/ 1569369 w 1954379"/>
                <a:gd name="csY1913" fmla="*/ 1373104 h 1893469"/>
                <a:gd name="csX1914" fmla="*/ 1568617 w 1954379"/>
                <a:gd name="csY1914" fmla="*/ 1374608 h 1893469"/>
                <a:gd name="csX1915" fmla="*/ 1567865 w 1954379"/>
                <a:gd name="csY1915" fmla="*/ 1376112 h 1893469"/>
                <a:gd name="csX1916" fmla="*/ 1563354 w 1954379"/>
                <a:gd name="csY1916" fmla="*/ 1382128 h 1893469"/>
                <a:gd name="csX1917" fmla="*/ 1561097 w 1954379"/>
                <a:gd name="csY1917" fmla="*/ 1385136 h 1893469"/>
                <a:gd name="csX1918" fmla="*/ 1560345 w 1954379"/>
                <a:gd name="csY1918" fmla="*/ 1388144 h 1893469"/>
                <a:gd name="csX1919" fmla="*/ 1561097 w 1954379"/>
                <a:gd name="csY1919" fmla="*/ 1388895 h 1893469"/>
                <a:gd name="csX1920" fmla="*/ 1561850 w 1954379"/>
                <a:gd name="csY1920" fmla="*/ 1391151 h 1893469"/>
                <a:gd name="csX1921" fmla="*/ 1562601 w 1954379"/>
                <a:gd name="csY1921" fmla="*/ 1397919 h 1893469"/>
                <a:gd name="csX1922" fmla="*/ 1561850 w 1954379"/>
                <a:gd name="csY1922" fmla="*/ 1401679 h 1893469"/>
                <a:gd name="csX1923" fmla="*/ 1560345 w 1954379"/>
                <a:gd name="csY1923" fmla="*/ 1404687 h 1893469"/>
                <a:gd name="csX1924" fmla="*/ 1558090 w 1954379"/>
                <a:gd name="csY1924" fmla="*/ 1406191 h 1893469"/>
                <a:gd name="csX1925" fmla="*/ 1537786 w 1954379"/>
                <a:gd name="csY1925" fmla="*/ 1415214 h 1893469"/>
                <a:gd name="csX1926" fmla="*/ 1533275 w 1954379"/>
                <a:gd name="csY1926" fmla="*/ 1418223 h 1893469"/>
                <a:gd name="csX1927" fmla="*/ 1530267 w 1954379"/>
                <a:gd name="csY1927" fmla="*/ 1418223 h 1893469"/>
                <a:gd name="csX1928" fmla="*/ 1525755 w 1954379"/>
                <a:gd name="csY1928" fmla="*/ 1418974 h 1893469"/>
                <a:gd name="csX1929" fmla="*/ 1508459 w 1954379"/>
                <a:gd name="csY1929" fmla="*/ 1424238 h 1893469"/>
                <a:gd name="csX1930" fmla="*/ 1505452 w 1954379"/>
                <a:gd name="csY1930" fmla="*/ 1426494 h 1893469"/>
                <a:gd name="csX1931" fmla="*/ 1502443 w 1954379"/>
                <a:gd name="csY1931" fmla="*/ 1428750 h 1893469"/>
                <a:gd name="csX1932" fmla="*/ 1479884 w 1954379"/>
                <a:gd name="csY1932" fmla="*/ 1443038 h 1893469"/>
                <a:gd name="csX1933" fmla="*/ 1476877 w 1954379"/>
                <a:gd name="csY1933" fmla="*/ 1446797 h 1893469"/>
                <a:gd name="csX1934" fmla="*/ 1476124 w 1954379"/>
                <a:gd name="csY1934" fmla="*/ 1452813 h 1893469"/>
                <a:gd name="csX1935" fmla="*/ 1481388 w 1954379"/>
                <a:gd name="csY1935" fmla="*/ 1470861 h 1893469"/>
                <a:gd name="csX1936" fmla="*/ 1482140 w 1954379"/>
                <a:gd name="csY1936" fmla="*/ 1492668 h 1893469"/>
                <a:gd name="csX1937" fmla="*/ 1481388 w 1954379"/>
                <a:gd name="csY1937" fmla="*/ 1495676 h 1893469"/>
                <a:gd name="csX1938" fmla="*/ 1476877 w 1954379"/>
                <a:gd name="csY1938" fmla="*/ 1505451 h 1893469"/>
                <a:gd name="csX1939" fmla="*/ 1452813 w 1954379"/>
                <a:gd name="csY1939" fmla="*/ 1534026 h 1893469"/>
                <a:gd name="csX1940" fmla="*/ 1452061 w 1954379"/>
                <a:gd name="csY1940" fmla="*/ 1537786 h 1893469"/>
                <a:gd name="csX1941" fmla="*/ 1450558 w 1954379"/>
                <a:gd name="csY1941" fmla="*/ 1541546 h 1893469"/>
                <a:gd name="csX1942" fmla="*/ 1450558 w 1954379"/>
                <a:gd name="csY1942" fmla="*/ 1549066 h 1893469"/>
                <a:gd name="csX1943" fmla="*/ 1452813 w 1954379"/>
                <a:gd name="csY1943" fmla="*/ 1555834 h 1893469"/>
                <a:gd name="csX1944" fmla="*/ 1457325 w 1954379"/>
                <a:gd name="csY1944" fmla="*/ 1561849 h 1893469"/>
                <a:gd name="csX1945" fmla="*/ 1463341 w 1954379"/>
                <a:gd name="csY1945" fmla="*/ 1567113 h 1893469"/>
                <a:gd name="csX1946" fmla="*/ 1476124 w 1954379"/>
                <a:gd name="csY1946" fmla="*/ 1576137 h 1893469"/>
                <a:gd name="csX1947" fmla="*/ 1482140 w 1954379"/>
                <a:gd name="csY1947" fmla="*/ 1578393 h 1893469"/>
                <a:gd name="csX1948" fmla="*/ 1484396 w 1954379"/>
                <a:gd name="csY1948" fmla="*/ 1579897 h 1893469"/>
                <a:gd name="csX1949" fmla="*/ 1485148 w 1954379"/>
                <a:gd name="csY1949" fmla="*/ 1580649 h 1893469"/>
                <a:gd name="csX1950" fmla="*/ 1485148 w 1954379"/>
                <a:gd name="csY1950" fmla="*/ 1581401 h 1893469"/>
                <a:gd name="csX1951" fmla="*/ 1484396 w 1954379"/>
                <a:gd name="csY1951" fmla="*/ 1584409 h 1893469"/>
                <a:gd name="csX1952" fmla="*/ 1484396 w 1954379"/>
                <a:gd name="csY1952" fmla="*/ 1585913 h 1893469"/>
                <a:gd name="csX1953" fmla="*/ 1484396 w 1954379"/>
                <a:gd name="csY1953" fmla="*/ 1591176 h 1893469"/>
                <a:gd name="csX1954" fmla="*/ 1484396 w 1954379"/>
                <a:gd name="csY1954" fmla="*/ 1595688 h 1893469"/>
                <a:gd name="csX1955" fmla="*/ 1483644 w 1954379"/>
                <a:gd name="csY1955" fmla="*/ 1598696 h 1893469"/>
                <a:gd name="csX1956" fmla="*/ 1481388 w 1954379"/>
                <a:gd name="csY1956" fmla="*/ 1604712 h 1893469"/>
                <a:gd name="csX1957" fmla="*/ 1480636 w 1954379"/>
                <a:gd name="csY1957" fmla="*/ 1607720 h 1893469"/>
                <a:gd name="csX1958" fmla="*/ 1480636 w 1954379"/>
                <a:gd name="csY1958" fmla="*/ 1617496 h 1893469"/>
                <a:gd name="csX1959" fmla="*/ 1479884 w 1954379"/>
                <a:gd name="csY1959" fmla="*/ 1619751 h 1893469"/>
                <a:gd name="csX1960" fmla="*/ 1478380 w 1954379"/>
                <a:gd name="csY1960" fmla="*/ 1621255 h 1893469"/>
                <a:gd name="csX1961" fmla="*/ 1477628 w 1954379"/>
                <a:gd name="csY1961" fmla="*/ 1622007 h 1893469"/>
                <a:gd name="csX1962" fmla="*/ 1476124 w 1954379"/>
                <a:gd name="csY1962" fmla="*/ 1623511 h 1893469"/>
                <a:gd name="csX1963" fmla="*/ 1475373 w 1954379"/>
                <a:gd name="csY1963" fmla="*/ 1625015 h 1893469"/>
                <a:gd name="csX1964" fmla="*/ 1475373 w 1954379"/>
                <a:gd name="csY1964" fmla="*/ 1629527 h 1893469"/>
                <a:gd name="csX1965" fmla="*/ 1464093 w 1954379"/>
                <a:gd name="csY1965" fmla="*/ 1664118 h 1893469"/>
                <a:gd name="csX1966" fmla="*/ 1464093 w 1954379"/>
                <a:gd name="csY1966" fmla="*/ 1667126 h 1893469"/>
                <a:gd name="csX1967" fmla="*/ 1462589 w 1954379"/>
                <a:gd name="csY1967" fmla="*/ 1669382 h 1893469"/>
                <a:gd name="csX1968" fmla="*/ 1461085 w 1954379"/>
                <a:gd name="csY1968" fmla="*/ 1670886 h 1893469"/>
                <a:gd name="csX1969" fmla="*/ 1456573 w 1954379"/>
                <a:gd name="csY1969" fmla="*/ 1673894 h 1893469"/>
                <a:gd name="csX1970" fmla="*/ 1452061 w 1954379"/>
                <a:gd name="csY1970" fmla="*/ 1677653 h 1893469"/>
                <a:gd name="csX1971" fmla="*/ 1449805 w 1954379"/>
                <a:gd name="csY1971" fmla="*/ 1682165 h 1893469"/>
                <a:gd name="csX1972" fmla="*/ 1445294 w 1954379"/>
                <a:gd name="csY1972" fmla="*/ 1694949 h 1893469"/>
                <a:gd name="csX1973" fmla="*/ 1439278 w 1954379"/>
                <a:gd name="csY1973" fmla="*/ 1703973 h 1893469"/>
                <a:gd name="csX1974" fmla="*/ 1437774 w 1954379"/>
                <a:gd name="csY1974" fmla="*/ 1705476 h 1893469"/>
                <a:gd name="csX1975" fmla="*/ 1433262 w 1954379"/>
                <a:gd name="csY1975" fmla="*/ 1713748 h 1893469"/>
                <a:gd name="csX1976" fmla="*/ 1434766 w 1954379"/>
                <a:gd name="csY1976" fmla="*/ 1715252 h 1893469"/>
                <a:gd name="csX1977" fmla="*/ 1434766 w 1954379"/>
                <a:gd name="csY1977" fmla="*/ 1717508 h 1893469"/>
                <a:gd name="csX1978" fmla="*/ 1434014 w 1954379"/>
                <a:gd name="csY1978" fmla="*/ 1719012 h 1893469"/>
                <a:gd name="csX1979" fmla="*/ 1425742 w 1954379"/>
                <a:gd name="csY1979" fmla="*/ 1729540 h 1893469"/>
                <a:gd name="csX1980" fmla="*/ 1425742 w 1954379"/>
                <a:gd name="csY1980" fmla="*/ 1731043 h 1893469"/>
                <a:gd name="csX1981" fmla="*/ 1424238 w 1954379"/>
                <a:gd name="csY1981" fmla="*/ 1734803 h 1893469"/>
                <a:gd name="csX1982" fmla="*/ 1421982 w 1954379"/>
                <a:gd name="csY1982" fmla="*/ 1737811 h 1893469"/>
                <a:gd name="csX1983" fmla="*/ 1418975 w 1954379"/>
                <a:gd name="csY1983" fmla="*/ 1740819 h 1893469"/>
                <a:gd name="csX1984" fmla="*/ 1415966 w 1954379"/>
                <a:gd name="csY1984" fmla="*/ 1742323 h 1893469"/>
                <a:gd name="csX1985" fmla="*/ 1406943 w 1954379"/>
                <a:gd name="csY1985" fmla="*/ 1743827 h 1893469"/>
                <a:gd name="csX1986" fmla="*/ 1403935 w 1954379"/>
                <a:gd name="csY1986" fmla="*/ 1745331 h 1893469"/>
                <a:gd name="csX1987" fmla="*/ 1395663 w 1954379"/>
                <a:gd name="csY1987" fmla="*/ 1752099 h 1893469"/>
                <a:gd name="csX1988" fmla="*/ 1393407 w 1954379"/>
                <a:gd name="csY1988" fmla="*/ 1755107 h 1893469"/>
                <a:gd name="csX1989" fmla="*/ 1391903 w 1954379"/>
                <a:gd name="csY1989" fmla="*/ 1756611 h 1893469"/>
                <a:gd name="csX1990" fmla="*/ 1391151 w 1954379"/>
                <a:gd name="csY1990" fmla="*/ 1758115 h 1893469"/>
                <a:gd name="csX1991" fmla="*/ 1391151 w 1954379"/>
                <a:gd name="csY1991" fmla="*/ 1759619 h 1893469"/>
                <a:gd name="csX1992" fmla="*/ 1390400 w 1954379"/>
                <a:gd name="csY1992" fmla="*/ 1760371 h 1893469"/>
                <a:gd name="csX1993" fmla="*/ 1387392 w 1954379"/>
                <a:gd name="csY1993" fmla="*/ 1763378 h 1893469"/>
                <a:gd name="csX1994" fmla="*/ 1386640 w 1954379"/>
                <a:gd name="csY1994" fmla="*/ 1764882 h 1893469"/>
                <a:gd name="csX1995" fmla="*/ 1385887 w 1954379"/>
                <a:gd name="csY1995" fmla="*/ 1767890 h 1893469"/>
                <a:gd name="csX1996" fmla="*/ 1383632 w 1954379"/>
                <a:gd name="csY1996" fmla="*/ 1770898 h 1893469"/>
                <a:gd name="csX1997" fmla="*/ 1378368 w 1954379"/>
                <a:gd name="csY1997" fmla="*/ 1776914 h 1893469"/>
                <a:gd name="csX1998" fmla="*/ 1369344 w 1954379"/>
                <a:gd name="csY1998" fmla="*/ 1789697 h 1893469"/>
                <a:gd name="csX1999" fmla="*/ 1366336 w 1954379"/>
                <a:gd name="csY1999" fmla="*/ 1793457 h 1893469"/>
                <a:gd name="csX2000" fmla="*/ 1361824 w 1954379"/>
                <a:gd name="csY2000" fmla="*/ 1797217 h 1893469"/>
                <a:gd name="csX2001" fmla="*/ 1359568 w 1954379"/>
                <a:gd name="csY2001" fmla="*/ 1799473 h 1893469"/>
                <a:gd name="csX2002" fmla="*/ 1358817 w 1954379"/>
                <a:gd name="csY2002" fmla="*/ 1802481 h 1893469"/>
                <a:gd name="csX2003" fmla="*/ 1358064 w 1954379"/>
                <a:gd name="csY2003" fmla="*/ 1803985 h 1893469"/>
                <a:gd name="csX2004" fmla="*/ 1353553 w 1954379"/>
                <a:gd name="csY2004" fmla="*/ 1808497 h 1893469"/>
                <a:gd name="csX2005" fmla="*/ 1350545 w 1954379"/>
                <a:gd name="csY2005" fmla="*/ 1813009 h 1893469"/>
                <a:gd name="csX2006" fmla="*/ 1349793 w 1954379"/>
                <a:gd name="csY2006" fmla="*/ 1814513 h 1893469"/>
                <a:gd name="csX2007" fmla="*/ 1349041 w 1954379"/>
                <a:gd name="csY2007" fmla="*/ 1817520 h 1893469"/>
                <a:gd name="csX2008" fmla="*/ 1348289 w 1954379"/>
                <a:gd name="csY2008" fmla="*/ 1821280 h 1893469"/>
                <a:gd name="csX2009" fmla="*/ 1348289 w 1954379"/>
                <a:gd name="csY2009" fmla="*/ 1822784 h 1893469"/>
                <a:gd name="csX2010" fmla="*/ 1346785 w 1954379"/>
                <a:gd name="csY2010" fmla="*/ 1825792 h 1893469"/>
                <a:gd name="csX2011" fmla="*/ 1343025 w 1954379"/>
                <a:gd name="csY2011" fmla="*/ 1837824 h 1893469"/>
                <a:gd name="csX2012" fmla="*/ 1342273 w 1954379"/>
                <a:gd name="csY2012" fmla="*/ 1850607 h 1893469"/>
                <a:gd name="csX2013" fmla="*/ 1341521 w 1954379"/>
                <a:gd name="csY2013" fmla="*/ 1853615 h 1893469"/>
                <a:gd name="csX2014" fmla="*/ 1338513 w 1954379"/>
                <a:gd name="csY2014" fmla="*/ 1860383 h 1893469"/>
                <a:gd name="csX2015" fmla="*/ 1337009 w 1954379"/>
                <a:gd name="csY2015" fmla="*/ 1864895 h 1893469"/>
                <a:gd name="csX2016" fmla="*/ 1336257 w 1954379"/>
                <a:gd name="csY2016" fmla="*/ 1867903 h 1893469"/>
                <a:gd name="csX2017" fmla="*/ 1336257 w 1954379"/>
                <a:gd name="csY2017" fmla="*/ 1869407 h 1893469"/>
                <a:gd name="csX2018" fmla="*/ 1335505 w 1954379"/>
                <a:gd name="csY2018" fmla="*/ 1871663 h 1893469"/>
                <a:gd name="csX2019" fmla="*/ 1334753 w 1954379"/>
                <a:gd name="csY2019" fmla="*/ 1872415 h 1893469"/>
                <a:gd name="csX2020" fmla="*/ 1334002 w 1954379"/>
                <a:gd name="csY2020" fmla="*/ 1873167 h 1893469"/>
                <a:gd name="csX2021" fmla="*/ 1333249 w 1954379"/>
                <a:gd name="csY2021" fmla="*/ 1874670 h 1893469"/>
                <a:gd name="csX2022" fmla="*/ 1330994 w 1954379"/>
                <a:gd name="csY2022" fmla="*/ 1876926 h 1893469"/>
                <a:gd name="csX2023" fmla="*/ 1329489 w 1954379"/>
                <a:gd name="csY2023" fmla="*/ 1877678 h 1893469"/>
                <a:gd name="csX2024" fmla="*/ 1329489 w 1954379"/>
                <a:gd name="csY2024" fmla="*/ 1879182 h 1893469"/>
                <a:gd name="csX2025" fmla="*/ 1327985 w 1954379"/>
                <a:gd name="csY2025" fmla="*/ 1883694 h 1893469"/>
                <a:gd name="csX2026" fmla="*/ 1324978 w 1954379"/>
                <a:gd name="csY2026" fmla="*/ 1889710 h 1893469"/>
                <a:gd name="csX2027" fmla="*/ 1322722 w 1954379"/>
                <a:gd name="csY2027" fmla="*/ 1893470 h 1893469"/>
                <a:gd name="csX2028" fmla="*/ 1181351 w 1954379"/>
                <a:gd name="csY2028" fmla="*/ 1885950 h 1893469"/>
                <a:gd name="csX2029" fmla="*/ 1161799 w 1954379"/>
                <a:gd name="csY2029" fmla="*/ 1885198 h 1893469"/>
                <a:gd name="csX2030" fmla="*/ 587292 w 1954379"/>
                <a:gd name="csY2030" fmla="*/ 1850607 h 1893469"/>
                <a:gd name="csX2031" fmla="*/ 379747 w 1954379"/>
                <a:gd name="csY2031" fmla="*/ 1835568 h 1893469"/>
                <a:gd name="csX2032" fmla="*/ 378995 w 1954379"/>
                <a:gd name="csY2032" fmla="*/ 1837072 h 1893469"/>
                <a:gd name="csX2033" fmla="*/ 375987 w 1954379"/>
                <a:gd name="csY2033" fmla="*/ 1835568 h 1893469"/>
                <a:gd name="csX2034" fmla="*/ 366963 w 1954379"/>
                <a:gd name="csY2034" fmla="*/ 1831808 h 1893469"/>
                <a:gd name="csX2035" fmla="*/ 361699 w 1954379"/>
                <a:gd name="csY2035" fmla="*/ 1827296 h 1893469"/>
                <a:gd name="csX2036" fmla="*/ 359443 w 1954379"/>
                <a:gd name="csY2036" fmla="*/ 1826544 h 1893469"/>
                <a:gd name="csX2037" fmla="*/ 352676 w 1954379"/>
                <a:gd name="csY2037" fmla="*/ 1825040 h 1893469"/>
                <a:gd name="csX2038" fmla="*/ 350420 w 1954379"/>
                <a:gd name="csY2038" fmla="*/ 1823536 h 1893469"/>
                <a:gd name="csX2039" fmla="*/ 348916 w 1954379"/>
                <a:gd name="csY2039" fmla="*/ 1822784 h 1893469"/>
                <a:gd name="csX2040" fmla="*/ 347412 w 1954379"/>
                <a:gd name="csY2040" fmla="*/ 1822032 h 1893469"/>
                <a:gd name="csX2041" fmla="*/ 345156 w 1954379"/>
                <a:gd name="csY2041" fmla="*/ 1821280 h 1893469"/>
                <a:gd name="csX2042" fmla="*/ 343652 w 1954379"/>
                <a:gd name="csY2042" fmla="*/ 1822032 h 1893469"/>
                <a:gd name="csX2043" fmla="*/ 342148 w 1954379"/>
                <a:gd name="csY2043" fmla="*/ 1822032 h 1893469"/>
                <a:gd name="csX2044" fmla="*/ 338388 w 1954379"/>
                <a:gd name="csY2044" fmla="*/ 1824288 h 1893469"/>
                <a:gd name="csX2045" fmla="*/ 336132 w 1954379"/>
                <a:gd name="csY2045" fmla="*/ 1825040 h 1893469"/>
                <a:gd name="csX2046" fmla="*/ 333124 w 1954379"/>
                <a:gd name="csY2046" fmla="*/ 1825040 h 1893469"/>
                <a:gd name="csX2047" fmla="*/ 331620 w 1954379"/>
                <a:gd name="csY2047" fmla="*/ 1824288 h 1893469"/>
                <a:gd name="csX2048" fmla="*/ 330116 w 1954379"/>
                <a:gd name="csY2048" fmla="*/ 1822784 h 1893469"/>
                <a:gd name="csX2049" fmla="*/ 329364 w 1954379"/>
                <a:gd name="csY2049" fmla="*/ 1821280 h 1893469"/>
                <a:gd name="csX2050" fmla="*/ 327861 w 1954379"/>
                <a:gd name="csY2050" fmla="*/ 1816769 h 1893469"/>
                <a:gd name="csX2051" fmla="*/ 327109 w 1954379"/>
                <a:gd name="csY2051" fmla="*/ 1812257 h 1893469"/>
                <a:gd name="csX2052" fmla="*/ 326357 w 1954379"/>
                <a:gd name="csY2052" fmla="*/ 1810001 h 1893469"/>
                <a:gd name="csX2053" fmla="*/ 325605 w 1954379"/>
                <a:gd name="csY2053" fmla="*/ 1808497 h 1893469"/>
                <a:gd name="csX2054" fmla="*/ 324853 w 1954379"/>
                <a:gd name="csY2054" fmla="*/ 1806993 h 1893469"/>
                <a:gd name="csX2055" fmla="*/ 323349 w 1954379"/>
                <a:gd name="csY2055" fmla="*/ 1805489 h 1893469"/>
                <a:gd name="csX2056" fmla="*/ 320341 w 1954379"/>
                <a:gd name="csY2056" fmla="*/ 1803985 h 1893469"/>
                <a:gd name="csX2057" fmla="*/ 309813 w 1954379"/>
                <a:gd name="csY2057" fmla="*/ 1801729 h 1893469"/>
                <a:gd name="csX2058" fmla="*/ 306053 w 1954379"/>
                <a:gd name="csY2058" fmla="*/ 1800977 h 1893469"/>
                <a:gd name="csX2059" fmla="*/ 303797 w 1954379"/>
                <a:gd name="csY2059" fmla="*/ 1800225 h 1893469"/>
                <a:gd name="csX2060" fmla="*/ 301542 w 1954379"/>
                <a:gd name="csY2060" fmla="*/ 1800977 h 1893469"/>
                <a:gd name="csX2061" fmla="*/ 300789 w 1954379"/>
                <a:gd name="csY2061" fmla="*/ 1800977 h 1893469"/>
                <a:gd name="csX2062" fmla="*/ 298534 w 1954379"/>
                <a:gd name="csY2062" fmla="*/ 1801729 h 1893469"/>
                <a:gd name="csX2063" fmla="*/ 296278 w 1954379"/>
                <a:gd name="csY2063" fmla="*/ 1800977 h 1893469"/>
                <a:gd name="csX2064" fmla="*/ 291766 w 1954379"/>
                <a:gd name="csY2064" fmla="*/ 1799473 h 1893469"/>
                <a:gd name="csX2065" fmla="*/ 289510 w 1954379"/>
                <a:gd name="csY2065" fmla="*/ 1797217 h 1893469"/>
                <a:gd name="csX2066" fmla="*/ 288006 w 1954379"/>
                <a:gd name="csY2066" fmla="*/ 1795713 h 1893469"/>
                <a:gd name="csX2067" fmla="*/ 287254 w 1954379"/>
                <a:gd name="csY2067" fmla="*/ 1794209 h 1893469"/>
                <a:gd name="csX2068" fmla="*/ 287254 w 1954379"/>
                <a:gd name="csY2068" fmla="*/ 1792705 h 1893469"/>
                <a:gd name="csX2069" fmla="*/ 287254 w 1954379"/>
                <a:gd name="csY2069" fmla="*/ 1782930 h 1893469"/>
                <a:gd name="csX2070" fmla="*/ 285750 w 1954379"/>
                <a:gd name="csY2070" fmla="*/ 1775410 h 1893469"/>
                <a:gd name="csX2071" fmla="*/ 284998 w 1954379"/>
                <a:gd name="csY2071" fmla="*/ 1773906 h 1893469"/>
                <a:gd name="csX2072" fmla="*/ 284246 w 1954379"/>
                <a:gd name="csY2072" fmla="*/ 1772402 h 1893469"/>
                <a:gd name="csX2073" fmla="*/ 282742 w 1954379"/>
                <a:gd name="csY2073" fmla="*/ 1771650 h 1893469"/>
                <a:gd name="csX2074" fmla="*/ 271463 w 1954379"/>
                <a:gd name="csY2074" fmla="*/ 1767138 h 1893469"/>
                <a:gd name="csX2075" fmla="*/ 269959 w 1954379"/>
                <a:gd name="csY2075" fmla="*/ 1765634 h 1893469"/>
                <a:gd name="csX2076" fmla="*/ 268455 w 1954379"/>
                <a:gd name="csY2076" fmla="*/ 1764130 h 1893469"/>
                <a:gd name="csX2077" fmla="*/ 263943 w 1954379"/>
                <a:gd name="csY2077" fmla="*/ 1761874 h 1893469"/>
                <a:gd name="csX2078" fmla="*/ 253415 w 1954379"/>
                <a:gd name="csY2078" fmla="*/ 1757362 h 1893469"/>
                <a:gd name="csX2079" fmla="*/ 251911 w 1954379"/>
                <a:gd name="csY2079" fmla="*/ 1756611 h 1893469"/>
                <a:gd name="csX2080" fmla="*/ 244391 w 1954379"/>
                <a:gd name="csY2080" fmla="*/ 1750595 h 1893469"/>
                <a:gd name="csX2081" fmla="*/ 243639 w 1954379"/>
                <a:gd name="csY2081" fmla="*/ 1749091 h 1893469"/>
                <a:gd name="csX2082" fmla="*/ 242887 w 1954379"/>
                <a:gd name="csY2082" fmla="*/ 1746083 h 1893469"/>
                <a:gd name="csX2083" fmla="*/ 241384 w 1954379"/>
                <a:gd name="csY2083" fmla="*/ 1744579 h 1893469"/>
                <a:gd name="csX2084" fmla="*/ 239880 w 1954379"/>
                <a:gd name="csY2084" fmla="*/ 1743075 h 1893469"/>
                <a:gd name="csX2085" fmla="*/ 233864 w 1954379"/>
                <a:gd name="csY2085" fmla="*/ 1739315 h 1893469"/>
                <a:gd name="csX2086" fmla="*/ 230856 w 1954379"/>
                <a:gd name="csY2086" fmla="*/ 1737059 h 1893469"/>
                <a:gd name="csX2087" fmla="*/ 225592 w 1954379"/>
                <a:gd name="csY2087" fmla="*/ 1731795 h 1893469"/>
                <a:gd name="csX2088" fmla="*/ 222584 w 1954379"/>
                <a:gd name="csY2088" fmla="*/ 1730292 h 1893469"/>
                <a:gd name="csX2089" fmla="*/ 221080 w 1954379"/>
                <a:gd name="csY2089" fmla="*/ 1729540 h 1893469"/>
                <a:gd name="csX2090" fmla="*/ 210553 w 1954379"/>
                <a:gd name="csY2090" fmla="*/ 1726532 h 1893469"/>
                <a:gd name="csX2091" fmla="*/ 209049 w 1954379"/>
                <a:gd name="csY2091" fmla="*/ 1725028 h 1893469"/>
                <a:gd name="csX2092" fmla="*/ 208297 w 1954379"/>
                <a:gd name="csY2092" fmla="*/ 1722772 h 1893469"/>
                <a:gd name="csX2093" fmla="*/ 208297 w 1954379"/>
                <a:gd name="csY2093" fmla="*/ 1719012 h 1893469"/>
                <a:gd name="csX2094" fmla="*/ 208297 w 1954379"/>
                <a:gd name="csY2094" fmla="*/ 1717508 h 1893469"/>
                <a:gd name="csX2095" fmla="*/ 207545 w 1954379"/>
                <a:gd name="csY2095" fmla="*/ 1713748 h 1893469"/>
                <a:gd name="csX2096" fmla="*/ 206041 w 1954379"/>
                <a:gd name="csY2096" fmla="*/ 1710740 h 1893469"/>
                <a:gd name="csX2097" fmla="*/ 205289 w 1954379"/>
                <a:gd name="csY2097" fmla="*/ 1709236 h 1893469"/>
                <a:gd name="csX2098" fmla="*/ 203785 w 1954379"/>
                <a:gd name="csY2098" fmla="*/ 1707732 h 1893469"/>
                <a:gd name="csX2099" fmla="*/ 203033 w 1954379"/>
                <a:gd name="csY2099" fmla="*/ 1706228 h 1893469"/>
                <a:gd name="csX2100" fmla="*/ 201529 w 1954379"/>
                <a:gd name="csY2100" fmla="*/ 1704724 h 1893469"/>
                <a:gd name="csX2101" fmla="*/ 200777 w 1954379"/>
                <a:gd name="csY2101" fmla="*/ 1703221 h 1893469"/>
                <a:gd name="csX2102" fmla="*/ 200777 w 1954379"/>
                <a:gd name="csY2102" fmla="*/ 1700964 h 1893469"/>
                <a:gd name="csX2103" fmla="*/ 201529 w 1954379"/>
                <a:gd name="csY2103" fmla="*/ 1697957 h 1893469"/>
                <a:gd name="csX2104" fmla="*/ 201529 w 1954379"/>
                <a:gd name="csY2104" fmla="*/ 1696453 h 1893469"/>
                <a:gd name="csX2105" fmla="*/ 200025 w 1954379"/>
                <a:gd name="csY2105" fmla="*/ 1691189 h 1893469"/>
                <a:gd name="csX2106" fmla="*/ 199273 w 1954379"/>
                <a:gd name="csY2106" fmla="*/ 1689685 h 1893469"/>
                <a:gd name="csX2107" fmla="*/ 200025 w 1954379"/>
                <a:gd name="csY2107" fmla="*/ 1688933 h 1893469"/>
                <a:gd name="csX2108" fmla="*/ 200025 w 1954379"/>
                <a:gd name="csY2108" fmla="*/ 1686677 h 1893469"/>
                <a:gd name="csX2109" fmla="*/ 199273 w 1954379"/>
                <a:gd name="csY2109" fmla="*/ 1685925 h 1893469"/>
                <a:gd name="csX2110" fmla="*/ 199273 w 1954379"/>
                <a:gd name="csY2110" fmla="*/ 1685173 h 1893469"/>
                <a:gd name="csX2111" fmla="*/ 196265 w 1954379"/>
                <a:gd name="csY2111" fmla="*/ 1680661 h 1893469"/>
                <a:gd name="csX2112" fmla="*/ 195513 w 1954379"/>
                <a:gd name="csY2112" fmla="*/ 1679157 h 1893469"/>
                <a:gd name="csX2113" fmla="*/ 195513 w 1954379"/>
                <a:gd name="csY2113" fmla="*/ 1677653 h 1893469"/>
                <a:gd name="csX2114" fmla="*/ 195513 w 1954379"/>
                <a:gd name="csY2114" fmla="*/ 1676149 h 1893469"/>
                <a:gd name="csX2115" fmla="*/ 196265 w 1954379"/>
                <a:gd name="csY2115" fmla="*/ 1674645 h 1893469"/>
                <a:gd name="csX2116" fmla="*/ 197017 w 1954379"/>
                <a:gd name="csY2116" fmla="*/ 1672390 h 1893469"/>
                <a:gd name="csX2117" fmla="*/ 197017 w 1954379"/>
                <a:gd name="csY2117" fmla="*/ 1670886 h 1893469"/>
                <a:gd name="csX2118" fmla="*/ 197017 w 1954379"/>
                <a:gd name="csY2118" fmla="*/ 1664118 h 1893469"/>
                <a:gd name="csX2119" fmla="*/ 197017 w 1954379"/>
                <a:gd name="csY2119" fmla="*/ 1661110 h 1893469"/>
                <a:gd name="csX2120" fmla="*/ 197769 w 1954379"/>
                <a:gd name="csY2120" fmla="*/ 1659606 h 1893469"/>
                <a:gd name="csX2121" fmla="*/ 198521 w 1954379"/>
                <a:gd name="csY2121" fmla="*/ 1656598 h 1893469"/>
                <a:gd name="csX2122" fmla="*/ 199273 w 1954379"/>
                <a:gd name="csY2122" fmla="*/ 1655094 h 1893469"/>
                <a:gd name="csX2123" fmla="*/ 199273 w 1954379"/>
                <a:gd name="csY2123" fmla="*/ 1650582 h 1893469"/>
                <a:gd name="csX2124" fmla="*/ 201529 w 1954379"/>
                <a:gd name="csY2124" fmla="*/ 1646070 h 1893469"/>
                <a:gd name="csX2125" fmla="*/ 200777 w 1954379"/>
                <a:gd name="csY2125" fmla="*/ 1643815 h 1893469"/>
                <a:gd name="csX2126" fmla="*/ 199273 w 1954379"/>
                <a:gd name="csY2126" fmla="*/ 1641559 h 1893469"/>
                <a:gd name="csX2127" fmla="*/ 192505 w 1954379"/>
                <a:gd name="csY2127" fmla="*/ 1634791 h 1893469"/>
                <a:gd name="csX2128" fmla="*/ 191001 w 1954379"/>
                <a:gd name="csY2128" fmla="*/ 1633287 h 1893469"/>
                <a:gd name="csX2129" fmla="*/ 190249 w 1954379"/>
                <a:gd name="csY2129" fmla="*/ 1631783 h 1893469"/>
                <a:gd name="csX2130" fmla="*/ 189497 w 1954379"/>
                <a:gd name="csY2130" fmla="*/ 1628775 h 1893469"/>
                <a:gd name="csX2131" fmla="*/ 188745 w 1954379"/>
                <a:gd name="csY2131" fmla="*/ 1626519 h 1893469"/>
                <a:gd name="csX2132" fmla="*/ 187241 w 1954379"/>
                <a:gd name="csY2132" fmla="*/ 1625015 h 1893469"/>
                <a:gd name="csX2133" fmla="*/ 180474 w 1954379"/>
                <a:gd name="csY2133" fmla="*/ 1617496 h 1893469"/>
                <a:gd name="csX2134" fmla="*/ 178970 w 1954379"/>
                <a:gd name="csY2134" fmla="*/ 1615992 h 1893469"/>
                <a:gd name="csX2135" fmla="*/ 178218 w 1954379"/>
                <a:gd name="csY2135" fmla="*/ 1614487 h 1893469"/>
                <a:gd name="csX2136" fmla="*/ 177466 w 1954379"/>
                <a:gd name="csY2136" fmla="*/ 1612984 h 1893469"/>
                <a:gd name="csX2137" fmla="*/ 176714 w 1954379"/>
                <a:gd name="csY2137" fmla="*/ 1608472 h 1893469"/>
                <a:gd name="csX2138" fmla="*/ 174458 w 1954379"/>
                <a:gd name="csY2138" fmla="*/ 1603960 h 1893469"/>
                <a:gd name="csX2139" fmla="*/ 172954 w 1954379"/>
                <a:gd name="csY2139" fmla="*/ 1600200 h 1893469"/>
                <a:gd name="csX2140" fmla="*/ 172202 w 1954379"/>
                <a:gd name="csY2140" fmla="*/ 1597192 h 1893469"/>
                <a:gd name="csX2141" fmla="*/ 172202 w 1954379"/>
                <a:gd name="csY2141" fmla="*/ 1591928 h 1893469"/>
                <a:gd name="csX2142" fmla="*/ 171450 w 1954379"/>
                <a:gd name="csY2142" fmla="*/ 1590424 h 1893469"/>
                <a:gd name="csX2143" fmla="*/ 167690 w 1954379"/>
                <a:gd name="csY2143" fmla="*/ 1582905 h 1893469"/>
                <a:gd name="csX2144" fmla="*/ 165434 w 1954379"/>
                <a:gd name="csY2144" fmla="*/ 1575385 h 1893469"/>
                <a:gd name="csX2145" fmla="*/ 163178 w 1954379"/>
                <a:gd name="csY2145" fmla="*/ 1564105 h 1893469"/>
                <a:gd name="csX2146" fmla="*/ 161674 w 1954379"/>
                <a:gd name="csY2146" fmla="*/ 1561849 h 1893469"/>
                <a:gd name="csX2147" fmla="*/ 160170 w 1954379"/>
                <a:gd name="csY2147" fmla="*/ 1559593 h 1893469"/>
                <a:gd name="csX2148" fmla="*/ 157162 w 1954379"/>
                <a:gd name="csY2148" fmla="*/ 1556586 h 1893469"/>
                <a:gd name="csX2149" fmla="*/ 155659 w 1954379"/>
                <a:gd name="csY2149" fmla="*/ 1554330 h 1893469"/>
                <a:gd name="csX2150" fmla="*/ 154907 w 1954379"/>
                <a:gd name="csY2150" fmla="*/ 1552826 h 1893469"/>
                <a:gd name="csX2151" fmla="*/ 153403 w 1954379"/>
                <a:gd name="csY2151" fmla="*/ 1545306 h 1893469"/>
                <a:gd name="csX2152" fmla="*/ 150395 w 1954379"/>
                <a:gd name="csY2152" fmla="*/ 1539290 h 1893469"/>
                <a:gd name="csX2153" fmla="*/ 138363 w 1954379"/>
                <a:gd name="csY2153" fmla="*/ 1520491 h 1893469"/>
                <a:gd name="csX2154" fmla="*/ 126331 w 1954379"/>
                <a:gd name="csY2154" fmla="*/ 1509963 h 1893469"/>
                <a:gd name="csX2155" fmla="*/ 123324 w 1954379"/>
                <a:gd name="csY2155" fmla="*/ 1506955 h 1893469"/>
                <a:gd name="csX2156" fmla="*/ 121068 w 1954379"/>
                <a:gd name="csY2156" fmla="*/ 1503947 h 1893469"/>
                <a:gd name="csX2157" fmla="*/ 120316 w 1954379"/>
                <a:gd name="csY2157" fmla="*/ 1500940 h 1893469"/>
                <a:gd name="csX2158" fmla="*/ 120316 w 1954379"/>
                <a:gd name="csY2158" fmla="*/ 1499436 h 1893469"/>
                <a:gd name="csX2159" fmla="*/ 120316 w 1954379"/>
                <a:gd name="csY2159" fmla="*/ 1497932 h 1893469"/>
                <a:gd name="csX2160" fmla="*/ 120316 w 1954379"/>
                <a:gd name="csY2160" fmla="*/ 1494924 h 1893469"/>
                <a:gd name="csX2161" fmla="*/ 120316 w 1954379"/>
                <a:gd name="csY2161" fmla="*/ 1491916 h 1893469"/>
                <a:gd name="csX2162" fmla="*/ 118812 w 1954379"/>
                <a:gd name="csY2162" fmla="*/ 1483644 h 1893469"/>
                <a:gd name="csX2163" fmla="*/ 118060 w 1954379"/>
                <a:gd name="csY2163" fmla="*/ 1481388 h 1893469"/>
                <a:gd name="csX2164" fmla="*/ 114300 w 1954379"/>
                <a:gd name="csY2164" fmla="*/ 1474621 h 1893469"/>
                <a:gd name="csX2165" fmla="*/ 111292 w 1954379"/>
                <a:gd name="csY2165" fmla="*/ 1472365 h 1893469"/>
                <a:gd name="csX2166" fmla="*/ 106780 w 1954379"/>
                <a:gd name="csY2166" fmla="*/ 1468605 h 1893469"/>
                <a:gd name="csX2167" fmla="*/ 98509 w 1954379"/>
                <a:gd name="csY2167" fmla="*/ 1459581 h 1893469"/>
                <a:gd name="csX2168" fmla="*/ 95501 w 1954379"/>
                <a:gd name="csY2168" fmla="*/ 1457325 h 1893469"/>
                <a:gd name="csX2169" fmla="*/ 90237 w 1954379"/>
                <a:gd name="csY2169" fmla="*/ 1453565 h 1893469"/>
                <a:gd name="csX2170" fmla="*/ 87981 w 1954379"/>
                <a:gd name="csY2170" fmla="*/ 1451309 h 1893469"/>
                <a:gd name="csX2171" fmla="*/ 84973 w 1954379"/>
                <a:gd name="csY2171" fmla="*/ 1447549 h 1893469"/>
                <a:gd name="csX2172" fmla="*/ 83469 w 1954379"/>
                <a:gd name="csY2172" fmla="*/ 1444542 h 1893469"/>
                <a:gd name="csX2173" fmla="*/ 81213 w 1954379"/>
                <a:gd name="csY2173" fmla="*/ 1440782 h 1893469"/>
                <a:gd name="csX2174" fmla="*/ 75949 w 1954379"/>
                <a:gd name="csY2174" fmla="*/ 1424990 h 1893469"/>
                <a:gd name="csX2175" fmla="*/ 75949 w 1954379"/>
                <a:gd name="csY2175" fmla="*/ 1421982 h 1893469"/>
                <a:gd name="csX2176" fmla="*/ 75197 w 1954379"/>
                <a:gd name="csY2176" fmla="*/ 1418974 h 1893469"/>
                <a:gd name="csX2177" fmla="*/ 75949 w 1954379"/>
                <a:gd name="csY2177" fmla="*/ 1415966 h 1893469"/>
                <a:gd name="csX2178" fmla="*/ 76701 w 1954379"/>
                <a:gd name="csY2178" fmla="*/ 1412207 h 1893469"/>
                <a:gd name="csX2179" fmla="*/ 78957 w 1954379"/>
                <a:gd name="csY2179" fmla="*/ 1407695 h 1893469"/>
                <a:gd name="csX2180" fmla="*/ 81213 w 1954379"/>
                <a:gd name="csY2180" fmla="*/ 1404687 h 1893469"/>
                <a:gd name="csX2181" fmla="*/ 83469 w 1954379"/>
                <a:gd name="csY2181" fmla="*/ 1402431 h 1893469"/>
                <a:gd name="csX2182" fmla="*/ 94749 w 1954379"/>
                <a:gd name="csY2182" fmla="*/ 1392655 h 1893469"/>
                <a:gd name="csX2183" fmla="*/ 96253 w 1954379"/>
                <a:gd name="csY2183" fmla="*/ 1391151 h 1893469"/>
                <a:gd name="csX2184" fmla="*/ 102268 w 1954379"/>
                <a:gd name="csY2184" fmla="*/ 1381376 h 1893469"/>
                <a:gd name="csX2185" fmla="*/ 335380 w 1954379"/>
                <a:gd name="csY2185" fmla="*/ 878305 h 1893469"/>
                <a:gd name="csX2186" fmla="*/ 391026 w 1954379"/>
                <a:gd name="csY2186" fmla="*/ 757238 h 1893469"/>
                <a:gd name="csX2187" fmla="*/ 391778 w 1954379"/>
                <a:gd name="csY2187" fmla="*/ 752726 h 1893469"/>
                <a:gd name="csX2188" fmla="*/ 392530 w 1954379"/>
                <a:gd name="csY2188" fmla="*/ 749718 h 1893469"/>
                <a:gd name="csX2189" fmla="*/ 390274 w 1954379"/>
                <a:gd name="csY2189" fmla="*/ 747462 h 1893469"/>
                <a:gd name="csX2190" fmla="*/ 389522 w 1954379"/>
                <a:gd name="csY2190" fmla="*/ 745958 h 1893469"/>
                <a:gd name="csX2191" fmla="*/ 389522 w 1954379"/>
                <a:gd name="csY2191" fmla="*/ 745206 h 1893469"/>
                <a:gd name="csX2192" fmla="*/ 389522 w 1954379"/>
                <a:gd name="csY2192" fmla="*/ 744454 h 1893469"/>
                <a:gd name="csX2193" fmla="*/ 389522 w 1954379"/>
                <a:gd name="csY2193" fmla="*/ 743702 h 1893469"/>
                <a:gd name="csX2194" fmla="*/ 390274 w 1954379"/>
                <a:gd name="csY2194" fmla="*/ 742950 h 1893469"/>
                <a:gd name="csX2195" fmla="*/ 391026 w 1954379"/>
                <a:gd name="csY2195" fmla="*/ 742198 h 1893469"/>
                <a:gd name="csX2196" fmla="*/ 392530 w 1954379"/>
                <a:gd name="csY2196" fmla="*/ 740694 h 1893469"/>
                <a:gd name="csX2197" fmla="*/ 397794 w 1954379"/>
                <a:gd name="csY2197" fmla="*/ 738438 h 1893469"/>
                <a:gd name="csX2198" fmla="*/ 400802 w 1954379"/>
                <a:gd name="csY2198" fmla="*/ 736182 h 1893469"/>
                <a:gd name="csX2199" fmla="*/ 402306 w 1954379"/>
                <a:gd name="csY2199" fmla="*/ 734678 h 1893469"/>
                <a:gd name="csX2200" fmla="*/ 402306 w 1954379"/>
                <a:gd name="csY2200" fmla="*/ 733926 h 1893469"/>
                <a:gd name="csX2201" fmla="*/ 394034 w 1954379"/>
                <a:gd name="csY2201" fmla="*/ 736182 h 1893469"/>
                <a:gd name="csX2202" fmla="*/ 392530 w 1954379"/>
                <a:gd name="csY2202" fmla="*/ 737686 h 1893469"/>
                <a:gd name="csX2203" fmla="*/ 391026 w 1954379"/>
                <a:gd name="csY2203" fmla="*/ 738438 h 1893469"/>
                <a:gd name="csX2204" fmla="*/ 390274 w 1954379"/>
                <a:gd name="csY2204" fmla="*/ 739190 h 1893469"/>
                <a:gd name="csX2205" fmla="*/ 389522 w 1954379"/>
                <a:gd name="csY2205" fmla="*/ 739190 h 1893469"/>
                <a:gd name="csX2206" fmla="*/ 388771 w 1954379"/>
                <a:gd name="csY2206" fmla="*/ 739190 h 1893469"/>
                <a:gd name="csX2207" fmla="*/ 385011 w 1954379"/>
                <a:gd name="csY2207" fmla="*/ 738438 h 1893469"/>
                <a:gd name="csX2208" fmla="*/ 382755 w 1954379"/>
                <a:gd name="csY2208" fmla="*/ 738438 h 1893469"/>
                <a:gd name="csX2209" fmla="*/ 378995 w 1954379"/>
                <a:gd name="csY2209" fmla="*/ 737686 h 1893469"/>
                <a:gd name="csX2210" fmla="*/ 377491 w 1954379"/>
                <a:gd name="csY2210" fmla="*/ 736934 h 1893469"/>
                <a:gd name="csX2211" fmla="*/ 376739 w 1954379"/>
                <a:gd name="csY2211" fmla="*/ 736934 h 1893469"/>
                <a:gd name="csX2212" fmla="*/ 376739 w 1954379"/>
                <a:gd name="csY2212" fmla="*/ 736182 h 1893469"/>
                <a:gd name="csX2213" fmla="*/ 375987 w 1954379"/>
                <a:gd name="csY2213" fmla="*/ 734678 h 1893469"/>
                <a:gd name="csX2214" fmla="*/ 375987 w 1954379"/>
                <a:gd name="csY2214" fmla="*/ 733926 h 1893469"/>
                <a:gd name="csX2215" fmla="*/ 375987 w 1954379"/>
                <a:gd name="csY2215" fmla="*/ 733174 h 1893469"/>
                <a:gd name="csX2216" fmla="*/ 377491 w 1954379"/>
                <a:gd name="csY2216" fmla="*/ 728663 h 1893469"/>
                <a:gd name="csX2217" fmla="*/ 377491 w 1954379"/>
                <a:gd name="csY2217" fmla="*/ 727911 h 1893469"/>
                <a:gd name="csX2218" fmla="*/ 377491 w 1954379"/>
                <a:gd name="csY2218" fmla="*/ 727159 h 1893469"/>
                <a:gd name="csX2219" fmla="*/ 376739 w 1954379"/>
                <a:gd name="csY2219" fmla="*/ 725655 h 1893469"/>
                <a:gd name="csX2220" fmla="*/ 376739 w 1954379"/>
                <a:gd name="csY2220" fmla="*/ 724151 h 1893469"/>
                <a:gd name="csX2221" fmla="*/ 375987 w 1954379"/>
                <a:gd name="csY2221" fmla="*/ 723399 h 1893469"/>
                <a:gd name="csX2222" fmla="*/ 375235 w 1954379"/>
                <a:gd name="csY2222" fmla="*/ 723399 h 1893469"/>
                <a:gd name="csX2223" fmla="*/ 374483 w 1954379"/>
                <a:gd name="csY2223" fmla="*/ 722647 h 1893469"/>
                <a:gd name="csX2224" fmla="*/ 373731 w 1954379"/>
                <a:gd name="csY2224" fmla="*/ 722647 h 1893469"/>
                <a:gd name="csX2225" fmla="*/ 372227 w 1954379"/>
                <a:gd name="csY2225" fmla="*/ 722647 h 1893469"/>
                <a:gd name="csX2226" fmla="*/ 370723 w 1954379"/>
                <a:gd name="csY2226" fmla="*/ 723399 h 1893469"/>
                <a:gd name="csX2227" fmla="*/ 363203 w 1954379"/>
                <a:gd name="csY2227" fmla="*/ 725655 h 1893469"/>
                <a:gd name="csX2228" fmla="*/ 362451 w 1954379"/>
                <a:gd name="csY2228" fmla="*/ 726407 h 1893469"/>
                <a:gd name="csX2229" fmla="*/ 355683 w 1954379"/>
                <a:gd name="csY2229" fmla="*/ 730918 h 1893469"/>
                <a:gd name="csX2230" fmla="*/ 354932 w 1954379"/>
                <a:gd name="csY2230" fmla="*/ 731670 h 1893469"/>
                <a:gd name="csX2231" fmla="*/ 353428 w 1954379"/>
                <a:gd name="csY2231" fmla="*/ 731670 h 1893469"/>
                <a:gd name="csX2232" fmla="*/ 352676 w 1954379"/>
                <a:gd name="csY2232" fmla="*/ 731670 h 1893469"/>
                <a:gd name="csX2233" fmla="*/ 349668 w 1954379"/>
                <a:gd name="csY2233" fmla="*/ 730166 h 1893469"/>
                <a:gd name="csX2234" fmla="*/ 345908 w 1954379"/>
                <a:gd name="csY2234" fmla="*/ 729415 h 1893469"/>
                <a:gd name="csX2235" fmla="*/ 344404 w 1954379"/>
                <a:gd name="csY2235" fmla="*/ 729415 h 1893469"/>
                <a:gd name="csX2236" fmla="*/ 343652 w 1954379"/>
                <a:gd name="csY2236" fmla="*/ 728663 h 1893469"/>
                <a:gd name="csX2237" fmla="*/ 340644 w 1954379"/>
                <a:gd name="csY2237" fmla="*/ 727159 h 1893469"/>
                <a:gd name="csX2238" fmla="*/ 339140 w 1954379"/>
                <a:gd name="csY2238" fmla="*/ 726407 h 1893469"/>
                <a:gd name="csX2239" fmla="*/ 337636 w 1954379"/>
                <a:gd name="csY2239" fmla="*/ 725655 h 1893469"/>
                <a:gd name="csX2240" fmla="*/ 336132 w 1954379"/>
                <a:gd name="csY2240" fmla="*/ 724903 h 1893469"/>
                <a:gd name="csX2241" fmla="*/ 335380 w 1954379"/>
                <a:gd name="csY2241" fmla="*/ 723399 h 1893469"/>
                <a:gd name="csX2242" fmla="*/ 334628 w 1954379"/>
                <a:gd name="csY2242" fmla="*/ 721143 h 1893469"/>
                <a:gd name="csX2243" fmla="*/ 334628 w 1954379"/>
                <a:gd name="csY2243" fmla="*/ 719639 h 1893469"/>
                <a:gd name="csX2244" fmla="*/ 334628 w 1954379"/>
                <a:gd name="csY2244" fmla="*/ 717383 h 1893469"/>
                <a:gd name="csX2245" fmla="*/ 336884 w 1954379"/>
                <a:gd name="csY2245" fmla="*/ 709863 h 1893469"/>
                <a:gd name="csX2246" fmla="*/ 337636 w 1954379"/>
                <a:gd name="csY2246" fmla="*/ 708359 h 1893469"/>
                <a:gd name="csX2247" fmla="*/ 337636 w 1954379"/>
                <a:gd name="csY2247" fmla="*/ 706103 h 1893469"/>
                <a:gd name="csX2248" fmla="*/ 336884 w 1954379"/>
                <a:gd name="csY2248" fmla="*/ 704599 h 1893469"/>
                <a:gd name="csX2249" fmla="*/ 336132 w 1954379"/>
                <a:gd name="csY2249" fmla="*/ 703847 h 1893469"/>
                <a:gd name="csX2250" fmla="*/ 333876 w 1954379"/>
                <a:gd name="csY2250" fmla="*/ 703095 h 1893469"/>
                <a:gd name="csX2251" fmla="*/ 332372 w 1954379"/>
                <a:gd name="csY2251" fmla="*/ 703095 h 1893469"/>
                <a:gd name="csX2252" fmla="*/ 328613 w 1954379"/>
                <a:gd name="csY2252" fmla="*/ 703847 h 1893469"/>
                <a:gd name="csX2253" fmla="*/ 327109 w 1954379"/>
                <a:gd name="csY2253" fmla="*/ 703847 h 1893469"/>
                <a:gd name="csX2254" fmla="*/ 324853 w 1954379"/>
                <a:gd name="csY2254" fmla="*/ 703847 h 1893469"/>
                <a:gd name="csX2255" fmla="*/ 323349 w 1954379"/>
                <a:gd name="csY2255" fmla="*/ 703095 h 1893469"/>
                <a:gd name="csX2256" fmla="*/ 321845 w 1954379"/>
                <a:gd name="csY2256" fmla="*/ 702343 h 1893469"/>
                <a:gd name="csX2257" fmla="*/ 320341 w 1954379"/>
                <a:gd name="csY2257" fmla="*/ 701591 h 1893469"/>
                <a:gd name="csX2258" fmla="*/ 311317 w 1954379"/>
                <a:gd name="csY2258" fmla="*/ 694824 h 1893469"/>
                <a:gd name="csX2259" fmla="*/ 308309 w 1954379"/>
                <a:gd name="csY2259" fmla="*/ 693320 h 1893469"/>
                <a:gd name="csX2260" fmla="*/ 302294 w 1954379"/>
                <a:gd name="csY2260" fmla="*/ 691064 h 1893469"/>
                <a:gd name="csX2261" fmla="*/ 299285 w 1954379"/>
                <a:gd name="csY2261" fmla="*/ 690312 h 1893469"/>
                <a:gd name="csX2262" fmla="*/ 297782 w 1954379"/>
                <a:gd name="csY2262" fmla="*/ 688056 h 1893469"/>
                <a:gd name="csX2263" fmla="*/ 290262 w 1954379"/>
                <a:gd name="csY2263" fmla="*/ 680536 h 1893469"/>
                <a:gd name="csX2264" fmla="*/ 287254 w 1954379"/>
                <a:gd name="csY2264" fmla="*/ 676024 h 1893469"/>
                <a:gd name="csX2265" fmla="*/ 285750 w 1954379"/>
                <a:gd name="csY2265" fmla="*/ 670761 h 1893469"/>
                <a:gd name="csX2266" fmla="*/ 284998 w 1954379"/>
                <a:gd name="csY2266" fmla="*/ 670009 h 1893469"/>
                <a:gd name="csX2267" fmla="*/ 283494 w 1954379"/>
                <a:gd name="csY2267" fmla="*/ 668505 h 1893469"/>
                <a:gd name="csX2268" fmla="*/ 279734 w 1954379"/>
                <a:gd name="csY2268" fmla="*/ 667753 h 1893469"/>
                <a:gd name="csX2269" fmla="*/ 278230 w 1954379"/>
                <a:gd name="csY2269" fmla="*/ 667001 h 1893469"/>
                <a:gd name="csX2270" fmla="*/ 272966 w 1954379"/>
                <a:gd name="csY2270" fmla="*/ 663241 h 1893469"/>
                <a:gd name="csX2271" fmla="*/ 270711 w 1954379"/>
                <a:gd name="csY2271" fmla="*/ 662489 h 1893469"/>
                <a:gd name="csX2272" fmla="*/ 268455 w 1954379"/>
                <a:gd name="csY2272" fmla="*/ 662489 h 1893469"/>
                <a:gd name="csX2273" fmla="*/ 263191 w 1954379"/>
                <a:gd name="csY2273" fmla="*/ 663241 h 1893469"/>
                <a:gd name="csX2274" fmla="*/ 261687 w 1954379"/>
                <a:gd name="csY2274" fmla="*/ 662489 h 1893469"/>
                <a:gd name="csX2275" fmla="*/ 260935 w 1954379"/>
                <a:gd name="csY2275" fmla="*/ 661737 h 1893469"/>
                <a:gd name="csX2276" fmla="*/ 260183 w 1954379"/>
                <a:gd name="csY2276" fmla="*/ 659481 h 1893469"/>
                <a:gd name="csX2277" fmla="*/ 260183 w 1954379"/>
                <a:gd name="csY2277" fmla="*/ 656473 h 1893469"/>
                <a:gd name="csX2278" fmla="*/ 260183 w 1954379"/>
                <a:gd name="csY2278" fmla="*/ 654969 h 1893469"/>
                <a:gd name="csX2279" fmla="*/ 258679 w 1954379"/>
                <a:gd name="csY2279" fmla="*/ 654969 h 1893469"/>
                <a:gd name="csX2280" fmla="*/ 257175 w 1954379"/>
                <a:gd name="csY2280" fmla="*/ 654969 h 1893469"/>
                <a:gd name="csX2281" fmla="*/ 254167 w 1954379"/>
                <a:gd name="csY2281" fmla="*/ 656473 h 1893469"/>
                <a:gd name="csX2282" fmla="*/ 251159 w 1954379"/>
                <a:gd name="csY2282" fmla="*/ 657225 h 1893469"/>
                <a:gd name="csX2283" fmla="*/ 248903 w 1954379"/>
                <a:gd name="csY2283" fmla="*/ 657225 h 1893469"/>
                <a:gd name="csX2284" fmla="*/ 247399 w 1954379"/>
                <a:gd name="csY2284" fmla="*/ 657225 h 1893469"/>
                <a:gd name="csX2285" fmla="*/ 245895 w 1954379"/>
                <a:gd name="csY2285" fmla="*/ 656473 h 1893469"/>
                <a:gd name="csX2286" fmla="*/ 242887 w 1954379"/>
                <a:gd name="csY2286" fmla="*/ 655721 h 1893469"/>
                <a:gd name="csX2287" fmla="*/ 241384 w 1954379"/>
                <a:gd name="csY2287" fmla="*/ 654969 h 1893469"/>
                <a:gd name="csX2288" fmla="*/ 238376 w 1954379"/>
                <a:gd name="csY2288" fmla="*/ 654217 h 1893469"/>
                <a:gd name="csX2289" fmla="*/ 236872 w 1954379"/>
                <a:gd name="csY2289" fmla="*/ 654217 h 1893469"/>
                <a:gd name="csX2290" fmla="*/ 230856 w 1954379"/>
                <a:gd name="csY2290" fmla="*/ 651209 h 1893469"/>
                <a:gd name="csX2291" fmla="*/ 228600 w 1954379"/>
                <a:gd name="csY2291" fmla="*/ 650457 h 1893469"/>
                <a:gd name="csX2292" fmla="*/ 224840 w 1954379"/>
                <a:gd name="csY2292" fmla="*/ 647449 h 1893469"/>
                <a:gd name="csX2293" fmla="*/ 221080 w 1954379"/>
                <a:gd name="csY2293" fmla="*/ 645945 h 1893469"/>
                <a:gd name="csX2294" fmla="*/ 216568 w 1954379"/>
                <a:gd name="csY2294" fmla="*/ 642938 h 1893469"/>
                <a:gd name="csX2295" fmla="*/ 212808 w 1954379"/>
                <a:gd name="csY2295" fmla="*/ 640682 h 1893469"/>
                <a:gd name="csX2296" fmla="*/ 199273 w 1954379"/>
                <a:gd name="csY2296" fmla="*/ 636170 h 1893469"/>
                <a:gd name="csX2297" fmla="*/ 197769 w 1954379"/>
                <a:gd name="csY2297" fmla="*/ 635418 h 1893469"/>
                <a:gd name="csX2298" fmla="*/ 195513 w 1954379"/>
                <a:gd name="csY2298" fmla="*/ 633914 h 1893469"/>
                <a:gd name="csX2299" fmla="*/ 194009 w 1954379"/>
                <a:gd name="csY2299" fmla="*/ 630906 h 1893469"/>
                <a:gd name="csX2300" fmla="*/ 193257 w 1954379"/>
                <a:gd name="csY2300" fmla="*/ 628650 h 1893469"/>
                <a:gd name="csX2301" fmla="*/ 191753 w 1954379"/>
                <a:gd name="csY2301" fmla="*/ 627898 h 1893469"/>
                <a:gd name="csX2302" fmla="*/ 190249 w 1954379"/>
                <a:gd name="csY2302" fmla="*/ 627146 h 1893469"/>
                <a:gd name="csX2303" fmla="*/ 187241 w 1954379"/>
                <a:gd name="csY2303" fmla="*/ 627146 h 1893469"/>
                <a:gd name="csX2304" fmla="*/ 184986 w 1954379"/>
                <a:gd name="csY2304" fmla="*/ 625642 h 1893469"/>
                <a:gd name="csX2305" fmla="*/ 182730 w 1954379"/>
                <a:gd name="csY2305" fmla="*/ 623386 h 1893469"/>
                <a:gd name="csX2306" fmla="*/ 178218 w 1954379"/>
                <a:gd name="csY2306" fmla="*/ 618122 h 1893469"/>
                <a:gd name="csX2307" fmla="*/ 175210 w 1954379"/>
                <a:gd name="csY2307" fmla="*/ 615114 h 1893469"/>
                <a:gd name="csX2308" fmla="*/ 172954 w 1954379"/>
                <a:gd name="csY2308" fmla="*/ 613611 h 1893469"/>
                <a:gd name="csX2309" fmla="*/ 161674 w 1954379"/>
                <a:gd name="csY2309" fmla="*/ 610603 h 1893469"/>
                <a:gd name="csX2310" fmla="*/ 160170 w 1954379"/>
                <a:gd name="csY2310" fmla="*/ 609851 h 1893469"/>
                <a:gd name="csX2311" fmla="*/ 157914 w 1954379"/>
                <a:gd name="csY2311" fmla="*/ 607595 h 1893469"/>
                <a:gd name="csX2312" fmla="*/ 154155 w 1954379"/>
                <a:gd name="csY2312" fmla="*/ 603083 h 1893469"/>
                <a:gd name="csX2313" fmla="*/ 151899 w 1954379"/>
                <a:gd name="csY2313" fmla="*/ 600827 h 1893469"/>
                <a:gd name="csX2314" fmla="*/ 149643 w 1954379"/>
                <a:gd name="csY2314" fmla="*/ 599323 h 1893469"/>
                <a:gd name="csX2315" fmla="*/ 145883 w 1954379"/>
                <a:gd name="csY2315" fmla="*/ 597819 h 1893469"/>
                <a:gd name="csX2316" fmla="*/ 134603 w 1954379"/>
                <a:gd name="csY2316" fmla="*/ 591803 h 1893469"/>
                <a:gd name="csX2317" fmla="*/ 133099 w 1954379"/>
                <a:gd name="csY2317" fmla="*/ 590299 h 1893469"/>
                <a:gd name="csX2318" fmla="*/ 131595 w 1954379"/>
                <a:gd name="csY2318" fmla="*/ 588795 h 1893469"/>
                <a:gd name="csX2319" fmla="*/ 130091 w 1954379"/>
                <a:gd name="csY2319" fmla="*/ 585788 h 1893469"/>
                <a:gd name="csX2320" fmla="*/ 128588 w 1954379"/>
                <a:gd name="csY2320" fmla="*/ 583532 h 1893469"/>
                <a:gd name="csX2321" fmla="*/ 127084 w 1954379"/>
                <a:gd name="csY2321" fmla="*/ 582780 h 1893469"/>
                <a:gd name="csX2322" fmla="*/ 124076 w 1954379"/>
                <a:gd name="csY2322" fmla="*/ 582780 h 1893469"/>
                <a:gd name="csX2323" fmla="*/ 122572 w 1954379"/>
                <a:gd name="csY2323" fmla="*/ 582780 h 1893469"/>
                <a:gd name="csX2324" fmla="*/ 121068 w 1954379"/>
                <a:gd name="csY2324" fmla="*/ 581276 h 1893469"/>
                <a:gd name="csX2325" fmla="*/ 118812 w 1954379"/>
                <a:gd name="csY2325" fmla="*/ 579772 h 1893469"/>
                <a:gd name="csX2326" fmla="*/ 117308 w 1954379"/>
                <a:gd name="csY2326" fmla="*/ 577516 h 1893469"/>
                <a:gd name="csX2327" fmla="*/ 111292 w 1954379"/>
                <a:gd name="csY2327" fmla="*/ 568492 h 1893469"/>
                <a:gd name="csX2328" fmla="*/ 109788 w 1954379"/>
                <a:gd name="csY2328" fmla="*/ 566988 h 1893469"/>
                <a:gd name="csX2329" fmla="*/ 108284 w 1954379"/>
                <a:gd name="csY2329" fmla="*/ 566236 h 1893469"/>
                <a:gd name="csX2330" fmla="*/ 106780 w 1954379"/>
                <a:gd name="csY2330" fmla="*/ 566236 h 1893469"/>
                <a:gd name="csX2331" fmla="*/ 103772 w 1954379"/>
                <a:gd name="csY2331" fmla="*/ 566236 h 1893469"/>
                <a:gd name="csX2332" fmla="*/ 102268 w 1954379"/>
                <a:gd name="csY2332" fmla="*/ 566236 h 1893469"/>
                <a:gd name="csX2333" fmla="*/ 100764 w 1954379"/>
                <a:gd name="csY2333" fmla="*/ 565484 h 1893469"/>
                <a:gd name="csX2334" fmla="*/ 99261 w 1954379"/>
                <a:gd name="csY2334" fmla="*/ 564732 h 1893469"/>
                <a:gd name="csX2335" fmla="*/ 87981 w 1954379"/>
                <a:gd name="csY2335" fmla="*/ 554205 h 1893469"/>
                <a:gd name="csX2336" fmla="*/ 86477 w 1954379"/>
                <a:gd name="csY2336" fmla="*/ 552701 h 1893469"/>
                <a:gd name="csX2337" fmla="*/ 85725 w 1954379"/>
                <a:gd name="csY2337" fmla="*/ 550445 h 1893469"/>
                <a:gd name="csX2338" fmla="*/ 84973 w 1954379"/>
                <a:gd name="csY2338" fmla="*/ 548941 h 1893469"/>
                <a:gd name="csX2339" fmla="*/ 84221 w 1954379"/>
                <a:gd name="csY2339" fmla="*/ 545933 h 1893469"/>
                <a:gd name="csX2340" fmla="*/ 84221 w 1954379"/>
                <a:gd name="csY2340" fmla="*/ 541421 h 1893469"/>
                <a:gd name="csX2341" fmla="*/ 84221 w 1954379"/>
                <a:gd name="csY2341" fmla="*/ 539917 h 1893469"/>
                <a:gd name="csX2342" fmla="*/ 83469 w 1954379"/>
                <a:gd name="csY2342" fmla="*/ 537661 h 1893469"/>
                <a:gd name="csX2343" fmla="*/ 82717 w 1954379"/>
                <a:gd name="csY2343" fmla="*/ 534653 h 1893469"/>
                <a:gd name="csX2344" fmla="*/ 81965 w 1954379"/>
                <a:gd name="csY2344" fmla="*/ 531645 h 1893469"/>
                <a:gd name="csX2345" fmla="*/ 80461 w 1954379"/>
                <a:gd name="csY2345" fmla="*/ 525630 h 1893469"/>
                <a:gd name="csX2346" fmla="*/ 78957 w 1954379"/>
                <a:gd name="csY2346" fmla="*/ 523374 h 1893469"/>
                <a:gd name="csX2347" fmla="*/ 77453 w 1954379"/>
                <a:gd name="csY2347" fmla="*/ 521870 h 1893469"/>
                <a:gd name="csX2348" fmla="*/ 75197 w 1954379"/>
                <a:gd name="csY2348" fmla="*/ 521118 h 1893469"/>
                <a:gd name="csX2349" fmla="*/ 72190 w 1954379"/>
                <a:gd name="csY2349" fmla="*/ 519614 h 1893469"/>
                <a:gd name="csX2350" fmla="*/ 71438 w 1954379"/>
                <a:gd name="csY2350" fmla="*/ 518862 h 1893469"/>
                <a:gd name="csX2351" fmla="*/ 63918 w 1954379"/>
                <a:gd name="csY2351" fmla="*/ 512846 h 1893469"/>
                <a:gd name="csX2352" fmla="*/ 62414 w 1954379"/>
                <a:gd name="csY2352" fmla="*/ 511342 h 1893469"/>
                <a:gd name="csX2353" fmla="*/ 60910 w 1954379"/>
                <a:gd name="csY2353" fmla="*/ 511342 h 1893469"/>
                <a:gd name="csX2354" fmla="*/ 58654 w 1954379"/>
                <a:gd name="csY2354" fmla="*/ 511342 h 1893469"/>
                <a:gd name="csX2355" fmla="*/ 55646 w 1954379"/>
                <a:gd name="csY2355" fmla="*/ 512094 h 1893469"/>
                <a:gd name="csX2356" fmla="*/ 53390 w 1954379"/>
                <a:gd name="csY2356" fmla="*/ 512094 h 1893469"/>
                <a:gd name="csX2357" fmla="*/ 51886 w 1954379"/>
                <a:gd name="csY2357" fmla="*/ 511342 h 1893469"/>
                <a:gd name="csX2358" fmla="*/ 40607 w 1954379"/>
                <a:gd name="csY2358" fmla="*/ 500814 h 1893469"/>
                <a:gd name="csX2359" fmla="*/ 35343 w 1954379"/>
                <a:gd name="csY2359" fmla="*/ 494047 h 1893469"/>
                <a:gd name="csX2360" fmla="*/ 33839 w 1954379"/>
                <a:gd name="csY2360" fmla="*/ 491791 h 1893469"/>
                <a:gd name="csX2361" fmla="*/ 33087 w 1954379"/>
                <a:gd name="csY2361" fmla="*/ 489535 h 1893469"/>
                <a:gd name="csX2362" fmla="*/ 33087 w 1954379"/>
                <a:gd name="csY2362" fmla="*/ 485023 h 1893469"/>
                <a:gd name="csX2363" fmla="*/ 34591 w 1954379"/>
                <a:gd name="csY2363" fmla="*/ 478255 h 1893469"/>
                <a:gd name="csX2364" fmla="*/ 34591 w 1954379"/>
                <a:gd name="csY2364" fmla="*/ 471488 h 1893469"/>
                <a:gd name="csX2365" fmla="*/ 35343 w 1954379"/>
                <a:gd name="csY2365" fmla="*/ 469232 h 1893469"/>
                <a:gd name="csX2366" fmla="*/ 36095 w 1954379"/>
                <a:gd name="csY2366" fmla="*/ 466976 h 1893469"/>
                <a:gd name="csX2367" fmla="*/ 36847 w 1954379"/>
                <a:gd name="csY2367" fmla="*/ 464720 h 1893469"/>
                <a:gd name="csX2368" fmla="*/ 36095 w 1954379"/>
                <a:gd name="csY2368" fmla="*/ 463216 h 1893469"/>
                <a:gd name="csX2369" fmla="*/ 34591 w 1954379"/>
                <a:gd name="csY2369" fmla="*/ 460208 h 1893469"/>
                <a:gd name="csX2370" fmla="*/ 33087 w 1954379"/>
                <a:gd name="csY2370" fmla="*/ 459456 h 1893469"/>
                <a:gd name="csX2371" fmla="*/ 31583 w 1954379"/>
                <a:gd name="csY2371" fmla="*/ 457952 h 1893469"/>
                <a:gd name="csX2372" fmla="*/ 23311 w 1954379"/>
                <a:gd name="csY2372" fmla="*/ 454944 h 1893469"/>
                <a:gd name="csX2373" fmla="*/ 21807 w 1954379"/>
                <a:gd name="csY2373" fmla="*/ 454192 h 1893469"/>
                <a:gd name="csX2374" fmla="*/ 20303 w 1954379"/>
                <a:gd name="csY2374" fmla="*/ 452688 h 1893469"/>
                <a:gd name="csX2375" fmla="*/ 19551 w 1954379"/>
                <a:gd name="csY2375" fmla="*/ 451936 h 1893469"/>
                <a:gd name="csX2376" fmla="*/ 18047 w 1954379"/>
                <a:gd name="csY2376" fmla="*/ 450432 h 1893469"/>
                <a:gd name="csX2377" fmla="*/ 18047 w 1954379"/>
                <a:gd name="csY2377" fmla="*/ 448928 h 1893469"/>
                <a:gd name="csX2378" fmla="*/ 16544 w 1954379"/>
                <a:gd name="csY2378" fmla="*/ 443665 h 1893469"/>
                <a:gd name="csX2379" fmla="*/ 15791 w 1954379"/>
                <a:gd name="csY2379" fmla="*/ 439153 h 1893469"/>
                <a:gd name="csX2380" fmla="*/ 16544 w 1954379"/>
                <a:gd name="csY2380" fmla="*/ 421857 h 1893469"/>
                <a:gd name="csX2381" fmla="*/ 17295 w 1954379"/>
                <a:gd name="csY2381" fmla="*/ 412834 h 1893469"/>
                <a:gd name="csX2382" fmla="*/ 18047 w 1954379"/>
                <a:gd name="csY2382" fmla="*/ 411330 h 1893469"/>
                <a:gd name="csX2383" fmla="*/ 18047 w 1954379"/>
                <a:gd name="csY2383" fmla="*/ 407570 h 1893469"/>
                <a:gd name="csX2384" fmla="*/ 15039 w 1954379"/>
                <a:gd name="csY2384" fmla="*/ 360947 h 1893469"/>
                <a:gd name="csX2385" fmla="*/ 0 w 1954379"/>
                <a:gd name="csY2385" fmla="*/ 196265 h 1893469"/>
                <a:gd name="csX2386" fmla="*/ 752 w 1954379"/>
                <a:gd name="csY2386" fmla="*/ 197017 h 1893469"/>
                <a:gd name="csX2387" fmla="*/ 3760 w 1954379"/>
                <a:gd name="csY2387" fmla="*/ 198521 h 1893469"/>
                <a:gd name="csX2388" fmla="*/ 6768 w 1954379"/>
                <a:gd name="csY2388" fmla="*/ 200777 h 1893469"/>
                <a:gd name="csX2389" fmla="*/ 9024 w 1954379"/>
                <a:gd name="csY2389" fmla="*/ 204537 h 1893469"/>
                <a:gd name="csX2390" fmla="*/ 9776 w 1954379"/>
                <a:gd name="csY2390" fmla="*/ 207545 h 1893469"/>
                <a:gd name="csX2391" fmla="*/ 11280 w 1954379"/>
                <a:gd name="csY2391" fmla="*/ 210553 h 1893469"/>
                <a:gd name="csX2392" fmla="*/ 15039 w 1954379"/>
                <a:gd name="csY2392" fmla="*/ 214313 h 1893469"/>
                <a:gd name="csX2393" fmla="*/ 18047 w 1954379"/>
                <a:gd name="csY2393" fmla="*/ 215064 h 1893469"/>
                <a:gd name="csX2394" fmla="*/ 21055 w 1954379"/>
                <a:gd name="csY2394" fmla="*/ 215816 h 1893469"/>
                <a:gd name="csX2395" fmla="*/ 23311 w 1954379"/>
                <a:gd name="csY2395" fmla="*/ 215816 h 1893469"/>
                <a:gd name="csX2396" fmla="*/ 26319 w 1954379"/>
                <a:gd name="csY2396" fmla="*/ 215064 h 1893469"/>
                <a:gd name="csX2397" fmla="*/ 30079 w 1954379"/>
                <a:gd name="csY2397" fmla="*/ 213561 h 1893469"/>
                <a:gd name="csX2398" fmla="*/ 33087 w 1954379"/>
                <a:gd name="csY2398" fmla="*/ 211305 h 1893469"/>
                <a:gd name="csX2399" fmla="*/ 35343 w 1954379"/>
                <a:gd name="csY2399" fmla="*/ 208297 h 1893469"/>
                <a:gd name="csX2400" fmla="*/ 39855 w 1954379"/>
                <a:gd name="csY2400" fmla="*/ 202281 h 1893469"/>
                <a:gd name="csX2401" fmla="*/ 41359 w 1954379"/>
                <a:gd name="csY2401" fmla="*/ 201529 h 1893469"/>
                <a:gd name="csX2402" fmla="*/ 43614 w 1954379"/>
                <a:gd name="csY2402" fmla="*/ 200777 h 1893469"/>
                <a:gd name="csX2403" fmla="*/ 59406 w 1954379"/>
                <a:gd name="csY2403" fmla="*/ 202281 h 1893469"/>
                <a:gd name="csX2404" fmla="*/ 60158 w 1954379"/>
                <a:gd name="csY2404" fmla="*/ 202281 h 1893469"/>
                <a:gd name="csX2405" fmla="*/ 61662 w 1954379"/>
                <a:gd name="csY2405" fmla="*/ 200777 h 1893469"/>
                <a:gd name="csX2406" fmla="*/ 62414 w 1954379"/>
                <a:gd name="csY2406" fmla="*/ 200025 h 1893469"/>
                <a:gd name="csX2407" fmla="*/ 63166 w 1954379"/>
                <a:gd name="csY2407" fmla="*/ 200777 h 1893469"/>
                <a:gd name="csX2408" fmla="*/ 63918 w 1954379"/>
                <a:gd name="csY2408" fmla="*/ 201529 h 1893469"/>
                <a:gd name="csX2409" fmla="*/ 64670 w 1954379"/>
                <a:gd name="csY2409" fmla="*/ 202281 h 1893469"/>
                <a:gd name="csX2410" fmla="*/ 66174 w 1954379"/>
                <a:gd name="csY2410" fmla="*/ 203033 h 1893469"/>
                <a:gd name="csX2411" fmla="*/ 66926 w 1954379"/>
                <a:gd name="csY2411" fmla="*/ 203785 h 1893469"/>
                <a:gd name="csX2412" fmla="*/ 68430 w 1954379"/>
                <a:gd name="csY2412" fmla="*/ 203033 h 1893469"/>
                <a:gd name="csX2413" fmla="*/ 72942 w 1954379"/>
                <a:gd name="csY2413" fmla="*/ 196265 h 1893469"/>
                <a:gd name="csX2414" fmla="*/ 74445 w 1954379"/>
                <a:gd name="csY2414" fmla="*/ 193257 h 1893469"/>
                <a:gd name="csX2415" fmla="*/ 73693 w 1954379"/>
                <a:gd name="csY2415" fmla="*/ 189497 h 1893469"/>
                <a:gd name="csX2416" fmla="*/ 72942 w 1954379"/>
                <a:gd name="csY2416" fmla="*/ 186490 h 1893469"/>
                <a:gd name="csX2417" fmla="*/ 69933 w 1954379"/>
                <a:gd name="csY2417" fmla="*/ 180474 h 1893469"/>
                <a:gd name="csX2418" fmla="*/ 69182 w 1954379"/>
                <a:gd name="csY2418" fmla="*/ 177466 h 1893469"/>
                <a:gd name="csX2419" fmla="*/ 70685 w 1954379"/>
                <a:gd name="csY2419" fmla="*/ 175210 h 1893469"/>
                <a:gd name="csX2420" fmla="*/ 71438 w 1954379"/>
                <a:gd name="csY2420" fmla="*/ 174458 h 1893469"/>
                <a:gd name="csX2421" fmla="*/ 82717 w 1954379"/>
                <a:gd name="csY2421" fmla="*/ 172954 h 1893469"/>
                <a:gd name="csX2422" fmla="*/ 84221 w 1954379"/>
                <a:gd name="csY2422" fmla="*/ 172202 h 1893469"/>
                <a:gd name="csX2423" fmla="*/ 88733 w 1954379"/>
                <a:gd name="csY2423" fmla="*/ 169946 h 1893469"/>
                <a:gd name="csX2424" fmla="*/ 88733 w 1954379"/>
                <a:gd name="csY2424" fmla="*/ 168442 h 1893469"/>
                <a:gd name="csX2425" fmla="*/ 87981 w 1954379"/>
                <a:gd name="csY2425" fmla="*/ 164682 h 1893469"/>
                <a:gd name="csX2426" fmla="*/ 87981 w 1954379"/>
                <a:gd name="csY2426" fmla="*/ 163178 h 1893469"/>
                <a:gd name="csX2427" fmla="*/ 88733 w 1954379"/>
                <a:gd name="csY2427" fmla="*/ 162426 h 1893469"/>
                <a:gd name="csX2428" fmla="*/ 92493 w 1954379"/>
                <a:gd name="csY2428" fmla="*/ 160922 h 1893469"/>
                <a:gd name="csX2429" fmla="*/ 93997 w 1954379"/>
                <a:gd name="csY2429" fmla="*/ 160170 h 1893469"/>
                <a:gd name="csX2430" fmla="*/ 94749 w 1954379"/>
                <a:gd name="csY2430" fmla="*/ 157914 h 1893469"/>
                <a:gd name="csX2431" fmla="*/ 95501 w 1954379"/>
                <a:gd name="csY2431" fmla="*/ 155659 h 1893469"/>
                <a:gd name="csX2432" fmla="*/ 97005 w 1954379"/>
                <a:gd name="csY2432" fmla="*/ 154155 h 1893469"/>
                <a:gd name="csX2433" fmla="*/ 98509 w 1954379"/>
                <a:gd name="csY2433" fmla="*/ 152651 h 1893469"/>
                <a:gd name="csX2434" fmla="*/ 99261 w 1954379"/>
                <a:gd name="csY2434" fmla="*/ 153403 h 1893469"/>
                <a:gd name="csX2435" fmla="*/ 100764 w 1954379"/>
                <a:gd name="csY2435" fmla="*/ 155659 h 1893469"/>
                <a:gd name="csX2436" fmla="*/ 101516 w 1954379"/>
                <a:gd name="csY2436" fmla="*/ 156411 h 1893469"/>
                <a:gd name="csX2437" fmla="*/ 104524 w 1954379"/>
                <a:gd name="csY2437" fmla="*/ 157914 h 1893469"/>
                <a:gd name="csX2438" fmla="*/ 107532 w 1954379"/>
                <a:gd name="csY2438" fmla="*/ 158666 h 1893469"/>
                <a:gd name="csX2439" fmla="*/ 110540 w 1954379"/>
                <a:gd name="csY2439" fmla="*/ 159418 h 1893469"/>
                <a:gd name="csX2440" fmla="*/ 113548 w 1954379"/>
                <a:gd name="csY2440" fmla="*/ 159418 h 1893469"/>
                <a:gd name="csX2441" fmla="*/ 115804 w 1954379"/>
                <a:gd name="csY2441" fmla="*/ 158666 h 1893469"/>
                <a:gd name="csX2442" fmla="*/ 117308 w 1954379"/>
                <a:gd name="csY2442" fmla="*/ 157914 h 1893469"/>
                <a:gd name="csX2443" fmla="*/ 118812 w 1954379"/>
                <a:gd name="csY2443" fmla="*/ 157914 h 1893469"/>
                <a:gd name="csX2444" fmla="*/ 121068 w 1954379"/>
                <a:gd name="csY2444" fmla="*/ 159418 h 1893469"/>
                <a:gd name="csX2445" fmla="*/ 122572 w 1954379"/>
                <a:gd name="csY2445" fmla="*/ 160922 h 1893469"/>
                <a:gd name="csX2446" fmla="*/ 123324 w 1954379"/>
                <a:gd name="csY2446" fmla="*/ 163930 h 1893469"/>
                <a:gd name="csX2447" fmla="*/ 124828 w 1954379"/>
                <a:gd name="csY2447" fmla="*/ 165434 h 1893469"/>
                <a:gd name="csX2448" fmla="*/ 129340 w 1954379"/>
                <a:gd name="csY2448" fmla="*/ 166186 h 1893469"/>
                <a:gd name="csX2449" fmla="*/ 136859 w 1954379"/>
                <a:gd name="csY2449" fmla="*/ 166938 h 1893469"/>
                <a:gd name="csX2450" fmla="*/ 142875 w 1954379"/>
                <a:gd name="csY2450" fmla="*/ 165434 h 1893469"/>
                <a:gd name="csX2451" fmla="*/ 145131 w 1954379"/>
                <a:gd name="csY2451" fmla="*/ 162426 h 1893469"/>
                <a:gd name="csX2452" fmla="*/ 148139 w 1954379"/>
                <a:gd name="csY2452" fmla="*/ 157914 h 1893469"/>
                <a:gd name="csX2453" fmla="*/ 148891 w 1954379"/>
                <a:gd name="csY2453" fmla="*/ 154907 h 1893469"/>
                <a:gd name="csX2454" fmla="*/ 149643 w 1954379"/>
                <a:gd name="csY2454" fmla="*/ 152651 h 1893469"/>
                <a:gd name="csX2455" fmla="*/ 148891 w 1954379"/>
                <a:gd name="csY2455" fmla="*/ 147387 h 1893469"/>
                <a:gd name="csX2456" fmla="*/ 148139 w 1954379"/>
                <a:gd name="csY2456" fmla="*/ 145131 h 1893469"/>
                <a:gd name="csX2457" fmla="*/ 148891 w 1954379"/>
                <a:gd name="csY2457" fmla="*/ 144379 h 1893469"/>
                <a:gd name="csX2458" fmla="*/ 151899 w 1954379"/>
                <a:gd name="csY2458" fmla="*/ 144379 h 1893469"/>
                <a:gd name="csX2459" fmla="*/ 156410 w 1954379"/>
                <a:gd name="csY2459" fmla="*/ 146635 h 1893469"/>
                <a:gd name="csX2460" fmla="*/ 158667 w 1954379"/>
                <a:gd name="csY2460" fmla="*/ 146635 h 1893469"/>
                <a:gd name="csX2461" fmla="*/ 161674 w 1954379"/>
                <a:gd name="csY2461" fmla="*/ 145883 h 1893469"/>
                <a:gd name="csX2462" fmla="*/ 166186 w 1954379"/>
                <a:gd name="csY2462" fmla="*/ 142123 h 1893469"/>
                <a:gd name="csX2463" fmla="*/ 178970 w 1954379"/>
                <a:gd name="csY2463" fmla="*/ 136859 h 1893469"/>
                <a:gd name="csX2464" fmla="*/ 183482 w 1954379"/>
                <a:gd name="csY2464" fmla="*/ 136107 h 1893469"/>
                <a:gd name="csX2465" fmla="*/ 188745 w 1954379"/>
                <a:gd name="csY2465" fmla="*/ 136107 h 1893469"/>
                <a:gd name="csX2466" fmla="*/ 201529 w 1954379"/>
                <a:gd name="csY2466" fmla="*/ 138363 h 1893469"/>
                <a:gd name="csX2467" fmla="*/ 206041 w 1954379"/>
                <a:gd name="csY2467" fmla="*/ 138363 h 1893469"/>
                <a:gd name="csX2468" fmla="*/ 213560 w 1954379"/>
                <a:gd name="csY2468" fmla="*/ 136107 h 1893469"/>
                <a:gd name="csX2469" fmla="*/ 218072 w 1954379"/>
                <a:gd name="csY2469" fmla="*/ 133099 h 1893469"/>
                <a:gd name="csX2470" fmla="*/ 227848 w 1954379"/>
                <a:gd name="csY2470" fmla="*/ 120316 h 1893469"/>
                <a:gd name="csX2471" fmla="*/ 229352 w 1954379"/>
                <a:gd name="csY2471" fmla="*/ 117308 h 1893469"/>
                <a:gd name="csX2472" fmla="*/ 233112 w 1954379"/>
                <a:gd name="csY2472" fmla="*/ 107532 h 1893469"/>
                <a:gd name="csX2473" fmla="*/ 234616 w 1954379"/>
                <a:gd name="csY2473" fmla="*/ 106028 h 1893469"/>
                <a:gd name="csX2474" fmla="*/ 236872 w 1954379"/>
                <a:gd name="csY2474" fmla="*/ 105276 h 1893469"/>
                <a:gd name="csX2475" fmla="*/ 239880 w 1954379"/>
                <a:gd name="csY2475" fmla="*/ 103772 h 1893469"/>
                <a:gd name="csX2476" fmla="*/ 242887 w 1954379"/>
                <a:gd name="csY2476" fmla="*/ 101516 h 1893469"/>
                <a:gd name="csX2477" fmla="*/ 244391 w 1954379"/>
                <a:gd name="csY2477" fmla="*/ 99261 h 1893469"/>
                <a:gd name="csX2478" fmla="*/ 246647 w 1954379"/>
                <a:gd name="csY2478" fmla="*/ 97005 h 1893469"/>
                <a:gd name="csX2479" fmla="*/ 250407 w 1954379"/>
                <a:gd name="csY2479" fmla="*/ 95501 h 1893469"/>
                <a:gd name="csX2480" fmla="*/ 253415 w 1954379"/>
                <a:gd name="csY2480" fmla="*/ 96253 h 1893469"/>
                <a:gd name="csX2481" fmla="*/ 259431 w 1954379"/>
                <a:gd name="csY2481" fmla="*/ 99261 h 1893469"/>
                <a:gd name="csX2482" fmla="*/ 262439 w 1954379"/>
                <a:gd name="csY2482" fmla="*/ 100013 h 1893469"/>
                <a:gd name="csX2483" fmla="*/ 275222 w 1954379"/>
                <a:gd name="csY2483" fmla="*/ 91741 h 1893469"/>
                <a:gd name="csX2484" fmla="*/ 282742 w 1954379"/>
                <a:gd name="csY2484" fmla="*/ 88733 h 1893469"/>
                <a:gd name="csX2485" fmla="*/ 287254 w 1954379"/>
                <a:gd name="csY2485" fmla="*/ 92493 h 1893469"/>
                <a:gd name="csX2486" fmla="*/ 288006 w 1954379"/>
                <a:gd name="csY2486" fmla="*/ 97005 h 1893469"/>
                <a:gd name="csX2487" fmla="*/ 290262 w 1954379"/>
                <a:gd name="csY2487" fmla="*/ 100013 h 1893469"/>
                <a:gd name="csX2488" fmla="*/ 292518 w 1954379"/>
                <a:gd name="csY2488" fmla="*/ 102268 h 1893469"/>
                <a:gd name="csX2489" fmla="*/ 297030 w 1954379"/>
                <a:gd name="csY2489" fmla="*/ 104524 h 1893469"/>
                <a:gd name="csX2490" fmla="*/ 299285 w 1954379"/>
                <a:gd name="csY2490" fmla="*/ 105276 h 1893469"/>
                <a:gd name="csX2491" fmla="*/ 302294 w 1954379"/>
                <a:gd name="csY2491" fmla="*/ 105276 h 1893469"/>
                <a:gd name="csX2492" fmla="*/ 306805 w 1954379"/>
                <a:gd name="csY2492" fmla="*/ 104524 h 1893469"/>
                <a:gd name="csX2493" fmla="*/ 310565 w 1954379"/>
                <a:gd name="csY2493" fmla="*/ 104524 h 1893469"/>
                <a:gd name="csX2494" fmla="*/ 311317 w 1954379"/>
                <a:gd name="csY2494" fmla="*/ 105276 h 1893469"/>
                <a:gd name="csX2495" fmla="*/ 312821 w 1954379"/>
                <a:gd name="csY2495" fmla="*/ 106780 h 1893469"/>
                <a:gd name="csX2496" fmla="*/ 315077 w 1954379"/>
                <a:gd name="csY2496" fmla="*/ 109036 h 1893469"/>
                <a:gd name="csX2497" fmla="*/ 316581 w 1954379"/>
                <a:gd name="csY2497" fmla="*/ 109788 h 1893469"/>
                <a:gd name="csX2498" fmla="*/ 327861 w 1954379"/>
                <a:gd name="csY2498" fmla="*/ 111292 h 1893469"/>
                <a:gd name="csX2499" fmla="*/ 330116 w 1954379"/>
                <a:gd name="csY2499" fmla="*/ 111292 h 1893469"/>
                <a:gd name="csX2500" fmla="*/ 331620 w 1954379"/>
                <a:gd name="csY2500" fmla="*/ 110540 h 1893469"/>
                <a:gd name="csX2501" fmla="*/ 338388 w 1954379"/>
                <a:gd name="csY2501" fmla="*/ 105276 h 1893469"/>
                <a:gd name="csX2502" fmla="*/ 339892 w 1954379"/>
                <a:gd name="csY2502" fmla="*/ 105276 h 1893469"/>
                <a:gd name="csX2503" fmla="*/ 342900 w 1954379"/>
                <a:gd name="csY2503" fmla="*/ 105276 h 1893469"/>
                <a:gd name="csX2504" fmla="*/ 345908 w 1954379"/>
                <a:gd name="csY2504" fmla="*/ 106028 h 1893469"/>
                <a:gd name="csX2505" fmla="*/ 348164 w 1954379"/>
                <a:gd name="csY2505" fmla="*/ 104524 h 1893469"/>
                <a:gd name="csX2506" fmla="*/ 350420 w 1954379"/>
                <a:gd name="csY2506" fmla="*/ 103020 h 1893469"/>
                <a:gd name="csX2507" fmla="*/ 352676 w 1954379"/>
                <a:gd name="csY2507" fmla="*/ 102268 h 1893469"/>
                <a:gd name="csX2508" fmla="*/ 355683 w 1954379"/>
                <a:gd name="csY2508" fmla="*/ 102268 h 1893469"/>
                <a:gd name="csX2509" fmla="*/ 358692 w 1954379"/>
                <a:gd name="csY2509" fmla="*/ 103772 h 1893469"/>
                <a:gd name="csX2510" fmla="*/ 360195 w 1954379"/>
                <a:gd name="csY2510" fmla="*/ 105276 h 1893469"/>
                <a:gd name="csX2511" fmla="*/ 362451 w 1954379"/>
                <a:gd name="csY2511" fmla="*/ 106780 h 1893469"/>
                <a:gd name="csX2512" fmla="*/ 365459 w 1954379"/>
                <a:gd name="csY2512" fmla="*/ 106780 h 1893469"/>
                <a:gd name="csX2513" fmla="*/ 369971 w 1954379"/>
                <a:gd name="csY2513" fmla="*/ 103772 h 1893469"/>
                <a:gd name="csX2514" fmla="*/ 376739 w 1954379"/>
                <a:gd name="csY2514" fmla="*/ 101516 h 1893469"/>
                <a:gd name="csX2515" fmla="*/ 385011 w 1954379"/>
                <a:gd name="csY2515" fmla="*/ 103772 h 1893469"/>
                <a:gd name="csX2516" fmla="*/ 387266 w 1954379"/>
                <a:gd name="csY2516" fmla="*/ 104524 h 1893469"/>
                <a:gd name="csX2517" fmla="*/ 389522 w 1954379"/>
                <a:gd name="csY2517" fmla="*/ 104524 h 1893469"/>
                <a:gd name="csX2518" fmla="*/ 394034 w 1954379"/>
                <a:gd name="csY2518" fmla="*/ 103020 h 1893469"/>
                <a:gd name="csX2519" fmla="*/ 397042 w 1954379"/>
                <a:gd name="csY2519" fmla="*/ 103772 h 1893469"/>
                <a:gd name="csX2520" fmla="*/ 400050 w 1954379"/>
                <a:gd name="csY2520" fmla="*/ 104524 h 1893469"/>
                <a:gd name="csX2521" fmla="*/ 405314 w 1954379"/>
                <a:gd name="csY2521" fmla="*/ 108284 h 1893469"/>
                <a:gd name="csX2522" fmla="*/ 408322 w 1954379"/>
                <a:gd name="csY2522" fmla="*/ 109036 h 1893469"/>
                <a:gd name="csX2523" fmla="*/ 410578 w 1954379"/>
                <a:gd name="csY2523" fmla="*/ 109788 h 1893469"/>
                <a:gd name="csX2524" fmla="*/ 418097 w 1954379"/>
                <a:gd name="csY2524" fmla="*/ 109036 h 1893469"/>
                <a:gd name="csX2525" fmla="*/ 427873 w 1954379"/>
                <a:gd name="csY2525" fmla="*/ 112044 h 1893469"/>
                <a:gd name="csX2526" fmla="*/ 437649 w 1954379"/>
                <a:gd name="csY2526" fmla="*/ 115804 h 1893469"/>
                <a:gd name="csX2527" fmla="*/ 446672 w 1954379"/>
                <a:gd name="csY2527" fmla="*/ 117308 h 1893469"/>
                <a:gd name="csX2528" fmla="*/ 457200 w 1954379"/>
                <a:gd name="csY2528" fmla="*/ 114300 h 1893469"/>
                <a:gd name="csX2529" fmla="*/ 461712 w 1954379"/>
                <a:gd name="csY2529" fmla="*/ 109788 h 1893469"/>
                <a:gd name="csX2530" fmla="*/ 462464 w 1954379"/>
                <a:gd name="csY2530" fmla="*/ 103772 h 1893469"/>
                <a:gd name="csX2531" fmla="*/ 461712 w 1954379"/>
                <a:gd name="csY2531" fmla="*/ 97757 h 1893469"/>
                <a:gd name="csX2532" fmla="*/ 461712 w 1954379"/>
                <a:gd name="csY2532" fmla="*/ 90989 h 1893469"/>
                <a:gd name="csX2533" fmla="*/ 461712 w 1954379"/>
                <a:gd name="csY2533" fmla="*/ 89485 h 1893469"/>
                <a:gd name="csX2534" fmla="*/ 462464 w 1954379"/>
                <a:gd name="csY2534" fmla="*/ 87981 h 1893469"/>
                <a:gd name="csX2535" fmla="*/ 462464 w 1954379"/>
                <a:gd name="csY2535" fmla="*/ 86477 h 1893469"/>
                <a:gd name="csX2536" fmla="*/ 462464 w 1954379"/>
                <a:gd name="csY2536" fmla="*/ 84973 h 1893469"/>
                <a:gd name="csX2537" fmla="*/ 460960 w 1954379"/>
                <a:gd name="csY2537" fmla="*/ 82717 h 1893469"/>
                <a:gd name="csX2538" fmla="*/ 455696 w 1954379"/>
                <a:gd name="csY2538" fmla="*/ 78205 h 1893469"/>
                <a:gd name="csX2539" fmla="*/ 450432 w 1954379"/>
                <a:gd name="csY2539" fmla="*/ 71438 h 1893469"/>
                <a:gd name="csX2540" fmla="*/ 448928 w 1954379"/>
                <a:gd name="csY2540" fmla="*/ 70686 h 1893469"/>
                <a:gd name="csX2541" fmla="*/ 445169 w 1954379"/>
                <a:gd name="csY2541" fmla="*/ 67678 h 1893469"/>
                <a:gd name="csX2542" fmla="*/ 442912 w 1954379"/>
                <a:gd name="csY2542" fmla="*/ 64670 h 1893469"/>
                <a:gd name="csX2543" fmla="*/ 441409 w 1954379"/>
                <a:gd name="csY2543" fmla="*/ 58654 h 1893469"/>
                <a:gd name="csX2544" fmla="*/ 439153 w 1954379"/>
                <a:gd name="csY2544" fmla="*/ 55646 h 1893469"/>
                <a:gd name="csX2545" fmla="*/ 436145 w 1954379"/>
                <a:gd name="csY2545" fmla="*/ 54894 h 1893469"/>
                <a:gd name="csX2546" fmla="*/ 429377 w 1954379"/>
                <a:gd name="csY2546" fmla="*/ 54894 h 1893469"/>
                <a:gd name="csX2547" fmla="*/ 427873 w 1954379"/>
                <a:gd name="csY2547" fmla="*/ 53390 h 1893469"/>
                <a:gd name="csX2548" fmla="*/ 427873 w 1954379"/>
                <a:gd name="csY2548" fmla="*/ 50382 h 1893469"/>
                <a:gd name="csX2549" fmla="*/ 430129 w 1954379"/>
                <a:gd name="csY2549" fmla="*/ 45870 h 1893469"/>
                <a:gd name="csX2550" fmla="*/ 432385 w 1954379"/>
                <a:gd name="csY2550" fmla="*/ 42111 h 1893469"/>
                <a:gd name="csX2551" fmla="*/ 433889 w 1954379"/>
                <a:gd name="csY2551" fmla="*/ 39103 h 1893469"/>
                <a:gd name="csX2552" fmla="*/ 436145 w 1954379"/>
                <a:gd name="csY2552" fmla="*/ 39103 h 1893469"/>
                <a:gd name="csX2553" fmla="*/ 437649 w 1954379"/>
                <a:gd name="csY2553" fmla="*/ 39855 h 1893469"/>
                <a:gd name="csX2554" fmla="*/ 438401 w 1954379"/>
                <a:gd name="csY2554" fmla="*/ 40607 h 1893469"/>
                <a:gd name="csX2555" fmla="*/ 440657 w 1954379"/>
                <a:gd name="csY2555" fmla="*/ 40607 h 1893469"/>
                <a:gd name="csX2556" fmla="*/ 442160 w 1954379"/>
                <a:gd name="csY2556" fmla="*/ 39855 h 1893469"/>
                <a:gd name="csX2557" fmla="*/ 443664 w 1954379"/>
                <a:gd name="csY2557" fmla="*/ 38351 h 1893469"/>
                <a:gd name="csX2558" fmla="*/ 448176 w 1954379"/>
                <a:gd name="csY2558" fmla="*/ 31583 h 1893469"/>
                <a:gd name="csX2559" fmla="*/ 448928 w 1954379"/>
                <a:gd name="csY2559" fmla="*/ 29327 h 1893469"/>
                <a:gd name="csX2560" fmla="*/ 448928 w 1954379"/>
                <a:gd name="csY2560" fmla="*/ 22559 h 1893469"/>
                <a:gd name="csX2561" fmla="*/ 450432 w 1954379"/>
                <a:gd name="csY2561" fmla="*/ 15791 h 1893469"/>
                <a:gd name="csX2562" fmla="*/ 451184 w 1954379"/>
                <a:gd name="csY2562" fmla="*/ 13536 h 1893469"/>
                <a:gd name="csX2563" fmla="*/ 452688 w 1954379"/>
                <a:gd name="csY2563" fmla="*/ 12784 h 1893469"/>
                <a:gd name="csX2564" fmla="*/ 454192 w 1954379"/>
                <a:gd name="csY2564" fmla="*/ 12032 h 1893469"/>
                <a:gd name="csX2565" fmla="*/ 457952 w 1954379"/>
                <a:gd name="csY2565" fmla="*/ 12032 h 1893469"/>
                <a:gd name="csX2566" fmla="*/ 460960 w 1954379"/>
                <a:gd name="csY2566" fmla="*/ 14288 h 1893469"/>
                <a:gd name="csX2567" fmla="*/ 469232 w 1954379"/>
                <a:gd name="csY2567" fmla="*/ 21055 h 1893469"/>
                <a:gd name="csX2568" fmla="*/ 472239 w 1954379"/>
                <a:gd name="csY2568" fmla="*/ 22559 h 1893469"/>
                <a:gd name="csX2569" fmla="*/ 482767 w 1954379"/>
                <a:gd name="csY2569" fmla="*/ 24815 h 1893469"/>
                <a:gd name="csX2570" fmla="*/ 484271 w 1954379"/>
                <a:gd name="csY2570" fmla="*/ 25567 h 1893469"/>
                <a:gd name="csX2571" fmla="*/ 485023 w 1954379"/>
                <a:gd name="csY2571" fmla="*/ 27071 h 1893469"/>
                <a:gd name="csX2572" fmla="*/ 487279 w 1954379"/>
                <a:gd name="csY2572" fmla="*/ 30079 h 1893469"/>
                <a:gd name="csX2573" fmla="*/ 488783 w 1954379"/>
                <a:gd name="csY2573" fmla="*/ 31583 h 1893469"/>
                <a:gd name="csX2574" fmla="*/ 491791 w 1954379"/>
                <a:gd name="csY2574" fmla="*/ 32335 h 1893469"/>
                <a:gd name="csX2575" fmla="*/ 503822 w 1954379"/>
                <a:gd name="csY2575" fmla="*/ 29327 h 1893469"/>
                <a:gd name="csX2576" fmla="*/ 509086 w 1954379"/>
                <a:gd name="csY2576" fmla="*/ 26319 h 1893469"/>
                <a:gd name="csX2577" fmla="*/ 512094 w 1954379"/>
                <a:gd name="csY2577" fmla="*/ 26319 h 1893469"/>
                <a:gd name="csX2578" fmla="*/ 515102 w 1954379"/>
                <a:gd name="csY2578" fmla="*/ 27071 h 1893469"/>
                <a:gd name="csX2579" fmla="*/ 524126 w 1954379"/>
                <a:gd name="csY2579" fmla="*/ 26319 h 1893469"/>
                <a:gd name="csX2580" fmla="*/ 529389 w 1954379"/>
                <a:gd name="csY2580" fmla="*/ 26319 h 1893469"/>
                <a:gd name="csX2581" fmla="*/ 535405 w 1954379"/>
                <a:gd name="csY2581" fmla="*/ 27071 h 1893469"/>
                <a:gd name="csX2582" fmla="*/ 540669 w 1954379"/>
                <a:gd name="csY2582" fmla="*/ 27071 h 1893469"/>
                <a:gd name="csX2583" fmla="*/ 545181 w 1954379"/>
                <a:gd name="csY2583" fmla="*/ 25567 h 1893469"/>
                <a:gd name="csX2584" fmla="*/ 546685 w 1954379"/>
                <a:gd name="csY2584" fmla="*/ 23311 h 1893469"/>
                <a:gd name="csX2585" fmla="*/ 546685 w 1954379"/>
                <a:gd name="csY2585" fmla="*/ 20303 h 1893469"/>
                <a:gd name="csX2586" fmla="*/ 547437 w 1954379"/>
                <a:gd name="csY2586" fmla="*/ 17295 h 1893469"/>
                <a:gd name="csX2587" fmla="*/ 550445 w 1954379"/>
                <a:gd name="csY2587" fmla="*/ 15039 h 1893469"/>
                <a:gd name="csX2588" fmla="*/ 552701 w 1954379"/>
                <a:gd name="csY2588" fmla="*/ 13536 h 1893469"/>
                <a:gd name="csX2589" fmla="*/ 555709 w 1954379"/>
                <a:gd name="csY2589" fmla="*/ 13536 h 1893469"/>
                <a:gd name="csX2590" fmla="*/ 557965 w 1954379"/>
                <a:gd name="csY2590" fmla="*/ 14288 h 1893469"/>
                <a:gd name="csX2591" fmla="*/ 559468 w 1954379"/>
                <a:gd name="csY2591" fmla="*/ 16543 h 1893469"/>
                <a:gd name="csX2592" fmla="*/ 563228 w 1954379"/>
                <a:gd name="csY2592" fmla="*/ 16543 h 1893469"/>
                <a:gd name="csX2593" fmla="*/ 575260 w 1954379"/>
                <a:gd name="csY2593" fmla="*/ 7520 h 1893469"/>
                <a:gd name="csX2594" fmla="*/ 580524 w 1954379"/>
                <a:gd name="csY2594" fmla="*/ 6768 h 1893469"/>
                <a:gd name="csX2595" fmla="*/ 581276 w 1954379"/>
                <a:gd name="csY2595" fmla="*/ 8272 h 1893469"/>
                <a:gd name="csX2596" fmla="*/ 580524 w 1954379"/>
                <a:gd name="csY2596" fmla="*/ 11280 h 1893469"/>
                <a:gd name="csX2597" fmla="*/ 582028 w 1954379"/>
                <a:gd name="csY2597" fmla="*/ 12784 h 1893469"/>
                <a:gd name="csX2598" fmla="*/ 582780 w 1954379"/>
                <a:gd name="csY2598" fmla="*/ 12784 h 1893469"/>
                <a:gd name="csX2599" fmla="*/ 584284 w 1954379"/>
                <a:gd name="csY2599" fmla="*/ 12032 h 1893469"/>
                <a:gd name="csX2600" fmla="*/ 589547 w 1954379"/>
                <a:gd name="csY2600" fmla="*/ 9776 h 1893469"/>
                <a:gd name="csX2601" fmla="*/ 595563 w 1954379"/>
                <a:gd name="csY2601" fmla="*/ 4512 h 1893469"/>
                <a:gd name="csX2602" fmla="*/ 598571 w 1954379"/>
                <a:gd name="csY2602" fmla="*/ 3008 h 1893469"/>
                <a:gd name="csX2603" fmla="*/ 604587 w 1954379"/>
                <a:gd name="csY2603" fmla="*/ 0 h 1893469"/>
                <a:gd name="csX2604" fmla="*/ 607595 w 1954379"/>
                <a:gd name="csY2604" fmla="*/ 0 h 1893469"/>
                <a:gd name="csX2605" fmla="*/ 608347 w 1954379"/>
                <a:gd name="csY2605" fmla="*/ 1504 h 1893469"/>
                <a:gd name="csX2606" fmla="*/ 607595 w 1954379"/>
                <a:gd name="csY2606" fmla="*/ 3760 h 1893469"/>
                <a:gd name="csX2607" fmla="*/ 604587 w 1954379"/>
                <a:gd name="csY2607" fmla="*/ 6768 h 1893469"/>
                <a:gd name="csX2608" fmla="*/ 603835 w 1954379"/>
                <a:gd name="csY2608" fmla="*/ 8272 h 1893469"/>
                <a:gd name="csX2609" fmla="*/ 604587 w 1954379"/>
                <a:gd name="csY2609" fmla="*/ 9776 h 1893469"/>
                <a:gd name="csX2610" fmla="*/ 619626 w 1954379"/>
                <a:gd name="csY2610" fmla="*/ 24815 h 1893469"/>
                <a:gd name="csX2611" fmla="*/ 624890 w 1954379"/>
                <a:gd name="csY2611" fmla="*/ 26319 h 1893469"/>
                <a:gd name="csX2612" fmla="*/ 632410 w 1954379"/>
                <a:gd name="csY2612" fmla="*/ 24063 h 1893469"/>
                <a:gd name="csX2613" fmla="*/ 635418 w 1954379"/>
                <a:gd name="csY2613" fmla="*/ 23311 h 1893469"/>
                <a:gd name="csX2614" fmla="*/ 1466349 w 1954379"/>
                <a:gd name="csY2614" fmla="*/ 661737 h 1893469"/>
                <a:gd name="csX2615" fmla="*/ 1467853 w 1954379"/>
                <a:gd name="csY2615" fmla="*/ 663241 h 1893469"/>
                <a:gd name="csX2616" fmla="*/ 1467101 w 1954379"/>
                <a:gd name="csY2616" fmla="*/ 665497 h 1893469"/>
                <a:gd name="csX2617" fmla="*/ 1465597 w 1954379"/>
                <a:gd name="csY2617" fmla="*/ 668505 h 1893469"/>
                <a:gd name="csX2618" fmla="*/ 1464093 w 1954379"/>
                <a:gd name="csY2618" fmla="*/ 670009 h 1893469"/>
                <a:gd name="csX2619" fmla="*/ 1462589 w 1954379"/>
                <a:gd name="csY2619" fmla="*/ 670761 h 1893469"/>
                <a:gd name="csX2620" fmla="*/ 1459581 w 1954379"/>
                <a:gd name="csY2620" fmla="*/ 676024 h 1893469"/>
                <a:gd name="csX2621" fmla="*/ 1455821 w 1954379"/>
                <a:gd name="csY2621" fmla="*/ 680536 h 1893469"/>
                <a:gd name="csX2622" fmla="*/ 1454317 w 1954379"/>
                <a:gd name="csY2622" fmla="*/ 682040 h 1893469"/>
                <a:gd name="csX2623" fmla="*/ 1451309 w 1954379"/>
                <a:gd name="csY2623" fmla="*/ 681288 h 1893469"/>
                <a:gd name="csX2624" fmla="*/ 1445294 w 1954379"/>
                <a:gd name="csY2624" fmla="*/ 679784 h 1893469"/>
                <a:gd name="csX2625" fmla="*/ 1443038 w 1954379"/>
                <a:gd name="csY2625" fmla="*/ 678280 h 1893469"/>
                <a:gd name="csX2626" fmla="*/ 1441534 w 1954379"/>
                <a:gd name="csY2626" fmla="*/ 675272 h 1893469"/>
                <a:gd name="csX2627" fmla="*/ 1442286 w 1954379"/>
                <a:gd name="csY2627" fmla="*/ 673768 h 1893469"/>
                <a:gd name="csX2628" fmla="*/ 1446045 w 1954379"/>
                <a:gd name="csY2628" fmla="*/ 670009 h 1893469"/>
                <a:gd name="csX2629" fmla="*/ 1446798 w 1954379"/>
                <a:gd name="csY2629" fmla="*/ 668505 h 1893469"/>
                <a:gd name="csX2630" fmla="*/ 1446798 w 1954379"/>
                <a:gd name="csY2630" fmla="*/ 665497 h 1893469"/>
                <a:gd name="csX2631" fmla="*/ 1447549 w 1954379"/>
                <a:gd name="csY2631" fmla="*/ 663993 h 1893469"/>
                <a:gd name="csX2632" fmla="*/ 1449053 w 1954379"/>
                <a:gd name="csY2632" fmla="*/ 663241 h 1893469"/>
                <a:gd name="csX2633" fmla="*/ 1453565 w 1954379"/>
                <a:gd name="csY2633" fmla="*/ 660233 h 1893469"/>
                <a:gd name="csX2634" fmla="*/ 1456573 w 1954379"/>
                <a:gd name="csY2634" fmla="*/ 656473 h 1893469"/>
                <a:gd name="csX2635" fmla="*/ 1458829 w 1954379"/>
                <a:gd name="csY2635" fmla="*/ 654969 h 1893469"/>
                <a:gd name="csX2636" fmla="*/ 1461837 w 1954379"/>
                <a:gd name="csY2636" fmla="*/ 655721 h 1893469"/>
                <a:gd name="csX2637" fmla="*/ 1461837 w 1954379"/>
                <a:gd name="csY2637" fmla="*/ 657225 h 1893469"/>
                <a:gd name="csX2638" fmla="*/ 1463341 w 1954379"/>
                <a:gd name="csY2638" fmla="*/ 659481 h 1893469"/>
                <a:gd name="csX2639" fmla="*/ 1464845 w 1954379"/>
                <a:gd name="csY2639" fmla="*/ 660985 h 1893469"/>
                <a:gd name="csX2640" fmla="*/ 1466349 w 1954379"/>
                <a:gd name="csY2640" fmla="*/ 661737 h 1893469"/>
                <a:gd name="csX2641" fmla="*/ 1609976 w 1954379"/>
                <a:gd name="csY2641" fmla="*/ 556461 h 1893469"/>
                <a:gd name="csX2642" fmla="*/ 1612232 w 1954379"/>
                <a:gd name="csY2642" fmla="*/ 557965 h 1893469"/>
                <a:gd name="csX2643" fmla="*/ 1614488 w 1954379"/>
                <a:gd name="csY2643" fmla="*/ 563980 h 1893469"/>
                <a:gd name="csX2644" fmla="*/ 1615992 w 1954379"/>
                <a:gd name="csY2644" fmla="*/ 566236 h 1893469"/>
                <a:gd name="csX2645" fmla="*/ 1613735 w 1954379"/>
                <a:gd name="csY2645" fmla="*/ 569996 h 1893469"/>
                <a:gd name="csX2646" fmla="*/ 1612984 w 1954379"/>
                <a:gd name="csY2646" fmla="*/ 570748 h 1893469"/>
                <a:gd name="csX2647" fmla="*/ 1612984 w 1954379"/>
                <a:gd name="csY2647" fmla="*/ 574508 h 1893469"/>
                <a:gd name="csX2648" fmla="*/ 1612984 w 1954379"/>
                <a:gd name="csY2648" fmla="*/ 575260 h 1893469"/>
                <a:gd name="csX2649" fmla="*/ 1610728 w 1954379"/>
                <a:gd name="csY2649" fmla="*/ 577516 h 1893469"/>
                <a:gd name="csX2650" fmla="*/ 1608472 w 1954379"/>
                <a:gd name="csY2650" fmla="*/ 578268 h 1893469"/>
                <a:gd name="csX2651" fmla="*/ 1606216 w 1954379"/>
                <a:gd name="csY2651" fmla="*/ 578268 h 1893469"/>
                <a:gd name="csX2652" fmla="*/ 1603960 w 1954379"/>
                <a:gd name="csY2652" fmla="*/ 579772 h 1893469"/>
                <a:gd name="csX2653" fmla="*/ 1602456 w 1954379"/>
                <a:gd name="csY2653" fmla="*/ 579020 h 1893469"/>
                <a:gd name="csX2654" fmla="*/ 1601704 w 1954379"/>
                <a:gd name="csY2654" fmla="*/ 577516 h 1893469"/>
                <a:gd name="csX2655" fmla="*/ 1601704 w 1954379"/>
                <a:gd name="csY2655" fmla="*/ 576764 h 1893469"/>
                <a:gd name="csX2656" fmla="*/ 1601704 w 1954379"/>
                <a:gd name="csY2656" fmla="*/ 575260 h 1893469"/>
                <a:gd name="csX2657" fmla="*/ 1600200 w 1954379"/>
                <a:gd name="csY2657" fmla="*/ 577516 h 1893469"/>
                <a:gd name="csX2658" fmla="*/ 1598696 w 1954379"/>
                <a:gd name="csY2658" fmla="*/ 576764 h 1893469"/>
                <a:gd name="csX2659" fmla="*/ 1595688 w 1954379"/>
                <a:gd name="csY2659" fmla="*/ 573756 h 1893469"/>
                <a:gd name="csX2660" fmla="*/ 1593433 w 1954379"/>
                <a:gd name="csY2660" fmla="*/ 572252 h 1893469"/>
                <a:gd name="csX2661" fmla="*/ 1591176 w 1954379"/>
                <a:gd name="csY2661" fmla="*/ 571500 h 1893469"/>
                <a:gd name="csX2662" fmla="*/ 1591176 w 1954379"/>
                <a:gd name="csY2662" fmla="*/ 570748 h 1893469"/>
                <a:gd name="csX2663" fmla="*/ 1592680 w 1954379"/>
                <a:gd name="csY2663" fmla="*/ 568492 h 1893469"/>
                <a:gd name="csX2664" fmla="*/ 1595688 w 1954379"/>
                <a:gd name="csY2664" fmla="*/ 565484 h 1893469"/>
                <a:gd name="csX2665" fmla="*/ 1596440 w 1954379"/>
                <a:gd name="csY2665" fmla="*/ 564732 h 1893469"/>
                <a:gd name="csX2666" fmla="*/ 1597192 w 1954379"/>
                <a:gd name="csY2666" fmla="*/ 558716 h 1893469"/>
                <a:gd name="csX2667" fmla="*/ 1600200 w 1954379"/>
                <a:gd name="csY2667" fmla="*/ 557213 h 1893469"/>
                <a:gd name="csX2668" fmla="*/ 1603208 w 1954379"/>
                <a:gd name="csY2668" fmla="*/ 556461 h 1893469"/>
                <a:gd name="csX2669" fmla="*/ 1609976 w 1954379"/>
                <a:gd name="csY2669" fmla="*/ 556461 h 1893469"/>
                <a:gd name="csX2670" fmla="*/ 1631783 w 1954379"/>
                <a:gd name="csY2670" fmla="*/ 519614 h 1893469"/>
                <a:gd name="csX2671" fmla="*/ 1637047 w 1954379"/>
                <a:gd name="csY2671" fmla="*/ 524126 h 1893469"/>
                <a:gd name="csX2672" fmla="*/ 1637799 w 1954379"/>
                <a:gd name="csY2672" fmla="*/ 526382 h 1893469"/>
                <a:gd name="csX2673" fmla="*/ 1634039 w 1954379"/>
                <a:gd name="csY2673" fmla="*/ 526382 h 1893469"/>
                <a:gd name="csX2674" fmla="*/ 1634039 w 1954379"/>
                <a:gd name="csY2674" fmla="*/ 527886 h 1893469"/>
                <a:gd name="csX2675" fmla="*/ 1637799 w 1954379"/>
                <a:gd name="csY2675" fmla="*/ 529390 h 1893469"/>
                <a:gd name="csX2676" fmla="*/ 1637047 w 1954379"/>
                <a:gd name="csY2676" fmla="*/ 534653 h 1893469"/>
                <a:gd name="csX2677" fmla="*/ 1631783 w 1954379"/>
                <a:gd name="csY2677" fmla="*/ 544429 h 1893469"/>
                <a:gd name="csX2678" fmla="*/ 1631031 w 1954379"/>
                <a:gd name="csY2678" fmla="*/ 548189 h 1893469"/>
                <a:gd name="csX2679" fmla="*/ 1630279 w 1954379"/>
                <a:gd name="csY2679" fmla="*/ 549693 h 1893469"/>
                <a:gd name="csX2680" fmla="*/ 1627271 w 1954379"/>
                <a:gd name="csY2680" fmla="*/ 550445 h 1893469"/>
                <a:gd name="csX2681" fmla="*/ 1625015 w 1954379"/>
                <a:gd name="csY2681" fmla="*/ 551197 h 1893469"/>
                <a:gd name="csX2682" fmla="*/ 1617495 w 1954379"/>
                <a:gd name="csY2682" fmla="*/ 550445 h 1893469"/>
                <a:gd name="csX2683" fmla="*/ 1614488 w 1954379"/>
                <a:gd name="csY2683" fmla="*/ 549693 h 1893469"/>
                <a:gd name="csX2684" fmla="*/ 1613735 w 1954379"/>
                <a:gd name="csY2684" fmla="*/ 548189 h 1893469"/>
                <a:gd name="csX2685" fmla="*/ 1612984 w 1954379"/>
                <a:gd name="csY2685" fmla="*/ 545933 h 1893469"/>
                <a:gd name="csX2686" fmla="*/ 1612984 w 1954379"/>
                <a:gd name="csY2686" fmla="*/ 542925 h 1893469"/>
                <a:gd name="csX2687" fmla="*/ 1613735 w 1954379"/>
                <a:gd name="csY2687" fmla="*/ 539917 h 1893469"/>
                <a:gd name="csX2688" fmla="*/ 1618248 w 1954379"/>
                <a:gd name="csY2688" fmla="*/ 534653 h 1893469"/>
                <a:gd name="csX2689" fmla="*/ 1619752 w 1954379"/>
                <a:gd name="csY2689" fmla="*/ 530893 h 1893469"/>
                <a:gd name="csX2690" fmla="*/ 1622759 w 1954379"/>
                <a:gd name="csY2690" fmla="*/ 525630 h 1893469"/>
                <a:gd name="csX2691" fmla="*/ 1623511 w 1954379"/>
                <a:gd name="csY2691" fmla="*/ 524126 h 1893469"/>
                <a:gd name="csX2692" fmla="*/ 1624263 w 1954379"/>
                <a:gd name="csY2692" fmla="*/ 522622 h 1893469"/>
                <a:gd name="csX2693" fmla="*/ 1631783 w 1954379"/>
                <a:gd name="csY2693" fmla="*/ 519614 h 1893469"/>
                <a:gd name="csX2694" fmla="*/ 1669382 w 1954379"/>
                <a:gd name="csY2694" fmla="*/ 492543 h 1893469"/>
                <a:gd name="csX2695" fmla="*/ 1670886 w 1954379"/>
                <a:gd name="csY2695" fmla="*/ 491791 h 1893469"/>
                <a:gd name="csX2696" fmla="*/ 1674646 w 1954379"/>
                <a:gd name="csY2696" fmla="*/ 492543 h 1893469"/>
                <a:gd name="csX2697" fmla="*/ 1676901 w 1954379"/>
                <a:gd name="csY2697" fmla="*/ 494047 h 1893469"/>
                <a:gd name="csX2698" fmla="*/ 1678405 w 1954379"/>
                <a:gd name="csY2698" fmla="*/ 496303 h 1893469"/>
                <a:gd name="csX2699" fmla="*/ 1676901 w 1954379"/>
                <a:gd name="csY2699" fmla="*/ 500063 h 1893469"/>
                <a:gd name="csX2700" fmla="*/ 1673893 w 1954379"/>
                <a:gd name="csY2700" fmla="*/ 502318 h 1893469"/>
                <a:gd name="csX2701" fmla="*/ 1667126 w 1954379"/>
                <a:gd name="csY2701" fmla="*/ 506078 h 1893469"/>
                <a:gd name="csX2702" fmla="*/ 1667126 w 1954379"/>
                <a:gd name="csY2702" fmla="*/ 503822 h 1893469"/>
                <a:gd name="csX2703" fmla="*/ 1664870 w 1954379"/>
                <a:gd name="csY2703" fmla="*/ 500063 h 1893469"/>
                <a:gd name="csX2704" fmla="*/ 1664118 w 1954379"/>
                <a:gd name="csY2704" fmla="*/ 497807 h 1893469"/>
                <a:gd name="csX2705" fmla="*/ 1664870 w 1954379"/>
                <a:gd name="csY2705" fmla="*/ 497055 h 1893469"/>
                <a:gd name="csX2706" fmla="*/ 1665622 w 1954379"/>
                <a:gd name="csY2706" fmla="*/ 496303 h 1893469"/>
                <a:gd name="csX2707" fmla="*/ 1666374 w 1954379"/>
                <a:gd name="csY2707" fmla="*/ 494799 h 1893469"/>
                <a:gd name="csX2708" fmla="*/ 1664870 w 1954379"/>
                <a:gd name="csY2708" fmla="*/ 494047 h 1893469"/>
                <a:gd name="csX2709" fmla="*/ 1664870 w 1954379"/>
                <a:gd name="csY2709" fmla="*/ 492543 h 1893469"/>
                <a:gd name="csX2710" fmla="*/ 1665622 w 1954379"/>
                <a:gd name="csY2710" fmla="*/ 491791 h 1893469"/>
                <a:gd name="csX2711" fmla="*/ 1666374 w 1954379"/>
                <a:gd name="csY2711" fmla="*/ 491039 h 1893469"/>
                <a:gd name="csX2712" fmla="*/ 1667126 w 1954379"/>
                <a:gd name="csY2712" fmla="*/ 491039 h 1893469"/>
                <a:gd name="csX2713" fmla="*/ 1667878 w 1954379"/>
                <a:gd name="csY2713" fmla="*/ 491039 h 1893469"/>
                <a:gd name="csX2714" fmla="*/ 1668630 w 1954379"/>
                <a:gd name="csY2714" fmla="*/ 491791 h 1893469"/>
                <a:gd name="csX2715" fmla="*/ 1669382 w 1954379"/>
                <a:gd name="csY2715" fmla="*/ 492543 h 1893469"/>
                <a:gd name="csX2716" fmla="*/ 1234741 w 1954379"/>
                <a:gd name="csY2716" fmla="*/ 489535 h 1893469"/>
                <a:gd name="csX2717" fmla="*/ 1235493 w 1954379"/>
                <a:gd name="csY2717" fmla="*/ 494799 h 1893469"/>
                <a:gd name="csX2718" fmla="*/ 1235493 w 1954379"/>
                <a:gd name="csY2718" fmla="*/ 496303 h 1893469"/>
                <a:gd name="csX2719" fmla="*/ 1233989 w 1954379"/>
                <a:gd name="csY2719" fmla="*/ 501566 h 1893469"/>
                <a:gd name="csX2720" fmla="*/ 1230981 w 1954379"/>
                <a:gd name="csY2720" fmla="*/ 503822 h 1893469"/>
                <a:gd name="csX2721" fmla="*/ 1226469 w 1954379"/>
                <a:gd name="csY2721" fmla="*/ 504574 h 1893469"/>
                <a:gd name="csX2722" fmla="*/ 1221205 w 1954379"/>
                <a:gd name="csY2722" fmla="*/ 504574 h 1893469"/>
                <a:gd name="csX2723" fmla="*/ 1216693 w 1954379"/>
                <a:gd name="csY2723" fmla="*/ 506078 h 1893469"/>
                <a:gd name="csX2724" fmla="*/ 1210678 w 1954379"/>
                <a:gd name="csY2724" fmla="*/ 512094 h 1893469"/>
                <a:gd name="csX2725" fmla="*/ 1206918 w 1954379"/>
                <a:gd name="csY2725" fmla="*/ 512846 h 1893469"/>
                <a:gd name="csX2726" fmla="*/ 1203158 w 1954379"/>
                <a:gd name="csY2726" fmla="*/ 514350 h 1893469"/>
                <a:gd name="csX2727" fmla="*/ 1198646 w 1954379"/>
                <a:gd name="csY2727" fmla="*/ 515854 h 1893469"/>
                <a:gd name="csX2728" fmla="*/ 1194886 w 1954379"/>
                <a:gd name="csY2728" fmla="*/ 518110 h 1893469"/>
                <a:gd name="csX2729" fmla="*/ 1192630 w 1954379"/>
                <a:gd name="csY2729" fmla="*/ 520366 h 1893469"/>
                <a:gd name="csX2730" fmla="*/ 1191878 w 1954379"/>
                <a:gd name="csY2730" fmla="*/ 520366 h 1893469"/>
                <a:gd name="csX2731" fmla="*/ 1190374 w 1954379"/>
                <a:gd name="csY2731" fmla="*/ 517358 h 1893469"/>
                <a:gd name="csX2732" fmla="*/ 1190374 w 1954379"/>
                <a:gd name="csY2732" fmla="*/ 513598 h 1893469"/>
                <a:gd name="csX2733" fmla="*/ 1190374 w 1954379"/>
                <a:gd name="csY2733" fmla="*/ 509838 h 1893469"/>
                <a:gd name="csX2734" fmla="*/ 1191878 w 1954379"/>
                <a:gd name="csY2734" fmla="*/ 506078 h 1893469"/>
                <a:gd name="csX2735" fmla="*/ 1194886 w 1954379"/>
                <a:gd name="csY2735" fmla="*/ 501566 h 1893469"/>
                <a:gd name="csX2736" fmla="*/ 1195638 w 1954379"/>
                <a:gd name="csY2736" fmla="*/ 500814 h 1893469"/>
                <a:gd name="csX2737" fmla="*/ 1195638 w 1954379"/>
                <a:gd name="csY2737" fmla="*/ 500063 h 1893469"/>
                <a:gd name="csX2738" fmla="*/ 1196390 w 1954379"/>
                <a:gd name="csY2738" fmla="*/ 498559 h 1893469"/>
                <a:gd name="csX2739" fmla="*/ 1197142 w 1954379"/>
                <a:gd name="csY2739" fmla="*/ 497807 h 1893469"/>
                <a:gd name="csX2740" fmla="*/ 1197894 w 1954379"/>
                <a:gd name="csY2740" fmla="*/ 497807 h 1893469"/>
                <a:gd name="csX2741" fmla="*/ 1200150 w 1954379"/>
                <a:gd name="csY2741" fmla="*/ 498559 h 1893469"/>
                <a:gd name="csX2742" fmla="*/ 1200902 w 1954379"/>
                <a:gd name="csY2742" fmla="*/ 498559 h 1893469"/>
                <a:gd name="csX2743" fmla="*/ 1204662 w 1954379"/>
                <a:gd name="csY2743" fmla="*/ 496303 h 1893469"/>
                <a:gd name="csX2744" fmla="*/ 1209926 w 1954379"/>
                <a:gd name="csY2744" fmla="*/ 490287 h 1893469"/>
                <a:gd name="csX2745" fmla="*/ 1213686 w 1954379"/>
                <a:gd name="csY2745" fmla="*/ 487279 h 1893469"/>
                <a:gd name="csX2746" fmla="*/ 1220453 w 1954379"/>
                <a:gd name="csY2746" fmla="*/ 483519 h 1893469"/>
                <a:gd name="csX2747" fmla="*/ 1227973 w 1954379"/>
                <a:gd name="csY2747" fmla="*/ 481263 h 1893469"/>
                <a:gd name="csX2748" fmla="*/ 1225717 w 1954379"/>
                <a:gd name="csY2748" fmla="*/ 486527 h 1893469"/>
                <a:gd name="csX2749" fmla="*/ 1224965 w 1954379"/>
                <a:gd name="csY2749" fmla="*/ 488031 h 1893469"/>
                <a:gd name="csX2750" fmla="*/ 1225717 w 1954379"/>
                <a:gd name="csY2750" fmla="*/ 488031 h 1893469"/>
                <a:gd name="csX2751" fmla="*/ 1230981 w 1954379"/>
                <a:gd name="csY2751" fmla="*/ 479759 h 1893469"/>
                <a:gd name="csX2752" fmla="*/ 1231733 w 1954379"/>
                <a:gd name="csY2752" fmla="*/ 480511 h 1893469"/>
                <a:gd name="csX2753" fmla="*/ 1232485 w 1954379"/>
                <a:gd name="csY2753" fmla="*/ 482015 h 1893469"/>
                <a:gd name="csX2754" fmla="*/ 1233237 w 1954379"/>
                <a:gd name="csY2754" fmla="*/ 483519 h 1893469"/>
                <a:gd name="csX2755" fmla="*/ 1234741 w 1954379"/>
                <a:gd name="csY2755" fmla="*/ 489535 h 1893469"/>
                <a:gd name="csX2756" fmla="*/ 1712996 w 1954379"/>
                <a:gd name="csY2756" fmla="*/ 482767 h 1893469"/>
                <a:gd name="csX2757" fmla="*/ 1714500 w 1954379"/>
                <a:gd name="csY2757" fmla="*/ 485023 h 1893469"/>
                <a:gd name="csX2758" fmla="*/ 1716004 w 1954379"/>
                <a:gd name="csY2758" fmla="*/ 487279 h 1893469"/>
                <a:gd name="csX2759" fmla="*/ 1716004 w 1954379"/>
                <a:gd name="csY2759" fmla="*/ 490287 h 1893469"/>
                <a:gd name="csX2760" fmla="*/ 1714500 w 1954379"/>
                <a:gd name="csY2760" fmla="*/ 493295 h 1893469"/>
                <a:gd name="csX2761" fmla="*/ 1715252 w 1954379"/>
                <a:gd name="csY2761" fmla="*/ 494799 h 1893469"/>
                <a:gd name="csX2762" fmla="*/ 1715252 w 1954379"/>
                <a:gd name="csY2762" fmla="*/ 497807 h 1893469"/>
                <a:gd name="csX2763" fmla="*/ 1715252 w 1954379"/>
                <a:gd name="csY2763" fmla="*/ 500063 h 1893469"/>
                <a:gd name="csX2764" fmla="*/ 1714500 w 1954379"/>
                <a:gd name="csY2764" fmla="*/ 501566 h 1893469"/>
                <a:gd name="csX2765" fmla="*/ 1712996 w 1954379"/>
                <a:gd name="csY2765" fmla="*/ 502318 h 1893469"/>
                <a:gd name="csX2766" fmla="*/ 1709236 w 1954379"/>
                <a:gd name="csY2766" fmla="*/ 502318 h 1893469"/>
                <a:gd name="csX2767" fmla="*/ 1706229 w 1954379"/>
                <a:gd name="csY2767" fmla="*/ 503070 h 1893469"/>
                <a:gd name="csX2768" fmla="*/ 1706980 w 1954379"/>
                <a:gd name="csY2768" fmla="*/ 500063 h 1893469"/>
                <a:gd name="csX2769" fmla="*/ 1706229 w 1954379"/>
                <a:gd name="csY2769" fmla="*/ 497807 h 1893469"/>
                <a:gd name="csX2770" fmla="*/ 1704725 w 1954379"/>
                <a:gd name="csY2770" fmla="*/ 491791 h 1893469"/>
                <a:gd name="csX2771" fmla="*/ 1698709 w 1954379"/>
                <a:gd name="csY2771" fmla="*/ 489535 h 1893469"/>
                <a:gd name="csX2772" fmla="*/ 1699461 w 1954379"/>
                <a:gd name="csY2772" fmla="*/ 487279 h 1893469"/>
                <a:gd name="csX2773" fmla="*/ 1697205 w 1954379"/>
                <a:gd name="csY2773" fmla="*/ 482767 h 1893469"/>
                <a:gd name="csX2774" fmla="*/ 1698709 w 1954379"/>
                <a:gd name="csY2774" fmla="*/ 481263 h 1893469"/>
                <a:gd name="csX2775" fmla="*/ 1700212 w 1954379"/>
                <a:gd name="csY2775" fmla="*/ 480511 h 1893469"/>
                <a:gd name="csX2776" fmla="*/ 1700212 w 1954379"/>
                <a:gd name="csY2776" fmla="*/ 478255 h 1893469"/>
                <a:gd name="csX2777" fmla="*/ 1701716 w 1954379"/>
                <a:gd name="csY2777" fmla="*/ 477503 h 1893469"/>
                <a:gd name="csX2778" fmla="*/ 1704725 w 1954379"/>
                <a:gd name="csY2778" fmla="*/ 478255 h 1893469"/>
                <a:gd name="csX2779" fmla="*/ 1705476 w 1954379"/>
                <a:gd name="csY2779" fmla="*/ 479759 h 1893469"/>
                <a:gd name="csX2780" fmla="*/ 1706229 w 1954379"/>
                <a:gd name="csY2780" fmla="*/ 482767 h 1893469"/>
                <a:gd name="csX2781" fmla="*/ 1708484 w 1954379"/>
                <a:gd name="csY2781" fmla="*/ 483519 h 1893469"/>
                <a:gd name="csX2782" fmla="*/ 1712996 w 1954379"/>
                <a:gd name="csY2782" fmla="*/ 482767 h 1893469"/>
                <a:gd name="csX2783" fmla="*/ 1179095 w 1954379"/>
                <a:gd name="csY2783" fmla="*/ 488031 h 1893469"/>
                <a:gd name="csX2784" fmla="*/ 1182103 w 1954379"/>
                <a:gd name="csY2784" fmla="*/ 489535 h 1893469"/>
                <a:gd name="csX2785" fmla="*/ 1184359 w 1954379"/>
                <a:gd name="csY2785" fmla="*/ 491791 h 1893469"/>
                <a:gd name="csX2786" fmla="*/ 1184359 w 1954379"/>
                <a:gd name="csY2786" fmla="*/ 494799 h 1893469"/>
                <a:gd name="csX2787" fmla="*/ 1183607 w 1954379"/>
                <a:gd name="csY2787" fmla="*/ 498559 h 1893469"/>
                <a:gd name="csX2788" fmla="*/ 1173831 w 1954379"/>
                <a:gd name="csY2788" fmla="*/ 516606 h 1893469"/>
                <a:gd name="csX2789" fmla="*/ 1172327 w 1954379"/>
                <a:gd name="csY2789" fmla="*/ 522622 h 1893469"/>
                <a:gd name="csX2790" fmla="*/ 1168567 w 1954379"/>
                <a:gd name="csY2790" fmla="*/ 540669 h 1893469"/>
                <a:gd name="csX2791" fmla="*/ 1166311 w 1954379"/>
                <a:gd name="csY2791" fmla="*/ 549693 h 1893469"/>
                <a:gd name="csX2792" fmla="*/ 1165559 w 1954379"/>
                <a:gd name="csY2792" fmla="*/ 550445 h 1893469"/>
                <a:gd name="csX2793" fmla="*/ 1164055 w 1954379"/>
                <a:gd name="csY2793" fmla="*/ 551197 h 1893469"/>
                <a:gd name="csX2794" fmla="*/ 1160295 w 1954379"/>
                <a:gd name="csY2794" fmla="*/ 546685 h 1893469"/>
                <a:gd name="csX2795" fmla="*/ 1156536 w 1954379"/>
                <a:gd name="csY2795" fmla="*/ 548189 h 1893469"/>
                <a:gd name="csX2796" fmla="*/ 1145256 w 1954379"/>
                <a:gd name="csY2796" fmla="*/ 569996 h 1893469"/>
                <a:gd name="csX2797" fmla="*/ 1141496 w 1954379"/>
                <a:gd name="csY2797" fmla="*/ 575260 h 1893469"/>
                <a:gd name="csX2798" fmla="*/ 1122697 w 1954379"/>
                <a:gd name="csY2798" fmla="*/ 590299 h 1893469"/>
                <a:gd name="csX2799" fmla="*/ 1116681 w 1954379"/>
                <a:gd name="csY2799" fmla="*/ 594059 h 1893469"/>
                <a:gd name="csX2800" fmla="*/ 1114425 w 1954379"/>
                <a:gd name="csY2800" fmla="*/ 594811 h 1893469"/>
                <a:gd name="csX2801" fmla="*/ 1113673 w 1954379"/>
                <a:gd name="csY2801" fmla="*/ 595563 h 1893469"/>
                <a:gd name="csX2802" fmla="*/ 1112169 w 1954379"/>
                <a:gd name="csY2802" fmla="*/ 597067 h 1893469"/>
                <a:gd name="csX2803" fmla="*/ 1110665 w 1954379"/>
                <a:gd name="csY2803" fmla="*/ 598571 h 1893469"/>
                <a:gd name="csX2804" fmla="*/ 1106905 w 1954379"/>
                <a:gd name="csY2804" fmla="*/ 600075 h 1893469"/>
                <a:gd name="csX2805" fmla="*/ 1105401 w 1954379"/>
                <a:gd name="csY2805" fmla="*/ 600075 h 1893469"/>
                <a:gd name="csX2806" fmla="*/ 1105401 w 1954379"/>
                <a:gd name="csY2806" fmla="*/ 600827 h 1893469"/>
                <a:gd name="csX2807" fmla="*/ 1104649 w 1954379"/>
                <a:gd name="csY2807" fmla="*/ 603083 h 1893469"/>
                <a:gd name="csX2808" fmla="*/ 1103897 w 1954379"/>
                <a:gd name="csY2808" fmla="*/ 603835 h 1893469"/>
                <a:gd name="csX2809" fmla="*/ 1101642 w 1954379"/>
                <a:gd name="csY2809" fmla="*/ 604587 h 1893469"/>
                <a:gd name="csX2810" fmla="*/ 1100890 w 1954379"/>
                <a:gd name="csY2810" fmla="*/ 604587 h 1893469"/>
                <a:gd name="csX2811" fmla="*/ 1094874 w 1954379"/>
                <a:gd name="csY2811" fmla="*/ 610603 h 1893469"/>
                <a:gd name="csX2812" fmla="*/ 1088106 w 1954379"/>
                <a:gd name="csY2812" fmla="*/ 615114 h 1893469"/>
                <a:gd name="csX2813" fmla="*/ 1085098 w 1954379"/>
                <a:gd name="csY2813" fmla="*/ 615866 h 1893469"/>
                <a:gd name="csX2814" fmla="*/ 1078330 w 1954379"/>
                <a:gd name="csY2814" fmla="*/ 617370 h 1893469"/>
                <a:gd name="csX2815" fmla="*/ 1071563 w 1954379"/>
                <a:gd name="csY2815" fmla="*/ 619626 h 1893469"/>
                <a:gd name="csX2816" fmla="*/ 1068555 w 1954379"/>
                <a:gd name="csY2816" fmla="*/ 619626 h 1893469"/>
                <a:gd name="csX2817" fmla="*/ 1066299 w 1954379"/>
                <a:gd name="csY2817" fmla="*/ 618122 h 1893469"/>
                <a:gd name="csX2818" fmla="*/ 1064043 w 1954379"/>
                <a:gd name="csY2818" fmla="*/ 615866 h 1893469"/>
                <a:gd name="csX2819" fmla="*/ 1062539 w 1954379"/>
                <a:gd name="csY2819" fmla="*/ 610603 h 1893469"/>
                <a:gd name="csX2820" fmla="*/ 1064043 w 1954379"/>
                <a:gd name="csY2820" fmla="*/ 606091 h 1893469"/>
                <a:gd name="csX2821" fmla="*/ 1070059 w 1954379"/>
                <a:gd name="csY2821" fmla="*/ 598571 h 1893469"/>
                <a:gd name="csX2822" fmla="*/ 1070811 w 1954379"/>
                <a:gd name="csY2822" fmla="*/ 596315 h 1893469"/>
                <a:gd name="csX2823" fmla="*/ 1071563 w 1954379"/>
                <a:gd name="csY2823" fmla="*/ 593307 h 1893469"/>
                <a:gd name="csX2824" fmla="*/ 1072315 w 1954379"/>
                <a:gd name="csY2824" fmla="*/ 587291 h 1893469"/>
                <a:gd name="csX2825" fmla="*/ 1073067 w 1954379"/>
                <a:gd name="csY2825" fmla="*/ 585788 h 1893469"/>
                <a:gd name="csX2826" fmla="*/ 1074570 w 1954379"/>
                <a:gd name="csY2826" fmla="*/ 583532 h 1893469"/>
                <a:gd name="csX2827" fmla="*/ 1085098 w 1954379"/>
                <a:gd name="csY2827" fmla="*/ 576012 h 1893469"/>
                <a:gd name="csX2828" fmla="*/ 1086602 w 1954379"/>
                <a:gd name="csY2828" fmla="*/ 575260 h 1893469"/>
                <a:gd name="csX2829" fmla="*/ 1086602 w 1954379"/>
                <a:gd name="csY2829" fmla="*/ 574508 h 1893469"/>
                <a:gd name="csX2830" fmla="*/ 1088106 w 1954379"/>
                <a:gd name="csY2830" fmla="*/ 571500 h 1893469"/>
                <a:gd name="csX2831" fmla="*/ 1088106 w 1954379"/>
                <a:gd name="csY2831" fmla="*/ 570748 h 1893469"/>
                <a:gd name="csX2832" fmla="*/ 1088858 w 1954379"/>
                <a:gd name="csY2832" fmla="*/ 569996 h 1893469"/>
                <a:gd name="csX2833" fmla="*/ 1090362 w 1954379"/>
                <a:gd name="csY2833" fmla="*/ 569996 h 1893469"/>
                <a:gd name="csX2834" fmla="*/ 1093370 w 1954379"/>
                <a:gd name="csY2834" fmla="*/ 569244 h 1893469"/>
                <a:gd name="csX2835" fmla="*/ 1098634 w 1954379"/>
                <a:gd name="csY2835" fmla="*/ 566236 h 1893469"/>
                <a:gd name="csX2836" fmla="*/ 1103146 w 1954379"/>
                <a:gd name="csY2836" fmla="*/ 561724 h 1893469"/>
                <a:gd name="csX2837" fmla="*/ 1106153 w 1954379"/>
                <a:gd name="csY2837" fmla="*/ 555709 h 1893469"/>
                <a:gd name="csX2838" fmla="*/ 1102394 w 1954379"/>
                <a:gd name="csY2838" fmla="*/ 549693 h 1893469"/>
                <a:gd name="csX2839" fmla="*/ 1103146 w 1954379"/>
                <a:gd name="csY2839" fmla="*/ 529390 h 1893469"/>
                <a:gd name="csX2840" fmla="*/ 1104649 w 1954379"/>
                <a:gd name="csY2840" fmla="*/ 523374 h 1893469"/>
                <a:gd name="csX2841" fmla="*/ 1112921 w 1954379"/>
                <a:gd name="csY2841" fmla="*/ 515102 h 1893469"/>
                <a:gd name="csX2842" fmla="*/ 1118937 w 1954379"/>
                <a:gd name="csY2842" fmla="*/ 500814 h 1893469"/>
                <a:gd name="csX2843" fmla="*/ 1121945 w 1954379"/>
                <a:gd name="csY2843" fmla="*/ 496303 h 1893469"/>
                <a:gd name="csX2844" fmla="*/ 1126457 w 1954379"/>
                <a:gd name="csY2844" fmla="*/ 491039 h 1893469"/>
                <a:gd name="csX2845" fmla="*/ 1130216 w 1954379"/>
                <a:gd name="csY2845" fmla="*/ 487279 h 1893469"/>
                <a:gd name="csX2846" fmla="*/ 1138488 w 1954379"/>
                <a:gd name="csY2846" fmla="*/ 482015 h 1893469"/>
                <a:gd name="csX2847" fmla="*/ 1140744 w 1954379"/>
                <a:gd name="csY2847" fmla="*/ 480511 h 1893469"/>
                <a:gd name="csX2848" fmla="*/ 1143000 w 1954379"/>
                <a:gd name="csY2848" fmla="*/ 479007 h 1893469"/>
                <a:gd name="csX2849" fmla="*/ 1151272 w 1954379"/>
                <a:gd name="csY2849" fmla="*/ 475999 h 1893469"/>
                <a:gd name="csX2850" fmla="*/ 1153528 w 1954379"/>
                <a:gd name="csY2850" fmla="*/ 475999 h 1893469"/>
                <a:gd name="csX2851" fmla="*/ 1154280 w 1954379"/>
                <a:gd name="csY2851" fmla="*/ 475999 h 1893469"/>
                <a:gd name="csX2852" fmla="*/ 1152776 w 1954379"/>
                <a:gd name="csY2852" fmla="*/ 477503 h 1893469"/>
                <a:gd name="csX2853" fmla="*/ 1152024 w 1954379"/>
                <a:gd name="csY2853" fmla="*/ 480511 h 1893469"/>
                <a:gd name="csX2854" fmla="*/ 1151272 w 1954379"/>
                <a:gd name="csY2854" fmla="*/ 483519 h 1893469"/>
                <a:gd name="csX2855" fmla="*/ 1151272 w 1954379"/>
                <a:gd name="csY2855" fmla="*/ 485775 h 1893469"/>
                <a:gd name="csX2856" fmla="*/ 1151272 w 1954379"/>
                <a:gd name="csY2856" fmla="*/ 486527 h 1893469"/>
                <a:gd name="csX2857" fmla="*/ 1152024 w 1954379"/>
                <a:gd name="csY2857" fmla="*/ 487279 h 1893469"/>
                <a:gd name="csX2858" fmla="*/ 1152024 w 1954379"/>
                <a:gd name="csY2858" fmla="*/ 488031 h 1893469"/>
                <a:gd name="csX2859" fmla="*/ 1151272 w 1954379"/>
                <a:gd name="csY2859" fmla="*/ 489535 h 1893469"/>
                <a:gd name="csX2860" fmla="*/ 1150520 w 1954379"/>
                <a:gd name="csY2860" fmla="*/ 490287 h 1893469"/>
                <a:gd name="csX2861" fmla="*/ 1149016 w 1954379"/>
                <a:gd name="csY2861" fmla="*/ 493295 h 1893469"/>
                <a:gd name="csX2862" fmla="*/ 1148264 w 1954379"/>
                <a:gd name="csY2862" fmla="*/ 494799 h 1893469"/>
                <a:gd name="csX2863" fmla="*/ 1149016 w 1954379"/>
                <a:gd name="csY2863" fmla="*/ 494799 h 1893469"/>
                <a:gd name="csX2864" fmla="*/ 1150520 w 1954379"/>
                <a:gd name="csY2864" fmla="*/ 492543 h 1893469"/>
                <a:gd name="csX2865" fmla="*/ 1153528 w 1954379"/>
                <a:gd name="csY2865" fmla="*/ 490287 h 1893469"/>
                <a:gd name="csX2866" fmla="*/ 1154280 w 1954379"/>
                <a:gd name="csY2866" fmla="*/ 488031 h 1893469"/>
                <a:gd name="csX2867" fmla="*/ 1154280 w 1954379"/>
                <a:gd name="csY2867" fmla="*/ 486527 h 1893469"/>
                <a:gd name="csX2868" fmla="*/ 1153528 w 1954379"/>
                <a:gd name="csY2868" fmla="*/ 484271 h 1893469"/>
                <a:gd name="csX2869" fmla="*/ 1153528 w 1954379"/>
                <a:gd name="csY2869" fmla="*/ 483519 h 1893469"/>
                <a:gd name="csX2870" fmla="*/ 1155784 w 1954379"/>
                <a:gd name="csY2870" fmla="*/ 482015 h 1893469"/>
                <a:gd name="csX2871" fmla="*/ 1155784 w 1954379"/>
                <a:gd name="csY2871" fmla="*/ 485023 h 1893469"/>
                <a:gd name="csX2872" fmla="*/ 1156536 w 1954379"/>
                <a:gd name="csY2872" fmla="*/ 485023 h 1893469"/>
                <a:gd name="csX2873" fmla="*/ 1156536 w 1954379"/>
                <a:gd name="csY2873" fmla="*/ 482015 h 1893469"/>
                <a:gd name="csX2874" fmla="*/ 1158040 w 1954379"/>
                <a:gd name="csY2874" fmla="*/ 483519 h 1893469"/>
                <a:gd name="csX2875" fmla="*/ 1158792 w 1954379"/>
                <a:gd name="csY2875" fmla="*/ 484271 h 1893469"/>
                <a:gd name="csX2876" fmla="*/ 1160295 w 1954379"/>
                <a:gd name="csY2876" fmla="*/ 485023 h 1893469"/>
                <a:gd name="csX2877" fmla="*/ 1161799 w 1954379"/>
                <a:gd name="csY2877" fmla="*/ 485023 h 1893469"/>
                <a:gd name="csX2878" fmla="*/ 1158040 w 1954379"/>
                <a:gd name="csY2878" fmla="*/ 480511 h 1893469"/>
                <a:gd name="csX2879" fmla="*/ 1157288 w 1954379"/>
                <a:gd name="csY2879" fmla="*/ 479007 h 1893469"/>
                <a:gd name="csX2880" fmla="*/ 1157288 w 1954379"/>
                <a:gd name="csY2880" fmla="*/ 476751 h 1893469"/>
                <a:gd name="csX2881" fmla="*/ 1157288 w 1954379"/>
                <a:gd name="csY2881" fmla="*/ 475999 h 1893469"/>
                <a:gd name="csX2882" fmla="*/ 1158040 w 1954379"/>
                <a:gd name="csY2882" fmla="*/ 475247 h 1893469"/>
                <a:gd name="csX2883" fmla="*/ 1158792 w 1954379"/>
                <a:gd name="csY2883" fmla="*/ 474495 h 1893469"/>
                <a:gd name="csX2884" fmla="*/ 1160295 w 1954379"/>
                <a:gd name="csY2884" fmla="*/ 473743 h 1893469"/>
                <a:gd name="csX2885" fmla="*/ 1168567 w 1954379"/>
                <a:gd name="csY2885" fmla="*/ 475999 h 1893469"/>
                <a:gd name="csX2886" fmla="*/ 1170823 w 1954379"/>
                <a:gd name="csY2886" fmla="*/ 476751 h 1893469"/>
                <a:gd name="csX2887" fmla="*/ 1173079 w 1954379"/>
                <a:gd name="csY2887" fmla="*/ 479759 h 1893469"/>
                <a:gd name="csX2888" fmla="*/ 1176087 w 1954379"/>
                <a:gd name="csY2888" fmla="*/ 486527 h 1893469"/>
                <a:gd name="csX2889" fmla="*/ 1179095 w 1954379"/>
                <a:gd name="csY2889" fmla="*/ 488031 h 1893469"/>
                <a:gd name="csX2890" fmla="*/ 1182103 w 1954379"/>
                <a:gd name="csY2890" fmla="*/ 416593 h 1893469"/>
                <a:gd name="csX2891" fmla="*/ 1188871 w 1954379"/>
                <a:gd name="csY2891" fmla="*/ 416593 h 1893469"/>
                <a:gd name="csX2892" fmla="*/ 1188871 w 1954379"/>
                <a:gd name="csY2892" fmla="*/ 417345 h 1893469"/>
                <a:gd name="csX2893" fmla="*/ 1188119 w 1954379"/>
                <a:gd name="csY2893" fmla="*/ 417345 h 1893469"/>
                <a:gd name="csX2894" fmla="*/ 1187366 w 1954379"/>
                <a:gd name="csY2894" fmla="*/ 417345 h 1893469"/>
                <a:gd name="csX2895" fmla="*/ 1186614 w 1954379"/>
                <a:gd name="csY2895" fmla="*/ 419601 h 1893469"/>
                <a:gd name="csX2896" fmla="*/ 1186614 w 1954379"/>
                <a:gd name="csY2896" fmla="*/ 422609 h 1893469"/>
                <a:gd name="csX2897" fmla="*/ 1186614 w 1954379"/>
                <a:gd name="csY2897" fmla="*/ 424865 h 1893469"/>
                <a:gd name="csX2898" fmla="*/ 1187366 w 1954379"/>
                <a:gd name="csY2898" fmla="*/ 426369 h 1893469"/>
                <a:gd name="csX2899" fmla="*/ 1185111 w 1954379"/>
                <a:gd name="csY2899" fmla="*/ 427121 h 1893469"/>
                <a:gd name="csX2900" fmla="*/ 1184359 w 1954379"/>
                <a:gd name="csY2900" fmla="*/ 430129 h 1893469"/>
                <a:gd name="csX2901" fmla="*/ 1184359 w 1954379"/>
                <a:gd name="csY2901" fmla="*/ 435393 h 1893469"/>
                <a:gd name="csX2902" fmla="*/ 1182103 w 1954379"/>
                <a:gd name="csY2902" fmla="*/ 441409 h 1893469"/>
                <a:gd name="csX2903" fmla="*/ 1176839 w 1954379"/>
                <a:gd name="csY2903" fmla="*/ 447424 h 1893469"/>
                <a:gd name="csX2904" fmla="*/ 1164807 w 1954379"/>
                <a:gd name="csY2904" fmla="*/ 455696 h 1893469"/>
                <a:gd name="csX2905" fmla="*/ 1155032 w 1954379"/>
                <a:gd name="csY2905" fmla="*/ 460960 h 1893469"/>
                <a:gd name="csX2906" fmla="*/ 1150520 w 1954379"/>
                <a:gd name="csY2906" fmla="*/ 464720 h 1893469"/>
                <a:gd name="csX2907" fmla="*/ 1147512 w 1954379"/>
                <a:gd name="csY2907" fmla="*/ 466224 h 1893469"/>
                <a:gd name="csX2908" fmla="*/ 1146008 w 1954379"/>
                <a:gd name="csY2908" fmla="*/ 464720 h 1893469"/>
                <a:gd name="csX2909" fmla="*/ 1146008 w 1954379"/>
                <a:gd name="csY2909" fmla="*/ 460960 h 1893469"/>
                <a:gd name="csX2910" fmla="*/ 1147512 w 1954379"/>
                <a:gd name="csY2910" fmla="*/ 459456 h 1893469"/>
                <a:gd name="csX2911" fmla="*/ 1150520 w 1954379"/>
                <a:gd name="csY2911" fmla="*/ 458704 h 1893469"/>
                <a:gd name="csX2912" fmla="*/ 1152024 w 1954379"/>
                <a:gd name="csY2912" fmla="*/ 457200 h 1893469"/>
                <a:gd name="csX2913" fmla="*/ 1153528 w 1954379"/>
                <a:gd name="csY2913" fmla="*/ 454192 h 1893469"/>
                <a:gd name="csX2914" fmla="*/ 1153528 w 1954379"/>
                <a:gd name="csY2914" fmla="*/ 453440 h 1893469"/>
                <a:gd name="csX2915" fmla="*/ 1155784 w 1954379"/>
                <a:gd name="csY2915" fmla="*/ 451936 h 1893469"/>
                <a:gd name="csX2916" fmla="*/ 1157288 w 1954379"/>
                <a:gd name="csY2916" fmla="*/ 450432 h 1893469"/>
                <a:gd name="csX2917" fmla="*/ 1167063 w 1954379"/>
                <a:gd name="csY2917" fmla="*/ 428625 h 1893469"/>
                <a:gd name="csX2918" fmla="*/ 1170071 w 1954379"/>
                <a:gd name="csY2918" fmla="*/ 425617 h 1893469"/>
                <a:gd name="csX2919" fmla="*/ 1171575 w 1954379"/>
                <a:gd name="csY2919" fmla="*/ 422609 h 1893469"/>
                <a:gd name="csX2920" fmla="*/ 1172327 w 1954379"/>
                <a:gd name="csY2920" fmla="*/ 421857 h 1893469"/>
                <a:gd name="csX2921" fmla="*/ 1176839 w 1954379"/>
                <a:gd name="csY2921" fmla="*/ 421105 h 1893469"/>
                <a:gd name="csX2922" fmla="*/ 1178343 w 1954379"/>
                <a:gd name="csY2922" fmla="*/ 421105 h 1893469"/>
                <a:gd name="csX2923" fmla="*/ 1179095 w 1954379"/>
                <a:gd name="csY2923" fmla="*/ 420353 h 1893469"/>
                <a:gd name="csX2924" fmla="*/ 1182103 w 1954379"/>
                <a:gd name="csY2924" fmla="*/ 417345 h 1893469"/>
                <a:gd name="csX2925" fmla="*/ 1182103 w 1954379"/>
                <a:gd name="csY2925" fmla="*/ 416593 h 1893469"/>
                <a:gd name="csX2926" fmla="*/ 1591176 w 1954379"/>
                <a:gd name="csY2926" fmla="*/ 482767 h 1893469"/>
                <a:gd name="csX2927" fmla="*/ 1591176 w 1954379"/>
                <a:gd name="csY2927" fmla="*/ 485023 h 1893469"/>
                <a:gd name="csX2928" fmla="*/ 1588169 w 1954379"/>
                <a:gd name="csY2928" fmla="*/ 490287 h 1893469"/>
                <a:gd name="csX2929" fmla="*/ 1588169 w 1954379"/>
                <a:gd name="csY2929" fmla="*/ 494047 h 1893469"/>
                <a:gd name="csX2930" fmla="*/ 1587416 w 1954379"/>
                <a:gd name="csY2930" fmla="*/ 496303 h 1893469"/>
                <a:gd name="csX2931" fmla="*/ 1585913 w 1954379"/>
                <a:gd name="csY2931" fmla="*/ 497807 h 1893469"/>
                <a:gd name="csX2932" fmla="*/ 1587416 w 1954379"/>
                <a:gd name="csY2932" fmla="*/ 499311 h 1893469"/>
                <a:gd name="csX2933" fmla="*/ 1587416 w 1954379"/>
                <a:gd name="csY2933" fmla="*/ 501566 h 1893469"/>
                <a:gd name="csX2934" fmla="*/ 1586665 w 1954379"/>
                <a:gd name="csY2934" fmla="*/ 504574 h 1893469"/>
                <a:gd name="csX2935" fmla="*/ 1585913 w 1954379"/>
                <a:gd name="csY2935" fmla="*/ 507582 h 1893469"/>
                <a:gd name="csX2936" fmla="*/ 1582905 w 1954379"/>
                <a:gd name="csY2936" fmla="*/ 506830 h 1893469"/>
                <a:gd name="csX2937" fmla="*/ 1579897 w 1954379"/>
                <a:gd name="csY2937" fmla="*/ 503822 h 1893469"/>
                <a:gd name="csX2938" fmla="*/ 1574633 w 1954379"/>
                <a:gd name="csY2938" fmla="*/ 498559 h 1893469"/>
                <a:gd name="csX2939" fmla="*/ 1576137 w 1954379"/>
                <a:gd name="csY2939" fmla="*/ 503070 h 1893469"/>
                <a:gd name="csX2940" fmla="*/ 1579897 w 1954379"/>
                <a:gd name="csY2940" fmla="*/ 508334 h 1893469"/>
                <a:gd name="csX2941" fmla="*/ 1582153 w 1954379"/>
                <a:gd name="csY2941" fmla="*/ 512094 h 1893469"/>
                <a:gd name="csX2942" fmla="*/ 1579897 w 1954379"/>
                <a:gd name="csY2942" fmla="*/ 516606 h 1893469"/>
                <a:gd name="csX2943" fmla="*/ 1581401 w 1954379"/>
                <a:gd name="csY2943" fmla="*/ 519614 h 1893469"/>
                <a:gd name="csX2944" fmla="*/ 1582153 w 1954379"/>
                <a:gd name="csY2944" fmla="*/ 523374 h 1893469"/>
                <a:gd name="csX2945" fmla="*/ 1581401 w 1954379"/>
                <a:gd name="csY2945" fmla="*/ 527134 h 1893469"/>
                <a:gd name="csX2946" fmla="*/ 1579897 w 1954379"/>
                <a:gd name="csY2946" fmla="*/ 530893 h 1893469"/>
                <a:gd name="csX2947" fmla="*/ 1576889 w 1954379"/>
                <a:gd name="csY2947" fmla="*/ 533901 h 1893469"/>
                <a:gd name="csX2948" fmla="*/ 1568617 w 1954379"/>
                <a:gd name="csY2948" fmla="*/ 536909 h 1893469"/>
                <a:gd name="csX2949" fmla="*/ 1565609 w 1954379"/>
                <a:gd name="csY2949" fmla="*/ 539165 h 1893469"/>
                <a:gd name="csX2950" fmla="*/ 1566361 w 1954379"/>
                <a:gd name="csY2950" fmla="*/ 540669 h 1893469"/>
                <a:gd name="csX2951" fmla="*/ 1565609 w 1954379"/>
                <a:gd name="csY2951" fmla="*/ 542173 h 1893469"/>
                <a:gd name="csX2952" fmla="*/ 1563354 w 1954379"/>
                <a:gd name="csY2952" fmla="*/ 545181 h 1893469"/>
                <a:gd name="csX2953" fmla="*/ 1561850 w 1954379"/>
                <a:gd name="csY2953" fmla="*/ 546685 h 1893469"/>
                <a:gd name="csX2954" fmla="*/ 1560345 w 1954379"/>
                <a:gd name="csY2954" fmla="*/ 546685 h 1893469"/>
                <a:gd name="csX2955" fmla="*/ 1560345 w 1954379"/>
                <a:gd name="csY2955" fmla="*/ 547437 h 1893469"/>
                <a:gd name="csX2956" fmla="*/ 1562601 w 1954379"/>
                <a:gd name="csY2956" fmla="*/ 548189 h 1893469"/>
                <a:gd name="csX2957" fmla="*/ 1563354 w 1954379"/>
                <a:gd name="csY2957" fmla="*/ 548189 h 1893469"/>
                <a:gd name="csX2958" fmla="*/ 1564857 w 1954379"/>
                <a:gd name="csY2958" fmla="*/ 548189 h 1893469"/>
                <a:gd name="csX2959" fmla="*/ 1566361 w 1954379"/>
                <a:gd name="csY2959" fmla="*/ 548189 h 1893469"/>
                <a:gd name="csX2960" fmla="*/ 1566361 w 1954379"/>
                <a:gd name="csY2960" fmla="*/ 550445 h 1893469"/>
                <a:gd name="csX2961" fmla="*/ 1565609 w 1954379"/>
                <a:gd name="csY2961" fmla="*/ 551197 h 1893469"/>
                <a:gd name="csX2962" fmla="*/ 1562601 w 1954379"/>
                <a:gd name="csY2962" fmla="*/ 553453 h 1893469"/>
                <a:gd name="csX2963" fmla="*/ 1562601 w 1954379"/>
                <a:gd name="csY2963" fmla="*/ 554957 h 1893469"/>
                <a:gd name="csX2964" fmla="*/ 1566361 w 1954379"/>
                <a:gd name="csY2964" fmla="*/ 554205 h 1893469"/>
                <a:gd name="csX2965" fmla="*/ 1566361 w 1954379"/>
                <a:gd name="csY2965" fmla="*/ 556461 h 1893469"/>
                <a:gd name="csX2966" fmla="*/ 1564105 w 1954379"/>
                <a:gd name="csY2966" fmla="*/ 559468 h 1893469"/>
                <a:gd name="csX2967" fmla="*/ 1561850 w 1954379"/>
                <a:gd name="csY2967" fmla="*/ 560972 h 1893469"/>
                <a:gd name="csX2968" fmla="*/ 1559594 w 1954379"/>
                <a:gd name="csY2968" fmla="*/ 561724 h 1893469"/>
                <a:gd name="csX2969" fmla="*/ 1552826 w 1954379"/>
                <a:gd name="csY2969" fmla="*/ 566988 h 1893469"/>
                <a:gd name="csX2970" fmla="*/ 1549066 w 1954379"/>
                <a:gd name="csY2970" fmla="*/ 568492 h 1893469"/>
                <a:gd name="csX2971" fmla="*/ 1546810 w 1954379"/>
                <a:gd name="csY2971" fmla="*/ 569244 h 1893469"/>
                <a:gd name="csX2972" fmla="*/ 1540794 w 1954379"/>
                <a:gd name="csY2972" fmla="*/ 576012 h 1893469"/>
                <a:gd name="csX2973" fmla="*/ 1537034 w 1954379"/>
                <a:gd name="csY2973" fmla="*/ 577516 h 1893469"/>
                <a:gd name="csX2974" fmla="*/ 1532522 w 1954379"/>
                <a:gd name="csY2974" fmla="*/ 576764 h 1893469"/>
                <a:gd name="csX2975" fmla="*/ 1528763 w 1954379"/>
                <a:gd name="csY2975" fmla="*/ 574508 h 1893469"/>
                <a:gd name="csX2976" fmla="*/ 1525755 w 1954379"/>
                <a:gd name="csY2976" fmla="*/ 570748 h 1893469"/>
                <a:gd name="csX2977" fmla="*/ 1522747 w 1954379"/>
                <a:gd name="csY2977" fmla="*/ 566988 h 1893469"/>
                <a:gd name="csX2978" fmla="*/ 1521995 w 1954379"/>
                <a:gd name="csY2978" fmla="*/ 568492 h 1893469"/>
                <a:gd name="csX2979" fmla="*/ 1523499 w 1954379"/>
                <a:gd name="csY2979" fmla="*/ 571500 h 1893469"/>
                <a:gd name="csX2980" fmla="*/ 1525755 w 1954379"/>
                <a:gd name="csY2980" fmla="*/ 574508 h 1893469"/>
                <a:gd name="csX2981" fmla="*/ 1528763 w 1954379"/>
                <a:gd name="csY2981" fmla="*/ 576764 h 1893469"/>
                <a:gd name="csX2982" fmla="*/ 1531771 w 1954379"/>
                <a:gd name="csY2982" fmla="*/ 577516 h 1893469"/>
                <a:gd name="csX2983" fmla="*/ 1534026 w 1954379"/>
                <a:gd name="csY2983" fmla="*/ 579020 h 1893469"/>
                <a:gd name="csX2984" fmla="*/ 1534778 w 1954379"/>
                <a:gd name="csY2984" fmla="*/ 582028 h 1893469"/>
                <a:gd name="csX2985" fmla="*/ 1533275 w 1954379"/>
                <a:gd name="csY2985" fmla="*/ 584284 h 1893469"/>
                <a:gd name="csX2986" fmla="*/ 1530267 w 1954379"/>
                <a:gd name="csY2986" fmla="*/ 583532 h 1893469"/>
                <a:gd name="csX2987" fmla="*/ 1530267 w 1954379"/>
                <a:gd name="csY2987" fmla="*/ 585036 h 1893469"/>
                <a:gd name="csX2988" fmla="*/ 1531771 w 1954379"/>
                <a:gd name="csY2988" fmla="*/ 585036 h 1893469"/>
                <a:gd name="csX2989" fmla="*/ 1536282 w 1954379"/>
                <a:gd name="csY2989" fmla="*/ 585036 h 1893469"/>
                <a:gd name="csX2990" fmla="*/ 1538538 w 1954379"/>
                <a:gd name="csY2990" fmla="*/ 585788 h 1893469"/>
                <a:gd name="csX2991" fmla="*/ 1540794 w 1954379"/>
                <a:gd name="csY2991" fmla="*/ 587291 h 1893469"/>
                <a:gd name="csX2992" fmla="*/ 1541546 w 1954379"/>
                <a:gd name="csY2992" fmla="*/ 588795 h 1893469"/>
                <a:gd name="csX2993" fmla="*/ 1540042 w 1954379"/>
                <a:gd name="csY2993" fmla="*/ 597819 h 1893469"/>
                <a:gd name="csX2994" fmla="*/ 1535530 w 1954379"/>
                <a:gd name="csY2994" fmla="*/ 609851 h 1893469"/>
                <a:gd name="csX2995" fmla="*/ 1534026 w 1954379"/>
                <a:gd name="csY2995" fmla="*/ 609851 h 1893469"/>
                <a:gd name="csX2996" fmla="*/ 1531018 w 1954379"/>
                <a:gd name="csY2996" fmla="*/ 606843 h 1893469"/>
                <a:gd name="csX2997" fmla="*/ 1518987 w 1954379"/>
                <a:gd name="csY2997" fmla="*/ 591803 h 1893469"/>
                <a:gd name="csX2998" fmla="*/ 1515227 w 1954379"/>
                <a:gd name="csY2998" fmla="*/ 589547 h 1893469"/>
                <a:gd name="csX2999" fmla="*/ 1511467 w 1954379"/>
                <a:gd name="csY2999" fmla="*/ 591051 h 1893469"/>
                <a:gd name="csX3000" fmla="*/ 1516731 w 1954379"/>
                <a:gd name="csY3000" fmla="*/ 591803 h 1893469"/>
                <a:gd name="csX3001" fmla="*/ 1518235 w 1954379"/>
                <a:gd name="csY3001" fmla="*/ 593307 h 1893469"/>
                <a:gd name="csX3002" fmla="*/ 1516731 w 1954379"/>
                <a:gd name="csY3002" fmla="*/ 595563 h 1893469"/>
                <a:gd name="csX3003" fmla="*/ 1512219 w 1954379"/>
                <a:gd name="csY3003" fmla="*/ 597067 h 1893469"/>
                <a:gd name="csX3004" fmla="*/ 1512219 w 1954379"/>
                <a:gd name="csY3004" fmla="*/ 598571 h 1893469"/>
                <a:gd name="csX3005" fmla="*/ 1513723 w 1954379"/>
                <a:gd name="csY3005" fmla="*/ 599323 h 1893469"/>
                <a:gd name="csX3006" fmla="*/ 1513723 w 1954379"/>
                <a:gd name="csY3006" fmla="*/ 600827 h 1893469"/>
                <a:gd name="csX3007" fmla="*/ 1512971 w 1954379"/>
                <a:gd name="csY3007" fmla="*/ 602331 h 1893469"/>
                <a:gd name="csX3008" fmla="*/ 1511467 w 1954379"/>
                <a:gd name="csY3008" fmla="*/ 603083 h 1893469"/>
                <a:gd name="csX3009" fmla="*/ 1513723 w 1954379"/>
                <a:gd name="csY3009" fmla="*/ 602331 h 1893469"/>
                <a:gd name="csX3010" fmla="*/ 1516731 w 1954379"/>
                <a:gd name="csY3010" fmla="*/ 600075 h 1893469"/>
                <a:gd name="csX3011" fmla="*/ 1518235 w 1954379"/>
                <a:gd name="csY3011" fmla="*/ 599323 h 1893469"/>
                <a:gd name="csX3012" fmla="*/ 1519739 w 1954379"/>
                <a:gd name="csY3012" fmla="*/ 600075 h 1893469"/>
                <a:gd name="csX3013" fmla="*/ 1520491 w 1954379"/>
                <a:gd name="csY3013" fmla="*/ 601579 h 1893469"/>
                <a:gd name="csX3014" fmla="*/ 1521243 w 1954379"/>
                <a:gd name="csY3014" fmla="*/ 603835 h 1893469"/>
                <a:gd name="csX3015" fmla="*/ 1521995 w 1954379"/>
                <a:gd name="csY3015" fmla="*/ 605339 h 1893469"/>
                <a:gd name="csX3016" fmla="*/ 1525003 w 1954379"/>
                <a:gd name="csY3016" fmla="*/ 606091 h 1893469"/>
                <a:gd name="csX3017" fmla="*/ 1525755 w 1954379"/>
                <a:gd name="csY3017" fmla="*/ 606843 h 1893469"/>
                <a:gd name="csX3018" fmla="*/ 1526507 w 1954379"/>
                <a:gd name="csY3018" fmla="*/ 606843 h 1893469"/>
                <a:gd name="csX3019" fmla="*/ 1527258 w 1954379"/>
                <a:gd name="csY3019" fmla="*/ 609099 h 1893469"/>
                <a:gd name="csX3020" fmla="*/ 1527258 w 1954379"/>
                <a:gd name="csY3020" fmla="*/ 609851 h 1893469"/>
                <a:gd name="csX3021" fmla="*/ 1528763 w 1954379"/>
                <a:gd name="csY3021" fmla="*/ 610603 h 1893469"/>
                <a:gd name="csX3022" fmla="*/ 1534026 w 1954379"/>
                <a:gd name="csY3022" fmla="*/ 613611 h 1893469"/>
                <a:gd name="csX3023" fmla="*/ 1534026 w 1954379"/>
                <a:gd name="csY3023" fmla="*/ 615114 h 1893469"/>
                <a:gd name="csX3024" fmla="*/ 1531771 w 1954379"/>
                <a:gd name="csY3024" fmla="*/ 615114 h 1893469"/>
                <a:gd name="csX3025" fmla="*/ 1529515 w 1954379"/>
                <a:gd name="csY3025" fmla="*/ 615866 h 1893469"/>
                <a:gd name="csX3026" fmla="*/ 1527258 w 1954379"/>
                <a:gd name="csY3026" fmla="*/ 617370 h 1893469"/>
                <a:gd name="csX3027" fmla="*/ 1525003 w 1954379"/>
                <a:gd name="csY3027" fmla="*/ 618874 h 1893469"/>
                <a:gd name="csX3028" fmla="*/ 1524251 w 1954379"/>
                <a:gd name="csY3028" fmla="*/ 619626 h 1893469"/>
                <a:gd name="csX3029" fmla="*/ 1524251 w 1954379"/>
                <a:gd name="csY3029" fmla="*/ 621130 h 1893469"/>
                <a:gd name="csX3030" fmla="*/ 1523499 w 1954379"/>
                <a:gd name="csY3030" fmla="*/ 622634 h 1893469"/>
                <a:gd name="csX3031" fmla="*/ 1521995 w 1954379"/>
                <a:gd name="csY3031" fmla="*/ 623386 h 1893469"/>
                <a:gd name="csX3032" fmla="*/ 1519739 w 1954379"/>
                <a:gd name="csY3032" fmla="*/ 621130 h 1893469"/>
                <a:gd name="csX3033" fmla="*/ 1518235 w 1954379"/>
                <a:gd name="csY3033" fmla="*/ 621130 h 1893469"/>
                <a:gd name="csX3034" fmla="*/ 1517483 w 1954379"/>
                <a:gd name="csY3034" fmla="*/ 622634 h 1893469"/>
                <a:gd name="csX3035" fmla="*/ 1516731 w 1954379"/>
                <a:gd name="csY3035" fmla="*/ 624138 h 1893469"/>
                <a:gd name="csX3036" fmla="*/ 1513723 w 1954379"/>
                <a:gd name="csY3036" fmla="*/ 624890 h 1893469"/>
                <a:gd name="csX3037" fmla="*/ 1506203 w 1954379"/>
                <a:gd name="csY3037" fmla="*/ 625642 h 1893469"/>
                <a:gd name="csX3038" fmla="*/ 1504699 w 1954379"/>
                <a:gd name="csY3038" fmla="*/ 626394 h 1893469"/>
                <a:gd name="csX3039" fmla="*/ 1502443 w 1954379"/>
                <a:gd name="csY3039" fmla="*/ 627146 h 1893469"/>
                <a:gd name="csX3040" fmla="*/ 1500188 w 1954379"/>
                <a:gd name="csY3040" fmla="*/ 627146 h 1893469"/>
                <a:gd name="csX3041" fmla="*/ 1498684 w 1954379"/>
                <a:gd name="csY3041" fmla="*/ 626394 h 1893469"/>
                <a:gd name="csX3042" fmla="*/ 1498684 w 1954379"/>
                <a:gd name="csY3042" fmla="*/ 625642 h 1893469"/>
                <a:gd name="csX3043" fmla="*/ 1498684 w 1954379"/>
                <a:gd name="csY3043" fmla="*/ 624890 h 1893469"/>
                <a:gd name="csX3044" fmla="*/ 1497180 w 1954379"/>
                <a:gd name="csY3044" fmla="*/ 624138 h 1893469"/>
                <a:gd name="csX3045" fmla="*/ 1496428 w 1954379"/>
                <a:gd name="csY3045" fmla="*/ 624138 h 1893469"/>
                <a:gd name="csX3046" fmla="*/ 1494924 w 1954379"/>
                <a:gd name="csY3046" fmla="*/ 624138 h 1893469"/>
                <a:gd name="csX3047" fmla="*/ 1494172 w 1954379"/>
                <a:gd name="csY3047" fmla="*/ 623386 h 1893469"/>
                <a:gd name="csX3048" fmla="*/ 1493420 w 1954379"/>
                <a:gd name="csY3048" fmla="*/ 623386 h 1893469"/>
                <a:gd name="csX3049" fmla="*/ 1492668 w 1954379"/>
                <a:gd name="csY3049" fmla="*/ 621882 h 1893469"/>
                <a:gd name="csX3050" fmla="*/ 1491164 w 1954379"/>
                <a:gd name="csY3050" fmla="*/ 616619 h 1893469"/>
                <a:gd name="csX3051" fmla="*/ 1490412 w 1954379"/>
                <a:gd name="csY3051" fmla="*/ 615114 h 1893469"/>
                <a:gd name="csX3052" fmla="*/ 1487404 w 1954379"/>
                <a:gd name="csY3052" fmla="*/ 608347 h 1893469"/>
                <a:gd name="csX3053" fmla="*/ 1486652 w 1954379"/>
                <a:gd name="csY3053" fmla="*/ 607595 h 1893469"/>
                <a:gd name="csX3054" fmla="*/ 1482140 w 1954379"/>
                <a:gd name="csY3054" fmla="*/ 607595 h 1893469"/>
                <a:gd name="csX3055" fmla="*/ 1481388 w 1954379"/>
                <a:gd name="csY3055" fmla="*/ 606843 h 1893469"/>
                <a:gd name="csX3056" fmla="*/ 1480636 w 1954379"/>
                <a:gd name="csY3056" fmla="*/ 606091 h 1893469"/>
                <a:gd name="csX3057" fmla="*/ 1479884 w 1954379"/>
                <a:gd name="csY3057" fmla="*/ 605339 h 1893469"/>
                <a:gd name="csX3058" fmla="*/ 1478380 w 1954379"/>
                <a:gd name="csY3058" fmla="*/ 606843 h 1893469"/>
                <a:gd name="csX3059" fmla="*/ 1480636 w 1954379"/>
                <a:gd name="csY3059" fmla="*/ 608347 h 1893469"/>
                <a:gd name="csX3060" fmla="*/ 1482140 w 1954379"/>
                <a:gd name="csY3060" fmla="*/ 612107 h 1893469"/>
                <a:gd name="csX3061" fmla="*/ 1482140 w 1954379"/>
                <a:gd name="csY3061" fmla="*/ 615114 h 1893469"/>
                <a:gd name="csX3062" fmla="*/ 1479132 w 1954379"/>
                <a:gd name="csY3062" fmla="*/ 627146 h 1893469"/>
                <a:gd name="csX3063" fmla="*/ 1479132 w 1954379"/>
                <a:gd name="csY3063" fmla="*/ 630154 h 1893469"/>
                <a:gd name="csX3064" fmla="*/ 1482140 w 1954379"/>
                <a:gd name="csY3064" fmla="*/ 632410 h 1893469"/>
                <a:gd name="csX3065" fmla="*/ 1480636 w 1954379"/>
                <a:gd name="csY3065" fmla="*/ 633162 h 1893469"/>
                <a:gd name="csX3066" fmla="*/ 1480636 w 1954379"/>
                <a:gd name="csY3066" fmla="*/ 633914 h 1893469"/>
                <a:gd name="csX3067" fmla="*/ 1479884 w 1954379"/>
                <a:gd name="csY3067" fmla="*/ 633162 h 1893469"/>
                <a:gd name="csX3068" fmla="*/ 1479884 w 1954379"/>
                <a:gd name="csY3068" fmla="*/ 632410 h 1893469"/>
                <a:gd name="csX3069" fmla="*/ 1479132 w 1954379"/>
                <a:gd name="csY3069" fmla="*/ 631658 h 1893469"/>
                <a:gd name="csX3070" fmla="*/ 1478380 w 1954379"/>
                <a:gd name="csY3070" fmla="*/ 632410 h 1893469"/>
                <a:gd name="csX3071" fmla="*/ 1477628 w 1954379"/>
                <a:gd name="csY3071" fmla="*/ 633162 h 1893469"/>
                <a:gd name="csX3072" fmla="*/ 1476877 w 1954379"/>
                <a:gd name="csY3072" fmla="*/ 633162 h 1893469"/>
                <a:gd name="csX3073" fmla="*/ 1475373 w 1954379"/>
                <a:gd name="csY3073" fmla="*/ 633914 h 1893469"/>
                <a:gd name="csX3074" fmla="*/ 1476124 w 1954379"/>
                <a:gd name="csY3074" fmla="*/ 635418 h 1893469"/>
                <a:gd name="csX3075" fmla="*/ 1477628 w 1954379"/>
                <a:gd name="csY3075" fmla="*/ 635418 h 1893469"/>
                <a:gd name="csX3076" fmla="*/ 1479132 w 1954379"/>
                <a:gd name="csY3076" fmla="*/ 635418 h 1893469"/>
                <a:gd name="csX3077" fmla="*/ 1480636 w 1954379"/>
                <a:gd name="csY3077" fmla="*/ 637674 h 1893469"/>
                <a:gd name="csX3078" fmla="*/ 1481388 w 1954379"/>
                <a:gd name="csY3078" fmla="*/ 636922 h 1893469"/>
                <a:gd name="csX3079" fmla="*/ 1482140 w 1954379"/>
                <a:gd name="csY3079" fmla="*/ 636170 h 1893469"/>
                <a:gd name="csX3080" fmla="*/ 1484396 w 1954379"/>
                <a:gd name="csY3080" fmla="*/ 635418 h 1893469"/>
                <a:gd name="csX3081" fmla="*/ 1481388 w 1954379"/>
                <a:gd name="csY3081" fmla="*/ 638426 h 1893469"/>
                <a:gd name="csX3082" fmla="*/ 1476124 w 1954379"/>
                <a:gd name="csY3082" fmla="*/ 640682 h 1893469"/>
                <a:gd name="csX3083" fmla="*/ 1470860 w 1954379"/>
                <a:gd name="csY3083" fmla="*/ 640682 h 1893469"/>
                <a:gd name="csX3084" fmla="*/ 1468605 w 1954379"/>
                <a:gd name="csY3084" fmla="*/ 640682 h 1893469"/>
                <a:gd name="csX3085" fmla="*/ 1465597 w 1954379"/>
                <a:gd name="csY3085" fmla="*/ 639930 h 1893469"/>
                <a:gd name="csX3086" fmla="*/ 1462589 w 1954379"/>
                <a:gd name="csY3086" fmla="*/ 638426 h 1893469"/>
                <a:gd name="csX3087" fmla="*/ 1459581 w 1954379"/>
                <a:gd name="csY3087" fmla="*/ 636170 h 1893469"/>
                <a:gd name="csX3088" fmla="*/ 1456573 w 1954379"/>
                <a:gd name="csY3088" fmla="*/ 633914 h 1893469"/>
                <a:gd name="csX3089" fmla="*/ 1451309 w 1954379"/>
                <a:gd name="csY3089" fmla="*/ 628650 h 1893469"/>
                <a:gd name="csX3090" fmla="*/ 1450558 w 1954379"/>
                <a:gd name="csY3090" fmla="*/ 627146 h 1893469"/>
                <a:gd name="csX3091" fmla="*/ 1450558 w 1954379"/>
                <a:gd name="csY3091" fmla="*/ 624890 h 1893469"/>
                <a:gd name="csX3092" fmla="*/ 1451309 w 1954379"/>
                <a:gd name="csY3092" fmla="*/ 623386 h 1893469"/>
                <a:gd name="csX3093" fmla="*/ 1452061 w 1954379"/>
                <a:gd name="csY3093" fmla="*/ 621882 h 1893469"/>
                <a:gd name="csX3094" fmla="*/ 1451309 w 1954379"/>
                <a:gd name="csY3094" fmla="*/ 620378 h 1893469"/>
                <a:gd name="csX3095" fmla="*/ 1450558 w 1954379"/>
                <a:gd name="csY3095" fmla="*/ 621882 h 1893469"/>
                <a:gd name="csX3096" fmla="*/ 1448301 w 1954379"/>
                <a:gd name="csY3096" fmla="*/ 624890 h 1893469"/>
                <a:gd name="csX3097" fmla="*/ 1446798 w 1954379"/>
                <a:gd name="csY3097" fmla="*/ 628650 h 1893469"/>
                <a:gd name="csX3098" fmla="*/ 1447549 w 1954379"/>
                <a:gd name="csY3098" fmla="*/ 632410 h 1893469"/>
                <a:gd name="csX3099" fmla="*/ 1452813 w 1954379"/>
                <a:gd name="csY3099" fmla="*/ 635418 h 1893469"/>
                <a:gd name="csX3100" fmla="*/ 1456573 w 1954379"/>
                <a:gd name="csY3100" fmla="*/ 639930 h 1893469"/>
                <a:gd name="csX3101" fmla="*/ 1455821 w 1954379"/>
                <a:gd name="csY3101" fmla="*/ 642938 h 1893469"/>
                <a:gd name="csX3102" fmla="*/ 1453565 w 1954379"/>
                <a:gd name="csY3102" fmla="*/ 644442 h 1893469"/>
                <a:gd name="csX3103" fmla="*/ 1448301 w 1954379"/>
                <a:gd name="csY3103" fmla="*/ 642938 h 1893469"/>
                <a:gd name="csX3104" fmla="*/ 1445294 w 1954379"/>
                <a:gd name="csY3104" fmla="*/ 642186 h 1893469"/>
                <a:gd name="csX3105" fmla="*/ 1443038 w 1954379"/>
                <a:gd name="csY3105" fmla="*/ 642938 h 1893469"/>
                <a:gd name="csX3106" fmla="*/ 1439278 w 1954379"/>
                <a:gd name="csY3106" fmla="*/ 641434 h 1893469"/>
                <a:gd name="csX3107" fmla="*/ 1437022 w 1954379"/>
                <a:gd name="csY3107" fmla="*/ 637674 h 1893469"/>
                <a:gd name="csX3108" fmla="*/ 1436270 w 1954379"/>
                <a:gd name="csY3108" fmla="*/ 632410 h 1893469"/>
                <a:gd name="csX3109" fmla="*/ 1435518 w 1954379"/>
                <a:gd name="csY3109" fmla="*/ 630906 h 1893469"/>
                <a:gd name="csX3110" fmla="*/ 1434766 w 1954379"/>
                <a:gd name="csY3110" fmla="*/ 621882 h 1893469"/>
                <a:gd name="csX3111" fmla="*/ 1433262 w 1954379"/>
                <a:gd name="csY3111" fmla="*/ 622634 h 1893469"/>
                <a:gd name="csX3112" fmla="*/ 1432510 w 1954379"/>
                <a:gd name="csY3112" fmla="*/ 622634 h 1893469"/>
                <a:gd name="csX3113" fmla="*/ 1431006 w 1954379"/>
                <a:gd name="csY3113" fmla="*/ 622634 h 1893469"/>
                <a:gd name="csX3114" fmla="*/ 1429502 w 1954379"/>
                <a:gd name="csY3114" fmla="*/ 621882 h 1893469"/>
                <a:gd name="csX3115" fmla="*/ 1430254 w 1954379"/>
                <a:gd name="csY3115" fmla="*/ 623386 h 1893469"/>
                <a:gd name="csX3116" fmla="*/ 1431758 w 1954379"/>
                <a:gd name="csY3116" fmla="*/ 624138 h 1893469"/>
                <a:gd name="csX3117" fmla="*/ 1433262 w 1954379"/>
                <a:gd name="csY3117" fmla="*/ 625642 h 1893469"/>
                <a:gd name="csX3118" fmla="*/ 1433262 w 1954379"/>
                <a:gd name="csY3118" fmla="*/ 627898 h 1893469"/>
                <a:gd name="csX3119" fmla="*/ 1433262 w 1954379"/>
                <a:gd name="csY3119" fmla="*/ 635418 h 1893469"/>
                <a:gd name="csX3120" fmla="*/ 1432510 w 1954379"/>
                <a:gd name="csY3120" fmla="*/ 634666 h 1893469"/>
                <a:gd name="csX3121" fmla="*/ 1431758 w 1954379"/>
                <a:gd name="csY3121" fmla="*/ 634666 h 1893469"/>
                <a:gd name="csX3122" fmla="*/ 1431006 w 1954379"/>
                <a:gd name="csY3122" fmla="*/ 634666 h 1893469"/>
                <a:gd name="csX3123" fmla="*/ 1430254 w 1954379"/>
                <a:gd name="csY3123" fmla="*/ 634666 h 1893469"/>
                <a:gd name="csX3124" fmla="*/ 1431758 w 1954379"/>
                <a:gd name="csY3124" fmla="*/ 636170 h 1893469"/>
                <a:gd name="csX3125" fmla="*/ 1431758 w 1954379"/>
                <a:gd name="csY3125" fmla="*/ 639178 h 1893469"/>
                <a:gd name="csX3126" fmla="*/ 1431006 w 1954379"/>
                <a:gd name="csY3126" fmla="*/ 640682 h 1893469"/>
                <a:gd name="csX3127" fmla="*/ 1428750 w 1954379"/>
                <a:gd name="csY3127" fmla="*/ 642186 h 1893469"/>
                <a:gd name="csX3128" fmla="*/ 1426494 w 1954379"/>
                <a:gd name="csY3128" fmla="*/ 642938 h 1893469"/>
                <a:gd name="csX3129" fmla="*/ 1425742 w 1954379"/>
                <a:gd name="csY3129" fmla="*/ 644442 h 1893469"/>
                <a:gd name="csX3130" fmla="*/ 1425742 w 1954379"/>
                <a:gd name="csY3130" fmla="*/ 646697 h 1893469"/>
                <a:gd name="csX3131" fmla="*/ 1427246 w 1954379"/>
                <a:gd name="csY3131" fmla="*/ 648953 h 1893469"/>
                <a:gd name="csX3132" fmla="*/ 1424990 w 1954379"/>
                <a:gd name="csY3132" fmla="*/ 648953 h 1893469"/>
                <a:gd name="csX3133" fmla="*/ 1424990 w 1954379"/>
                <a:gd name="csY3133" fmla="*/ 650457 h 1893469"/>
                <a:gd name="csX3134" fmla="*/ 1427246 w 1954379"/>
                <a:gd name="csY3134" fmla="*/ 650457 h 1893469"/>
                <a:gd name="csX3135" fmla="*/ 1427246 w 1954379"/>
                <a:gd name="csY3135" fmla="*/ 652713 h 1893469"/>
                <a:gd name="csX3136" fmla="*/ 1426494 w 1954379"/>
                <a:gd name="csY3136" fmla="*/ 655721 h 1893469"/>
                <a:gd name="csX3137" fmla="*/ 1424990 w 1954379"/>
                <a:gd name="csY3137" fmla="*/ 656473 h 1893469"/>
                <a:gd name="csX3138" fmla="*/ 1418222 w 1954379"/>
                <a:gd name="csY3138" fmla="*/ 655721 h 1893469"/>
                <a:gd name="csX3139" fmla="*/ 1415215 w 1954379"/>
                <a:gd name="csY3139" fmla="*/ 656473 h 1893469"/>
                <a:gd name="csX3140" fmla="*/ 1410703 w 1954379"/>
                <a:gd name="csY3140" fmla="*/ 661737 h 1893469"/>
                <a:gd name="csX3141" fmla="*/ 1408447 w 1954379"/>
                <a:gd name="csY3141" fmla="*/ 663993 h 1893469"/>
                <a:gd name="csX3142" fmla="*/ 1405439 w 1954379"/>
                <a:gd name="csY3142" fmla="*/ 663241 h 1893469"/>
                <a:gd name="csX3143" fmla="*/ 1403183 w 1954379"/>
                <a:gd name="csY3143" fmla="*/ 660233 h 1893469"/>
                <a:gd name="csX3144" fmla="*/ 1400927 w 1954379"/>
                <a:gd name="csY3144" fmla="*/ 656473 h 1893469"/>
                <a:gd name="csX3145" fmla="*/ 1399423 w 1954379"/>
                <a:gd name="csY3145" fmla="*/ 649705 h 1893469"/>
                <a:gd name="csX3146" fmla="*/ 1397167 w 1954379"/>
                <a:gd name="csY3146" fmla="*/ 645945 h 1893469"/>
                <a:gd name="csX3147" fmla="*/ 1396415 w 1954379"/>
                <a:gd name="csY3147" fmla="*/ 643689 h 1893469"/>
                <a:gd name="csX3148" fmla="*/ 1396415 w 1954379"/>
                <a:gd name="csY3148" fmla="*/ 641434 h 1893469"/>
                <a:gd name="csX3149" fmla="*/ 1397919 w 1954379"/>
                <a:gd name="csY3149" fmla="*/ 636922 h 1893469"/>
                <a:gd name="csX3150" fmla="*/ 1397167 w 1954379"/>
                <a:gd name="csY3150" fmla="*/ 634666 h 1893469"/>
                <a:gd name="csX3151" fmla="*/ 1396415 w 1954379"/>
                <a:gd name="csY3151" fmla="*/ 637674 h 1893469"/>
                <a:gd name="csX3152" fmla="*/ 1394911 w 1954379"/>
                <a:gd name="csY3152" fmla="*/ 642186 h 1893469"/>
                <a:gd name="csX3153" fmla="*/ 1394159 w 1954379"/>
                <a:gd name="csY3153" fmla="*/ 644442 h 1893469"/>
                <a:gd name="csX3154" fmla="*/ 1394911 w 1954379"/>
                <a:gd name="csY3154" fmla="*/ 648201 h 1893469"/>
                <a:gd name="csX3155" fmla="*/ 1399423 w 1954379"/>
                <a:gd name="csY3155" fmla="*/ 657225 h 1893469"/>
                <a:gd name="csX3156" fmla="*/ 1399423 w 1954379"/>
                <a:gd name="csY3156" fmla="*/ 658729 h 1893469"/>
                <a:gd name="csX3157" fmla="*/ 1399423 w 1954379"/>
                <a:gd name="csY3157" fmla="*/ 660985 h 1893469"/>
                <a:gd name="csX3158" fmla="*/ 1398671 w 1954379"/>
                <a:gd name="csY3158" fmla="*/ 662489 h 1893469"/>
                <a:gd name="csX3159" fmla="*/ 1398671 w 1954379"/>
                <a:gd name="csY3159" fmla="*/ 663993 h 1893469"/>
                <a:gd name="csX3160" fmla="*/ 1397167 w 1954379"/>
                <a:gd name="csY3160" fmla="*/ 664745 h 1893469"/>
                <a:gd name="csX3161" fmla="*/ 1392655 w 1954379"/>
                <a:gd name="csY3161" fmla="*/ 669257 h 1893469"/>
                <a:gd name="csX3162" fmla="*/ 1388896 w 1954379"/>
                <a:gd name="csY3162" fmla="*/ 670761 h 1893469"/>
                <a:gd name="csX3163" fmla="*/ 1387392 w 1954379"/>
                <a:gd name="csY3163" fmla="*/ 670761 h 1893469"/>
                <a:gd name="csX3164" fmla="*/ 1385136 w 1954379"/>
                <a:gd name="csY3164" fmla="*/ 670761 h 1893469"/>
                <a:gd name="csX3165" fmla="*/ 1383632 w 1954379"/>
                <a:gd name="csY3165" fmla="*/ 669257 h 1893469"/>
                <a:gd name="csX3166" fmla="*/ 1382128 w 1954379"/>
                <a:gd name="csY3166" fmla="*/ 667753 h 1893469"/>
                <a:gd name="csX3167" fmla="*/ 1380624 w 1954379"/>
                <a:gd name="csY3167" fmla="*/ 667001 h 1893469"/>
                <a:gd name="csX3168" fmla="*/ 1379120 w 1954379"/>
                <a:gd name="csY3168" fmla="*/ 666249 h 1893469"/>
                <a:gd name="csX3169" fmla="*/ 1376112 w 1954379"/>
                <a:gd name="csY3169" fmla="*/ 666249 h 1893469"/>
                <a:gd name="csX3170" fmla="*/ 1374608 w 1954379"/>
                <a:gd name="csY3170" fmla="*/ 665497 h 1893469"/>
                <a:gd name="csX3171" fmla="*/ 1372352 w 1954379"/>
                <a:gd name="csY3171" fmla="*/ 664745 h 1893469"/>
                <a:gd name="csX3172" fmla="*/ 1371600 w 1954379"/>
                <a:gd name="csY3172" fmla="*/ 663241 h 1893469"/>
                <a:gd name="csX3173" fmla="*/ 1370096 w 1954379"/>
                <a:gd name="csY3173" fmla="*/ 661737 h 1893469"/>
                <a:gd name="csX3174" fmla="*/ 1366336 w 1954379"/>
                <a:gd name="csY3174" fmla="*/ 660985 h 1893469"/>
                <a:gd name="csX3175" fmla="*/ 1363328 w 1954379"/>
                <a:gd name="csY3175" fmla="*/ 660233 h 1893469"/>
                <a:gd name="csX3176" fmla="*/ 1361824 w 1954379"/>
                <a:gd name="csY3176" fmla="*/ 659481 h 1893469"/>
                <a:gd name="csX3177" fmla="*/ 1358064 w 1954379"/>
                <a:gd name="csY3177" fmla="*/ 659481 h 1893469"/>
                <a:gd name="csX3178" fmla="*/ 1357313 w 1954379"/>
                <a:gd name="csY3178" fmla="*/ 658729 h 1893469"/>
                <a:gd name="csX3179" fmla="*/ 1354305 w 1954379"/>
                <a:gd name="csY3179" fmla="*/ 655721 h 1893469"/>
                <a:gd name="csX3180" fmla="*/ 1353553 w 1954379"/>
                <a:gd name="csY3180" fmla="*/ 654969 h 1893469"/>
                <a:gd name="csX3181" fmla="*/ 1353553 w 1954379"/>
                <a:gd name="csY3181" fmla="*/ 654217 h 1893469"/>
                <a:gd name="csX3182" fmla="*/ 1354305 w 1954379"/>
                <a:gd name="csY3182" fmla="*/ 646697 h 1893469"/>
                <a:gd name="csX3183" fmla="*/ 1354305 w 1954379"/>
                <a:gd name="csY3183" fmla="*/ 645945 h 1893469"/>
                <a:gd name="csX3184" fmla="*/ 1350545 w 1954379"/>
                <a:gd name="csY3184" fmla="*/ 645945 h 1893469"/>
                <a:gd name="csX3185" fmla="*/ 1350545 w 1954379"/>
                <a:gd name="csY3185" fmla="*/ 647449 h 1893469"/>
                <a:gd name="csX3186" fmla="*/ 1350545 w 1954379"/>
                <a:gd name="csY3186" fmla="*/ 649705 h 1893469"/>
                <a:gd name="csX3187" fmla="*/ 1350545 w 1954379"/>
                <a:gd name="csY3187" fmla="*/ 653465 h 1893469"/>
                <a:gd name="csX3188" fmla="*/ 1349793 w 1954379"/>
                <a:gd name="csY3188" fmla="*/ 655721 h 1893469"/>
                <a:gd name="csX3189" fmla="*/ 1345281 w 1954379"/>
                <a:gd name="csY3189" fmla="*/ 658729 h 1893469"/>
                <a:gd name="csX3190" fmla="*/ 1344529 w 1954379"/>
                <a:gd name="csY3190" fmla="*/ 660233 h 1893469"/>
                <a:gd name="csX3191" fmla="*/ 1334753 w 1954379"/>
                <a:gd name="csY3191" fmla="*/ 664745 h 1893469"/>
                <a:gd name="csX3192" fmla="*/ 1332498 w 1954379"/>
                <a:gd name="csY3192" fmla="*/ 663241 h 1893469"/>
                <a:gd name="csX3193" fmla="*/ 1331745 w 1954379"/>
                <a:gd name="csY3193" fmla="*/ 661737 h 1893469"/>
                <a:gd name="csX3194" fmla="*/ 1330242 w 1954379"/>
                <a:gd name="csY3194" fmla="*/ 660233 h 1893469"/>
                <a:gd name="csX3195" fmla="*/ 1324226 w 1954379"/>
                <a:gd name="csY3195" fmla="*/ 658729 h 1893469"/>
                <a:gd name="csX3196" fmla="*/ 1322722 w 1954379"/>
                <a:gd name="csY3196" fmla="*/ 656473 h 1893469"/>
                <a:gd name="csX3197" fmla="*/ 1322722 w 1954379"/>
                <a:gd name="csY3197" fmla="*/ 653465 h 1893469"/>
                <a:gd name="csX3198" fmla="*/ 1322722 w 1954379"/>
                <a:gd name="csY3198" fmla="*/ 642938 h 1893469"/>
                <a:gd name="csX3199" fmla="*/ 1322722 w 1954379"/>
                <a:gd name="csY3199" fmla="*/ 640682 h 1893469"/>
                <a:gd name="csX3200" fmla="*/ 1321218 w 1954379"/>
                <a:gd name="csY3200" fmla="*/ 639930 h 1893469"/>
                <a:gd name="csX3201" fmla="*/ 1318962 w 1954379"/>
                <a:gd name="csY3201" fmla="*/ 639930 h 1893469"/>
                <a:gd name="csX3202" fmla="*/ 1316706 w 1954379"/>
                <a:gd name="csY3202" fmla="*/ 639178 h 1893469"/>
                <a:gd name="csX3203" fmla="*/ 1315954 w 1954379"/>
                <a:gd name="csY3203" fmla="*/ 636922 h 1893469"/>
                <a:gd name="csX3204" fmla="*/ 1316706 w 1954379"/>
                <a:gd name="csY3204" fmla="*/ 636170 h 1893469"/>
                <a:gd name="csX3205" fmla="*/ 1317458 w 1954379"/>
                <a:gd name="csY3205" fmla="*/ 635418 h 1893469"/>
                <a:gd name="csX3206" fmla="*/ 1318210 w 1954379"/>
                <a:gd name="csY3206" fmla="*/ 635418 h 1893469"/>
                <a:gd name="csX3207" fmla="*/ 1319714 w 1954379"/>
                <a:gd name="csY3207" fmla="*/ 634666 h 1893469"/>
                <a:gd name="csX3208" fmla="*/ 1320466 w 1954379"/>
                <a:gd name="csY3208" fmla="*/ 631658 h 1893469"/>
                <a:gd name="csX3209" fmla="*/ 1319714 w 1954379"/>
                <a:gd name="csY3209" fmla="*/ 629402 h 1893469"/>
                <a:gd name="csX3210" fmla="*/ 1318962 w 1954379"/>
                <a:gd name="csY3210" fmla="*/ 626394 h 1893469"/>
                <a:gd name="csX3211" fmla="*/ 1318210 w 1954379"/>
                <a:gd name="csY3211" fmla="*/ 624890 h 1893469"/>
                <a:gd name="csX3212" fmla="*/ 1318210 w 1954379"/>
                <a:gd name="csY3212" fmla="*/ 624138 h 1893469"/>
                <a:gd name="csX3213" fmla="*/ 1318962 w 1954379"/>
                <a:gd name="csY3213" fmla="*/ 621130 h 1893469"/>
                <a:gd name="csX3214" fmla="*/ 1319714 w 1954379"/>
                <a:gd name="csY3214" fmla="*/ 620378 h 1893469"/>
                <a:gd name="csX3215" fmla="*/ 1316706 w 1954379"/>
                <a:gd name="csY3215" fmla="*/ 621882 h 1893469"/>
                <a:gd name="csX3216" fmla="*/ 1316706 w 1954379"/>
                <a:gd name="csY3216" fmla="*/ 624890 h 1893469"/>
                <a:gd name="csX3217" fmla="*/ 1318962 w 1954379"/>
                <a:gd name="csY3217" fmla="*/ 630154 h 1893469"/>
                <a:gd name="csX3218" fmla="*/ 1319714 w 1954379"/>
                <a:gd name="csY3218" fmla="*/ 630906 h 1893469"/>
                <a:gd name="csX3219" fmla="*/ 1319714 w 1954379"/>
                <a:gd name="csY3219" fmla="*/ 631658 h 1893469"/>
                <a:gd name="csX3220" fmla="*/ 1318962 w 1954379"/>
                <a:gd name="csY3220" fmla="*/ 632410 h 1893469"/>
                <a:gd name="csX3221" fmla="*/ 1318210 w 1954379"/>
                <a:gd name="csY3221" fmla="*/ 632410 h 1893469"/>
                <a:gd name="csX3222" fmla="*/ 1317458 w 1954379"/>
                <a:gd name="csY3222" fmla="*/ 632410 h 1893469"/>
                <a:gd name="csX3223" fmla="*/ 1315954 w 1954379"/>
                <a:gd name="csY3223" fmla="*/ 633914 h 1893469"/>
                <a:gd name="csX3224" fmla="*/ 1315202 w 1954379"/>
                <a:gd name="csY3224" fmla="*/ 634666 h 1893469"/>
                <a:gd name="csX3225" fmla="*/ 1314450 w 1954379"/>
                <a:gd name="csY3225" fmla="*/ 635418 h 1893469"/>
                <a:gd name="csX3226" fmla="*/ 1314450 w 1954379"/>
                <a:gd name="csY3226" fmla="*/ 636922 h 1893469"/>
                <a:gd name="csX3227" fmla="*/ 1315954 w 1954379"/>
                <a:gd name="csY3227" fmla="*/ 639930 h 1893469"/>
                <a:gd name="csX3228" fmla="*/ 1318962 w 1954379"/>
                <a:gd name="csY3228" fmla="*/ 641434 h 1893469"/>
                <a:gd name="csX3229" fmla="*/ 1321970 w 1954379"/>
                <a:gd name="csY3229" fmla="*/ 643689 h 1893469"/>
                <a:gd name="csX3230" fmla="*/ 1321218 w 1954379"/>
                <a:gd name="csY3230" fmla="*/ 646697 h 1893469"/>
                <a:gd name="csX3231" fmla="*/ 1319714 w 1954379"/>
                <a:gd name="csY3231" fmla="*/ 648953 h 1893469"/>
                <a:gd name="csX3232" fmla="*/ 1318962 w 1954379"/>
                <a:gd name="csY3232" fmla="*/ 656473 h 1893469"/>
                <a:gd name="csX3233" fmla="*/ 1318210 w 1954379"/>
                <a:gd name="csY3233" fmla="*/ 659481 h 1893469"/>
                <a:gd name="csX3234" fmla="*/ 1317458 w 1954379"/>
                <a:gd name="csY3234" fmla="*/ 659481 h 1893469"/>
                <a:gd name="csX3235" fmla="*/ 1316706 w 1954379"/>
                <a:gd name="csY3235" fmla="*/ 656473 h 1893469"/>
                <a:gd name="csX3236" fmla="*/ 1312946 w 1954379"/>
                <a:gd name="csY3236" fmla="*/ 645945 h 1893469"/>
                <a:gd name="csX3237" fmla="*/ 1312194 w 1954379"/>
                <a:gd name="csY3237" fmla="*/ 645945 h 1893469"/>
                <a:gd name="csX3238" fmla="*/ 1315202 w 1954379"/>
                <a:gd name="csY3238" fmla="*/ 657225 h 1893469"/>
                <a:gd name="csX3239" fmla="*/ 1315202 w 1954379"/>
                <a:gd name="csY3239" fmla="*/ 660985 h 1893469"/>
                <a:gd name="csX3240" fmla="*/ 1313698 w 1954379"/>
                <a:gd name="csY3240" fmla="*/ 663993 h 1893469"/>
                <a:gd name="csX3241" fmla="*/ 1310690 w 1954379"/>
                <a:gd name="csY3241" fmla="*/ 664745 h 1893469"/>
                <a:gd name="csX3242" fmla="*/ 1306178 w 1954379"/>
                <a:gd name="csY3242" fmla="*/ 664745 h 1893469"/>
                <a:gd name="csX3243" fmla="*/ 1303170 w 1954379"/>
                <a:gd name="csY3243" fmla="*/ 663993 h 1893469"/>
                <a:gd name="csX3244" fmla="*/ 1306930 w 1954379"/>
                <a:gd name="csY3244" fmla="*/ 665497 h 1893469"/>
                <a:gd name="csX3245" fmla="*/ 1311442 w 1954379"/>
                <a:gd name="csY3245" fmla="*/ 667001 h 1893469"/>
                <a:gd name="csX3246" fmla="*/ 1313698 w 1954379"/>
                <a:gd name="csY3246" fmla="*/ 668505 h 1893469"/>
                <a:gd name="csX3247" fmla="*/ 1309938 w 1954379"/>
                <a:gd name="csY3247" fmla="*/ 670761 h 1893469"/>
                <a:gd name="csX3248" fmla="*/ 1305426 w 1954379"/>
                <a:gd name="csY3248" fmla="*/ 672265 h 1893469"/>
                <a:gd name="csX3249" fmla="*/ 1301666 w 1954379"/>
                <a:gd name="csY3249" fmla="*/ 673017 h 1893469"/>
                <a:gd name="csX3250" fmla="*/ 1297155 w 1954379"/>
                <a:gd name="csY3250" fmla="*/ 672265 h 1893469"/>
                <a:gd name="csX3251" fmla="*/ 1273844 w 1954379"/>
                <a:gd name="csY3251" fmla="*/ 667753 h 1893469"/>
                <a:gd name="csX3252" fmla="*/ 1271587 w 1954379"/>
                <a:gd name="csY3252" fmla="*/ 667001 h 1893469"/>
                <a:gd name="csX3253" fmla="*/ 1267828 w 1954379"/>
                <a:gd name="csY3253" fmla="*/ 663993 h 1893469"/>
                <a:gd name="csX3254" fmla="*/ 1267076 w 1954379"/>
                <a:gd name="csY3254" fmla="*/ 663993 h 1893469"/>
                <a:gd name="csX3255" fmla="*/ 1266324 w 1954379"/>
                <a:gd name="csY3255" fmla="*/ 662489 h 1893469"/>
                <a:gd name="csX3256" fmla="*/ 1267828 w 1954379"/>
                <a:gd name="csY3256" fmla="*/ 660233 h 1893469"/>
                <a:gd name="csX3257" fmla="*/ 1270084 w 1954379"/>
                <a:gd name="csY3257" fmla="*/ 657977 h 1893469"/>
                <a:gd name="csX3258" fmla="*/ 1272340 w 1954379"/>
                <a:gd name="csY3258" fmla="*/ 657225 h 1893469"/>
                <a:gd name="csX3259" fmla="*/ 1269332 w 1954379"/>
                <a:gd name="csY3259" fmla="*/ 650457 h 1893469"/>
                <a:gd name="csX3260" fmla="*/ 1246021 w 1954379"/>
                <a:gd name="csY3260" fmla="*/ 627146 h 1893469"/>
                <a:gd name="csX3261" fmla="*/ 1243765 w 1954379"/>
                <a:gd name="csY3261" fmla="*/ 623386 h 1893469"/>
                <a:gd name="csX3262" fmla="*/ 1243012 w 1954379"/>
                <a:gd name="csY3262" fmla="*/ 620378 h 1893469"/>
                <a:gd name="csX3263" fmla="*/ 1242261 w 1954379"/>
                <a:gd name="csY3263" fmla="*/ 618874 h 1893469"/>
                <a:gd name="csX3264" fmla="*/ 1237749 w 1954379"/>
                <a:gd name="csY3264" fmla="*/ 614363 h 1893469"/>
                <a:gd name="csX3265" fmla="*/ 1236997 w 1954379"/>
                <a:gd name="csY3265" fmla="*/ 612859 h 1893469"/>
                <a:gd name="csX3266" fmla="*/ 1236997 w 1954379"/>
                <a:gd name="csY3266" fmla="*/ 611355 h 1893469"/>
                <a:gd name="csX3267" fmla="*/ 1237749 w 1954379"/>
                <a:gd name="csY3267" fmla="*/ 607595 h 1893469"/>
                <a:gd name="csX3268" fmla="*/ 1239253 w 1954379"/>
                <a:gd name="csY3268" fmla="*/ 606843 h 1893469"/>
                <a:gd name="csX3269" fmla="*/ 1239253 w 1954379"/>
                <a:gd name="csY3269" fmla="*/ 605339 h 1893469"/>
                <a:gd name="csX3270" fmla="*/ 1238501 w 1954379"/>
                <a:gd name="csY3270" fmla="*/ 605339 h 1893469"/>
                <a:gd name="csX3271" fmla="*/ 1237749 w 1954379"/>
                <a:gd name="csY3271" fmla="*/ 604587 h 1893469"/>
                <a:gd name="csX3272" fmla="*/ 1235493 w 1954379"/>
                <a:gd name="csY3272" fmla="*/ 600075 h 1893469"/>
                <a:gd name="csX3273" fmla="*/ 1235493 w 1954379"/>
                <a:gd name="csY3273" fmla="*/ 597819 h 1893469"/>
                <a:gd name="csX3274" fmla="*/ 1235493 w 1954379"/>
                <a:gd name="csY3274" fmla="*/ 594059 h 1893469"/>
                <a:gd name="csX3275" fmla="*/ 1240757 w 1954379"/>
                <a:gd name="csY3275" fmla="*/ 576012 h 1893469"/>
                <a:gd name="csX3276" fmla="*/ 1240757 w 1954379"/>
                <a:gd name="csY3276" fmla="*/ 573004 h 1893469"/>
                <a:gd name="csX3277" fmla="*/ 1239253 w 1954379"/>
                <a:gd name="csY3277" fmla="*/ 569996 h 1893469"/>
                <a:gd name="csX3278" fmla="*/ 1237749 w 1954379"/>
                <a:gd name="csY3278" fmla="*/ 566236 h 1893469"/>
                <a:gd name="csX3279" fmla="*/ 1236245 w 1954379"/>
                <a:gd name="csY3279" fmla="*/ 562476 h 1893469"/>
                <a:gd name="csX3280" fmla="*/ 1238501 w 1954379"/>
                <a:gd name="csY3280" fmla="*/ 559468 h 1893469"/>
                <a:gd name="csX3281" fmla="*/ 1240005 w 1954379"/>
                <a:gd name="csY3281" fmla="*/ 560220 h 1893469"/>
                <a:gd name="csX3282" fmla="*/ 1246772 w 1954379"/>
                <a:gd name="csY3282" fmla="*/ 563980 h 1893469"/>
                <a:gd name="csX3283" fmla="*/ 1255796 w 1954379"/>
                <a:gd name="csY3283" fmla="*/ 568492 h 1893469"/>
                <a:gd name="csX3284" fmla="*/ 1263316 w 1954379"/>
                <a:gd name="csY3284" fmla="*/ 569244 h 1893469"/>
                <a:gd name="csX3285" fmla="*/ 1265572 w 1954379"/>
                <a:gd name="csY3285" fmla="*/ 569996 h 1893469"/>
                <a:gd name="csX3286" fmla="*/ 1273844 w 1954379"/>
                <a:gd name="csY3286" fmla="*/ 574508 h 1893469"/>
                <a:gd name="csX3287" fmla="*/ 1271587 w 1954379"/>
                <a:gd name="csY3287" fmla="*/ 570748 h 1893469"/>
                <a:gd name="csX3288" fmla="*/ 1264820 w 1954379"/>
                <a:gd name="csY3288" fmla="*/ 564732 h 1893469"/>
                <a:gd name="csX3289" fmla="*/ 1269332 w 1954379"/>
                <a:gd name="csY3289" fmla="*/ 563980 h 1893469"/>
                <a:gd name="csX3290" fmla="*/ 1270836 w 1954379"/>
                <a:gd name="csY3290" fmla="*/ 562476 h 1893469"/>
                <a:gd name="csX3291" fmla="*/ 1272340 w 1954379"/>
                <a:gd name="csY3291" fmla="*/ 561724 h 1893469"/>
                <a:gd name="csX3292" fmla="*/ 1276100 w 1954379"/>
                <a:gd name="csY3292" fmla="*/ 562476 h 1893469"/>
                <a:gd name="csX3293" fmla="*/ 1276851 w 1954379"/>
                <a:gd name="csY3293" fmla="*/ 563228 h 1893469"/>
                <a:gd name="csX3294" fmla="*/ 1279107 w 1954379"/>
                <a:gd name="csY3294" fmla="*/ 560972 h 1893469"/>
                <a:gd name="csX3295" fmla="*/ 1279107 w 1954379"/>
                <a:gd name="csY3295" fmla="*/ 560220 h 1893469"/>
                <a:gd name="csX3296" fmla="*/ 1277604 w 1954379"/>
                <a:gd name="csY3296" fmla="*/ 558716 h 1893469"/>
                <a:gd name="csX3297" fmla="*/ 1274595 w 1954379"/>
                <a:gd name="csY3297" fmla="*/ 557965 h 1893469"/>
                <a:gd name="csX3298" fmla="*/ 1276100 w 1954379"/>
                <a:gd name="csY3298" fmla="*/ 554957 h 1893469"/>
                <a:gd name="csX3299" fmla="*/ 1278355 w 1954379"/>
                <a:gd name="csY3299" fmla="*/ 552701 h 1893469"/>
                <a:gd name="csX3300" fmla="*/ 1280611 w 1954379"/>
                <a:gd name="csY3300" fmla="*/ 551949 h 1893469"/>
                <a:gd name="csX3301" fmla="*/ 1282867 w 1954379"/>
                <a:gd name="csY3301" fmla="*/ 552701 h 1893469"/>
                <a:gd name="csX3302" fmla="*/ 1286627 w 1954379"/>
                <a:gd name="csY3302" fmla="*/ 552701 h 1893469"/>
                <a:gd name="csX3303" fmla="*/ 1283619 w 1954379"/>
                <a:gd name="csY3303" fmla="*/ 551197 h 1893469"/>
                <a:gd name="csX3304" fmla="*/ 1280611 w 1954379"/>
                <a:gd name="csY3304" fmla="*/ 550445 h 1893469"/>
                <a:gd name="csX3305" fmla="*/ 1278355 w 1954379"/>
                <a:gd name="csY3305" fmla="*/ 550445 h 1893469"/>
                <a:gd name="csX3306" fmla="*/ 1276100 w 1954379"/>
                <a:gd name="csY3306" fmla="*/ 551949 h 1893469"/>
                <a:gd name="csX3307" fmla="*/ 1273844 w 1954379"/>
                <a:gd name="csY3307" fmla="*/ 554205 h 1893469"/>
                <a:gd name="csX3308" fmla="*/ 1270836 w 1954379"/>
                <a:gd name="csY3308" fmla="*/ 556461 h 1893469"/>
                <a:gd name="csX3309" fmla="*/ 1267828 w 1954379"/>
                <a:gd name="csY3309" fmla="*/ 557213 h 1893469"/>
                <a:gd name="csX3310" fmla="*/ 1264820 w 1954379"/>
                <a:gd name="csY3310" fmla="*/ 557965 h 1893469"/>
                <a:gd name="csX3311" fmla="*/ 1263316 w 1954379"/>
                <a:gd name="csY3311" fmla="*/ 557965 h 1893469"/>
                <a:gd name="csX3312" fmla="*/ 1261060 w 1954379"/>
                <a:gd name="csY3312" fmla="*/ 560220 h 1893469"/>
                <a:gd name="csX3313" fmla="*/ 1259556 w 1954379"/>
                <a:gd name="csY3313" fmla="*/ 560972 h 1893469"/>
                <a:gd name="csX3314" fmla="*/ 1258052 w 1954379"/>
                <a:gd name="csY3314" fmla="*/ 560972 h 1893469"/>
                <a:gd name="csX3315" fmla="*/ 1247525 w 1954379"/>
                <a:gd name="csY3315" fmla="*/ 560220 h 1893469"/>
                <a:gd name="csX3316" fmla="*/ 1243765 w 1954379"/>
                <a:gd name="csY3316" fmla="*/ 559468 h 1893469"/>
                <a:gd name="csX3317" fmla="*/ 1243012 w 1954379"/>
                <a:gd name="csY3317" fmla="*/ 557213 h 1893469"/>
                <a:gd name="csX3318" fmla="*/ 1242261 w 1954379"/>
                <a:gd name="csY3318" fmla="*/ 555709 h 1893469"/>
                <a:gd name="csX3319" fmla="*/ 1239253 w 1954379"/>
                <a:gd name="csY3319" fmla="*/ 551949 h 1893469"/>
                <a:gd name="csX3320" fmla="*/ 1238501 w 1954379"/>
                <a:gd name="csY3320" fmla="*/ 549693 h 1893469"/>
                <a:gd name="csX3321" fmla="*/ 1237749 w 1954379"/>
                <a:gd name="csY3321" fmla="*/ 544429 h 1893469"/>
                <a:gd name="csX3322" fmla="*/ 1237749 w 1954379"/>
                <a:gd name="csY3322" fmla="*/ 533149 h 1893469"/>
                <a:gd name="csX3323" fmla="*/ 1238501 w 1954379"/>
                <a:gd name="csY3323" fmla="*/ 527886 h 1893469"/>
                <a:gd name="csX3324" fmla="*/ 1239253 w 1954379"/>
                <a:gd name="csY3324" fmla="*/ 524878 h 1893469"/>
                <a:gd name="csX3325" fmla="*/ 1240757 w 1954379"/>
                <a:gd name="csY3325" fmla="*/ 522622 h 1893469"/>
                <a:gd name="csX3326" fmla="*/ 1241508 w 1954379"/>
                <a:gd name="csY3326" fmla="*/ 521118 h 1893469"/>
                <a:gd name="csX3327" fmla="*/ 1240757 w 1954379"/>
                <a:gd name="csY3327" fmla="*/ 519614 h 1893469"/>
                <a:gd name="csX3328" fmla="*/ 1242261 w 1954379"/>
                <a:gd name="csY3328" fmla="*/ 517358 h 1893469"/>
                <a:gd name="csX3329" fmla="*/ 1243765 w 1954379"/>
                <a:gd name="csY3329" fmla="*/ 517358 h 1893469"/>
                <a:gd name="csX3330" fmla="*/ 1245268 w 1954379"/>
                <a:gd name="csY3330" fmla="*/ 518862 h 1893469"/>
                <a:gd name="csX3331" fmla="*/ 1246772 w 1954379"/>
                <a:gd name="csY3331" fmla="*/ 520366 h 1893469"/>
                <a:gd name="csX3332" fmla="*/ 1246021 w 1954379"/>
                <a:gd name="csY3332" fmla="*/ 516606 h 1893469"/>
                <a:gd name="csX3333" fmla="*/ 1244517 w 1954379"/>
                <a:gd name="csY3333" fmla="*/ 515102 h 1893469"/>
                <a:gd name="csX3334" fmla="*/ 1241508 w 1954379"/>
                <a:gd name="csY3334" fmla="*/ 514350 h 1893469"/>
                <a:gd name="csX3335" fmla="*/ 1239253 w 1954379"/>
                <a:gd name="csY3335" fmla="*/ 512094 h 1893469"/>
                <a:gd name="csX3336" fmla="*/ 1239253 w 1954379"/>
                <a:gd name="csY3336" fmla="*/ 510590 h 1893469"/>
                <a:gd name="csX3337" fmla="*/ 1239253 w 1954379"/>
                <a:gd name="csY3337" fmla="*/ 506078 h 1893469"/>
                <a:gd name="csX3338" fmla="*/ 1240005 w 1954379"/>
                <a:gd name="csY3338" fmla="*/ 505326 h 1893469"/>
                <a:gd name="csX3339" fmla="*/ 1241508 w 1954379"/>
                <a:gd name="csY3339" fmla="*/ 504574 h 1893469"/>
                <a:gd name="csX3340" fmla="*/ 1241508 w 1954379"/>
                <a:gd name="csY3340" fmla="*/ 503822 h 1893469"/>
                <a:gd name="csX3341" fmla="*/ 1241508 w 1954379"/>
                <a:gd name="csY3341" fmla="*/ 503070 h 1893469"/>
                <a:gd name="csX3342" fmla="*/ 1240005 w 1954379"/>
                <a:gd name="csY3342" fmla="*/ 502318 h 1893469"/>
                <a:gd name="csX3343" fmla="*/ 1239253 w 1954379"/>
                <a:gd name="csY3343" fmla="*/ 501566 h 1893469"/>
                <a:gd name="csX3344" fmla="*/ 1240757 w 1954379"/>
                <a:gd name="csY3344" fmla="*/ 495551 h 1893469"/>
                <a:gd name="csX3345" fmla="*/ 1246772 w 1954379"/>
                <a:gd name="csY3345" fmla="*/ 479007 h 1893469"/>
                <a:gd name="csX3346" fmla="*/ 1249028 w 1954379"/>
                <a:gd name="csY3346" fmla="*/ 480511 h 1893469"/>
                <a:gd name="csX3347" fmla="*/ 1250532 w 1954379"/>
                <a:gd name="csY3347" fmla="*/ 484271 h 1893469"/>
                <a:gd name="csX3348" fmla="*/ 1252036 w 1954379"/>
                <a:gd name="csY3348" fmla="*/ 488031 h 1893469"/>
                <a:gd name="csX3349" fmla="*/ 1252788 w 1954379"/>
                <a:gd name="csY3349" fmla="*/ 491039 h 1893469"/>
                <a:gd name="csX3350" fmla="*/ 1255044 w 1954379"/>
                <a:gd name="csY3350" fmla="*/ 492543 h 1893469"/>
                <a:gd name="csX3351" fmla="*/ 1266324 w 1954379"/>
                <a:gd name="csY3351" fmla="*/ 497807 h 1893469"/>
                <a:gd name="csX3352" fmla="*/ 1269332 w 1954379"/>
                <a:gd name="csY3352" fmla="*/ 498559 h 1893469"/>
                <a:gd name="csX3353" fmla="*/ 1270836 w 1954379"/>
                <a:gd name="csY3353" fmla="*/ 498559 h 1893469"/>
                <a:gd name="csX3354" fmla="*/ 1274595 w 1954379"/>
                <a:gd name="csY3354" fmla="*/ 498559 h 1893469"/>
                <a:gd name="csX3355" fmla="*/ 1275347 w 1954379"/>
                <a:gd name="csY3355" fmla="*/ 497807 h 1893469"/>
                <a:gd name="csX3356" fmla="*/ 1275347 w 1954379"/>
                <a:gd name="csY3356" fmla="*/ 497055 h 1893469"/>
                <a:gd name="csX3357" fmla="*/ 1274595 w 1954379"/>
                <a:gd name="csY3357" fmla="*/ 496303 h 1893469"/>
                <a:gd name="csX3358" fmla="*/ 1273844 w 1954379"/>
                <a:gd name="csY3358" fmla="*/ 494799 h 1893469"/>
                <a:gd name="csX3359" fmla="*/ 1265572 w 1954379"/>
                <a:gd name="csY3359" fmla="*/ 492543 h 1893469"/>
                <a:gd name="csX3360" fmla="*/ 1256548 w 1954379"/>
                <a:gd name="csY3360" fmla="*/ 491039 h 1893469"/>
                <a:gd name="csX3361" fmla="*/ 1255044 w 1954379"/>
                <a:gd name="csY3361" fmla="*/ 489535 h 1893469"/>
                <a:gd name="csX3362" fmla="*/ 1255044 w 1954379"/>
                <a:gd name="csY3362" fmla="*/ 487279 h 1893469"/>
                <a:gd name="csX3363" fmla="*/ 1253540 w 1954379"/>
                <a:gd name="csY3363" fmla="*/ 484271 h 1893469"/>
                <a:gd name="csX3364" fmla="*/ 1249780 w 1954379"/>
                <a:gd name="csY3364" fmla="*/ 474495 h 1893469"/>
                <a:gd name="csX3365" fmla="*/ 1249028 w 1954379"/>
                <a:gd name="csY3365" fmla="*/ 471488 h 1893469"/>
                <a:gd name="csX3366" fmla="*/ 1249028 w 1954379"/>
                <a:gd name="csY3366" fmla="*/ 467728 h 1893469"/>
                <a:gd name="csX3367" fmla="*/ 1249028 w 1954379"/>
                <a:gd name="csY3367" fmla="*/ 465472 h 1893469"/>
                <a:gd name="csX3368" fmla="*/ 1252036 w 1954379"/>
                <a:gd name="csY3368" fmla="*/ 457200 h 1893469"/>
                <a:gd name="csX3369" fmla="*/ 1252788 w 1954379"/>
                <a:gd name="csY3369" fmla="*/ 451184 h 1893469"/>
                <a:gd name="csX3370" fmla="*/ 1252788 w 1954379"/>
                <a:gd name="csY3370" fmla="*/ 449680 h 1893469"/>
                <a:gd name="csX3371" fmla="*/ 1253540 w 1954379"/>
                <a:gd name="csY3371" fmla="*/ 448928 h 1893469"/>
                <a:gd name="csX3372" fmla="*/ 1255796 w 1954379"/>
                <a:gd name="csY3372" fmla="*/ 446672 h 1893469"/>
                <a:gd name="csX3373" fmla="*/ 1255796 w 1954379"/>
                <a:gd name="csY3373" fmla="*/ 445920 h 1893469"/>
                <a:gd name="csX3374" fmla="*/ 1256548 w 1954379"/>
                <a:gd name="csY3374" fmla="*/ 443665 h 1893469"/>
                <a:gd name="csX3375" fmla="*/ 1257300 w 1954379"/>
                <a:gd name="csY3375" fmla="*/ 440657 h 1893469"/>
                <a:gd name="csX3376" fmla="*/ 1259556 w 1954379"/>
                <a:gd name="csY3376" fmla="*/ 435393 h 1893469"/>
                <a:gd name="csX3377" fmla="*/ 1260308 w 1954379"/>
                <a:gd name="csY3377" fmla="*/ 433889 h 1893469"/>
                <a:gd name="csX3378" fmla="*/ 1265572 w 1954379"/>
                <a:gd name="csY3378" fmla="*/ 430129 h 1893469"/>
                <a:gd name="csX3379" fmla="*/ 1267076 w 1954379"/>
                <a:gd name="csY3379" fmla="*/ 429377 h 1893469"/>
                <a:gd name="csX3380" fmla="*/ 1267828 w 1954379"/>
                <a:gd name="csY3380" fmla="*/ 428625 h 1893469"/>
                <a:gd name="csX3381" fmla="*/ 1270084 w 1954379"/>
                <a:gd name="csY3381" fmla="*/ 424113 h 1893469"/>
                <a:gd name="csX3382" fmla="*/ 1271587 w 1954379"/>
                <a:gd name="csY3382" fmla="*/ 424113 h 1893469"/>
                <a:gd name="csX3383" fmla="*/ 1273091 w 1954379"/>
                <a:gd name="csY3383" fmla="*/ 424113 h 1893469"/>
                <a:gd name="csX3384" fmla="*/ 1275347 w 1954379"/>
                <a:gd name="csY3384" fmla="*/ 424113 h 1893469"/>
                <a:gd name="csX3385" fmla="*/ 1276851 w 1954379"/>
                <a:gd name="csY3385" fmla="*/ 424113 h 1893469"/>
                <a:gd name="csX3386" fmla="*/ 1279107 w 1954379"/>
                <a:gd name="csY3386" fmla="*/ 422609 h 1893469"/>
                <a:gd name="csX3387" fmla="*/ 1281363 w 1954379"/>
                <a:gd name="csY3387" fmla="*/ 421105 h 1893469"/>
                <a:gd name="csX3388" fmla="*/ 1284371 w 1954379"/>
                <a:gd name="csY3388" fmla="*/ 419601 h 1893469"/>
                <a:gd name="csX3389" fmla="*/ 1288131 w 1954379"/>
                <a:gd name="csY3389" fmla="*/ 418849 h 1893469"/>
                <a:gd name="csX3390" fmla="*/ 1291139 w 1954379"/>
                <a:gd name="csY3390" fmla="*/ 418849 h 1893469"/>
                <a:gd name="csX3391" fmla="*/ 1294147 w 1954379"/>
                <a:gd name="csY3391" fmla="*/ 420353 h 1893469"/>
                <a:gd name="csX3392" fmla="*/ 1296403 w 1954379"/>
                <a:gd name="csY3392" fmla="*/ 420353 h 1893469"/>
                <a:gd name="csX3393" fmla="*/ 1298659 w 1954379"/>
                <a:gd name="csY3393" fmla="*/ 418849 h 1893469"/>
                <a:gd name="csX3394" fmla="*/ 1300163 w 1954379"/>
                <a:gd name="csY3394" fmla="*/ 416593 h 1893469"/>
                <a:gd name="csX3395" fmla="*/ 1300915 w 1954379"/>
                <a:gd name="csY3395" fmla="*/ 413586 h 1893469"/>
                <a:gd name="csX3396" fmla="*/ 1302419 w 1954379"/>
                <a:gd name="csY3396" fmla="*/ 411330 h 1893469"/>
                <a:gd name="csX3397" fmla="*/ 1305426 w 1954379"/>
                <a:gd name="csY3397" fmla="*/ 410578 h 1893469"/>
                <a:gd name="csX3398" fmla="*/ 1309186 w 1954379"/>
                <a:gd name="csY3398" fmla="*/ 410578 h 1893469"/>
                <a:gd name="csX3399" fmla="*/ 1317458 w 1954379"/>
                <a:gd name="csY3399" fmla="*/ 412834 h 1893469"/>
                <a:gd name="csX3400" fmla="*/ 1343777 w 1954379"/>
                <a:gd name="csY3400" fmla="*/ 415090 h 1893469"/>
                <a:gd name="csX3401" fmla="*/ 1352801 w 1954379"/>
                <a:gd name="csY3401" fmla="*/ 418849 h 1893469"/>
                <a:gd name="csX3402" fmla="*/ 1357313 w 1954379"/>
                <a:gd name="csY3402" fmla="*/ 418097 h 1893469"/>
                <a:gd name="csX3403" fmla="*/ 1389647 w 1954379"/>
                <a:gd name="csY3403" fmla="*/ 425617 h 1893469"/>
                <a:gd name="csX3404" fmla="*/ 1410703 w 1954379"/>
                <a:gd name="csY3404" fmla="*/ 431633 h 1893469"/>
                <a:gd name="csX3405" fmla="*/ 1431006 w 1954379"/>
                <a:gd name="csY3405" fmla="*/ 430881 h 1893469"/>
                <a:gd name="csX3406" fmla="*/ 1437022 w 1954379"/>
                <a:gd name="csY3406" fmla="*/ 429377 h 1893469"/>
                <a:gd name="csX3407" fmla="*/ 1440030 w 1954379"/>
                <a:gd name="csY3407" fmla="*/ 429377 h 1893469"/>
                <a:gd name="csX3408" fmla="*/ 1441534 w 1954379"/>
                <a:gd name="csY3408" fmla="*/ 429377 h 1893469"/>
                <a:gd name="csX3409" fmla="*/ 1445294 w 1954379"/>
                <a:gd name="csY3409" fmla="*/ 430129 h 1893469"/>
                <a:gd name="csX3410" fmla="*/ 1446798 w 1954379"/>
                <a:gd name="csY3410" fmla="*/ 430881 h 1893469"/>
                <a:gd name="csX3411" fmla="*/ 1449805 w 1954379"/>
                <a:gd name="csY3411" fmla="*/ 433889 h 1893469"/>
                <a:gd name="csX3412" fmla="*/ 1451309 w 1954379"/>
                <a:gd name="csY3412" fmla="*/ 434641 h 1893469"/>
                <a:gd name="csX3413" fmla="*/ 1451309 w 1954379"/>
                <a:gd name="csY3413" fmla="*/ 433137 h 1893469"/>
                <a:gd name="csX3414" fmla="*/ 1449805 w 1954379"/>
                <a:gd name="csY3414" fmla="*/ 430881 h 1893469"/>
                <a:gd name="csX3415" fmla="*/ 1448301 w 1954379"/>
                <a:gd name="csY3415" fmla="*/ 427873 h 1893469"/>
                <a:gd name="csX3416" fmla="*/ 1448301 w 1954379"/>
                <a:gd name="csY3416" fmla="*/ 425617 h 1893469"/>
                <a:gd name="csX3417" fmla="*/ 1451309 w 1954379"/>
                <a:gd name="csY3417" fmla="*/ 423361 h 1893469"/>
                <a:gd name="csX3418" fmla="*/ 1460333 w 1954379"/>
                <a:gd name="csY3418" fmla="*/ 418849 h 1893469"/>
                <a:gd name="csX3419" fmla="*/ 1461837 w 1954379"/>
                <a:gd name="csY3419" fmla="*/ 419601 h 1893469"/>
                <a:gd name="csX3420" fmla="*/ 1462589 w 1954379"/>
                <a:gd name="csY3420" fmla="*/ 419601 h 1893469"/>
                <a:gd name="csX3421" fmla="*/ 1463341 w 1954379"/>
                <a:gd name="csY3421" fmla="*/ 418849 h 1893469"/>
                <a:gd name="csX3422" fmla="*/ 1464845 w 1954379"/>
                <a:gd name="csY3422" fmla="*/ 418849 h 1893469"/>
                <a:gd name="csX3423" fmla="*/ 1467101 w 1954379"/>
                <a:gd name="csY3423" fmla="*/ 418849 h 1893469"/>
                <a:gd name="csX3424" fmla="*/ 1468605 w 1954379"/>
                <a:gd name="csY3424" fmla="*/ 418849 h 1893469"/>
                <a:gd name="csX3425" fmla="*/ 1470109 w 1954379"/>
                <a:gd name="csY3425" fmla="*/ 418097 h 1893469"/>
                <a:gd name="csX3426" fmla="*/ 1473869 w 1954379"/>
                <a:gd name="csY3426" fmla="*/ 417345 h 1893469"/>
                <a:gd name="csX3427" fmla="*/ 1477628 w 1954379"/>
                <a:gd name="csY3427" fmla="*/ 416593 h 1893469"/>
                <a:gd name="csX3428" fmla="*/ 1478380 w 1954379"/>
                <a:gd name="csY3428" fmla="*/ 416593 h 1893469"/>
                <a:gd name="csX3429" fmla="*/ 1480636 w 1954379"/>
                <a:gd name="csY3429" fmla="*/ 416593 h 1893469"/>
                <a:gd name="csX3430" fmla="*/ 1482140 w 1954379"/>
                <a:gd name="csY3430" fmla="*/ 418097 h 1893469"/>
                <a:gd name="csX3431" fmla="*/ 1484396 w 1954379"/>
                <a:gd name="csY3431" fmla="*/ 418849 h 1893469"/>
                <a:gd name="csX3432" fmla="*/ 1485900 w 1954379"/>
                <a:gd name="csY3432" fmla="*/ 418849 h 1893469"/>
                <a:gd name="csX3433" fmla="*/ 1488156 w 1954379"/>
                <a:gd name="csY3433" fmla="*/ 418097 h 1893469"/>
                <a:gd name="csX3434" fmla="*/ 1489660 w 1954379"/>
                <a:gd name="csY3434" fmla="*/ 418097 h 1893469"/>
                <a:gd name="csX3435" fmla="*/ 1491916 w 1954379"/>
                <a:gd name="csY3435" fmla="*/ 419601 h 1893469"/>
                <a:gd name="csX3436" fmla="*/ 1496428 w 1954379"/>
                <a:gd name="csY3436" fmla="*/ 418849 h 1893469"/>
                <a:gd name="csX3437" fmla="*/ 1506203 w 1954379"/>
                <a:gd name="csY3437" fmla="*/ 419601 h 1893469"/>
                <a:gd name="csX3438" fmla="*/ 1508459 w 1954379"/>
                <a:gd name="csY3438" fmla="*/ 419601 h 1893469"/>
                <a:gd name="csX3439" fmla="*/ 1510715 w 1954379"/>
                <a:gd name="csY3439" fmla="*/ 421105 h 1893469"/>
                <a:gd name="csX3440" fmla="*/ 1512971 w 1954379"/>
                <a:gd name="csY3440" fmla="*/ 423361 h 1893469"/>
                <a:gd name="csX3441" fmla="*/ 1515979 w 1954379"/>
                <a:gd name="csY3441" fmla="*/ 422609 h 1893469"/>
                <a:gd name="csX3442" fmla="*/ 1518235 w 1954379"/>
                <a:gd name="csY3442" fmla="*/ 421857 h 1893469"/>
                <a:gd name="csX3443" fmla="*/ 1521243 w 1954379"/>
                <a:gd name="csY3443" fmla="*/ 419601 h 1893469"/>
                <a:gd name="csX3444" fmla="*/ 1525755 w 1954379"/>
                <a:gd name="csY3444" fmla="*/ 418097 h 1893469"/>
                <a:gd name="csX3445" fmla="*/ 1528011 w 1954379"/>
                <a:gd name="csY3445" fmla="*/ 420353 h 1893469"/>
                <a:gd name="csX3446" fmla="*/ 1528011 w 1954379"/>
                <a:gd name="csY3446" fmla="*/ 424113 h 1893469"/>
                <a:gd name="csX3447" fmla="*/ 1526507 w 1954379"/>
                <a:gd name="csY3447" fmla="*/ 426369 h 1893469"/>
                <a:gd name="csX3448" fmla="*/ 1526507 w 1954379"/>
                <a:gd name="csY3448" fmla="*/ 427873 h 1893469"/>
                <a:gd name="csX3449" fmla="*/ 1531018 w 1954379"/>
                <a:gd name="csY3449" fmla="*/ 427121 h 1893469"/>
                <a:gd name="csX3450" fmla="*/ 1537786 w 1954379"/>
                <a:gd name="csY3450" fmla="*/ 426369 h 1893469"/>
                <a:gd name="csX3451" fmla="*/ 1555082 w 1954379"/>
                <a:gd name="csY3451" fmla="*/ 430881 h 1893469"/>
                <a:gd name="csX3452" fmla="*/ 1558090 w 1954379"/>
                <a:gd name="csY3452" fmla="*/ 430881 h 1893469"/>
                <a:gd name="csX3453" fmla="*/ 1563354 w 1954379"/>
                <a:gd name="csY3453" fmla="*/ 429377 h 1893469"/>
                <a:gd name="csX3454" fmla="*/ 1567113 w 1954379"/>
                <a:gd name="csY3454" fmla="*/ 429377 h 1893469"/>
                <a:gd name="csX3455" fmla="*/ 1570121 w 1954379"/>
                <a:gd name="csY3455" fmla="*/ 429377 h 1893469"/>
                <a:gd name="csX3456" fmla="*/ 1579145 w 1954379"/>
                <a:gd name="csY3456" fmla="*/ 432385 h 1893469"/>
                <a:gd name="csX3457" fmla="*/ 1596440 w 1954379"/>
                <a:gd name="csY3457" fmla="*/ 434641 h 1893469"/>
                <a:gd name="csX3458" fmla="*/ 1600952 w 1954379"/>
                <a:gd name="csY3458" fmla="*/ 436145 h 1893469"/>
                <a:gd name="csX3459" fmla="*/ 1601704 w 1954379"/>
                <a:gd name="csY3459" fmla="*/ 436145 h 1893469"/>
                <a:gd name="csX3460" fmla="*/ 1603208 w 1954379"/>
                <a:gd name="csY3460" fmla="*/ 437649 h 1893469"/>
                <a:gd name="csX3461" fmla="*/ 1604712 w 1954379"/>
                <a:gd name="csY3461" fmla="*/ 439153 h 1893469"/>
                <a:gd name="csX3462" fmla="*/ 1605464 w 1954379"/>
                <a:gd name="csY3462" fmla="*/ 440657 h 1893469"/>
                <a:gd name="csX3463" fmla="*/ 1606216 w 1954379"/>
                <a:gd name="csY3463" fmla="*/ 442913 h 1893469"/>
                <a:gd name="csX3464" fmla="*/ 1605464 w 1954379"/>
                <a:gd name="csY3464" fmla="*/ 449680 h 1893469"/>
                <a:gd name="csX3465" fmla="*/ 1604712 w 1954379"/>
                <a:gd name="csY3465" fmla="*/ 451936 h 1893469"/>
                <a:gd name="csX3466" fmla="*/ 1603960 w 1954379"/>
                <a:gd name="csY3466" fmla="*/ 453440 h 1893469"/>
                <a:gd name="csX3467" fmla="*/ 1602456 w 1954379"/>
                <a:gd name="csY3467" fmla="*/ 454944 h 1893469"/>
                <a:gd name="csX3468" fmla="*/ 1600952 w 1954379"/>
                <a:gd name="csY3468" fmla="*/ 456448 h 1893469"/>
                <a:gd name="csX3469" fmla="*/ 1599448 w 1954379"/>
                <a:gd name="csY3469" fmla="*/ 457200 h 1893469"/>
                <a:gd name="csX3470" fmla="*/ 1597944 w 1954379"/>
                <a:gd name="csY3470" fmla="*/ 457952 h 1893469"/>
                <a:gd name="csX3471" fmla="*/ 1595688 w 1954379"/>
                <a:gd name="csY3471" fmla="*/ 463216 h 1893469"/>
                <a:gd name="csX3472" fmla="*/ 1592680 w 1954379"/>
                <a:gd name="csY3472" fmla="*/ 468480 h 1893469"/>
                <a:gd name="csX3473" fmla="*/ 1591176 w 1954379"/>
                <a:gd name="csY3473" fmla="*/ 472991 h 1893469"/>
                <a:gd name="csX3474" fmla="*/ 1591176 w 1954379"/>
                <a:gd name="csY3474" fmla="*/ 482767 h 1893469"/>
                <a:gd name="csX3475" fmla="*/ 1210678 w 1954379"/>
                <a:gd name="csY3475" fmla="*/ 439153 h 1893469"/>
                <a:gd name="csX3476" fmla="*/ 1205414 w 1954379"/>
                <a:gd name="csY3476" fmla="*/ 436897 h 1893469"/>
                <a:gd name="csX3477" fmla="*/ 1201654 w 1954379"/>
                <a:gd name="csY3477" fmla="*/ 430881 h 1893469"/>
                <a:gd name="csX3478" fmla="*/ 1200902 w 1954379"/>
                <a:gd name="csY3478" fmla="*/ 425617 h 1893469"/>
                <a:gd name="csX3479" fmla="*/ 1206166 w 1954379"/>
                <a:gd name="csY3479" fmla="*/ 424113 h 1893469"/>
                <a:gd name="csX3480" fmla="*/ 1206166 w 1954379"/>
                <a:gd name="csY3480" fmla="*/ 422609 h 1893469"/>
                <a:gd name="csX3481" fmla="*/ 1205414 w 1954379"/>
                <a:gd name="csY3481" fmla="*/ 422609 h 1893469"/>
                <a:gd name="csX3482" fmla="*/ 1202406 w 1954379"/>
                <a:gd name="csY3482" fmla="*/ 421105 h 1893469"/>
                <a:gd name="csX3483" fmla="*/ 1209926 w 1954379"/>
                <a:gd name="csY3483" fmla="*/ 408322 h 1893469"/>
                <a:gd name="csX3484" fmla="*/ 1211430 w 1954379"/>
                <a:gd name="csY3484" fmla="*/ 401554 h 1893469"/>
                <a:gd name="csX3485" fmla="*/ 1215190 w 1954379"/>
                <a:gd name="csY3485" fmla="*/ 397042 h 1893469"/>
                <a:gd name="csX3486" fmla="*/ 1218197 w 1954379"/>
                <a:gd name="csY3486" fmla="*/ 396290 h 1893469"/>
                <a:gd name="csX3487" fmla="*/ 1223461 w 1954379"/>
                <a:gd name="csY3487" fmla="*/ 394786 h 1893469"/>
                <a:gd name="csX3488" fmla="*/ 1234741 w 1954379"/>
                <a:gd name="csY3488" fmla="*/ 390274 h 1893469"/>
                <a:gd name="csX3489" fmla="*/ 1242261 w 1954379"/>
                <a:gd name="csY3489" fmla="*/ 388018 h 1893469"/>
                <a:gd name="csX3490" fmla="*/ 1246772 w 1954379"/>
                <a:gd name="csY3490" fmla="*/ 390274 h 1893469"/>
                <a:gd name="csX3491" fmla="*/ 1249028 w 1954379"/>
                <a:gd name="csY3491" fmla="*/ 394034 h 1893469"/>
                <a:gd name="csX3492" fmla="*/ 1252036 w 1954379"/>
                <a:gd name="csY3492" fmla="*/ 395538 h 1893469"/>
                <a:gd name="csX3493" fmla="*/ 1255796 w 1954379"/>
                <a:gd name="csY3493" fmla="*/ 397042 h 1893469"/>
                <a:gd name="csX3494" fmla="*/ 1258052 w 1954379"/>
                <a:gd name="csY3494" fmla="*/ 397794 h 1893469"/>
                <a:gd name="csX3495" fmla="*/ 1259556 w 1954379"/>
                <a:gd name="csY3495" fmla="*/ 398546 h 1893469"/>
                <a:gd name="csX3496" fmla="*/ 1260308 w 1954379"/>
                <a:gd name="csY3496" fmla="*/ 400802 h 1893469"/>
                <a:gd name="csX3497" fmla="*/ 1261060 w 1954379"/>
                <a:gd name="csY3497" fmla="*/ 402306 h 1893469"/>
                <a:gd name="csX3498" fmla="*/ 1261812 w 1954379"/>
                <a:gd name="csY3498" fmla="*/ 403058 h 1893469"/>
                <a:gd name="csX3499" fmla="*/ 1261060 w 1954379"/>
                <a:gd name="csY3499" fmla="*/ 404562 h 1893469"/>
                <a:gd name="csX3500" fmla="*/ 1261060 w 1954379"/>
                <a:gd name="csY3500" fmla="*/ 405314 h 1893469"/>
                <a:gd name="csX3501" fmla="*/ 1263316 w 1954379"/>
                <a:gd name="csY3501" fmla="*/ 407570 h 1893469"/>
                <a:gd name="csX3502" fmla="*/ 1263316 w 1954379"/>
                <a:gd name="csY3502" fmla="*/ 408322 h 1893469"/>
                <a:gd name="csX3503" fmla="*/ 1263316 w 1954379"/>
                <a:gd name="csY3503" fmla="*/ 411330 h 1893469"/>
                <a:gd name="csX3504" fmla="*/ 1261812 w 1954379"/>
                <a:gd name="csY3504" fmla="*/ 413586 h 1893469"/>
                <a:gd name="csX3505" fmla="*/ 1255796 w 1954379"/>
                <a:gd name="csY3505" fmla="*/ 418849 h 1893469"/>
                <a:gd name="csX3506" fmla="*/ 1253540 w 1954379"/>
                <a:gd name="csY3506" fmla="*/ 420353 h 1893469"/>
                <a:gd name="csX3507" fmla="*/ 1243765 w 1954379"/>
                <a:gd name="csY3507" fmla="*/ 424865 h 1893469"/>
                <a:gd name="csX3508" fmla="*/ 1240005 w 1954379"/>
                <a:gd name="csY3508" fmla="*/ 427121 h 1893469"/>
                <a:gd name="csX3509" fmla="*/ 1231733 w 1954379"/>
                <a:gd name="csY3509" fmla="*/ 436145 h 1893469"/>
                <a:gd name="csX3510" fmla="*/ 1228725 w 1954379"/>
                <a:gd name="csY3510" fmla="*/ 438401 h 1893469"/>
                <a:gd name="csX3511" fmla="*/ 1222709 w 1954379"/>
                <a:gd name="csY3511" fmla="*/ 441409 h 1893469"/>
                <a:gd name="csX3512" fmla="*/ 1218949 w 1954379"/>
                <a:gd name="csY3512" fmla="*/ 445168 h 1893469"/>
                <a:gd name="csX3513" fmla="*/ 1217445 w 1954379"/>
                <a:gd name="csY3513" fmla="*/ 445168 h 1893469"/>
                <a:gd name="csX3514" fmla="*/ 1215942 w 1954379"/>
                <a:gd name="csY3514" fmla="*/ 444416 h 1893469"/>
                <a:gd name="csX3515" fmla="*/ 1212182 w 1954379"/>
                <a:gd name="csY3515" fmla="*/ 442913 h 1893469"/>
                <a:gd name="csX3516" fmla="*/ 1211430 w 1954379"/>
                <a:gd name="csY3516" fmla="*/ 441409 h 1893469"/>
                <a:gd name="csX3517" fmla="*/ 1211430 w 1954379"/>
                <a:gd name="csY3517" fmla="*/ 439905 h 1893469"/>
                <a:gd name="csX3518" fmla="*/ 1210678 w 1954379"/>
                <a:gd name="csY3518" fmla="*/ 439153 h 1893469"/>
                <a:gd name="csX3519" fmla="*/ 1383632 w 1954379"/>
                <a:gd name="csY3519" fmla="*/ 410578 h 1893469"/>
                <a:gd name="csX3520" fmla="*/ 1385136 w 1954379"/>
                <a:gd name="csY3520" fmla="*/ 406066 h 1893469"/>
                <a:gd name="csX3521" fmla="*/ 1388896 w 1954379"/>
                <a:gd name="csY3521" fmla="*/ 402306 h 1893469"/>
                <a:gd name="csX3522" fmla="*/ 1397919 w 1954379"/>
                <a:gd name="csY3522" fmla="*/ 395538 h 1893469"/>
                <a:gd name="csX3523" fmla="*/ 1407695 w 1954379"/>
                <a:gd name="csY3523" fmla="*/ 391026 h 1893469"/>
                <a:gd name="csX3524" fmla="*/ 1414462 w 1954379"/>
                <a:gd name="csY3524" fmla="*/ 386515 h 1893469"/>
                <a:gd name="csX3525" fmla="*/ 1430254 w 1954379"/>
                <a:gd name="csY3525" fmla="*/ 384259 h 1893469"/>
                <a:gd name="csX3526" fmla="*/ 1434766 w 1954379"/>
                <a:gd name="csY3526" fmla="*/ 382003 h 1893469"/>
                <a:gd name="csX3527" fmla="*/ 1435518 w 1954379"/>
                <a:gd name="csY3527" fmla="*/ 383507 h 1893469"/>
                <a:gd name="csX3528" fmla="*/ 1436270 w 1954379"/>
                <a:gd name="csY3528" fmla="*/ 385011 h 1893469"/>
                <a:gd name="csX3529" fmla="*/ 1437022 w 1954379"/>
                <a:gd name="csY3529" fmla="*/ 385762 h 1893469"/>
                <a:gd name="csX3530" fmla="*/ 1438526 w 1954379"/>
                <a:gd name="csY3530" fmla="*/ 385011 h 1893469"/>
                <a:gd name="csX3531" fmla="*/ 1440781 w 1954379"/>
                <a:gd name="csY3531" fmla="*/ 384259 h 1893469"/>
                <a:gd name="csX3532" fmla="*/ 1443038 w 1954379"/>
                <a:gd name="csY3532" fmla="*/ 383507 h 1893469"/>
                <a:gd name="csX3533" fmla="*/ 1445294 w 1954379"/>
                <a:gd name="csY3533" fmla="*/ 384259 h 1893469"/>
                <a:gd name="csX3534" fmla="*/ 1450558 w 1954379"/>
                <a:gd name="csY3534" fmla="*/ 387267 h 1893469"/>
                <a:gd name="csX3535" fmla="*/ 1452061 w 1954379"/>
                <a:gd name="csY3535" fmla="*/ 388770 h 1893469"/>
                <a:gd name="csX3536" fmla="*/ 1453565 w 1954379"/>
                <a:gd name="csY3536" fmla="*/ 391026 h 1893469"/>
                <a:gd name="csX3537" fmla="*/ 1454317 w 1954379"/>
                <a:gd name="csY3537" fmla="*/ 392530 h 1893469"/>
                <a:gd name="csX3538" fmla="*/ 1453565 w 1954379"/>
                <a:gd name="csY3538" fmla="*/ 394034 h 1893469"/>
                <a:gd name="csX3539" fmla="*/ 1453565 w 1954379"/>
                <a:gd name="csY3539" fmla="*/ 395538 h 1893469"/>
                <a:gd name="csX3540" fmla="*/ 1455821 w 1954379"/>
                <a:gd name="csY3540" fmla="*/ 396290 h 1893469"/>
                <a:gd name="csX3541" fmla="*/ 1456573 w 1954379"/>
                <a:gd name="csY3541" fmla="*/ 396290 h 1893469"/>
                <a:gd name="csX3542" fmla="*/ 1457325 w 1954379"/>
                <a:gd name="csY3542" fmla="*/ 397042 h 1893469"/>
                <a:gd name="csX3543" fmla="*/ 1457325 w 1954379"/>
                <a:gd name="csY3543" fmla="*/ 398546 h 1893469"/>
                <a:gd name="csX3544" fmla="*/ 1457325 w 1954379"/>
                <a:gd name="csY3544" fmla="*/ 400050 h 1893469"/>
                <a:gd name="csX3545" fmla="*/ 1456573 w 1954379"/>
                <a:gd name="csY3545" fmla="*/ 400802 h 1893469"/>
                <a:gd name="csX3546" fmla="*/ 1455821 w 1954379"/>
                <a:gd name="csY3546" fmla="*/ 402306 h 1893469"/>
                <a:gd name="csX3547" fmla="*/ 1455069 w 1954379"/>
                <a:gd name="csY3547" fmla="*/ 403810 h 1893469"/>
                <a:gd name="csX3548" fmla="*/ 1454317 w 1954379"/>
                <a:gd name="csY3548" fmla="*/ 403810 h 1893469"/>
                <a:gd name="csX3549" fmla="*/ 1452813 w 1954379"/>
                <a:gd name="csY3549" fmla="*/ 403810 h 1893469"/>
                <a:gd name="csX3550" fmla="*/ 1452061 w 1954379"/>
                <a:gd name="csY3550" fmla="*/ 403058 h 1893469"/>
                <a:gd name="csX3551" fmla="*/ 1451309 w 1954379"/>
                <a:gd name="csY3551" fmla="*/ 406066 h 1893469"/>
                <a:gd name="csX3552" fmla="*/ 1446045 w 1954379"/>
                <a:gd name="csY3552" fmla="*/ 409826 h 1893469"/>
                <a:gd name="csX3553" fmla="*/ 1445294 w 1954379"/>
                <a:gd name="csY3553" fmla="*/ 412082 h 1893469"/>
                <a:gd name="csX3554" fmla="*/ 1443790 w 1954379"/>
                <a:gd name="csY3554" fmla="*/ 413586 h 1893469"/>
                <a:gd name="csX3555" fmla="*/ 1440030 w 1954379"/>
                <a:gd name="csY3555" fmla="*/ 414338 h 1893469"/>
                <a:gd name="csX3556" fmla="*/ 1435518 w 1954379"/>
                <a:gd name="csY3556" fmla="*/ 415090 h 1893469"/>
                <a:gd name="csX3557" fmla="*/ 1406191 w 1954379"/>
                <a:gd name="csY3557" fmla="*/ 415841 h 1893469"/>
                <a:gd name="csX3558" fmla="*/ 1401679 w 1954379"/>
                <a:gd name="csY3558" fmla="*/ 417345 h 1893469"/>
                <a:gd name="csX3559" fmla="*/ 1383632 w 1954379"/>
                <a:gd name="csY3559" fmla="*/ 410578 h 1893469"/>
                <a:gd name="csX3560" fmla="*/ 1262564 w 1954379"/>
                <a:gd name="csY3560" fmla="*/ 384259 h 1893469"/>
                <a:gd name="csX3561" fmla="*/ 1261812 w 1954379"/>
                <a:gd name="csY3561" fmla="*/ 382755 h 1893469"/>
                <a:gd name="csX3562" fmla="*/ 1261812 w 1954379"/>
                <a:gd name="csY3562" fmla="*/ 382003 h 1893469"/>
                <a:gd name="csX3563" fmla="*/ 1262564 w 1954379"/>
                <a:gd name="csY3563" fmla="*/ 380499 h 1893469"/>
                <a:gd name="csX3564" fmla="*/ 1262564 w 1954379"/>
                <a:gd name="csY3564" fmla="*/ 378995 h 1893469"/>
                <a:gd name="csX3565" fmla="*/ 1261812 w 1954379"/>
                <a:gd name="csY3565" fmla="*/ 377491 h 1893469"/>
                <a:gd name="csX3566" fmla="*/ 1260308 w 1954379"/>
                <a:gd name="csY3566" fmla="*/ 374483 h 1893469"/>
                <a:gd name="csX3567" fmla="*/ 1260308 w 1954379"/>
                <a:gd name="csY3567" fmla="*/ 372227 h 1893469"/>
                <a:gd name="csX3568" fmla="*/ 1261812 w 1954379"/>
                <a:gd name="csY3568" fmla="*/ 369971 h 1893469"/>
                <a:gd name="csX3569" fmla="*/ 1266324 w 1954379"/>
                <a:gd name="csY3569" fmla="*/ 367715 h 1893469"/>
                <a:gd name="csX3570" fmla="*/ 1270084 w 1954379"/>
                <a:gd name="csY3570" fmla="*/ 367715 h 1893469"/>
                <a:gd name="csX3571" fmla="*/ 1273844 w 1954379"/>
                <a:gd name="csY3571" fmla="*/ 368467 h 1893469"/>
                <a:gd name="csX3572" fmla="*/ 1276100 w 1954379"/>
                <a:gd name="csY3572" fmla="*/ 369219 h 1893469"/>
                <a:gd name="csX3573" fmla="*/ 1280611 w 1954379"/>
                <a:gd name="csY3573" fmla="*/ 369971 h 1893469"/>
                <a:gd name="csX3574" fmla="*/ 1284371 w 1954379"/>
                <a:gd name="csY3574" fmla="*/ 371475 h 1893469"/>
                <a:gd name="csX3575" fmla="*/ 1287379 w 1954379"/>
                <a:gd name="csY3575" fmla="*/ 372979 h 1893469"/>
                <a:gd name="csX3576" fmla="*/ 1291139 w 1954379"/>
                <a:gd name="csY3576" fmla="*/ 375987 h 1893469"/>
                <a:gd name="csX3577" fmla="*/ 1291139 w 1954379"/>
                <a:gd name="csY3577" fmla="*/ 378995 h 1893469"/>
                <a:gd name="csX3578" fmla="*/ 1291139 w 1954379"/>
                <a:gd name="csY3578" fmla="*/ 382755 h 1893469"/>
                <a:gd name="csX3579" fmla="*/ 1291891 w 1954379"/>
                <a:gd name="csY3579" fmla="*/ 385762 h 1893469"/>
                <a:gd name="csX3580" fmla="*/ 1292643 w 1954379"/>
                <a:gd name="csY3580" fmla="*/ 389522 h 1893469"/>
                <a:gd name="csX3581" fmla="*/ 1292643 w 1954379"/>
                <a:gd name="csY3581" fmla="*/ 392530 h 1893469"/>
                <a:gd name="csX3582" fmla="*/ 1291891 w 1954379"/>
                <a:gd name="csY3582" fmla="*/ 395538 h 1893469"/>
                <a:gd name="csX3583" fmla="*/ 1290387 w 1954379"/>
                <a:gd name="csY3583" fmla="*/ 397794 h 1893469"/>
                <a:gd name="csX3584" fmla="*/ 1284371 w 1954379"/>
                <a:gd name="csY3584" fmla="*/ 397794 h 1893469"/>
                <a:gd name="csX3585" fmla="*/ 1283619 w 1954379"/>
                <a:gd name="csY3585" fmla="*/ 397794 h 1893469"/>
                <a:gd name="csX3586" fmla="*/ 1282115 w 1954379"/>
                <a:gd name="csY3586" fmla="*/ 397794 h 1893469"/>
                <a:gd name="csX3587" fmla="*/ 1280611 w 1954379"/>
                <a:gd name="csY3587" fmla="*/ 397042 h 1893469"/>
                <a:gd name="csX3588" fmla="*/ 1279859 w 1954379"/>
                <a:gd name="csY3588" fmla="*/ 396290 h 1893469"/>
                <a:gd name="csX3589" fmla="*/ 1279107 w 1954379"/>
                <a:gd name="csY3589" fmla="*/ 395538 h 1893469"/>
                <a:gd name="csX3590" fmla="*/ 1273844 w 1954379"/>
                <a:gd name="csY3590" fmla="*/ 395538 h 1893469"/>
                <a:gd name="csX3591" fmla="*/ 1271587 w 1954379"/>
                <a:gd name="csY3591" fmla="*/ 394786 h 1893469"/>
                <a:gd name="csX3592" fmla="*/ 1269332 w 1954379"/>
                <a:gd name="csY3592" fmla="*/ 393282 h 1893469"/>
                <a:gd name="csX3593" fmla="*/ 1267076 w 1954379"/>
                <a:gd name="csY3593" fmla="*/ 391778 h 1893469"/>
                <a:gd name="csX3594" fmla="*/ 1266324 w 1954379"/>
                <a:gd name="csY3594" fmla="*/ 390274 h 1893469"/>
                <a:gd name="csX3595" fmla="*/ 1266324 w 1954379"/>
                <a:gd name="csY3595" fmla="*/ 387267 h 1893469"/>
                <a:gd name="csX3596" fmla="*/ 1265572 w 1954379"/>
                <a:gd name="csY3596" fmla="*/ 386515 h 1893469"/>
                <a:gd name="csX3597" fmla="*/ 1264068 w 1954379"/>
                <a:gd name="csY3597" fmla="*/ 385762 h 1893469"/>
                <a:gd name="csX3598" fmla="*/ 1262564 w 1954379"/>
                <a:gd name="csY3598" fmla="*/ 384259 h 1893469"/>
                <a:gd name="csX3599" fmla="*/ 1344529 w 1954379"/>
                <a:gd name="csY3599" fmla="*/ 348916 h 1893469"/>
                <a:gd name="csX3600" fmla="*/ 1342273 w 1954379"/>
                <a:gd name="csY3600" fmla="*/ 351172 h 1893469"/>
                <a:gd name="csX3601" fmla="*/ 1333249 w 1954379"/>
                <a:gd name="csY3601" fmla="*/ 355684 h 1893469"/>
                <a:gd name="csX3602" fmla="*/ 1324978 w 1954379"/>
                <a:gd name="csY3602" fmla="*/ 357939 h 1893469"/>
                <a:gd name="csX3603" fmla="*/ 1325730 w 1954379"/>
                <a:gd name="csY3603" fmla="*/ 355684 h 1893469"/>
                <a:gd name="csX3604" fmla="*/ 1327985 w 1954379"/>
                <a:gd name="csY3604" fmla="*/ 351924 h 1893469"/>
                <a:gd name="csX3605" fmla="*/ 1337761 w 1954379"/>
                <a:gd name="csY3605" fmla="*/ 345908 h 1893469"/>
                <a:gd name="csX3606" fmla="*/ 1341521 w 1954379"/>
                <a:gd name="csY3606" fmla="*/ 344404 h 1893469"/>
                <a:gd name="csX3607" fmla="*/ 1344529 w 1954379"/>
                <a:gd name="csY3607" fmla="*/ 343652 h 1893469"/>
                <a:gd name="csX3608" fmla="*/ 1345281 w 1954379"/>
                <a:gd name="csY3608" fmla="*/ 346660 h 1893469"/>
                <a:gd name="csX3609" fmla="*/ 1344529 w 1954379"/>
                <a:gd name="csY3609" fmla="*/ 348916 h 1893469"/>
                <a:gd name="csX3610" fmla="*/ 1352801 w 1954379"/>
                <a:gd name="csY3610" fmla="*/ 349668 h 1893469"/>
                <a:gd name="csX3611" fmla="*/ 1358064 w 1954379"/>
                <a:gd name="csY3611" fmla="*/ 348164 h 1893469"/>
                <a:gd name="csX3612" fmla="*/ 1364832 w 1954379"/>
                <a:gd name="csY3612" fmla="*/ 348916 h 1893469"/>
                <a:gd name="csX3613" fmla="*/ 1370096 w 1954379"/>
                <a:gd name="csY3613" fmla="*/ 351172 h 1893469"/>
                <a:gd name="csX3614" fmla="*/ 1379872 w 1954379"/>
                <a:gd name="csY3614" fmla="*/ 349668 h 1893469"/>
                <a:gd name="csX3615" fmla="*/ 1385136 w 1954379"/>
                <a:gd name="csY3615" fmla="*/ 346660 h 1893469"/>
                <a:gd name="csX3616" fmla="*/ 1397167 w 1954379"/>
                <a:gd name="csY3616" fmla="*/ 341396 h 1893469"/>
                <a:gd name="csX3617" fmla="*/ 1411455 w 1954379"/>
                <a:gd name="csY3617" fmla="*/ 336884 h 1893469"/>
                <a:gd name="csX3618" fmla="*/ 1424990 w 1954379"/>
                <a:gd name="csY3618" fmla="*/ 336884 h 1893469"/>
                <a:gd name="csX3619" fmla="*/ 1429502 w 1954379"/>
                <a:gd name="csY3619" fmla="*/ 341396 h 1893469"/>
                <a:gd name="csX3620" fmla="*/ 1429502 w 1954379"/>
                <a:gd name="csY3620" fmla="*/ 349668 h 1893469"/>
                <a:gd name="csX3621" fmla="*/ 1418975 w 1954379"/>
                <a:gd name="csY3621" fmla="*/ 354932 h 1893469"/>
                <a:gd name="csX3622" fmla="*/ 1412959 w 1954379"/>
                <a:gd name="csY3622" fmla="*/ 360195 h 1893469"/>
                <a:gd name="csX3623" fmla="*/ 1405439 w 1954379"/>
                <a:gd name="csY3623" fmla="*/ 363955 h 1893469"/>
                <a:gd name="csX3624" fmla="*/ 1394159 w 1954379"/>
                <a:gd name="csY3624" fmla="*/ 375235 h 1893469"/>
                <a:gd name="csX3625" fmla="*/ 1390400 w 1954379"/>
                <a:gd name="csY3625" fmla="*/ 381251 h 1893469"/>
                <a:gd name="csX3626" fmla="*/ 1388143 w 1954379"/>
                <a:gd name="csY3626" fmla="*/ 388018 h 1893469"/>
                <a:gd name="csX3627" fmla="*/ 1384383 w 1954379"/>
                <a:gd name="csY3627" fmla="*/ 393282 h 1893469"/>
                <a:gd name="csX3628" fmla="*/ 1378368 w 1954379"/>
                <a:gd name="csY3628" fmla="*/ 397042 h 1893469"/>
                <a:gd name="csX3629" fmla="*/ 1368592 w 1954379"/>
                <a:gd name="csY3629" fmla="*/ 399298 h 1893469"/>
                <a:gd name="csX3630" fmla="*/ 1364081 w 1954379"/>
                <a:gd name="csY3630" fmla="*/ 400050 h 1893469"/>
                <a:gd name="csX3631" fmla="*/ 1362576 w 1954379"/>
                <a:gd name="csY3631" fmla="*/ 400802 h 1893469"/>
                <a:gd name="csX3632" fmla="*/ 1360321 w 1954379"/>
                <a:gd name="csY3632" fmla="*/ 401554 h 1893469"/>
                <a:gd name="csX3633" fmla="*/ 1359568 w 1954379"/>
                <a:gd name="csY3633" fmla="*/ 402306 h 1893469"/>
                <a:gd name="csX3634" fmla="*/ 1358064 w 1954379"/>
                <a:gd name="csY3634" fmla="*/ 403058 h 1893469"/>
                <a:gd name="csX3635" fmla="*/ 1356561 w 1954379"/>
                <a:gd name="csY3635" fmla="*/ 402306 h 1893469"/>
                <a:gd name="csX3636" fmla="*/ 1355057 w 1954379"/>
                <a:gd name="csY3636" fmla="*/ 399298 h 1893469"/>
                <a:gd name="csX3637" fmla="*/ 1351297 w 1954379"/>
                <a:gd name="csY3637" fmla="*/ 395538 h 1893469"/>
                <a:gd name="csX3638" fmla="*/ 1348289 w 1954379"/>
                <a:gd name="csY3638" fmla="*/ 392530 h 1893469"/>
                <a:gd name="csX3639" fmla="*/ 1343777 w 1954379"/>
                <a:gd name="csY3639" fmla="*/ 390274 h 1893469"/>
                <a:gd name="csX3640" fmla="*/ 1339265 w 1954379"/>
                <a:gd name="csY3640" fmla="*/ 389522 h 1893469"/>
                <a:gd name="csX3641" fmla="*/ 1331745 w 1954379"/>
                <a:gd name="csY3641" fmla="*/ 391026 h 1893469"/>
                <a:gd name="csX3642" fmla="*/ 1330994 w 1954379"/>
                <a:gd name="csY3642" fmla="*/ 390274 h 1893469"/>
                <a:gd name="csX3643" fmla="*/ 1329489 w 1954379"/>
                <a:gd name="csY3643" fmla="*/ 388770 h 1893469"/>
                <a:gd name="csX3644" fmla="*/ 1327234 w 1954379"/>
                <a:gd name="csY3644" fmla="*/ 389522 h 1893469"/>
                <a:gd name="csX3645" fmla="*/ 1324978 w 1954379"/>
                <a:gd name="csY3645" fmla="*/ 390274 h 1893469"/>
                <a:gd name="csX3646" fmla="*/ 1324226 w 1954379"/>
                <a:gd name="csY3646" fmla="*/ 391026 h 1893469"/>
                <a:gd name="csX3647" fmla="*/ 1320466 w 1954379"/>
                <a:gd name="csY3647" fmla="*/ 391778 h 1893469"/>
                <a:gd name="csX3648" fmla="*/ 1317458 w 1954379"/>
                <a:gd name="csY3648" fmla="*/ 393282 h 1893469"/>
                <a:gd name="csX3649" fmla="*/ 1313698 w 1954379"/>
                <a:gd name="csY3649" fmla="*/ 393282 h 1893469"/>
                <a:gd name="csX3650" fmla="*/ 1309938 w 1954379"/>
                <a:gd name="csY3650" fmla="*/ 391026 h 1893469"/>
                <a:gd name="csX3651" fmla="*/ 1306178 w 1954379"/>
                <a:gd name="csY3651" fmla="*/ 388018 h 1893469"/>
                <a:gd name="csX3652" fmla="*/ 1305426 w 1954379"/>
                <a:gd name="csY3652" fmla="*/ 386515 h 1893469"/>
                <a:gd name="csX3653" fmla="*/ 1304674 w 1954379"/>
                <a:gd name="csY3653" fmla="*/ 383507 h 1893469"/>
                <a:gd name="csX3654" fmla="*/ 1306930 w 1954379"/>
                <a:gd name="csY3654" fmla="*/ 377491 h 1893469"/>
                <a:gd name="csX3655" fmla="*/ 1306930 w 1954379"/>
                <a:gd name="csY3655" fmla="*/ 375235 h 1893469"/>
                <a:gd name="csX3656" fmla="*/ 1305426 w 1954379"/>
                <a:gd name="csY3656" fmla="*/ 375987 h 1893469"/>
                <a:gd name="csX3657" fmla="*/ 1304674 w 1954379"/>
                <a:gd name="csY3657" fmla="*/ 377491 h 1893469"/>
                <a:gd name="csX3658" fmla="*/ 1303170 w 1954379"/>
                <a:gd name="csY3658" fmla="*/ 381251 h 1893469"/>
                <a:gd name="csX3659" fmla="*/ 1300915 w 1954379"/>
                <a:gd name="csY3659" fmla="*/ 378243 h 1893469"/>
                <a:gd name="csX3660" fmla="*/ 1300163 w 1954379"/>
                <a:gd name="csY3660" fmla="*/ 375987 h 1893469"/>
                <a:gd name="csX3661" fmla="*/ 1300915 w 1954379"/>
                <a:gd name="csY3661" fmla="*/ 365459 h 1893469"/>
                <a:gd name="csX3662" fmla="*/ 1300915 w 1954379"/>
                <a:gd name="csY3662" fmla="*/ 363955 h 1893469"/>
                <a:gd name="csX3663" fmla="*/ 1303170 w 1954379"/>
                <a:gd name="csY3663" fmla="*/ 362451 h 1893469"/>
                <a:gd name="csX3664" fmla="*/ 1312194 w 1954379"/>
                <a:gd name="csY3664" fmla="*/ 362451 h 1893469"/>
                <a:gd name="csX3665" fmla="*/ 1315954 w 1954379"/>
                <a:gd name="csY3665" fmla="*/ 360947 h 1893469"/>
                <a:gd name="csX3666" fmla="*/ 1319714 w 1954379"/>
                <a:gd name="csY3666" fmla="*/ 360195 h 1893469"/>
                <a:gd name="csX3667" fmla="*/ 1323474 w 1954379"/>
                <a:gd name="csY3667" fmla="*/ 360947 h 1893469"/>
                <a:gd name="csX3668" fmla="*/ 1327985 w 1954379"/>
                <a:gd name="csY3668" fmla="*/ 361699 h 1893469"/>
                <a:gd name="csX3669" fmla="*/ 1339265 w 1954379"/>
                <a:gd name="csY3669" fmla="*/ 361699 h 1893469"/>
                <a:gd name="csX3670" fmla="*/ 1342273 w 1954379"/>
                <a:gd name="csY3670" fmla="*/ 361699 h 1893469"/>
                <a:gd name="csX3671" fmla="*/ 1349041 w 1954379"/>
                <a:gd name="csY3671" fmla="*/ 355684 h 1893469"/>
                <a:gd name="csX3672" fmla="*/ 1352801 w 1954379"/>
                <a:gd name="csY3672" fmla="*/ 349668 h 1893469"/>
                <a:gd name="csX3673" fmla="*/ 1300915 w 1954379"/>
                <a:gd name="csY3673" fmla="*/ 357939 h 1893469"/>
                <a:gd name="csX3674" fmla="*/ 1298659 w 1954379"/>
                <a:gd name="csY3674" fmla="*/ 358691 h 1893469"/>
                <a:gd name="csX3675" fmla="*/ 1295651 w 1954379"/>
                <a:gd name="csY3675" fmla="*/ 360947 h 1893469"/>
                <a:gd name="csX3676" fmla="*/ 1294899 w 1954379"/>
                <a:gd name="csY3676" fmla="*/ 364707 h 1893469"/>
                <a:gd name="csX3677" fmla="*/ 1294899 w 1954379"/>
                <a:gd name="csY3677" fmla="*/ 366963 h 1893469"/>
                <a:gd name="csX3678" fmla="*/ 1295651 w 1954379"/>
                <a:gd name="csY3678" fmla="*/ 368467 h 1893469"/>
                <a:gd name="csX3679" fmla="*/ 1294899 w 1954379"/>
                <a:gd name="csY3679" fmla="*/ 369971 h 1893469"/>
                <a:gd name="csX3680" fmla="*/ 1294147 w 1954379"/>
                <a:gd name="csY3680" fmla="*/ 369971 h 1893469"/>
                <a:gd name="csX3681" fmla="*/ 1290387 w 1954379"/>
                <a:gd name="csY3681" fmla="*/ 368467 h 1893469"/>
                <a:gd name="csX3682" fmla="*/ 1288883 w 1954379"/>
                <a:gd name="csY3682" fmla="*/ 367715 h 1893469"/>
                <a:gd name="csX3683" fmla="*/ 1285123 w 1954379"/>
                <a:gd name="csY3683" fmla="*/ 367715 h 1893469"/>
                <a:gd name="csX3684" fmla="*/ 1283619 w 1954379"/>
                <a:gd name="csY3684" fmla="*/ 366963 h 1893469"/>
                <a:gd name="csX3685" fmla="*/ 1282867 w 1954379"/>
                <a:gd name="csY3685" fmla="*/ 366211 h 1893469"/>
                <a:gd name="csX3686" fmla="*/ 1279859 w 1954379"/>
                <a:gd name="csY3686" fmla="*/ 363955 h 1893469"/>
                <a:gd name="csX3687" fmla="*/ 1279859 w 1954379"/>
                <a:gd name="csY3687" fmla="*/ 362451 h 1893469"/>
                <a:gd name="csX3688" fmla="*/ 1280611 w 1954379"/>
                <a:gd name="csY3688" fmla="*/ 358691 h 1893469"/>
                <a:gd name="csX3689" fmla="*/ 1280611 w 1954379"/>
                <a:gd name="csY3689" fmla="*/ 356436 h 1893469"/>
                <a:gd name="csX3690" fmla="*/ 1282115 w 1954379"/>
                <a:gd name="csY3690" fmla="*/ 354932 h 1893469"/>
                <a:gd name="csX3691" fmla="*/ 1283619 w 1954379"/>
                <a:gd name="csY3691" fmla="*/ 354180 h 1893469"/>
                <a:gd name="csX3692" fmla="*/ 1285123 w 1954379"/>
                <a:gd name="csY3692" fmla="*/ 354932 h 1893469"/>
                <a:gd name="csX3693" fmla="*/ 1285875 w 1954379"/>
                <a:gd name="csY3693" fmla="*/ 354932 h 1893469"/>
                <a:gd name="csX3694" fmla="*/ 1286627 w 1954379"/>
                <a:gd name="csY3694" fmla="*/ 354932 h 1893469"/>
                <a:gd name="csX3695" fmla="*/ 1287379 w 1954379"/>
                <a:gd name="csY3695" fmla="*/ 354180 h 1893469"/>
                <a:gd name="csX3696" fmla="*/ 1287379 w 1954379"/>
                <a:gd name="csY3696" fmla="*/ 353428 h 1893469"/>
                <a:gd name="csX3697" fmla="*/ 1291891 w 1954379"/>
                <a:gd name="csY3697" fmla="*/ 335380 h 1893469"/>
                <a:gd name="csX3698" fmla="*/ 1292643 w 1954379"/>
                <a:gd name="csY3698" fmla="*/ 332372 h 1893469"/>
                <a:gd name="csX3699" fmla="*/ 1293395 w 1954379"/>
                <a:gd name="csY3699" fmla="*/ 332372 h 1893469"/>
                <a:gd name="csX3700" fmla="*/ 1294147 w 1954379"/>
                <a:gd name="csY3700" fmla="*/ 331620 h 1893469"/>
                <a:gd name="csX3701" fmla="*/ 1296403 w 1954379"/>
                <a:gd name="csY3701" fmla="*/ 331620 h 1893469"/>
                <a:gd name="csX3702" fmla="*/ 1297155 w 1954379"/>
                <a:gd name="csY3702" fmla="*/ 330116 h 1893469"/>
                <a:gd name="csX3703" fmla="*/ 1296403 w 1954379"/>
                <a:gd name="csY3703" fmla="*/ 329364 h 1893469"/>
                <a:gd name="csX3704" fmla="*/ 1295651 w 1954379"/>
                <a:gd name="csY3704" fmla="*/ 328613 h 1893469"/>
                <a:gd name="csX3705" fmla="*/ 1294899 w 1954379"/>
                <a:gd name="csY3705" fmla="*/ 327109 h 1893469"/>
                <a:gd name="csX3706" fmla="*/ 1293395 w 1954379"/>
                <a:gd name="csY3706" fmla="*/ 324853 h 1893469"/>
                <a:gd name="csX3707" fmla="*/ 1293395 w 1954379"/>
                <a:gd name="csY3707" fmla="*/ 322597 h 1893469"/>
                <a:gd name="csX3708" fmla="*/ 1293395 w 1954379"/>
                <a:gd name="csY3708" fmla="*/ 318837 h 1893469"/>
                <a:gd name="csX3709" fmla="*/ 1292643 w 1954379"/>
                <a:gd name="csY3709" fmla="*/ 314325 h 1893469"/>
                <a:gd name="csX3710" fmla="*/ 1293395 w 1954379"/>
                <a:gd name="csY3710" fmla="*/ 312069 h 1893469"/>
                <a:gd name="csX3711" fmla="*/ 1294899 w 1954379"/>
                <a:gd name="csY3711" fmla="*/ 309813 h 1893469"/>
                <a:gd name="csX3712" fmla="*/ 1300915 w 1954379"/>
                <a:gd name="csY3712" fmla="*/ 302293 h 1893469"/>
                <a:gd name="csX3713" fmla="*/ 1303170 w 1954379"/>
                <a:gd name="csY3713" fmla="*/ 301541 h 1893469"/>
                <a:gd name="csX3714" fmla="*/ 1303170 w 1954379"/>
                <a:gd name="csY3714" fmla="*/ 302293 h 1893469"/>
                <a:gd name="csX3715" fmla="*/ 1303923 w 1954379"/>
                <a:gd name="csY3715" fmla="*/ 303045 h 1893469"/>
                <a:gd name="csX3716" fmla="*/ 1303923 w 1954379"/>
                <a:gd name="csY3716" fmla="*/ 303797 h 1893469"/>
                <a:gd name="csX3717" fmla="*/ 1306178 w 1954379"/>
                <a:gd name="csY3717" fmla="*/ 309061 h 1893469"/>
                <a:gd name="csX3718" fmla="*/ 1306178 w 1954379"/>
                <a:gd name="csY3718" fmla="*/ 315077 h 1893469"/>
                <a:gd name="csX3719" fmla="*/ 1304674 w 1954379"/>
                <a:gd name="csY3719" fmla="*/ 333124 h 1893469"/>
                <a:gd name="csX3720" fmla="*/ 1304674 w 1954379"/>
                <a:gd name="csY3720" fmla="*/ 334628 h 1893469"/>
                <a:gd name="csX3721" fmla="*/ 1305426 w 1954379"/>
                <a:gd name="csY3721" fmla="*/ 336132 h 1893469"/>
                <a:gd name="csX3722" fmla="*/ 1307683 w 1954379"/>
                <a:gd name="csY3722" fmla="*/ 339140 h 1893469"/>
                <a:gd name="csX3723" fmla="*/ 1309186 w 1954379"/>
                <a:gd name="csY3723" fmla="*/ 343652 h 1893469"/>
                <a:gd name="csX3724" fmla="*/ 1310690 w 1954379"/>
                <a:gd name="csY3724" fmla="*/ 348164 h 1893469"/>
                <a:gd name="csX3725" fmla="*/ 1309186 w 1954379"/>
                <a:gd name="csY3725" fmla="*/ 351924 h 1893469"/>
                <a:gd name="csX3726" fmla="*/ 1306930 w 1954379"/>
                <a:gd name="csY3726" fmla="*/ 354180 h 1893469"/>
                <a:gd name="csX3727" fmla="*/ 1305426 w 1954379"/>
                <a:gd name="csY3727" fmla="*/ 357188 h 1893469"/>
                <a:gd name="csX3728" fmla="*/ 1303170 w 1954379"/>
                <a:gd name="csY3728" fmla="*/ 357939 h 1893469"/>
                <a:gd name="csX3729" fmla="*/ 1300915 w 1954379"/>
                <a:gd name="csY3729" fmla="*/ 357939 h 1893469"/>
                <a:gd name="csX3730" fmla="*/ 1311442 w 1954379"/>
                <a:gd name="csY3730" fmla="*/ 332372 h 1893469"/>
                <a:gd name="csX3731" fmla="*/ 1310690 w 1954379"/>
                <a:gd name="csY3731" fmla="*/ 325605 h 1893469"/>
                <a:gd name="csX3732" fmla="*/ 1310690 w 1954379"/>
                <a:gd name="csY3732" fmla="*/ 320341 h 1893469"/>
                <a:gd name="csX3733" fmla="*/ 1312946 w 1954379"/>
                <a:gd name="csY3733" fmla="*/ 315077 h 1893469"/>
                <a:gd name="csX3734" fmla="*/ 1315954 w 1954379"/>
                <a:gd name="csY3734" fmla="*/ 310565 h 1893469"/>
                <a:gd name="csX3735" fmla="*/ 1319714 w 1954379"/>
                <a:gd name="csY3735" fmla="*/ 309061 h 1893469"/>
                <a:gd name="csX3736" fmla="*/ 1320466 w 1954379"/>
                <a:gd name="csY3736" fmla="*/ 308309 h 1893469"/>
                <a:gd name="csX3737" fmla="*/ 1319714 w 1954379"/>
                <a:gd name="csY3737" fmla="*/ 306805 h 1893469"/>
                <a:gd name="csX3738" fmla="*/ 1321970 w 1954379"/>
                <a:gd name="csY3738" fmla="*/ 305301 h 1893469"/>
                <a:gd name="csX3739" fmla="*/ 1330242 w 1954379"/>
                <a:gd name="csY3739" fmla="*/ 305301 h 1893469"/>
                <a:gd name="csX3740" fmla="*/ 1331745 w 1954379"/>
                <a:gd name="csY3740" fmla="*/ 305301 h 1893469"/>
                <a:gd name="csX3741" fmla="*/ 1333249 w 1954379"/>
                <a:gd name="csY3741" fmla="*/ 303797 h 1893469"/>
                <a:gd name="csX3742" fmla="*/ 1335505 w 1954379"/>
                <a:gd name="csY3742" fmla="*/ 304549 h 1893469"/>
                <a:gd name="csX3743" fmla="*/ 1340017 w 1954379"/>
                <a:gd name="csY3743" fmla="*/ 309061 h 1893469"/>
                <a:gd name="csX3744" fmla="*/ 1340769 w 1954379"/>
                <a:gd name="csY3744" fmla="*/ 306805 h 1893469"/>
                <a:gd name="csX3745" fmla="*/ 1337761 w 1954379"/>
                <a:gd name="csY3745" fmla="*/ 304549 h 1893469"/>
                <a:gd name="csX3746" fmla="*/ 1338513 w 1954379"/>
                <a:gd name="csY3746" fmla="*/ 302293 h 1893469"/>
                <a:gd name="csX3747" fmla="*/ 1340017 w 1954379"/>
                <a:gd name="csY3747" fmla="*/ 300038 h 1893469"/>
                <a:gd name="csX3748" fmla="*/ 1343025 w 1954379"/>
                <a:gd name="csY3748" fmla="*/ 298534 h 1893469"/>
                <a:gd name="csX3749" fmla="*/ 1346033 w 1954379"/>
                <a:gd name="csY3749" fmla="*/ 297030 h 1893469"/>
                <a:gd name="csX3750" fmla="*/ 1348289 w 1954379"/>
                <a:gd name="csY3750" fmla="*/ 297030 h 1893469"/>
                <a:gd name="csX3751" fmla="*/ 1352801 w 1954379"/>
                <a:gd name="csY3751" fmla="*/ 303797 h 1893469"/>
                <a:gd name="csX3752" fmla="*/ 1353553 w 1954379"/>
                <a:gd name="csY3752" fmla="*/ 305301 h 1893469"/>
                <a:gd name="csX3753" fmla="*/ 1353553 w 1954379"/>
                <a:gd name="csY3753" fmla="*/ 306805 h 1893469"/>
                <a:gd name="csX3754" fmla="*/ 1353553 w 1954379"/>
                <a:gd name="csY3754" fmla="*/ 310565 h 1893469"/>
                <a:gd name="csX3755" fmla="*/ 1353553 w 1954379"/>
                <a:gd name="csY3755" fmla="*/ 311317 h 1893469"/>
                <a:gd name="csX3756" fmla="*/ 1354305 w 1954379"/>
                <a:gd name="csY3756" fmla="*/ 312069 h 1893469"/>
                <a:gd name="csX3757" fmla="*/ 1355057 w 1954379"/>
                <a:gd name="csY3757" fmla="*/ 313573 h 1893469"/>
                <a:gd name="csX3758" fmla="*/ 1354305 w 1954379"/>
                <a:gd name="csY3758" fmla="*/ 314325 h 1893469"/>
                <a:gd name="csX3759" fmla="*/ 1352801 w 1954379"/>
                <a:gd name="csY3759" fmla="*/ 315829 h 1893469"/>
                <a:gd name="csX3760" fmla="*/ 1352049 w 1954379"/>
                <a:gd name="csY3760" fmla="*/ 318085 h 1893469"/>
                <a:gd name="csX3761" fmla="*/ 1333249 w 1954379"/>
                <a:gd name="csY3761" fmla="*/ 332372 h 1893469"/>
                <a:gd name="csX3762" fmla="*/ 1327985 w 1954379"/>
                <a:gd name="csY3762" fmla="*/ 336132 h 1893469"/>
                <a:gd name="csX3763" fmla="*/ 1323474 w 1954379"/>
                <a:gd name="csY3763" fmla="*/ 338388 h 1893469"/>
                <a:gd name="csX3764" fmla="*/ 1320466 w 1954379"/>
                <a:gd name="csY3764" fmla="*/ 340644 h 1893469"/>
                <a:gd name="csX3765" fmla="*/ 1315954 w 1954379"/>
                <a:gd name="csY3765" fmla="*/ 341396 h 1893469"/>
                <a:gd name="csX3766" fmla="*/ 1312946 w 1954379"/>
                <a:gd name="csY3766" fmla="*/ 338388 h 1893469"/>
                <a:gd name="csX3767" fmla="*/ 1311442 w 1954379"/>
                <a:gd name="csY3767" fmla="*/ 332372 h 1893469"/>
                <a:gd name="csX3768" fmla="*/ 1437022 w 1954379"/>
                <a:gd name="csY3768" fmla="*/ 645945 h 1893469"/>
                <a:gd name="csX3769" fmla="*/ 1439278 w 1954379"/>
                <a:gd name="csY3769" fmla="*/ 645945 h 1893469"/>
                <a:gd name="csX3770" fmla="*/ 1443790 w 1954379"/>
                <a:gd name="csY3770" fmla="*/ 647449 h 1893469"/>
                <a:gd name="csX3771" fmla="*/ 1446045 w 1954379"/>
                <a:gd name="csY3771" fmla="*/ 648953 h 1893469"/>
                <a:gd name="csX3772" fmla="*/ 1446045 w 1954379"/>
                <a:gd name="csY3772" fmla="*/ 650457 h 1893469"/>
                <a:gd name="csX3773" fmla="*/ 1446045 w 1954379"/>
                <a:gd name="csY3773" fmla="*/ 651961 h 1893469"/>
                <a:gd name="csX3774" fmla="*/ 1444541 w 1954379"/>
                <a:gd name="csY3774" fmla="*/ 654217 h 1893469"/>
                <a:gd name="csX3775" fmla="*/ 1442286 w 1954379"/>
                <a:gd name="csY3775" fmla="*/ 654969 h 1893469"/>
                <a:gd name="csX3776" fmla="*/ 1439278 w 1954379"/>
                <a:gd name="csY3776" fmla="*/ 655721 h 1893469"/>
                <a:gd name="csX3777" fmla="*/ 1437022 w 1954379"/>
                <a:gd name="csY3777" fmla="*/ 657225 h 1893469"/>
                <a:gd name="csX3778" fmla="*/ 1434766 w 1954379"/>
                <a:gd name="csY3778" fmla="*/ 659481 h 1893469"/>
                <a:gd name="csX3779" fmla="*/ 1433262 w 1954379"/>
                <a:gd name="csY3779" fmla="*/ 659481 h 1893469"/>
                <a:gd name="csX3780" fmla="*/ 1431006 w 1954379"/>
                <a:gd name="csY3780" fmla="*/ 657977 h 1893469"/>
                <a:gd name="csX3781" fmla="*/ 1429502 w 1954379"/>
                <a:gd name="csY3781" fmla="*/ 655721 h 1893469"/>
                <a:gd name="csX3782" fmla="*/ 1430254 w 1954379"/>
                <a:gd name="csY3782" fmla="*/ 653465 h 1893469"/>
                <a:gd name="csX3783" fmla="*/ 1430254 w 1954379"/>
                <a:gd name="csY3783" fmla="*/ 650457 h 1893469"/>
                <a:gd name="csX3784" fmla="*/ 1430254 w 1954379"/>
                <a:gd name="csY3784" fmla="*/ 648953 h 1893469"/>
                <a:gd name="csX3785" fmla="*/ 1432510 w 1954379"/>
                <a:gd name="csY3785" fmla="*/ 647449 h 1893469"/>
                <a:gd name="csX3786" fmla="*/ 1434014 w 1954379"/>
                <a:gd name="csY3786" fmla="*/ 646697 h 1893469"/>
                <a:gd name="csX3787" fmla="*/ 1435518 w 1954379"/>
                <a:gd name="csY3787" fmla="*/ 646697 h 1893469"/>
                <a:gd name="csX3788" fmla="*/ 1437022 w 1954379"/>
                <a:gd name="csY3788" fmla="*/ 645945 h 1893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  <a:cxn ang="0">
                  <a:pos x="csX2271" y="csY2271"/>
                </a:cxn>
                <a:cxn ang="0">
                  <a:pos x="csX2272" y="csY2272"/>
                </a:cxn>
                <a:cxn ang="0">
                  <a:pos x="csX2273" y="csY2273"/>
                </a:cxn>
                <a:cxn ang="0">
                  <a:pos x="csX2274" y="csY2274"/>
                </a:cxn>
                <a:cxn ang="0">
                  <a:pos x="csX2275" y="csY2275"/>
                </a:cxn>
                <a:cxn ang="0">
                  <a:pos x="csX2276" y="csY2276"/>
                </a:cxn>
                <a:cxn ang="0">
                  <a:pos x="csX2277" y="csY2277"/>
                </a:cxn>
                <a:cxn ang="0">
                  <a:pos x="csX2278" y="csY2278"/>
                </a:cxn>
                <a:cxn ang="0">
                  <a:pos x="csX2279" y="csY2279"/>
                </a:cxn>
                <a:cxn ang="0">
                  <a:pos x="csX2280" y="csY2280"/>
                </a:cxn>
                <a:cxn ang="0">
                  <a:pos x="csX2281" y="csY2281"/>
                </a:cxn>
                <a:cxn ang="0">
                  <a:pos x="csX2282" y="csY2282"/>
                </a:cxn>
                <a:cxn ang="0">
                  <a:pos x="csX2283" y="csY2283"/>
                </a:cxn>
                <a:cxn ang="0">
                  <a:pos x="csX2284" y="csY2284"/>
                </a:cxn>
                <a:cxn ang="0">
                  <a:pos x="csX2285" y="csY2285"/>
                </a:cxn>
                <a:cxn ang="0">
                  <a:pos x="csX2286" y="csY2286"/>
                </a:cxn>
                <a:cxn ang="0">
                  <a:pos x="csX2287" y="csY2287"/>
                </a:cxn>
                <a:cxn ang="0">
                  <a:pos x="csX2288" y="csY2288"/>
                </a:cxn>
                <a:cxn ang="0">
                  <a:pos x="csX2289" y="csY2289"/>
                </a:cxn>
                <a:cxn ang="0">
                  <a:pos x="csX2290" y="csY2290"/>
                </a:cxn>
                <a:cxn ang="0">
                  <a:pos x="csX2291" y="csY2291"/>
                </a:cxn>
                <a:cxn ang="0">
                  <a:pos x="csX2292" y="csY2292"/>
                </a:cxn>
                <a:cxn ang="0">
                  <a:pos x="csX2293" y="csY2293"/>
                </a:cxn>
                <a:cxn ang="0">
                  <a:pos x="csX2294" y="csY2294"/>
                </a:cxn>
                <a:cxn ang="0">
                  <a:pos x="csX2295" y="csY2295"/>
                </a:cxn>
                <a:cxn ang="0">
                  <a:pos x="csX2296" y="csY2296"/>
                </a:cxn>
                <a:cxn ang="0">
                  <a:pos x="csX2297" y="csY2297"/>
                </a:cxn>
                <a:cxn ang="0">
                  <a:pos x="csX2298" y="csY2298"/>
                </a:cxn>
                <a:cxn ang="0">
                  <a:pos x="csX2299" y="csY2299"/>
                </a:cxn>
                <a:cxn ang="0">
                  <a:pos x="csX2300" y="csY2300"/>
                </a:cxn>
                <a:cxn ang="0">
                  <a:pos x="csX2301" y="csY2301"/>
                </a:cxn>
                <a:cxn ang="0">
                  <a:pos x="csX2302" y="csY2302"/>
                </a:cxn>
                <a:cxn ang="0">
                  <a:pos x="csX2303" y="csY2303"/>
                </a:cxn>
                <a:cxn ang="0">
                  <a:pos x="csX2304" y="csY2304"/>
                </a:cxn>
                <a:cxn ang="0">
                  <a:pos x="csX2305" y="csY2305"/>
                </a:cxn>
                <a:cxn ang="0">
                  <a:pos x="csX2306" y="csY2306"/>
                </a:cxn>
                <a:cxn ang="0">
                  <a:pos x="csX2307" y="csY2307"/>
                </a:cxn>
                <a:cxn ang="0">
                  <a:pos x="csX2308" y="csY2308"/>
                </a:cxn>
                <a:cxn ang="0">
                  <a:pos x="csX2309" y="csY2309"/>
                </a:cxn>
                <a:cxn ang="0">
                  <a:pos x="csX2310" y="csY2310"/>
                </a:cxn>
                <a:cxn ang="0">
                  <a:pos x="csX2311" y="csY2311"/>
                </a:cxn>
                <a:cxn ang="0">
                  <a:pos x="csX2312" y="csY2312"/>
                </a:cxn>
                <a:cxn ang="0">
                  <a:pos x="csX2313" y="csY2313"/>
                </a:cxn>
                <a:cxn ang="0">
                  <a:pos x="csX2314" y="csY2314"/>
                </a:cxn>
                <a:cxn ang="0">
                  <a:pos x="csX2315" y="csY2315"/>
                </a:cxn>
                <a:cxn ang="0">
                  <a:pos x="csX2316" y="csY2316"/>
                </a:cxn>
                <a:cxn ang="0">
                  <a:pos x="csX2317" y="csY2317"/>
                </a:cxn>
                <a:cxn ang="0">
                  <a:pos x="csX2318" y="csY2318"/>
                </a:cxn>
                <a:cxn ang="0">
                  <a:pos x="csX2319" y="csY2319"/>
                </a:cxn>
                <a:cxn ang="0">
                  <a:pos x="csX2320" y="csY2320"/>
                </a:cxn>
                <a:cxn ang="0">
                  <a:pos x="csX2321" y="csY2321"/>
                </a:cxn>
                <a:cxn ang="0">
                  <a:pos x="csX2322" y="csY2322"/>
                </a:cxn>
                <a:cxn ang="0">
                  <a:pos x="csX2323" y="csY2323"/>
                </a:cxn>
                <a:cxn ang="0">
                  <a:pos x="csX2324" y="csY2324"/>
                </a:cxn>
                <a:cxn ang="0">
                  <a:pos x="csX2325" y="csY2325"/>
                </a:cxn>
                <a:cxn ang="0">
                  <a:pos x="csX2326" y="csY2326"/>
                </a:cxn>
                <a:cxn ang="0">
                  <a:pos x="csX2327" y="csY2327"/>
                </a:cxn>
                <a:cxn ang="0">
                  <a:pos x="csX2328" y="csY2328"/>
                </a:cxn>
                <a:cxn ang="0">
                  <a:pos x="csX2329" y="csY2329"/>
                </a:cxn>
                <a:cxn ang="0">
                  <a:pos x="csX2330" y="csY2330"/>
                </a:cxn>
                <a:cxn ang="0">
                  <a:pos x="csX2331" y="csY2331"/>
                </a:cxn>
                <a:cxn ang="0">
                  <a:pos x="csX2332" y="csY2332"/>
                </a:cxn>
                <a:cxn ang="0">
                  <a:pos x="csX2333" y="csY2333"/>
                </a:cxn>
                <a:cxn ang="0">
                  <a:pos x="csX2334" y="csY2334"/>
                </a:cxn>
                <a:cxn ang="0">
                  <a:pos x="csX2335" y="csY2335"/>
                </a:cxn>
                <a:cxn ang="0">
                  <a:pos x="csX2336" y="csY2336"/>
                </a:cxn>
                <a:cxn ang="0">
                  <a:pos x="csX2337" y="csY2337"/>
                </a:cxn>
                <a:cxn ang="0">
                  <a:pos x="csX2338" y="csY2338"/>
                </a:cxn>
                <a:cxn ang="0">
                  <a:pos x="csX2339" y="csY2339"/>
                </a:cxn>
                <a:cxn ang="0">
                  <a:pos x="csX2340" y="csY2340"/>
                </a:cxn>
                <a:cxn ang="0">
                  <a:pos x="csX2341" y="csY2341"/>
                </a:cxn>
                <a:cxn ang="0">
                  <a:pos x="csX2342" y="csY2342"/>
                </a:cxn>
                <a:cxn ang="0">
                  <a:pos x="csX2343" y="csY2343"/>
                </a:cxn>
                <a:cxn ang="0">
                  <a:pos x="csX2344" y="csY2344"/>
                </a:cxn>
                <a:cxn ang="0">
                  <a:pos x="csX2345" y="csY2345"/>
                </a:cxn>
                <a:cxn ang="0">
                  <a:pos x="csX2346" y="csY2346"/>
                </a:cxn>
                <a:cxn ang="0">
                  <a:pos x="csX2347" y="csY2347"/>
                </a:cxn>
                <a:cxn ang="0">
                  <a:pos x="csX2348" y="csY2348"/>
                </a:cxn>
                <a:cxn ang="0">
                  <a:pos x="csX2349" y="csY2349"/>
                </a:cxn>
                <a:cxn ang="0">
                  <a:pos x="csX2350" y="csY2350"/>
                </a:cxn>
                <a:cxn ang="0">
                  <a:pos x="csX2351" y="csY2351"/>
                </a:cxn>
                <a:cxn ang="0">
                  <a:pos x="csX2352" y="csY2352"/>
                </a:cxn>
                <a:cxn ang="0">
                  <a:pos x="csX2353" y="csY2353"/>
                </a:cxn>
                <a:cxn ang="0">
                  <a:pos x="csX2354" y="csY2354"/>
                </a:cxn>
                <a:cxn ang="0">
                  <a:pos x="csX2355" y="csY2355"/>
                </a:cxn>
                <a:cxn ang="0">
                  <a:pos x="csX2356" y="csY2356"/>
                </a:cxn>
                <a:cxn ang="0">
                  <a:pos x="csX2357" y="csY2357"/>
                </a:cxn>
                <a:cxn ang="0">
                  <a:pos x="csX2358" y="csY2358"/>
                </a:cxn>
                <a:cxn ang="0">
                  <a:pos x="csX2359" y="csY2359"/>
                </a:cxn>
                <a:cxn ang="0">
                  <a:pos x="csX2360" y="csY2360"/>
                </a:cxn>
                <a:cxn ang="0">
                  <a:pos x="csX2361" y="csY2361"/>
                </a:cxn>
                <a:cxn ang="0">
                  <a:pos x="csX2362" y="csY2362"/>
                </a:cxn>
                <a:cxn ang="0">
                  <a:pos x="csX2363" y="csY2363"/>
                </a:cxn>
                <a:cxn ang="0">
                  <a:pos x="csX2364" y="csY2364"/>
                </a:cxn>
                <a:cxn ang="0">
                  <a:pos x="csX2365" y="csY2365"/>
                </a:cxn>
                <a:cxn ang="0">
                  <a:pos x="csX2366" y="csY2366"/>
                </a:cxn>
                <a:cxn ang="0">
                  <a:pos x="csX2367" y="csY2367"/>
                </a:cxn>
                <a:cxn ang="0">
                  <a:pos x="csX2368" y="csY2368"/>
                </a:cxn>
                <a:cxn ang="0">
                  <a:pos x="csX2369" y="csY2369"/>
                </a:cxn>
                <a:cxn ang="0">
                  <a:pos x="csX2370" y="csY2370"/>
                </a:cxn>
                <a:cxn ang="0">
                  <a:pos x="csX2371" y="csY2371"/>
                </a:cxn>
                <a:cxn ang="0">
                  <a:pos x="csX2372" y="csY2372"/>
                </a:cxn>
                <a:cxn ang="0">
                  <a:pos x="csX2373" y="csY2373"/>
                </a:cxn>
                <a:cxn ang="0">
                  <a:pos x="csX2374" y="csY2374"/>
                </a:cxn>
                <a:cxn ang="0">
                  <a:pos x="csX2375" y="csY2375"/>
                </a:cxn>
                <a:cxn ang="0">
                  <a:pos x="csX2376" y="csY2376"/>
                </a:cxn>
                <a:cxn ang="0">
                  <a:pos x="csX2377" y="csY2377"/>
                </a:cxn>
                <a:cxn ang="0">
                  <a:pos x="csX2378" y="csY2378"/>
                </a:cxn>
                <a:cxn ang="0">
                  <a:pos x="csX2379" y="csY2379"/>
                </a:cxn>
                <a:cxn ang="0">
                  <a:pos x="csX2380" y="csY2380"/>
                </a:cxn>
                <a:cxn ang="0">
                  <a:pos x="csX2381" y="csY2381"/>
                </a:cxn>
                <a:cxn ang="0">
                  <a:pos x="csX2382" y="csY2382"/>
                </a:cxn>
                <a:cxn ang="0">
                  <a:pos x="csX2383" y="csY2383"/>
                </a:cxn>
                <a:cxn ang="0">
                  <a:pos x="csX2384" y="csY2384"/>
                </a:cxn>
                <a:cxn ang="0">
                  <a:pos x="csX2385" y="csY2385"/>
                </a:cxn>
                <a:cxn ang="0">
                  <a:pos x="csX2386" y="csY2386"/>
                </a:cxn>
                <a:cxn ang="0">
                  <a:pos x="csX2387" y="csY2387"/>
                </a:cxn>
                <a:cxn ang="0">
                  <a:pos x="csX2388" y="csY2388"/>
                </a:cxn>
                <a:cxn ang="0">
                  <a:pos x="csX2389" y="csY2389"/>
                </a:cxn>
                <a:cxn ang="0">
                  <a:pos x="csX2390" y="csY2390"/>
                </a:cxn>
                <a:cxn ang="0">
                  <a:pos x="csX2391" y="csY2391"/>
                </a:cxn>
                <a:cxn ang="0">
                  <a:pos x="csX2392" y="csY2392"/>
                </a:cxn>
                <a:cxn ang="0">
                  <a:pos x="csX2393" y="csY2393"/>
                </a:cxn>
                <a:cxn ang="0">
                  <a:pos x="csX2394" y="csY2394"/>
                </a:cxn>
                <a:cxn ang="0">
                  <a:pos x="csX2395" y="csY2395"/>
                </a:cxn>
                <a:cxn ang="0">
                  <a:pos x="csX2396" y="csY2396"/>
                </a:cxn>
                <a:cxn ang="0">
                  <a:pos x="csX2397" y="csY2397"/>
                </a:cxn>
                <a:cxn ang="0">
                  <a:pos x="csX2398" y="csY2398"/>
                </a:cxn>
                <a:cxn ang="0">
                  <a:pos x="csX2399" y="csY2399"/>
                </a:cxn>
                <a:cxn ang="0">
                  <a:pos x="csX2400" y="csY2400"/>
                </a:cxn>
                <a:cxn ang="0">
                  <a:pos x="csX2401" y="csY2401"/>
                </a:cxn>
                <a:cxn ang="0">
                  <a:pos x="csX2402" y="csY2402"/>
                </a:cxn>
                <a:cxn ang="0">
                  <a:pos x="csX2403" y="csY2403"/>
                </a:cxn>
                <a:cxn ang="0">
                  <a:pos x="csX2404" y="csY2404"/>
                </a:cxn>
                <a:cxn ang="0">
                  <a:pos x="csX2405" y="csY2405"/>
                </a:cxn>
                <a:cxn ang="0">
                  <a:pos x="csX2406" y="csY2406"/>
                </a:cxn>
                <a:cxn ang="0">
                  <a:pos x="csX2407" y="csY2407"/>
                </a:cxn>
                <a:cxn ang="0">
                  <a:pos x="csX2408" y="csY2408"/>
                </a:cxn>
                <a:cxn ang="0">
                  <a:pos x="csX2409" y="csY2409"/>
                </a:cxn>
                <a:cxn ang="0">
                  <a:pos x="csX2410" y="csY2410"/>
                </a:cxn>
                <a:cxn ang="0">
                  <a:pos x="csX2411" y="csY2411"/>
                </a:cxn>
                <a:cxn ang="0">
                  <a:pos x="csX2412" y="csY2412"/>
                </a:cxn>
                <a:cxn ang="0">
                  <a:pos x="csX2413" y="csY2413"/>
                </a:cxn>
                <a:cxn ang="0">
                  <a:pos x="csX2414" y="csY2414"/>
                </a:cxn>
                <a:cxn ang="0">
                  <a:pos x="csX2415" y="csY2415"/>
                </a:cxn>
                <a:cxn ang="0">
                  <a:pos x="csX2416" y="csY2416"/>
                </a:cxn>
                <a:cxn ang="0">
                  <a:pos x="csX2417" y="csY2417"/>
                </a:cxn>
                <a:cxn ang="0">
                  <a:pos x="csX2418" y="csY2418"/>
                </a:cxn>
                <a:cxn ang="0">
                  <a:pos x="csX2419" y="csY2419"/>
                </a:cxn>
                <a:cxn ang="0">
                  <a:pos x="csX2420" y="csY2420"/>
                </a:cxn>
                <a:cxn ang="0">
                  <a:pos x="csX2421" y="csY2421"/>
                </a:cxn>
                <a:cxn ang="0">
                  <a:pos x="csX2422" y="csY2422"/>
                </a:cxn>
                <a:cxn ang="0">
                  <a:pos x="csX2423" y="csY2423"/>
                </a:cxn>
                <a:cxn ang="0">
                  <a:pos x="csX2424" y="csY2424"/>
                </a:cxn>
                <a:cxn ang="0">
                  <a:pos x="csX2425" y="csY2425"/>
                </a:cxn>
                <a:cxn ang="0">
                  <a:pos x="csX2426" y="csY2426"/>
                </a:cxn>
                <a:cxn ang="0">
                  <a:pos x="csX2427" y="csY2427"/>
                </a:cxn>
                <a:cxn ang="0">
                  <a:pos x="csX2428" y="csY2428"/>
                </a:cxn>
                <a:cxn ang="0">
                  <a:pos x="csX2429" y="csY2429"/>
                </a:cxn>
                <a:cxn ang="0">
                  <a:pos x="csX2430" y="csY2430"/>
                </a:cxn>
                <a:cxn ang="0">
                  <a:pos x="csX2431" y="csY2431"/>
                </a:cxn>
                <a:cxn ang="0">
                  <a:pos x="csX2432" y="csY2432"/>
                </a:cxn>
                <a:cxn ang="0">
                  <a:pos x="csX2433" y="csY2433"/>
                </a:cxn>
                <a:cxn ang="0">
                  <a:pos x="csX2434" y="csY2434"/>
                </a:cxn>
                <a:cxn ang="0">
                  <a:pos x="csX2435" y="csY2435"/>
                </a:cxn>
                <a:cxn ang="0">
                  <a:pos x="csX2436" y="csY2436"/>
                </a:cxn>
                <a:cxn ang="0">
                  <a:pos x="csX2437" y="csY2437"/>
                </a:cxn>
                <a:cxn ang="0">
                  <a:pos x="csX2438" y="csY2438"/>
                </a:cxn>
                <a:cxn ang="0">
                  <a:pos x="csX2439" y="csY2439"/>
                </a:cxn>
                <a:cxn ang="0">
                  <a:pos x="csX2440" y="csY2440"/>
                </a:cxn>
                <a:cxn ang="0">
                  <a:pos x="csX2441" y="csY2441"/>
                </a:cxn>
                <a:cxn ang="0">
                  <a:pos x="csX2442" y="csY2442"/>
                </a:cxn>
                <a:cxn ang="0">
                  <a:pos x="csX2443" y="csY2443"/>
                </a:cxn>
                <a:cxn ang="0">
                  <a:pos x="csX2444" y="csY2444"/>
                </a:cxn>
                <a:cxn ang="0">
                  <a:pos x="csX2445" y="csY2445"/>
                </a:cxn>
                <a:cxn ang="0">
                  <a:pos x="csX2446" y="csY2446"/>
                </a:cxn>
                <a:cxn ang="0">
                  <a:pos x="csX2447" y="csY2447"/>
                </a:cxn>
                <a:cxn ang="0">
                  <a:pos x="csX2448" y="csY2448"/>
                </a:cxn>
                <a:cxn ang="0">
                  <a:pos x="csX2449" y="csY2449"/>
                </a:cxn>
                <a:cxn ang="0">
                  <a:pos x="csX2450" y="csY2450"/>
                </a:cxn>
                <a:cxn ang="0">
                  <a:pos x="csX2451" y="csY2451"/>
                </a:cxn>
                <a:cxn ang="0">
                  <a:pos x="csX2452" y="csY2452"/>
                </a:cxn>
                <a:cxn ang="0">
                  <a:pos x="csX2453" y="csY2453"/>
                </a:cxn>
                <a:cxn ang="0">
                  <a:pos x="csX2454" y="csY2454"/>
                </a:cxn>
                <a:cxn ang="0">
                  <a:pos x="csX2455" y="csY2455"/>
                </a:cxn>
                <a:cxn ang="0">
                  <a:pos x="csX2456" y="csY2456"/>
                </a:cxn>
                <a:cxn ang="0">
                  <a:pos x="csX2457" y="csY2457"/>
                </a:cxn>
                <a:cxn ang="0">
                  <a:pos x="csX2458" y="csY2458"/>
                </a:cxn>
                <a:cxn ang="0">
                  <a:pos x="csX2459" y="csY2459"/>
                </a:cxn>
                <a:cxn ang="0">
                  <a:pos x="csX2460" y="csY2460"/>
                </a:cxn>
                <a:cxn ang="0">
                  <a:pos x="csX2461" y="csY2461"/>
                </a:cxn>
                <a:cxn ang="0">
                  <a:pos x="csX2462" y="csY2462"/>
                </a:cxn>
                <a:cxn ang="0">
                  <a:pos x="csX2463" y="csY2463"/>
                </a:cxn>
                <a:cxn ang="0">
                  <a:pos x="csX2464" y="csY2464"/>
                </a:cxn>
                <a:cxn ang="0">
                  <a:pos x="csX2465" y="csY2465"/>
                </a:cxn>
                <a:cxn ang="0">
                  <a:pos x="csX2466" y="csY2466"/>
                </a:cxn>
                <a:cxn ang="0">
                  <a:pos x="csX2467" y="csY2467"/>
                </a:cxn>
                <a:cxn ang="0">
                  <a:pos x="csX2468" y="csY2468"/>
                </a:cxn>
                <a:cxn ang="0">
                  <a:pos x="csX2469" y="csY2469"/>
                </a:cxn>
                <a:cxn ang="0">
                  <a:pos x="csX2470" y="csY2470"/>
                </a:cxn>
                <a:cxn ang="0">
                  <a:pos x="csX2471" y="csY2471"/>
                </a:cxn>
                <a:cxn ang="0">
                  <a:pos x="csX2472" y="csY2472"/>
                </a:cxn>
                <a:cxn ang="0">
                  <a:pos x="csX2473" y="csY2473"/>
                </a:cxn>
                <a:cxn ang="0">
                  <a:pos x="csX2474" y="csY2474"/>
                </a:cxn>
                <a:cxn ang="0">
                  <a:pos x="csX2475" y="csY2475"/>
                </a:cxn>
                <a:cxn ang="0">
                  <a:pos x="csX2476" y="csY2476"/>
                </a:cxn>
                <a:cxn ang="0">
                  <a:pos x="csX2477" y="csY2477"/>
                </a:cxn>
                <a:cxn ang="0">
                  <a:pos x="csX2478" y="csY2478"/>
                </a:cxn>
                <a:cxn ang="0">
                  <a:pos x="csX2479" y="csY2479"/>
                </a:cxn>
                <a:cxn ang="0">
                  <a:pos x="csX2480" y="csY2480"/>
                </a:cxn>
                <a:cxn ang="0">
                  <a:pos x="csX2481" y="csY2481"/>
                </a:cxn>
                <a:cxn ang="0">
                  <a:pos x="csX2482" y="csY2482"/>
                </a:cxn>
                <a:cxn ang="0">
                  <a:pos x="csX2483" y="csY2483"/>
                </a:cxn>
                <a:cxn ang="0">
                  <a:pos x="csX2484" y="csY2484"/>
                </a:cxn>
                <a:cxn ang="0">
                  <a:pos x="csX2485" y="csY2485"/>
                </a:cxn>
                <a:cxn ang="0">
                  <a:pos x="csX2486" y="csY2486"/>
                </a:cxn>
                <a:cxn ang="0">
                  <a:pos x="csX2487" y="csY2487"/>
                </a:cxn>
                <a:cxn ang="0">
                  <a:pos x="csX2488" y="csY2488"/>
                </a:cxn>
                <a:cxn ang="0">
                  <a:pos x="csX2489" y="csY2489"/>
                </a:cxn>
                <a:cxn ang="0">
                  <a:pos x="csX2490" y="csY2490"/>
                </a:cxn>
                <a:cxn ang="0">
                  <a:pos x="csX2491" y="csY2491"/>
                </a:cxn>
                <a:cxn ang="0">
                  <a:pos x="csX2492" y="csY2492"/>
                </a:cxn>
                <a:cxn ang="0">
                  <a:pos x="csX2493" y="csY2493"/>
                </a:cxn>
                <a:cxn ang="0">
                  <a:pos x="csX2494" y="csY2494"/>
                </a:cxn>
                <a:cxn ang="0">
                  <a:pos x="csX2495" y="csY2495"/>
                </a:cxn>
                <a:cxn ang="0">
                  <a:pos x="csX2496" y="csY2496"/>
                </a:cxn>
                <a:cxn ang="0">
                  <a:pos x="csX2497" y="csY2497"/>
                </a:cxn>
                <a:cxn ang="0">
                  <a:pos x="csX2498" y="csY2498"/>
                </a:cxn>
                <a:cxn ang="0">
                  <a:pos x="csX2499" y="csY2499"/>
                </a:cxn>
                <a:cxn ang="0">
                  <a:pos x="csX2500" y="csY2500"/>
                </a:cxn>
                <a:cxn ang="0">
                  <a:pos x="csX2501" y="csY2501"/>
                </a:cxn>
                <a:cxn ang="0">
                  <a:pos x="csX2502" y="csY2502"/>
                </a:cxn>
                <a:cxn ang="0">
                  <a:pos x="csX2503" y="csY2503"/>
                </a:cxn>
                <a:cxn ang="0">
                  <a:pos x="csX2504" y="csY2504"/>
                </a:cxn>
                <a:cxn ang="0">
                  <a:pos x="csX2505" y="csY2505"/>
                </a:cxn>
                <a:cxn ang="0">
                  <a:pos x="csX2506" y="csY2506"/>
                </a:cxn>
                <a:cxn ang="0">
                  <a:pos x="csX2507" y="csY2507"/>
                </a:cxn>
                <a:cxn ang="0">
                  <a:pos x="csX2508" y="csY2508"/>
                </a:cxn>
                <a:cxn ang="0">
                  <a:pos x="csX2509" y="csY2509"/>
                </a:cxn>
                <a:cxn ang="0">
                  <a:pos x="csX2510" y="csY2510"/>
                </a:cxn>
                <a:cxn ang="0">
                  <a:pos x="csX2511" y="csY2511"/>
                </a:cxn>
                <a:cxn ang="0">
                  <a:pos x="csX2512" y="csY2512"/>
                </a:cxn>
                <a:cxn ang="0">
                  <a:pos x="csX2513" y="csY2513"/>
                </a:cxn>
                <a:cxn ang="0">
                  <a:pos x="csX2514" y="csY2514"/>
                </a:cxn>
                <a:cxn ang="0">
                  <a:pos x="csX2515" y="csY2515"/>
                </a:cxn>
                <a:cxn ang="0">
                  <a:pos x="csX2516" y="csY2516"/>
                </a:cxn>
                <a:cxn ang="0">
                  <a:pos x="csX2517" y="csY2517"/>
                </a:cxn>
                <a:cxn ang="0">
                  <a:pos x="csX2518" y="csY2518"/>
                </a:cxn>
                <a:cxn ang="0">
                  <a:pos x="csX2519" y="csY2519"/>
                </a:cxn>
                <a:cxn ang="0">
                  <a:pos x="csX2520" y="csY2520"/>
                </a:cxn>
                <a:cxn ang="0">
                  <a:pos x="csX2521" y="csY2521"/>
                </a:cxn>
                <a:cxn ang="0">
                  <a:pos x="csX2522" y="csY2522"/>
                </a:cxn>
                <a:cxn ang="0">
                  <a:pos x="csX2523" y="csY2523"/>
                </a:cxn>
                <a:cxn ang="0">
                  <a:pos x="csX2524" y="csY2524"/>
                </a:cxn>
                <a:cxn ang="0">
                  <a:pos x="csX2525" y="csY2525"/>
                </a:cxn>
                <a:cxn ang="0">
                  <a:pos x="csX2526" y="csY2526"/>
                </a:cxn>
                <a:cxn ang="0">
                  <a:pos x="csX2527" y="csY2527"/>
                </a:cxn>
                <a:cxn ang="0">
                  <a:pos x="csX2528" y="csY2528"/>
                </a:cxn>
                <a:cxn ang="0">
                  <a:pos x="csX2529" y="csY2529"/>
                </a:cxn>
                <a:cxn ang="0">
                  <a:pos x="csX2530" y="csY2530"/>
                </a:cxn>
                <a:cxn ang="0">
                  <a:pos x="csX2531" y="csY2531"/>
                </a:cxn>
                <a:cxn ang="0">
                  <a:pos x="csX2532" y="csY2532"/>
                </a:cxn>
                <a:cxn ang="0">
                  <a:pos x="csX2533" y="csY2533"/>
                </a:cxn>
                <a:cxn ang="0">
                  <a:pos x="csX2534" y="csY2534"/>
                </a:cxn>
                <a:cxn ang="0">
                  <a:pos x="csX2535" y="csY2535"/>
                </a:cxn>
                <a:cxn ang="0">
                  <a:pos x="csX2536" y="csY2536"/>
                </a:cxn>
                <a:cxn ang="0">
                  <a:pos x="csX2537" y="csY2537"/>
                </a:cxn>
                <a:cxn ang="0">
                  <a:pos x="csX2538" y="csY2538"/>
                </a:cxn>
                <a:cxn ang="0">
                  <a:pos x="csX2539" y="csY2539"/>
                </a:cxn>
                <a:cxn ang="0">
                  <a:pos x="csX2540" y="csY2540"/>
                </a:cxn>
                <a:cxn ang="0">
                  <a:pos x="csX2541" y="csY2541"/>
                </a:cxn>
                <a:cxn ang="0">
                  <a:pos x="csX2542" y="csY2542"/>
                </a:cxn>
                <a:cxn ang="0">
                  <a:pos x="csX2543" y="csY2543"/>
                </a:cxn>
                <a:cxn ang="0">
                  <a:pos x="csX2544" y="csY2544"/>
                </a:cxn>
                <a:cxn ang="0">
                  <a:pos x="csX2545" y="csY2545"/>
                </a:cxn>
                <a:cxn ang="0">
                  <a:pos x="csX2546" y="csY2546"/>
                </a:cxn>
                <a:cxn ang="0">
                  <a:pos x="csX2547" y="csY2547"/>
                </a:cxn>
                <a:cxn ang="0">
                  <a:pos x="csX2548" y="csY2548"/>
                </a:cxn>
                <a:cxn ang="0">
                  <a:pos x="csX2549" y="csY2549"/>
                </a:cxn>
                <a:cxn ang="0">
                  <a:pos x="csX2550" y="csY2550"/>
                </a:cxn>
                <a:cxn ang="0">
                  <a:pos x="csX2551" y="csY2551"/>
                </a:cxn>
                <a:cxn ang="0">
                  <a:pos x="csX2552" y="csY2552"/>
                </a:cxn>
                <a:cxn ang="0">
                  <a:pos x="csX2553" y="csY2553"/>
                </a:cxn>
                <a:cxn ang="0">
                  <a:pos x="csX2554" y="csY2554"/>
                </a:cxn>
                <a:cxn ang="0">
                  <a:pos x="csX2555" y="csY2555"/>
                </a:cxn>
                <a:cxn ang="0">
                  <a:pos x="csX2556" y="csY2556"/>
                </a:cxn>
                <a:cxn ang="0">
                  <a:pos x="csX2557" y="csY2557"/>
                </a:cxn>
                <a:cxn ang="0">
                  <a:pos x="csX2558" y="csY2558"/>
                </a:cxn>
                <a:cxn ang="0">
                  <a:pos x="csX2559" y="csY2559"/>
                </a:cxn>
                <a:cxn ang="0">
                  <a:pos x="csX2560" y="csY2560"/>
                </a:cxn>
                <a:cxn ang="0">
                  <a:pos x="csX2561" y="csY2561"/>
                </a:cxn>
                <a:cxn ang="0">
                  <a:pos x="csX2562" y="csY2562"/>
                </a:cxn>
                <a:cxn ang="0">
                  <a:pos x="csX2563" y="csY2563"/>
                </a:cxn>
                <a:cxn ang="0">
                  <a:pos x="csX2564" y="csY2564"/>
                </a:cxn>
                <a:cxn ang="0">
                  <a:pos x="csX2565" y="csY2565"/>
                </a:cxn>
                <a:cxn ang="0">
                  <a:pos x="csX2566" y="csY2566"/>
                </a:cxn>
                <a:cxn ang="0">
                  <a:pos x="csX2567" y="csY2567"/>
                </a:cxn>
                <a:cxn ang="0">
                  <a:pos x="csX2568" y="csY2568"/>
                </a:cxn>
                <a:cxn ang="0">
                  <a:pos x="csX2569" y="csY2569"/>
                </a:cxn>
                <a:cxn ang="0">
                  <a:pos x="csX2570" y="csY2570"/>
                </a:cxn>
                <a:cxn ang="0">
                  <a:pos x="csX2571" y="csY2571"/>
                </a:cxn>
                <a:cxn ang="0">
                  <a:pos x="csX2572" y="csY2572"/>
                </a:cxn>
                <a:cxn ang="0">
                  <a:pos x="csX2573" y="csY2573"/>
                </a:cxn>
                <a:cxn ang="0">
                  <a:pos x="csX2574" y="csY2574"/>
                </a:cxn>
                <a:cxn ang="0">
                  <a:pos x="csX2575" y="csY2575"/>
                </a:cxn>
                <a:cxn ang="0">
                  <a:pos x="csX2576" y="csY2576"/>
                </a:cxn>
                <a:cxn ang="0">
                  <a:pos x="csX2577" y="csY2577"/>
                </a:cxn>
                <a:cxn ang="0">
                  <a:pos x="csX2578" y="csY2578"/>
                </a:cxn>
                <a:cxn ang="0">
                  <a:pos x="csX2579" y="csY2579"/>
                </a:cxn>
                <a:cxn ang="0">
                  <a:pos x="csX2580" y="csY2580"/>
                </a:cxn>
                <a:cxn ang="0">
                  <a:pos x="csX2581" y="csY2581"/>
                </a:cxn>
                <a:cxn ang="0">
                  <a:pos x="csX2582" y="csY2582"/>
                </a:cxn>
                <a:cxn ang="0">
                  <a:pos x="csX2583" y="csY2583"/>
                </a:cxn>
                <a:cxn ang="0">
                  <a:pos x="csX2584" y="csY2584"/>
                </a:cxn>
                <a:cxn ang="0">
                  <a:pos x="csX2585" y="csY2585"/>
                </a:cxn>
                <a:cxn ang="0">
                  <a:pos x="csX2586" y="csY2586"/>
                </a:cxn>
                <a:cxn ang="0">
                  <a:pos x="csX2587" y="csY2587"/>
                </a:cxn>
                <a:cxn ang="0">
                  <a:pos x="csX2588" y="csY2588"/>
                </a:cxn>
                <a:cxn ang="0">
                  <a:pos x="csX2589" y="csY2589"/>
                </a:cxn>
                <a:cxn ang="0">
                  <a:pos x="csX2590" y="csY2590"/>
                </a:cxn>
                <a:cxn ang="0">
                  <a:pos x="csX2591" y="csY2591"/>
                </a:cxn>
                <a:cxn ang="0">
                  <a:pos x="csX2592" y="csY2592"/>
                </a:cxn>
                <a:cxn ang="0">
                  <a:pos x="csX2593" y="csY2593"/>
                </a:cxn>
                <a:cxn ang="0">
                  <a:pos x="csX2594" y="csY2594"/>
                </a:cxn>
                <a:cxn ang="0">
                  <a:pos x="csX2595" y="csY2595"/>
                </a:cxn>
                <a:cxn ang="0">
                  <a:pos x="csX2596" y="csY2596"/>
                </a:cxn>
                <a:cxn ang="0">
                  <a:pos x="csX2597" y="csY2597"/>
                </a:cxn>
                <a:cxn ang="0">
                  <a:pos x="csX2598" y="csY2598"/>
                </a:cxn>
                <a:cxn ang="0">
                  <a:pos x="csX2599" y="csY2599"/>
                </a:cxn>
                <a:cxn ang="0">
                  <a:pos x="csX2600" y="csY2600"/>
                </a:cxn>
                <a:cxn ang="0">
                  <a:pos x="csX2601" y="csY2601"/>
                </a:cxn>
                <a:cxn ang="0">
                  <a:pos x="csX2602" y="csY2602"/>
                </a:cxn>
                <a:cxn ang="0">
                  <a:pos x="csX2603" y="csY2603"/>
                </a:cxn>
                <a:cxn ang="0">
                  <a:pos x="csX2604" y="csY2604"/>
                </a:cxn>
                <a:cxn ang="0">
                  <a:pos x="csX2605" y="csY2605"/>
                </a:cxn>
                <a:cxn ang="0">
                  <a:pos x="csX2606" y="csY2606"/>
                </a:cxn>
                <a:cxn ang="0">
                  <a:pos x="csX2607" y="csY2607"/>
                </a:cxn>
                <a:cxn ang="0">
                  <a:pos x="csX2608" y="csY2608"/>
                </a:cxn>
                <a:cxn ang="0">
                  <a:pos x="csX2609" y="csY2609"/>
                </a:cxn>
                <a:cxn ang="0">
                  <a:pos x="csX2610" y="csY2610"/>
                </a:cxn>
                <a:cxn ang="0">
                  <a:pos x="csX2611" y="csY2611"/>
                </a:cxn>
                <a:cxn ang="0">
                  <a:pos x="csX2612" y="csY2612"/>
                </a:cxn>
                <a:cxn ang="0">
                  <a:pos x="csX2613" y="csY2613"/>
                </a:cxn>
                <a:cxn ang="0">
                  <a:pos x="csX2614" y="csY2614"/>
                </a:cxn>
                <a:cxn ang="0">
                  <a:pos x="csX2615" y="csY2615"/>
                </a:cxn>
                <a:cxn ang="0">
                  <a:pos x="csX2616" y="csY2616"/>
                </a:cxn>
                <a:cxn ang="0">
                  <a:pos x="csX2617" y="csY2617"/>
                </a:cxn>
                <a:cxn ang="0">
                  <a:pos x="csX2618" y="csY2618"/>
                </a:cxn>
                <a:cxn ang="0">
                  <a:pos x="csX2619" y="csY2619"/>
                </a:cxn>
                <a:cxn ang="0">
                  <a:pos x="csX2620" y="csY2620"/>
                </a:cxn>
                <a:cxn ang="0">
                  <a:pos x="csX2621" y="csY2621"/>
                </a:cxn>
                <a:cxn ang="0">
                  <a:pos x="csX2622" y="csY2622"/>
                </a:cxn>
                <a:cxn ang="0">
                  <a:pos x="csX2623" y="csY2623"/>
                </a:cxn>
                <a:cxn ang="0">
                  <a:pos x="csX2624" y="csY2624"/>
                </a:cxn>
                <a:cxn ang="0">
                  <a:pos x="csX2625" y="csY2625"/>
                </a:cxn>
                <a:cxn ang="0">
                  <a:pos x="csX2626" y="csY2626"/>
                </a:cxn>
                <a:cxn ang="0">
                  <a:pos x="csX2627" y="csY2627"/>
                </a:cxn>
                <a:cxn ang="0">
                  <a:pos x="csX2628" y="csY2628"/>
                </a:cxn>
                <a:cxn ang="0">
                  <a:pos x="csX2629" y="csY2629"/>
                </a:cxn>
                <a:cxn ang="0">
                  <a:pos x="csX2630" y="csY2630"/>
                </a:cxn>
                <a:cxn ang="0">
                  <a:pos x="csX2631" y="csY2631"/>
                </a:cxn>
                <a:cxn ang="0">
                  <a:pos x="csX2632" y="csY2632"/>
                </a:cxn>
                <a:cxn ang="0">
                  <a:pos x="csX2633" y="csY2633"/>
                </a:cxn>
                <a:cxn ang="0">
                  <a:pos x="csX2634" y="csY2634"/>
                </a:cxn>
                <a:cxn ang="0">
                  <a:pos x="csX2635" y="csY2635"/>
                </a:cxn>
                <a:cxn ang="0">
                  <a:pos x="csX2636" y="csY2636"/>
                </a:cxn>
                <a:cxn ang="0">
                  <a:pos x="csX2637" y="csY2637"/>
                </a:cxn>
                <a:cxn ang="0">
                  <a:pos x="csX2638" y="csY2638"/>
                </a:cxn>
                <a:cxn ang="0">
                  <a:pos x="csX2639" y="csY2639"/>
                </a:cxn>
                <a:cxn ang="0">
                  <a:pos x="csX2640" y="csY2640"/>
                </a:cxn>
                <a:cxn ang="0">
                  <a:pos x="csX2641" y="csY2641"/>
                </a:cxn>
                <a:cxn ang="0">
                  <a:pos x="csX2642" y="csY2642"/>
                </a:cxn>
                <a:cxn ang="0">
                  <a:pos x="csX2643" y="csY2643"/>
                </a:cxn>
                <a:cxn ang="0">
                  <a:pos x="csX2644" y="csY2644"/>
                </a:cxn>
                <a:cxn ang="0">
                  <a:pos x="csX2645" y="csY2645"/>
                </a:cxn>
                <a:cxn ang="0">
                  <a:pos x="csX2646" y="csY2646"/>
                </a:cxn>
                <a:cxn ang="0">
                  <a:pos x="csX2647" y="csY2647"/>
                </a:cxn>
                <a:cxn ang="0">
                  <a:pos x="csX2648" y="csY2648"/>
                </a:cxn>
                <a:cxn ang="0">
                  <a:pos x="csX2649" y="csY2649"/>
                </a:cxn>
                <a:cxn ang="0">
                  <a:pos x="csX2650" y="csY2650"/>
                </a:cxn>
                <a:cxn ang="0">
                  <a:pos x="csX2651" y="csY2651"/>
                </a:cxn>
                <a:cxn ang="0">
                  <a:pos x="csX2652" y="csY2652"/>
                </a:cxn>
                <a:cxn ang="0">
                  <a:pos x="csX2653" y="csY2653"/>
                </a:cxn>
                <a:cxn ang="0">
                  <a:pos x="csX2654" y="csY2654"/>
                </a:cxn>
                <a:cxn ang="0">
                  <a:pos x="csX2655" y="csY2655"/>
                </a:cxn>
                <a:cxn ang="0">
                  <a:pos x="csX2656" y="csY2656"/>
                </a:cxn>
                <a:cxn ang="0">
                  <a:pos x="csX2657" y="csY2657"/>
                </a:cxn>
                <a:cxn ang="0">
                  <a:pos x="csX2658" y="csY2658"/>
                </a:cxn>
                <a:cxn ang="0">
                  <a:pos x="csX2659" y="csY2659"/>
                </a:cxn>
                <a:cxn ang="0">
                  <a:pos x="csX2660" y="csY2660"/>
                </a:cxn>
                <a:cxn ang="0">
                  <a:pos x="csX2661" y="csY2661"/>
                </a:cxn>
                <a:cxn ang="0">
                  <a:pos x="csX2662" y="csY2662"/>
                </a:cxn>
                <a:cxn ang="0">
                  <a:pos x="csX2663" y="csY2663"/>
                </a:cxn>
                <a:cxn ang="0">
                  <a:pos x="csX2664" y="csY2664"/>
                </a:cxn>
                <a:cxn ang="0">
                  <a:pos x="csX2665" y="csY2665"/>
                </a:cxn>
                <a:cxn ang="0">
                  <a:pos x="csX2666" y="csY2666"/>
                </a:cxn>
                <a:cxn ang="0">
                  <a:pos x="csX2667" y="csY2667"/>
                </a:cxn>
                <a:cxn ang="0">
                  <a:pos x="csX2668" y="csY2668"/>
                </a:cxn>
                <a:cxn ang="0">
                  <a:pos x="csX2669" y="csY2669"/>
                </a:cxn>
                <a:cxn ang="0">
                  <a:pos x="csX2670" y="csY2670"/>
                </a:cxn>
                <a:cxn ang="0">
                  <a:pos x="csX2671" y="csY2671"/>
                </a:cxn>
                <a:cxn ang="0">
                  <a:pos x="csX2672" y="csY2672"/>
                </a:cxn>
                <a:cxn ang="0">
                  <a:pos x="csX2673" y="csY2673"/>
                </a:cxn>
                <a:cxn ang="0">
                  <a:pos x="csX2674" y="csY2674"/>
                </a:cxn>
                <a:cxn ang="0">
                  <a:pos x="csX2675" y="csY2675"/>
                </a:cxn>
                <a:cxn ang="0">
                  <a:pos x="csX2676" y="csY2676"/>
                </a:cxn>
                <a:cxn ang="0">
                  <a:pos x="csX2677" y="csY2677"/>
                </a:cxn>
                <a:cxn ang="0">
                  <a:pos x="csX2678" y="csY2678"/>
                </a:cxn>
                <a:cxn ang="0">
                  <a:pos x="csX2679" y="csY2679"/>
                </a:cxn>
                <a:cxn ang="0">
                  <a:pos x="csX2680" y="csY2680"/>
                </a:cxn>
                <a:cxn ang="0">
                  <a:pos x="csX2681" y="csY2681"/>
                </a:cxn>
                <a:cxn ang="0">
                  <a:pos x="csX2682" y="csY2682"/>
                </a:cxn>
                <a:cxn ang="0">
                  <a:pos x="csX2683" y="csY2683"/>
                </a:cxn>
                <a:cxn ang="0">
                  <a:pos x="csX2684" y="csY2684"/>
                </a:cxn>
                <a:cxn ang="0">
                  <a:pos x="csX2685" y="csY2685"/>
                </a:cxn>
                <a:cxn ang="0">
                  <a:pos x="csX2686" y="csY2686"/>
                </a:cxn>
                <a:cxn ang="0">
                  <a:pos x="csX2687" y="csY2687"/>
                </a:cxn>
                <a:cxn ang="0">
                  <a:pos x="csX2688" y="csY2688"/>
                </a:cxn>
                <a:cxn ang="0">
                  <a:pos x="csX2689" y="csY2689"/>
                </a:cxn>
                <a:cxn ang="0">
                  <a:pos x="csX2690" y="csY2690"/>
                </a:cxn>
                <a:cxn ang="0">
                  <a:pos x="csX2691" y="csY2691"/>
                </a:cxn>
                <a:cxn ang="0">
                  <a:pos x="csX2692" y="csY2692"/>
                </a:cxn>
                <a:cxn ang="0">
                  <a:pos x="csX2693" y="csY2693"/>
                </a:cxn>
                <a:cxn ang="0">
                  <a:pos x="csX2694" y="csY2694"/>
                </a:cxn>
                <a:cxn ang="0">
                  <a:pos x="csX2695" y="csY2695"/>
                </a:cxn>
                <a:cxn ang="0">
                  <a:pos x="csX2696" y="csY2696"/>
                </a:cxn>
                <a:cxn ang="0">
                  <a:pos x="csX2697" y="csY2697"/>
                </a:cxn>
                <a:cxn ang="0">
                  <a:pos x="csX2698" y="csY2698"/>
                </a:cxn>
                <a:cxn ang="0">
                  <a:pos x="csX2699" y="csY2699"/>
                </a:cxn>
                <a:cxn ang="0">
                  <a:pos x="csX2700" y="csY2700"/>
                </a:cxn>
                <a:cxn ang="0">
                  <a:pos x="csX2701" y="csY2701"/>
                </a:cxn>
                <a:cxn ang="0">
                  <a:pos x="csX2702" y="csY2702"/>
                </a:cxn>
                <a:cxn ang="0">
                  <a:pos x="csX2703" y="csY2703"/>
                </a:cxn>
                <a:cxn ang="0">
                  <a:pos x="csX2704" y="csY2704"/>
                </a:cxn>
                <a:cxn ang="0">
                  <a:pos x="csX2705" y="csY2705"/>
                </a:cxn>
                <a:cxn ang="0">
                  <a:pos x="csX2706" y="csY2706"/>
                </a:cxn>
                <a:cxn ang="0">
                  <a:pos x="csX2707" y="csY2707"/>
                </a:cxn>
                <a:cxn ang="0">
                  <a:pos x="csX2708" y="csY2708"/>
                </a:cxn>
                <a:cxn ang="0">
                  <a:pos x="csX2709" y="csY2709"/>
                </a:cxn>
                <a:cxn ang="0">
                  <a:pos x="csX2710" y="csY2710"/>
                </a:cxn>
                <a:cxn ang="0">
                  <a:pos x="csX2711" y="csY2711"/>
                </a:cxn>
                <a:cxn ang="0">
                  <a:pos x="csX2712" y="csY2712"/>
                </a:cxn>
                <a:cxn ang="0">
                  <a:pos x="csX2713" y="csY2713"/>
                </a:cxn>
                <a:cxn ang="0">
                  <a:pos x="csX2714" y="csY2714"/>
                </a:cxn>
                <a:cxn ang="0">
                  <a:pos x="csX2715" y="csY2715"/>
                </a:cxn>
                <a:cxn ang="0">
                  <a:pos x="csX2716" y="csY2716"/>
                </a:cxn>
                <a:cxn ang="0">
                  <a:pos x="csX2717" y="csY2717"/>
                </a:cxn>
                <a:cxn ang="0">
                  <a:pos x="csX2718" y="csY2718"/>
                </a:cxn>
                <a:cxn ang="0">
                  <a:pos x="csX2719" y="csY2719"/>
                </a:cxn>
                <a:cxn ang="0">
                  <a:pos x="csX2720" y="csY2720"/>
                </a:cxn>
                <a:cxn ang="0">
                  <a:pos x="csX2721" y="csY2721"/>
                </a:cxn>
                <a:cxn ang="0">
                  <a:pos x="csX2722" y="csY2722"/>
                </a:cxn>
                <a:cxn ang="0">
                  <a:pos x="csX2723" y="csY2723"/>
                </a:cxn>
                <a:cxn ang="0">
                  <a:pos x="csX2724" y="csY2724"/>
                </a:cxn>
                <a:cxn ang="0">
                  <a:pos x="csX2725" y="csY2725"/>
                </a:cxn>
                <a:cxn ang="0">
                  <a:pos x="csX2726" y="csY2726"/>
                </a:cxn>
                <a:cxn ang="0">
                  <a:pos x="csX2727" y="csY2727"/>
                </a:cxn>
                <a:cxn ang="0">
                  <a:pos x="csX2728" y="csY2728"/>
                </a:cxn>
                <a:cxn ang="0">
                  <a:pos x="csX2729" y="csY2729"/>
                </a:cxn>
                <a:cxn ang="0">
                  <a:pos x="csX2730" y="csY2730"/>
                </a:cxn>
                <a:cxn ang="0">
                  <a:pos x="csX2731" y="csY2731"/>
                </a:cxn>
                <a:cxn ang="0">
                  <a:pos x="csX2732" y="csY2732"/>
                </a:cxn>
                <a:cxn ang="0">
                  <a:pos x="csX2733" y="csY2733"/>
                </a:cxn>
                <a:cxn ang="0">
                  <a:pos x="csX2734" y="csY2734"/>
                </a:cxn>
                <a:cxn ang="0">
                  <a:pos x="csX2735" y="csY2735"/>
                </a:cxn>
                <a:cxn ang="0">
                  <a:pos x="csX2736" y="csY2736"/>
                </a:cxn>
                <a:cxn ang="0">
                  <a:pos x="csX2737" y="csY2737"/>
                </a:cxn>
                <a:cxn ang="0">
                  <a:pos x="csX2738" y="csY2738"/>
                </a:cxn>
                <a:cxn ang="0">
                  <a:pos x="csX2739" y="csY2739"/>
                </a:cxn>
                <a:cxn ang="0">
                  <a:pos x="csX2740" y="csY2740"/>
                </a:cxn>
                <a:cxn ang="0">
                  <a:pos x="csX2741" y="csY2741"/>
                </a:cxn>
                <a:cxn ang="0">
                  <a:pos x="csX2742" y="csY2742"/>
                </a:cxn>
                <a:cxn ang="0">
                  <a:pos x="csX2743" y="csY2743"/>
                </a:cxn>
                <a:cxn ang="0">
                  <a:pos x="csX2744" y="csY2744"/>
                </a:cxn>
                <a:cxn ang="0">
                  <a:pos x="csX2745" y="csY2745"/>
                </a:cxn>
                <a:cxn ang="0">
                  <a:pos x="csX2746" y="csY2746"/>
                </a:cxn>
                <a:cxn ang="0">
                  <a:pos x="csX2747" y="csY2747"/>
                </a:cxn>
                <a:cxn ang="0">
                  <a:pos x="csX2748" y="csY2748"/>
                </a:cxn>
                <a:cxn ang="0">
                  <a:pos x="csX2749" y="csY2749"/>
                </a:cxn>
                <a:cxn ang="0">
                  <a:pos x="csX2750" y="csY2750"/>
                </a:cxn>
                <a:cxn ang="0">
                  <a:pos x="csX2751" y="csY2751"/>
                </a:cxn>
                <a:cxn ang="0">
                  <a:pos x="csX2752" y="csY2752"/>
                </a:cxn>
                <a:cxn ang="0">
                  <a:pos x="csX2753" y="csY2753"/>
                </a:cxn>
                <a:cxn ang="0">
                  <a:pos x="csX2754" y="csY2754"/>
                </a:cxn>
                <a:cxn ang="0">
                  <a:pos x="csX2755" y="csY2755"/>
                </a:cxn>
                <a:cxn ang="0">
                  <a:pos x="csX2756" y="csY2756"/>
                </a:cxn>
                <a:cxn ang="0">
                  <a:pos x="csX2757" y="csY2757"/>
                </a:cxn>
                <a:cxn ang="0">
                  <a:pos x="csX2758" y="csY2758"/>
                </a:cxn>
                <a:cxn ang="0">
                  <a:pos x="csX2759" y="csY2759"/>
                </a:cxn>
                <a:cxn ang="0">
                  <a:pos x="csX2760" y="csY2760"/>
                </a:cxn>
                <a:cxn ang="0">
                  <a:pos x="csX2761" y="csY2761"/>
                </a:cxn>
                <a:cxn ang="0">
                  <a:pos x="csX2762" y="csY2762"/>
                </a:cxn>
                <a:cxn ang="0">
                  <a:pos x="csX2763" y="csY2763"/>
                </a:cxn>
                <a:cxn ang="0">
                  <a:pos x="csX2764" y="csY2764"/>
                </a:cxn>
                <a:cxn ang="0">
                  <a:pos x="csX2765" y="csY2765"/>
                </a:cxn>
                <a:cxn ang="0">
                  <a:pos x="csX2766" y="csY2766"/>
                </a:cxn>
                <a:cxn ang="0">
                  <a:pos x="csX2767" y="csY2767"/>
                </a:cxn>
                <a:cxn ang="0">
                  <a:pos x="csX2768" y="csY2768"/>
                </a:cxn>
                <a:cxn ang="0">
                  <a:pos x="csX2769" y="csY2769"/>
                </a:cxn>
                <a:cxn ang="0">
                  <a:pos x="csX2770" y="csY2770"/>
                </a:cxn>
                <a:cxn ang="0">
                  <a:pos x="csX2771" y="csY2771"/>
                </a:cxn>
                <a:cxn ang="0">
                  <a:pos x="csX2772" y="csY2772"/>
                </a:cxn>
                <a:cxn ang="0">
                  <a:pos x="csX2773" y="csY2773"/>
                </a:cxn>
                <a:cxn ang="0">
                  <a:pos x="csX2774" y="csY2774"/>
                </a:cxn>
                <a:cxn ang="0">
                  <a:pos x="csX2775" y="csY2775"/>
                </a:cxn>
                <a:cxn ang="0">
                  <a:pos x="csX2776" y="csY2776"/>
                </a:cxn>
                <a:cxn ang="0">
                  <a:pos x="csX2777" y="csY2777"/>
                </a:cxn>
                <a:cxn ang="0">
                  <a:pos x="csX2778" y="csY2778"/>
                </a:cxn>
                <a:cxn ang="0">
                  <a:pos x="csX2779" y="csY2779"/>
                </a:cxn>
                <a:cxn ang="0">
                  <a:pos x="csX2780" y="csY2780"/>
                </a:cxn>
                <a:cxn ang="0">
                  <a:pos x="csX2781" y="csY2781"/>
                </a:cxn>
                <a:cxn ang="0">
                  <a:pos x="csX2782" y="csY2782"/>
                </a:cxn>
                <a:cxn ang="0">
                  <a:pos x="csX2783" y="csY2783"/>
                </a:cxn>
                <a:cxn ang="0">
                  <a:pos x="csX2784" y="csY2784"/>
                </a:cxn>
                <a:cxn ang="0">
                  <a:pos x="csX2785" y="csY2785"/>
                </a:cxn>
                <a:cxn ang="0">
                  <a:pos x="csX2786" y="csY2786"/>
                </a:cxn>
                <a:cxn ang="0">
                  <a:pos x="csX2787" y="csY2787"/>
                </a:cxn>
                <a:cxn ang="0">
                  <a:pos x="csX2788" y="csY2788"/>
                </a:cxn>
                <a:cxn ang="0">
                  <a:pos x="csX2789" y="csY2789"/>
                </a:cxn>
                <a:cxn ang="0">
                  <a:pos x="csX2790" y="csY2790"/>
                </a:cxn>
                <a:cxn ang="0">
                  <a:pos x="csX2791" y="csY2791"/>
                </a:cxn>
                <a:cxn ang="0">
                  <a:pos x="csX2792" y="csY2792"/>
                </a:cxn>
                <a:cxn ang="0">
                  <a:pos x="csX2793" y="csY2793"/>
                </a:cxn>
                <a:cxn ang="0">
                  <a:pos x="csX2794" y="csY2794"/>
                </a:cxn>
                <a:cxn ang="0">
                  <a:pos x="csX2795" y="csY2795"/>
                </a:cxn>
                <a:cxn ang="0">
                  <a:pos x="csX2796" y="csY2796"/>
                </a:cxn>
                <a:cxn ang="0">
                  <a:pos x="csX2797" y="csY2797"/>
                </a:cxn>
                <a:cxn ang="0">
                  <a:pos x="csX2798" y="csY2798"/>
                </a:cxn>
                <a:cxn ang="0">
                  <a:pos x="csX2799" y="csY2799"/>
                </a:cxn>
                <a:cxn ang="0">
                  <a:pos x="csX2800" y="csY2800"/>
                </a:cxn>
                <a:cxn ang="0">
                  <a:pos x="csX2801" y="csY2801"/>
                </a:cxn>
                <a:cxn ang="0">
                  <a:pos x="csX2802" y="csY2802"/>
                </a:cxn>
                <a:cxn ang="0">
                  <a:pos x="csX2803" y="csY2803"/>
                </a:cxn>
                <a:cxn ang="0">
                  <a:pos x="csX2804" y="csY2804"/>
                </a:cxn>
                <a:cxn ang="0">
                  <a:pos x="csX2805" y="csY2805"/>
                </a:cxn>
                <a:cxn ang="0">
                  <a:pos x="csX2806" y="csY2806"/>
                </a:cxn>
                <a:cxn ang="0">
                  <a:pos x="csX2807" y="csY2807"/>
                </a:cxn>
                <a:cxn ang="0">
                  <a:pos x="csX2808" y="csY2808"/>
                </a:cxn>
                <a:cxn ang="0">
                  <a:pos x="csX2809" y="csY2809"/>
                </a:cxn>
                <a:cxn ang="0">
                  <a:pos x="csX2810" y="csY2810"/>
                </a:cxn>
                <a:cxn ang="0">
                  <a:pos x="csX2811" y="csY2811"/>
                </a:cxn>
                <a:cxn ang="0">
                  <a:pos x="csX2812" y="csY2812"/>
                </a:cxn>
                <a:cxn ang="0">
                  <a:pos x="csX2813" y="csY2813"/>
                </a:cxn>
                <a:cxn ang="0">
                  <a:pos x="csX2814" y="csY2814"/>
                </a:cxn>
                <a:cxn ang="0">
                  <a:pos x="csX2815" y="csY2815"/>
                </a:cxn>
                <a:cxn ang="0">
                  <a:pos x="csX2816" y="csY2816"/>
                </a:cxn>
                <a:cxn ang="0">
                  <a:pos x="csX2817" y="csY2817"/>
                </a:cxn>
                <a:cxn ang="0">
                  <a:pos x="csX2818" y="csY2818"/>
                </a:cxn>
                <a:cxn ang="0">
                  <a:pos x="csX2819" y="csY2819"/>
                </a:cxn>
                <a:cxn ang="0">
                  <a:pos x="csX2820" y="csY2820"/>
                </a:cxn>
                <a:cxn ang="0">
                  <a:pos x="csX2821" y="csY2821"/>
                </a:cxn>
                <a:cxn ang="0">
                  <a:pos x="csX2822" y="csY2822"/>
                </a:cxn>
                <a:cxn ang="0">
                  <a:pos x="csX2823" y="csY2823"/>
                </a:cxn>
                <a:cxn ang="0">
                  <a:pos x="csX2824" y="csY2824"/>
                </a:cxn>
                <a:cxn ang="0">
                  <a:pos x="csX2825" y="csY2825"/>
                </a:cxn>
                <a:cxn ang="0">
                  <a:pos x="csX2826" y="csY2826"/>
                </a:cxn>
                <a:cxn ang="0">
                  <a:pos x="csX2827" y="csY2827"/>
                </a:cxn>
                <a:cxn ang="0">
                  <a:pos x="csX2828" y="csY2828"/>
                </a:cxn>
                <a:cxn ang="0">
                  <a:pos x="csX2829" y="csY2829"/>
                </a:cxn>
                <a:cxn ang="0">
                  <a:pos x="csX2830" y="csY2830"/>
                </a:cxn>
                <a:cxn ang="0">
                  <a:pos x="csX2831" y="csY2831"/>
                </a:cxn>
                <a:cxn ang="0">
                  <a:pos x="csX2832" y="csY2832"/>
                </a:cxn>
                <a:cxn ang="0">
                  <a:pos x="csX2833" y="csY2833"/>
                </a:cxn>
                <a:cxn ang="0">
                  <a:pos x="csX2834" y="csY2834"/>
                </a:cxn>
                <a:cxn ang="0">
                  <a:pos x="csX2835" y="csY2835"/>
                </a:cxn>
                <a:cxn ang="0">
                  <a:pos x="csX2836" y="csY2836"/>
                </a:cxn>
                <a:cxn ang="0">
                  <a:pos x="csX2837" y="csY2837"/>
                </a:cxn>
                <a:cxn ang="0">
                  <a:pos x="csX2838" y="csY2838"/>
                </a:cxn>
                <a:cxn ang="0">
                  <a:pos x="csX2839" y="csY2839"/>
                </a:cxn>
                <a:cxn ang="0">
                  <a:pos x="csX2840" y="csY2840"/>
                </a:cxn>
                <a:cxn ang="0">
                  <a:pos x="csX2841" y="csY2841"/>
                </a:cxn>
                <a:cxn ang="0">
                  <a:pos x="csX2842" y="csY2842"/>
                </a:cxn>
                <a:cxn ang="0">
                  <a:pos x="csX2843" y="csY2843"/>
                </a:cxn>
                <a:cxn ang="0">
                  <a:pos x="csX2844" y="csY2844"/>
                </a:cxn>
                <a:cxn ang="0">
                  <a:pos x="csX2845" y="csY2845"/>
                </a:cxn>
                <a:cxn ang="0">
                  <a:pos x="csX2846" y="csY2846"/>
                </a:cxn>
                <a:cxn ang="0">
                  <a:pos x="csX2847" y="csY2847"/>
                </a:cxn>
                <a:cxn ang="0">
                  <a:pos x="csX2848" y="csY2848"/>
                </a:cxn>
                <a:cxn ang="0">
                  <a:pos x="csX2849" y="csY2849"/>
                </a:cxn>
                <a:cxn ang="0">
                  <a:pos x="csX2850" y="csY2850"/>
                </a:cxn>
                <a:cxn ang="0">
                  <a:pos x="csX2851" y="csY2851"/>
                </a:cxn>
                <a:cxn ang="0">
                  <a:pos x="csX2852" y="csY2852"/>
                </a:cxn>
                <a:cxn ang="0">
                  <a:pos x="csX2853" y="csY2853"/>
                </a:cxn>
                <a:cxn ang="0">
                  <a:pos x="csX2854" y="csY2854"/>
                </a:cxn>
                <a:cxn ang="0">
                  <a:pos x="csX2855" y="csY2855"/>
                </a:cxn>
                <a:cxn ang="0">
                  <a:pos x="csX2856" y="csY2856"/>
                </a:cxn>
                <a:cxn ang="0">
                  <a:pos x="csX2857" y="csY2857"/>
                </a:cxn>
                <a:cxn ang="0">
                  <a:pos x="csX2858" y="csY2858"/>
                </a:cxn>
                <a:cxn ang="0">
                  <a:pos x="csX2859" y="csY2859"/>
                </a:cxn>
                <a:cxn ang="0">
                  <a:pos x="csX2860" y="csY2860"/>
                </a:cxn>
                <a:cxn ang="0">
                  <a:pos x="csX2861" y="csY2861"/>
                </a:cxn>
                <a:cxn ang="0">
                  <a:pos x="csX2862" y="csY2862"/>
                </a:cxn>
                <a:cxn ang="0">
                  <a:pos x="csX2863" y="csY2863"/>
                </a:cxn>
                <a:cxn ang="0">
                  <a:pos x="csX2864" y="csY2864"/>
                </a:cxn>
                <a:cxn ang="0">
                  <a:pos x="csX2865" y="csY2865"/>
                </a:cxn>
                <a:cxn ang="0">
                  <a:pos x="csX2866" y="csY2866"/>
                </a:cxn>
                <a:cxn ang="0">
                  <a:pos x="csX2867" y="csY2867"/>
                </a:cxn>
                <a:cxn ang="0">
                  <a:pos x="csX2868" y="csY2868"/>
                </a:cxn>
                <a:cxn ang="0">
                  <a:pos x="csX2869" y="csY2869"/>
                </a:cxn>
                <a:cxn ang="0">
                  <a:pos x="csX2870" y="csY2870"/>
                </a:cxn>
                <a:cxn ang="0">
                  <a:pos x="csX2871" y="csY2871"/>
                </a:cxn>
                <a:cxn ang="0">
                  <a:pos x="csX2872" y="csY2872"/>
                </a:cxn>
                <a:cxn ang="0">
                  <a:pos x="csX2873" y="csY2873"/>
                </a:cxn>
                <a:cxn ang="0">
                  <a:pos x="csX2874" y="csY2874"/>
                </a:cxn>
                <a:cxn ang="0">
                  <a:pos x="csX2875" y="csY2875"/>
                </a:cxn>
                <a:cxn ang="0">
                  <a:pos x="csX2876" y="csY2876"/>
                </a:cxn>
                <a:cxn ang="0">
                  <a:pos x="csX2877" y="csY2877"/>
                </a:cxn>
                <a:cxn ang="0">
                  <a:pos x="csX2878" y="csY2878"/>
                </a:cxn>
                <a:cxn ang="0">
                  <a:pos x="csX2879" y="csY2879"/>
                </a:cxn>
                <a:cxn ang="0">
                  <a:pos x="csX2880" y="csY2880"/>
                </a:cxn>
                <a:cxn ang="0">
                  <a:pos x="csX2881" y="csY2881"/>
                </a:cxn>
                <a:cxn ang="0">
                  <a:pos x="csX2882" y="csY2882"/>
                </a:cxn>
                <a:cxn ang="0">
                  <a:pos x="csX2883" y="csY2883"/>
                </a:cxn>
                <a:cxn ang="0">
                  <a:pos x="csX2884" y="csY2884"/>
                </a:cxn>
                <a:cxn ang="0">
                  <a:pos x="csX2885" y="csY2885"/>
                </a:cxn>
                <a:cxn ang="0">
                  <a:pos x="csX2886" y="csY2886"/>
                </a:cxn>
                <a:cxn ang="0">
                  <a:pos x="csX2887" y="csY2887"/>
                </a:cxn>
                <a:cxn ang="0">
                  <a:pos x="csX2888" y="csY2888"/>
                </a:cxn>
                <a:cxn ang="0">
                  <a:pos x="csX2889" y="csY2889"/>
                </a:cxn>
                <a:cxn ang="0">
                  <a:pos x="csX2890" y="csY2890"/>
                </a:cxn>
                <a:cxn ang="0">
                  <a:pos x="csX2891" y="csY2891"/>
                </a:cxn>
                <a:cxn ang="0">
                  <a:pos x="csX2892" y="csY2892"/>
                </a:cxn>
                <a:cxn ang="0">
                  <a:pos x="csX2893" y="csY2893"/>
                </a:cxn>
                <a:cxn ang="0">
                  <a:pos x="csX2894" y="csY2894"/>
                </a:cxn>
                <a:cxn ang="0">
                  <a:pos x="csX2895" y="csY2895"/>
                </a:cxn>
                <a:cxn ang="0">
                  <a:pos x="csX2896" y="csY2896"/>
                </a:cxn>
                <a:cxn ang="0">
                  <a:pos x="csX2897" y="csY2897"/>
                </a:cxn>
                <a:cxn ang="0">
                  <a:pos x="csX2898" y="csY2898"/>
                </a:cxn>
                <a:cxn ang="0">
                  <a:pos x="csX2899" y="csY2899"/>
                </a:cxn>
                <a:cxn ang="0">
                  <a:pos x="csX2900" y="csY2900"/>
                </a:cxn>
                <a:cxn ang="0">
                  <a:pos x="csX2901" y="csY2901"/>
                </a:cxn>
                <a:cxn ang="0">
                  <a:pos x="csX2902" y="csY2902"/>
                </a:cxn>
                <a:cxn ang="0">
                  <a:pos x="csX2903" y="csY2903"/>
                </a:cxn>
                <a:cxn ang="0">
                  <a:pos x="csX2904" y="csY2904"/>
                </a:cxn>
                <a:cxn ang="0">
                  <a:pos x="csX2905" y="csY2905"/>
                </a:cxn>
                <a:cxn ang="0">
                  <a:pos x="csX2906" y="csY2906"/>
                </a:cxn>
                <a:cxn ang="0">
                  <a:pos x="csX2907" y="csY2907"/>
                </a:cxn>
                <a:cxn ang="0">
                  <a:pos x="csX2908" y="csY2908"/>
                </a:cxn>
                <a:cxn ang="0">
                  <a:pos x="csX2909" y="csY2909"/>
                </a:cxn>
                <a:cxn ang="0">
                  <a:pos x="csX2910" y="csY2910"/>
                </a:cxn>
                <a:cxn ang="0">
                  <a:pos x="csX2911" y="csY2911"/>
                </a:cxn>
                <a:cxn ang="0">
                  <a:pos x="csX2912" y="csY2912"/>
                </a:cxn>
                <a:cxn ang="0">
                  <a:pos x="csX2913" y="csY2913"/>
                </a:cxn>
                <a:cxn ang="0">
                  <a:pos x="csX2914" y="csY2914"/>
                </a:cxn>
                <a:cxn ang="0">
                  <a:pos x="csX2915" y="csY2915"/>
                </a:cxn>
                <a:cxn ang="0">
                  <a:pos x="csX2916" y="csY2916"/>
                </a:cxn>
                <a:cxn ang="0">
                  <a:pos x="csX2917" y="csY2917"/>
                </a:cxn>
                <a:cxn ang="0">
                  <a:pos x="csX2918" y="csY2918"/>
                </a:cxn>
                <a:cxn ang="0">
                  <a:pos x="csX2919" y="csY2919"/>
                </a:cxn>
                <a:cxn ang="0">
                  <a:pos x="csX2920" y="csY2920"/>
                </a:cxn>
                <a:cxn ang="0">
                  <a:pos x="csX2921" y="csY2921"/>
                </a:cxn>
                <a:cxn ang="0">
                  <a:pos x="csX2922" y="csY2922"/>
                </a:cxn>
                <a:cxn ang="0">
                  <a:pos x="csX2923" y="csY2923"/>
                </a:cxn>
                <a:cxn ang="0">
                  <a:pos x="csX2924" y="csY2924"/>
                </a:cxn>
                <a:cxn ang="0">
                  <a:pos x="csX2925" y="csY2925"/>
                </a:cxn>
                <a:cxn ang="0">
                  <a:pos x="csX2926" y="csY2926"/>
                </a:cxn>
                <a:cxn ang="0">
                  <a:pos x="csX2927" y="csY2927"/>
                </a:cxn>
                <a:cxn ang="0">
                  <a:pos x="csX2928" y="csY2928"/>
                </a:cxn>
                <a:cxn ang="0">
                  <a:pos x="csX2929" y="csY2929"/>
                </a:cxn>
                <a:cxn ang="0">
                  <a:pos x="csX2930" y="csY2930"/>
                </a:cxn>
                <a:cxn ang="0">
                  <a:pos x="csX2931" y="csY2931"/>
                </a:cxn>
                <a:cxn ang="0">
                  <a:pos x="csX2932" y="csY2932"/>
                </a:cxn>
                <a:cxn ang="0">
                  <a:pos x="csX2933" y="csY2933"/>
                </a:cxn>
                <a:cxn ang="0">
                  <a:pos x="csX2934" y="csY2934"/>
                </a:cxn>
                <a:cxn ang="0">
                  <a:pos x="csX2935" y="csY2935"/>
                </a:cxn>
                <a:cxn ang="0">
                  <a:pos x="csX2936" y="csY2936"/>
                </a:cxn>
                <a:cxn ang="0">
                  <a:pos x="csX2937" y="csY2937"/>
                </a:cxn>
                <a:cxn ang="0">
                  <a:pos x="csX2938" y="csY2938"/>
                </a:cxn>
                <a:cxn ang="0">
                  <a:pos x="csX2939" y="csY2939"/>
                </a:cxn>
                <a:cxn ang="0">
                  <a:pos x="csX2940" y="csY2940"/>
                </a:cxn>
                <a:cxn ang="0">
                  <a:pos x="csX2941" y="csY2941"/>
                </a:cxn>
                <a:cxn ang="0">
                  <a:pos x="csX2942" y="csY2942"/>
                </a:cxn>
                <a:cxn ang="0">
                  <a:pos x="csX2943" y="csY2943"/>
                </a:cxn>
                <a:cxn ang="0">
                  <a:pos x="csX2944" y="csY2944"/>
                </a:cxn>
                <a:cxn ang="0">
                  <a:pos x="csX2945" y="csY2945"/>
                </a:cxn>
                <a:cxn ang="0">
                  <a:pos x="csX2946" y="csY2946"/>
                </a:cxn>
                <a:cxn ang="0">
                  <a:pos x="csX2947" y="csY2947"/>
                </a:cxn>
                <a:cxn ang="0">
                  <a:pos x="csX2948" y="csY2948"/>
                </a:cxn>
                <a:cxn ang="0">
                  <a:pos x="csX2949" y="csY2949"/>
                </a:cxn>
                <a:cxn ang="0">
                  <a:pos x="csX2950" y="csY2950"/>
                </a:cxn>
                <a:cxn ang="0">
                  <a:pos x="csX2951" y="csY2951"/>
                </a:cxn>
                <a:cxn ang="0">
                  <a:pos x="csX2952" y="csY2952"/>
                </a:cxn>
                <a:cxn ang="0">
                  <a:pos x="csX2953" y="csY2953"/>
                </a:cxn>
                <a:cxn ang="0">
                  <a:pos x="csX2954" y="csY2954"/>
                </a:cxn>
                <a:cxn ang="0">
                  <a:pos x="csX2955" y="csY2955"/>
                </a:cxn>
                <a:cxn ang="0">
                  <a:pos x="csX2956" y="csY2956"/>
                </a:cxn>
                <a:cxn ang="0">
                  <a:pos x="csX2957" y="csY2957"/>
                </a:cxn>
                <a:cxn ang="0">
                  <a:pos x="csX2958" y="csY2958"/>
                </a:cxn>
                <a:cxn ang="0">
                  <a:pos x="csX2959" y="csY2959"/>
                </a:cxn>
                <a:cxn ang="0">
                  <a:pos x="csX2960" y="csY2960"/>
                </a:cxn>
                <a:cxn ang="0">
                  <a:pos x="csX2961" y="csY2961"/>
                </a:cxn>
                <a:cxn ang="0">
                  <a:pos x="csX2962" y="csY2962"/>
                </a:cxn>
                <a:cxn ang="0">
                  <a:pos x="csX2963" y="csY2963"/>
                </a:cxn>
                <a:cxn ang="0">
                  <a:pos x="csX2964" y="csY2964"/>
                </a:cxn>
                <a:cxn ang="0">
                  <a:pos x="csX2965" y="csY2965"/>
                </a:cxn>
                <a:cxn ang="0">
                  <a:pos x="csX2966" y="csY2966"/>
                </a:cxn>
                <a:cxn ang="0">
                  <a:pos x="csX2967" y="csY2967"/>
                </a:cxn>
                <a:cxn ang="0">
                  <a:pos x="csX2968" y="csY2968"/>
                </a:cxn>
                <a:cxn ang="0">
                  <a:pos x="csX2969" y="csY2969"/>
                </a:cxn>
                <a:cxn ang="0">
                  <a:pos x="csX2970" y="csY2970"/>
                </a:cxn>
                <a:cxn ang="0">
                  <a:pos x="csX2971" y="csY2971"/>
                </a:cxn>
                <a:cxn ang="0">
                  <a:pos x="csX2972" y="csY2972"/>
                </a:cxn>
                <a:cxn ang="0">
                  <a:pos x="csX2973" y="csY2973"/>
                </a:cxn>
                <a:cxn ang="0">
                  <a:pos x="csX2974" y="csY2974"/>
                </a:cxn>
                <a:cxn ang="0">
                  <a:pos x="csX2975" y="csY2975"/>
                </a:cxn>
                <a:cxn ang="0">
                  <a:pos x="csX2976" y="csY2976"/>
                </a:cxn>
                <a:cxn ang="0">
                  <a:pos x="csX2977" y="csY2977"/>
                </a:cxn>
                <a:cxn ang="0">
                  <a:pos x="csX2978" y="csY2978"/>
                </a:cxn>
                <a:cxn ang="0">
                  <a:pos x="csX2979" y="csY2979"/>
                </a:cxn>
                <a:cxn ang="0">
                  <a:pos x="csX2980" y="csY2980"/>
                </a:cxn>
                <a:cxn ang="0">
                  <a:pos x="csX2981" y="csY2981"/>
                </a:cxn>
                <a:cxn ang="0">
                  <a:pos x="csX2982" y="csY2982"/>
                </a:cxn>
                <a:cxn ang="0">
                  <a:pos x="csX2983" y="csY2983"/>
                </a:cxn>
                <a:cxn ang="0">
                  <a:pos x="csX2984" y="csY2984"/>
                </a:cxn>
                <a:cxn ang="0">
                  <a:pos x="csX2985" y="csY2985"/>
                </a:cxn>
                <a:cxn ang="0">
                  <a:pos x="csX2986" y="csY2986"/>
                </a:cxn>
                <a:cxn ang="0">
                  <a:pos x="csX2987" y="csY2987"/>
                </a:cxn>
                <a:cxn ang="0">
                  <a:pos x="csX2988" y="csY2988"/>
                </a:cxn>
                <a:cxn ang="0">
                  <a:pos x="csX2989" y="csY2989"/>
                </a:cxn>
                <a:cxn ang="0">
                  <a:pos x="csX2990" y="csY2990"/>
                </a:cxn>
                <a:cxn ang="0">
                  <a:pos x="csX2991" y="csY2991"/>
                </a:cxn>
                <a:cxn ang="0">
                  <a:pos x="csX2992" y="csY2992"/>
                </a:cxn>
                <a:cxn ang="0">
                  <a:pos x="csX2993" y="csY2993"/>
                </a:cxn>
                <a:cxn ang="0">
                  <a:pos x="csX2994" y="csY2994"/>
                </a:cxn>
                <a:cxn ang="0">
                  <a:pos x="csX2995" y="csY2995"/>
                </a:cxn>
                <a:cxn ang="0">
                  <a:pos x="csX2996" y="csY2996"/>
                </a:cxn>
                <a:cxn ang="0">
                  <a:pos x="csX2997" y="csY2997"/>
                </a:cxn>
                <a:cxn ang="0">
                  <a:pos x="csX2998" y="csY2998"/>
                </a:cxn>
                <a:cxn ang="0">
                  <a:pos x="csX2999" y="csY2999"/>
                </a:cxn>
                <a:cxn ang="0">
                  <a:pos x="csX3000" y="csY3000"/>
                </a:cxn>
                <a:cxn ang="0">
                  <a:pos x="csX3001" y="csY3001"/>
                </a:cxn>
                <a:cxn ang="0">
                  <a:pos x="csX3002" y="csY3002"/>
                </a:cxn>
                <a:cxn ang="0">
                  <a:pos x="csX3003" y="csY3003"/>
                </a:cxn>
                <a:cxn ang="0">
                  <a:pos x="csX3004" y="csY3004"/>
                </a:cxn>
                <a:cxn ang="0">
                  <a:pos x="csX3005" y="csY3005"/>
                </a:cxn>
                <a:cxn ang="0">
                  <a:pos x="csX3006" y="csY3006"/>
                </a:cxn>
                <a:cxn ang="0">
                  <a:pos x="csX3007" y="csY3007"/>
                </a:cxn>
                <a:cxn ang="0">
                  <a:pos x="csX3008" y="csY3008"/>
                </a:cxn>
                <a:cxn ang="0">
                  <a:pos x="csX3009" y="csY3009"/>
                </a:cxn>
                <a:cxn ang="0">
                  <a:pos x="csX3010" y="csY3010"/>
                </a:cxn>
                <a:cxn ang="0">
                  <a:pos x="csX3011" y="csY3011"/>
                </a:cxn>
                <a:cxn ang="0">
                  <a:pos x="csX3012" y="csY3012"/>
                </a:cxn>
                <a:cxn ang="0">
                  <a:pos x="csX3013" y="csY3013"/>
                </a:cxn>
                <a:cxn ang="0">
                  <a:pos x="csX3014" y="csY3014"/>
                </a:cxn>
                <a:cxn ang="0">
                  <a:pos x="csX3015" y="csY3015"/>
                </a:cxn>
                <a:cxn ang="0">
                  <a:pos x="csX3016" y="csY3016"/>
                </a:cxn>
                <a:cxn ang="0">
                  <a:pos x="csX3017" y="csY3017"/>
                </a:cxn>
                <a:cxn ang="0">
                  <a:pos x="csX3018" y="csY3018"/>
                </a:cxn>
                <a:cxn ang="0">
                  <a:pos x="csX3019" y="csY3019"/>
                </a:cxn>
                <a:cxn ang="0">
                  <a:pos x="csX3020" y="csY3020"/>
                </a:cxn>
                <a:cxn ang="0">
                  <a:pos x="csX3021" y="csY3021"/>
                </a:cxn>
                <a:cxn ang="0">
                  <a:pos x="csX3022" y="csY3022"/>
                </a:cxn>
                <a:cxn ang="0">
                  <a:pos x="csX3023" y="csY3023"/>
                </a:cxn>
                <a:cxn ang="0">
                  <a:pos x="csX3024" y="csY3024"/>
                </a:cxn>
                <a:cxn ang="0">
                  <a:pos x="csX3025" y="csY3025"/>
                </a:cxn>
                <a:cxn ang="0">
                  <a:pos x="csX3026" y="csY3026"/>
                </a:cxn>
                <a:cxn ang="0">
                  <a:pos x="csX3027" y="csY3027"/>
                </a:cxn>
                <a:cxn ang="0">
                  <a:pos x="csX3028" y="csY3028"/>
                </a:cxn>
                <a:cxn ang="0">
                  <a:pos x="csX3029" y="csY3029"/>
                </a:cxn>
                <a:cxn ang="0">
                  <a:pos x="csX3030" y="csY3030"/>
                </a:cxn>
                <a:cxn ang="0">
                  <a:pos x="csX3031" y="csY3031"/>
                </a:cxn>
                <a:cxn ang="0">
                  <a:pos x="csX3032" y="csY3032"/>
                </a:cxn>
                <a:cxn ang="0">
                  <a:pos x="csX3033" y="csY3033"/>
                </a:cxn>
                <a:cxn ang="0">
                  <a:pos x="csX3034" y="csY3034"/>
                </a:cxn>
                <a:cxn ang="0">
                  <a:pos x="csX3035" y="csY3035"/>
                </a:cxn>
                <a:cxn ang="0">
                  <a:pos x="csX3036" y="csY3036"/>
                </a:cxn>
                <a:cxn ang="0">
                  <a:pos x="csX3037" y="csY3037"/>
                </a:cxn>
                <a:cxn ang="0">
                  <a:pos x="csX3038" y="csY3038"/>
                </a:cxn>
                <a:cxn ang="0">
                  <a:pos x="csX3039" y="csY3039"/>
                </a:cxn>
                <a:cxn ang="0">
                  <a:pos x="csX3040" y="csY3040"/>
                </a:cxn>
                <a:cxn ang="0">
                  <a:pos x="csX3041" y="csY3041"/>
                </a:cxn>
                <a:cxn ang="0">
                  <a:pos x="csX3042" y="csY3042"/>
                </a:cxn>
                <a:cxn ang="0">
                  <a:pos x="csX3043" y="csY3043"/>
                </a:cxn>
                <a:cxn ang="0">
                  <a:pos x="csX3044" y="csY3044"/>
                </a:cxn>
                <a:cxn ang="0">
                  <a:pos x="csX3045" y="csY3045"/>
                </a:cxn>
                <a:cxn ang="0">
                  <a:pos x="csX3046" y="csY3046"/>
                </a:cxn>
                <a:cxn ang="0">
                  <a:pos x="csX3047" y="csY3047"/>
                </a:cxn>
                <a:cxn ang="0">
                  <a:pos x="csX3048" y="csY3048"/>
                </a:cxn>
                <a:cxn ang="0">
                  <a:pos x="csX3049" y="csY3049"/>
                </a:cxn>
                <a:cxn ang="0">
                  <a:pos x="csX3050" y="csY3050"/>
                </a:cxn>
                <a:cxn ang="0">
                  <a:pos x="csX3051" y="csY3051"/>
                </a:cxn>
                <a:cxn ang="0">
                  <a:pos x="csX3052" y="csY3052"/>
                </a:cxn>
                <a:cxn ang="0">
                  <a:pos x="csX3053" y="csY3053"/>
                </a:cxn>
                <a:cxn ang="0">
                  <a:pos x="csX3054" y="csY3054"/>
                </a:cxn>
                <a:cxn ang="0">
                  <a:pos x="csX3055" y="csY3055"/>
                </a:cxn>
                <a:cxn ang="0">
                  <a:pos x="csX3056" y="csY3056"/>
                </a:cxn>
                <a:cxn ang="0">
                  <a:pos x="csX3057" y="csY3057"/>
                </a:cxn>
                <a:cxn ang="0">
                  <a:pos x="csX3058" y="csY3058"/>
                </a:cxn>
                <a:cxn ang="0">
                  <a:pos x="csX3059" y="csY3059"/>
                </a:cxn>
                <a:cxn ang="0">
                  <a:pos x="csX3060" y="csY3060"/>
                </a:cxn>
                <a:cxn ang="0">
                  <a:pos x="csX3061" y="csY3061"/>
                </a:cxn>
                <a:cxn ang="0">
                  <a:pos x="csX3062" y="csY3062"/>
                </a:cxn>
                <a:cxn ang="0">
                  <a:pos x="csX3063" y="csY3063"/>
                </a:cxn>
                <a:cxn ang="0">
                  <a:pos x="csX3064" y="csY3064"/>
                </a:cxn>
                <a:cxn ang="0">
                  <a:pos x="csX3065" y="csY3065"/>
                </a:cxn>
                <a:cxn ang="0">
                  <a:pos x="csX3066" y="csY3066"/>
                </a:cxn>
                <a:cxn ang="0">
                  <a:pos x="csX3067" y="csY3067"/>
                </a:cxn>
                <a:cxn ang="0">
                  <a:pos x="csX3068" y="csY3068"/>
                </a:cxn>
                <a:cxn ang="0">
                  <a:pos x="csX3069" y="csY3069"/>
                </a:cxn>
                <a:cxn ang="0">
                  <a:pos x="csX3070" y="csY3070"/>
                </a:cxn>
                <a:cxn ang="0">
                  <a:pos x="csX3071" y="csY3071"/>
                </a:cxn>
                <a:cxn ang="0">
                  <a:pos x="csX3072" y="csY3072"/>
                </a:cxn>
                <a:cxn ang="0">
                  <a:pos x="csX3073" y="csY3073"/>
                </a:cxn>
                <a:cxn ang="0">
                  <a:pos x="csX3074" y="csY3074"/>
                </a:cxn>
                <a:cxn ang="0">
                  <a:pos x="csX3075" y="csY3075"/>
                </a:cxn>
                <a:cxn ang="0">
                  <a:pos x="csX3076" y="csY3076"/>
                </a:cxn>
                <a:cxn ang="0">
                  <a:pos x="csX3077" y="csY3077"/>
                </a:cxn>
                <a:cxn ang="0">
                  <a:pos x="csX3078" y="csY3078"/>
                </a:cxn>
                <a:cxn ang="0">
                  <a:pos x="csX3079" y="csY3079"/>
                </a:cxn>
                <a:cxn ang="0">
                  <a:pos x="csX3080" y="csY3080"/>
                </a:cxn>
                <a:cxn ang="0">
                  <a:pos x="csX3081" y="csY3081"/>
                </a:cxn>
                <a:cxn ang="0">
                  <a:pos x="csX3082" y="csY3082"/>
                </a:cxn>
                <a:cxn ang="0">
                  <a:pos x="csX3083" y="csY3083"/>
                </a:cxn>
                <a:cxn ang="0">
                  <a:pos x="csX3084" y="csY3084"/>
                </a:cxn>
                <a:cxn ang="0">
                  <a:pos x="csX3085" y="csY3085"/>
                </a:cxn>
                <a:cxn ang="0">
                  <a:pos x="csX3086" y="csY3086"/>
                </a:cxn>
                <a:cxn ang="0">
                  <a:pos x="csX3087" y="csY3087"/>
                </a:cxn>
                <a:cxn ang="0">
                  <a:pos x="csX3088" y="csY3088"/>
                </a:cxn>
                <a:cxn ang="0">
                  <a:pos x="csX3089" y="csY3089"/>
                </a:cxn>
                <a:cxn ang="0">
                  <a:pos x="csX3090" y="csY3090"/>
                </a:cxn>
                <a:cxn ang="0">
                  <a:pos x="csX3091" y="csY3091"/>
                </a:cxn>
                <a:cxn ang="0">
                  <a:pos x="csX3092" y="csY3092"/>
                </a:cxn>
                <a:cxn ang="0">
                  <a:pos x="csX3093" y="csY3093"/>
                </a:cxn>
                <a:cxn ang="0">
                  <a:pos x="csX3094" y="csY3094"/>
                </a:cxn>
                <a:cxn ang="0">
                  <a:pos x="csX3095" y="csY3095"/>
                </a:cxn>
                <a:cxn ang="0">
                  <a:pos x="csX3096" y="csY3096"/>
                </a:cxn>
                <a:cxn ang="0">
                  <a:pos x="csX3097" y="csY3097"/>
                </a:cxn>
                <a:cxn ang="0">
                  <a:pos x="csX3098" y="csY3098"/>
                </a:cxn>
                <a:cxn ang="0">
                  <a:pos x="csX3099" y="csY3099"/>
                </a:cxn>
                <a:cxn ang="0">
                  <a:pos x="csX3100" y="csY3100"/>
                </a:cxn>
                <a:cxn ang="0">
                  <a:pos x="csX3101" y="csY3101"/>
                </a:cxn>
                <a:cxn ang="0">
                  <a:pos x="csX3102" y="csY3102"/>
                </a:cxn>
                <a:cxn ang="0">
                  <a:pos x="csX3103" y="csY3103"/>
                </a:cxn>
                <a:cxn ang="0">
                  <a:pos x="csX3104" y="csY3104"/>
                </a:cxn>
                <a:cxn ang="0">
                  <a:pos x="csX3105" y="csY3105"/>
                </a:cxn>
                <a:cxn ang="0">
                  <a:pos x="csX3106" y="csY3106"/>
                </a:cxn>
                <a:cxn ang="0">
                  <a:pos x="csX3107" y="csY3107"/>
                </a:cxn>
                <a:cxn ang="0">
                  <a:pos x="csX3108" y="csY3108"/>
                </a:cxn>
                <a:cxn ang="0">
                  <a:pos x="csX3109" y="csY3109"/>
                </a:cxn>
                <a:cxn ang="0">
                  <a:pos x="csX3110" y="csY3110"/>
                </a:cxn>
                <a:cxn ang="0">
                  <a:pos x="csX3111" y="csY3111"/>
                </a:cxn>
                <a:cxn ang="0">
                  <a:pos x="csX3112" y="csY3112"/>
                </a:cxn>
                <a:cxn ang="0">
                  <a:pos x="csX3113" y="csY3113"/>
                </a:cxn>
                <a:cxn ang="0">
                  <a:pos x="csX3114" y="csY3114"/>
                </a:cxn>
                <a:cxn ang="0">
                  <a:pos x="csX3115" y="csY3115"/>
                </a:cxn>
                <a:cxn ang="0">
                  <a:pos x="csX3116" y="csY3116"/>
                </a:cxn>
                <a:cxn ang="0">
                  <a:pos x="csX3117" y="csY3117"/>
                </a:cxn>
                <a:cxn ang="0">
                  <a:pos x="csX3118" y="csY3118"/>
                </a:cxn>
                <a:cxn ang="0">
                  <a:pos x="csX3119" y="csY3119"/>
                </a:cxn>
                <a:cxn ang="0">
                  <a:pos x="csX3120" y="csY3120"/>
                </a:cxn>
                <a:cxn ang="0">
                  <a:pos x="csX3121" y="csY3121"/>
                </a:cxn>
                <a:cxn ang="0">
                  <a:pos x="csX3122" y="csY3122"/>
                </a:cxn>
                <a:cxn ang="0">
                  <a:pos x="csX3123" y="csY3123"/>
                </a:cxn>
                <a:cxn ang="0">
                  <a:pos x="csX3124" y="csY3124"/>
                </a:cxn>
                <a:cxn ang="0">
                  <a:pos x="csX3125" y="csY3125"/>
                </a:cxn>
                <a:cxn ang="0">
                  <a:pos x="csX3126" y="csY3126"/>
                </a:cxn>
                <a:cxn ang="0">
                  <a:pos x="csX3127" y="csY3127"/>
                </a:cxn>
                <a:cxn ang="0">
                  <a:pos x="csX3128" y="csY3128"/>
                </a:cxn>
                <a:cxn ang="0">
                  <a:pos x="csX3129" y="csY3129"/>
                </a:cxn>
                <a:cxn ang="0">
                  <a:pos x="csX3130" y="csY3130"/>
                </a:cxn>
                <a:cxn ang="0">
                  <a:pos x="csX3131" y="csY3131"/>
                </a:cxn>
                <a:cxn ang="0">
                  <a:pos x="csX3132" y="csY3132"/>
                </a:cxn>
                <a:cxn ang="0">
                  <a:pos x="csX3133" y="csY3133"/>
                </a:cxn>
                <a:cxn ang="0">
                  <a:pos x="csX3134" y="csY3134"/>
                </a:cxn>
                <a:cxn ang="0">
                  <a:pos x="csX3135" y="csY3135"/>
                </a:cxn>
                <a:cxn ang="0">
                  <a:pos x="csX3136" y="csY3136"/>
                </a:cxn>
                <a:cxn ang="0">
                  <a:pos x="csX3137" y="csY3137"/>
                </a:cxn>
                <a:cxn ang="0">
                  <a:pos x="csX3138" y="csY3138"/>
                </a:cxn>
                <a:cxn ang="0">
                  <a:pos x="csX3139" y="csY3139"/>
                </a:cxn>
                <a:cxn ang="0">
                  <a:pos x="csX3140" y="csY3140"/>
                </a:cxn>
                <a:cxn ang="0">
                  <a:pos x="csX3141" y="csY3141"/>
                </a:cxn>
                <a:cxn ang="0">
                  <a:pos x="csX3142" y="csY3142"/>
                </a:cxn>
                <a:cxn ang="0">
                  <a:pos x="csX3143" y="csY3143"/>
                </a:cxn>
                <a:cxn ang="0">
                  <a:pos x="csX3144" y="csY3144"/>
                </a:cxn>
                <a:cxn ang="0">
                  <a:pos x="csX3145" y="csY3145"/>
                </a:cxn>
                <a:cxn ang="0">
                  <a:pos x="csX3146" y="csY3146"/>
                </a:cxn>
                <a:cxn ang="0">
                  <a:pos x="csX3147" y="csY3147"/>
                </a:cxn>
                <a:cxn ang="0">
                  <a:pos x="csX3148" y="csY3148"/>
                </a:cxn>
                <a:cxn ang="0">
                  <a:pos x="csX3149" y="csY3149"/>
                </a:cxn>
                <a:cxn ang="0">
                  <a:pos x="csX3150" y="csY3150"/>
                </a:cxn>
                <a:cxn ang="0">
                  <a:pos x="csX3151" y="csY3151"/>
                </a:cxn>
                <a:cxn ang="0">
                  <a:pos x="csX3152" y="csY3152"/>
                </a:cxn>
                <a:cxn ang="0">
                  <a:pos x="csX3153" y="csY3153"/>
                </a:cxn>
                <a:cxn ang="0">
                  <a:pos x="csX3154" y="csY3154"/>
                </a:cxn>
                <a:cxn ang="0">
                  <a:pos x="csX3155" y="csY3155"/>
                </a:cxn>
                <a:cxn ang="0">
                  <a:pos x="csX3156" y="csY3156"/>
                </a:cxn>
                <a:cxn ang="0">
                  <a:pos x="csX3157" y="csY3157"/>
                </a:cxn>
                <a:cxn ang="0">
                  <a:pos x="csX3158" y="csY3158"/>
                </a:cxn>
                <a:cxn ang="0">
                  <a:pos x="csX3159" y="csY3159"/>
                </a:cxn>
                <a:cxn ang="0">
                  <a:pos x="csX3160" y="csY3160"/>
                </a:cxn>
                <a:cxn ang="0">
                  <a:pos x="csX3161" y="csY3161"/>
                </a:cxn>
                <a:cxn ang="0">
                  <a:pos x="csX3162" y="csY3162"/>
                </a:cxn>
                <a:cxn ang="0">
                  <a:pos x="csX3163" y="csY3163"/>
                </a:cxn>
                <a:cxn ang="0">
                  <a:pos x="csX3164" y="csY3164"/>
                </a:cxn>
                <a:cxn ang="0">
                  <a:pos x="csX3165" y="csY3165"/>
                </a:cxn>
                <a:cxn ang="0">
                  <a:pos x="csX3166" y="csY3166"/>
                </a:cxn>
                <a:cxn ang="0">
                  <a:pos x="csX3167" y="csY3167"/>
                </a:cxn>
                <a:cxn ang="0">
                  <a:pos x="csX3168" y="csY3168"/>
                </a:cxn>
                <a:cxn ang="0">
                  <a:pos x="csX3169" y="csY3169"/>
                </a:cxn>
                <a:cxn ang="0">
                  <a:pos x="csX3170" y="csY3170"/>
                </a:cxn>
                <a:cxn ang="0">
                  <a:pos x="csX3171" y="csY3171"/>
                </a:cxn>
                <a:cxn ang="0">
                  <a:pos x="csX3172" y="csY3172"/>
                </a:cxn>
                <a:cxn ang="0">
                  <a:pos x="csX3173" y="csY3173"/>
                </a:cxn>
                <a:cxn ang="0">
                  <a:pos x="csX3174" y="csY3174"/>
                </a:cxn>
                <a:cxn ang="0">
                  <a:pos x="csX3175" y="csY3175"/>
                </a:cxn>
                <a:cxn ang="0">
                  <a:pos x="csX3176" y="csY3176"/>
                </a:cxn>
                <a:cxn ang="0">
                  <a:pos x="csX3177" y="csY3177"/>
                </a:cxn>
                <a:cxn ang="0">
                  <a:pos x="csX3178" y="csY3178"/>
                </a:cxn>
                <a:cxn ang="0">
                  <a:pos x="csX3179" y="csY3179"/>
                </a:cxn>
                <a:cxn ang="0">
                  <a:pos x="csX3180" y="csY3180"/>
                </a:cxn>
                <a:cxn ang="0">
                  <a:pos x="csX3181" y="csY3181"/>
                </a:cxn>
                <a:cxn ang="0">
                  <a:pos x="csX3182" y="csY3182"/>
                </a:cxn>
                <a:cxn ang="0">
                  <a:pos x="csX3183" y="csY3183"/>
                </a:cxn>
                <a:cxn ang="0">
                  <a:pos x="csX3184" y="csY3184"/>
                </a:cxn>
                <a:cxn ang="0">
                  <a:pos x="csX3185" y="csY3185"/>
                </a:cxn>
                <a:cxn ang="0">
                  <a:pos x="csX3186" y="csY3186"/>
                </a:cxn>
                <a:cxn ang="0">
                  <a:pos x="csX3187" y="csY3187"/>
                </a:cxn>
                <a:cxn ang="0">
                  <a:pos x="csX3188" y="csY3188"/>
                </a:cxn>
                <a:cxn ang="0">
                  <a:pos x="csX3189" y="csY3189"/>
                </a:cxn>
                <a:cxn ang="0">
                  <a:pos x="csX3190" y="csY3190"/>
                </a:cxn>
                <a:cxn ang="0">
                  <a:pos x="csX3191" y="csY3191"/>
                </a:cxn>
                <a:cxn ang="0">
                  <a:pos x="csX3192" y="csY3192"/>
                </a:cxn>
                <a:cxn ang="0">
                  <a:pos x="csX3193" y="csY3193"/>
                </a:cxn>
                <a:cxn ang="0">
                  <a:pos x="csX3194" y="csY3194"/>
                </a:cxn>
                <a:cxn ang="0">
                  <a:pos x="csX3195" y="csY3195"/>
                </a:cxn>
                <a:cxn ang="0">
                  <a:pos x="csX3196" y="csY3196"/>
                </a:cxn>
                <a:cxn ang="0">
                  <a:pos x="csX3197" y="csY3197"/>
                </a:cxn>
                <a:cxn ang="0">
                  <a:pos x="csX3198" y="csY3198"/>
                </a:cxn>
                <a:cxn ang="0">
                  <a:pos x="csX3199" y="csY3199"/>
                </a:cxn>
                <a:cxn ang="0">
                  <a:pos x="csX3200" y="csY3200"/>
                </a:cxn>
                <a:cxn ang="0">
                  <a:pos x="csX3201" y="csY3201"/>
                </a:cxn>
                <a:cxn ang="0">
                  <a:pos x="csX3202" y="csY3202"/>
                </a:cxn>
                <a:cxn ang="0">
                  <a:pos x="csX3203" y="csY3203"/>
                </a:cxn>
                <a:cxn ang="0">
                  <a:pos x="csX3204" y="csY3204"/>
                </a:cxn>
                <a:cxn ang="0">
                  <a:pos x="csX3205" y="csY3205"/>
                </a:cxn>
                <a:cxn ang="0">
                  <a:pos x="csX3206" y="csY3206"/>
                </a:cxn>
                <a:cxn ang="0">
                  <a:pos x="csX3207" y="csY3207"/>
                </a:cxn>
                <a:cxn ang="0">
                  <a:pos x="csX3208" y="csY3208"/>
                </a:cxn>
                <a:cxn ang="0">
                  <a:pos x="csX3209" y="csY3209"/>
                </a:cxn>
                <a:cxn ang="0">
                  <a:pos x="csX3210" y="csY3210"/>
                </a:cxn>
                <a:cxn ang="0">
                  <a:pos x="csX3211" y="csY3211"/>
                </a:cxn>
                <a:cxn ang="0">
                  <a:pos x="csX3212" y="csY3212"/>
                </a:cxn>
                <a:cxn ang="0">
                  <a:pos x="csX3213" y="csY3213"/>
                </a:cxn>
                <a:cxn ang="0">
                  <a:pos x="csX3214" y="csY3214"/>
                </a:cxn>
                <a:cxn ang="0">
                  <a:pos x="csX3215" y="csY3215"/>
                </a:cxn>
                <a:cxn ang="0">
                  <a:pos x="csX3216" y="csY3216"/>
                </a:cxn>
                <a:cxn ang="0">
                  <a:pos x="csX3217" y="csY3217"/>
                </a:cxn>
                <a:cxn ang="0">
                  <a:pos x="csX3218" y="csY3218"/>
                </a:cxn>
                <a:cxn ang="0">
                  <a:pos x="csX3219" y="csY3219"/>
                </a:cxn>
                <a:cxn ang="0">
                  <a:pos x="csX3220" y="csY3220"/>
                </a:cxn>
                <a:cxn ang="0">
                  <a:pos x="csX3221" y="csY3221"/>
                </a:cxn>
                <a:cxn ang="0">
                  <a:pos x="csX3222" y="csY3222"/>
                </a:cxn>
                <a:cxn ang="0">
                  <a:pos x="csX3223" y="csY3223"/>
                </a:cxn>
                <a:cxn ang="0">
                  <a:pos x="csX3224" y="csY3224"/>
                </a:cxn>
                <a:cxn ang="0">
                  <a:pos x="csX3225" y="csY3225"/>
                </a:cxn>
                <a:cxn ang="0">
                  <a:pos x="csX3226" y="csY3226"/>
                </a:cxn>
                <a:cxn ang="0">
                  <a:pos x="csX3227" y="csY3227"/>
                </a:cxn>
                <a:cxn ang="0">
                  <a:pos x="csX3228" y="csY3228"/>
                </a:cxn>
                <a:cxn ang="0">
                  <a:pos x="csX3229" y="csY3229"/>
                </a:cxn>
                <a:cxn ang="0">
                  <a:pos x="csX3230" y="csY3230"/>
                </a:cxn>
                <a:cxn ang="0">
                  <a:pos x="csX3231" y="csY3231"/>
                </a:cxn>
                <a:cxn ang="0">
                  <a:pos x="csX3232" y="csY3232"/>
                </a:cxn>
                <a:cxn ang="0">
                  <a:pos x="csX3233" y="csY3233"/>
                </a:cxn>
                <a:cxn ang="0">
                  <a:pos x="csX3234" y="csY3234"/>
                </a:cxn>
                <a:cxn ang="0">
                  <a:pos x="csX3235" y="csY3235"/>
                </a:cxn>
                <a:cxn ang="0">
                  <a:pos x="csX3236" y="csY3236"/>
                </a:cxn>
                <a:cxn ang="0">
                  <a:pos x="csX3237" y="csY3237"/>
                </a:cxn>
                <a:cxn ang="0">
                  <a:pos x="csX3238" y="csY3238"/>
                </a:cxn>
                <a:cxn ang="0">
                  <a:pos x="csX3239" y="csY3239"/>
                </a:cxn>
                <a:cxn ang="0">
                  <a:pos x="csX3240" y="csY3240"/>
                </a:cxn>
                <a:cxn ang="0">
                  <a:pos x="csX3241" y="csY3241"/>
                </a:cxn>
                <a:cxn ang="0">
                  <a:pos x="csX3242" y="csY3242"/>
                </a:cxn>
                <a:cxn ang="0">
                  <a:pos x="csX3243" y="csY3243"/>
                </a:cxn>
                <a:cxn ang="0">
                  <a:pos x="csX3244" y="csY3244"/>
                </a:cxn>
                <a:cxn ang="0">
                  <a:pos x="csX3245" y="csY3245"/>
                </a:cxn>
                <a:cxn ang="0">
                  <a:pos x="csX3246" y="csY3246"/>
                </a:cxn>
                <a:cxn ang="0">
                  <a:pos x="csX3247" y="csY3247"/>
                </a:cxn>
                <a:cxn ang="0">
                  <a:pos x="csX3248" y="csY3248"/>
                </a:cxn>
                <a:cxn ang="0">
                  <a:pos x="csX3249" y="csY3249"/>
                </a:cxn>
                <a:cxn ang="0">
                  <a:pos x="csX3250" y="csY3250"/>
                </a:cxn>
                <a:cxn ang="0">
                  <a:pos x="csX3251" y="csY3251"/>
                </a:cxn>
                <a:cxn ang="0">
                  <a:pos x="csX3252" y="csY3252"/>
                </a:cxn>
                <a:cxn ang="0">
                  <a:pos x="csX3253" y="csY3253"/>
                </a:cxn>
                <a:cxn ang="0">
                  <a:pos x="csX3254" y="csY3254"/>
                </a:cxn>
                <a:cxn ang="0">
                  <a:pos x="csX3255" y="csY3255"/>
                </a:cxn>
                <a:cxn ang="0">
                  <a:pos x="csX3256" y="csY3256"/>
                </a:cxn>
                <a:cxn ang="0">
                  <a:pos x="csX3257" y="csY3257"/>
                </a:cxn>
                <a:cxn ang="0">
                  <a:pos x="csX3258" y="csY3258"/>
                </a:cxn>
                <a:cxn ang="0">
                  <a:pos x="csX3259" y="csY3259"/>
                </a:cxn>
                <a:cxn ang="0">
                  <a:pos x="csX3260" y="csY3260"/>
                </a:cxn>
                <a:cxn ang="0">
                  <a:pos x="csX3261" y="csY3261"/>
                </a:cxn>
                <a:cxn ang="0">
                  <a:pos x="csX3262" y="csY3262"/>
                </a:cxn>
                <a:cxn ang="0">
                  <a:pos x="csX3263" y="csY3263"/>
                </a:cxn>
                <a:cxn ang="0">
                  <a:pos x="csX3264" y="csY3264"/>
                </a:cxn>
                <a:cxn ang="0">
                  <a:pos x="csX3265" y="csY3265"/>
                </a:cxn>
                <a:cxn ang="0">
                  <a:pos x="csX3266" y="csY3266"/>
                </a:cxn>
                <a:cxn ang="0">
                  <a:pos x="csX3267" y="csY3267"/>
                </a:cxn>
                <a:cxn ang="0">
                  <a:pos x="csX3268" y="csY3268"/>
                </a:cxn>
                <a:cxn ang="0">
                  <a:pos x="csX3269" y="csY3269"/>
                </a:cxn>
                <a:cxn ang="0">
                  <a:pos x="csX3270" y="csY3270"/>
                </a:cxn>
                <a:cxn ang="0">
                  <a:pos x="csX3271" y="csY3271"/>
                </a:cxn>
                <a:cxn ang="0">
                  <a:pos x="csX3272" y="csY3272"/>
                </a:cxn>
                <a:cxn ang="0">
                  <a:pos x="csX3273" y="csY3273"/>
                </a:cxn>
                <a:cxn ang="0">
                  <a:pos x="csX3274" y="csY3274"/>
                </a:cxn>
                <a:cxn ang="0">
                  <a:pos x="csX3275" y="csY3275"/>
                </a:cxn>
                <a:cxn ang="0">
                  <a:pos x="csX3276" y="csY3276"/>
                </a:cxn>
                <a:cxn ang="0">
                  <a:pos x="csX3277" y="csY3277"/>
                </a:cxn>
                <a:cxn ang="0">
                  <a:pos x="csX3278" y="csY3278"/>
                </a:cxn>
                <a:cxn ang="0">
                  <a:pos x="csX3279" y="csY3279"/>
                </a:cxn>
                <a:cxn ang="0">
                  <a:pos x="csX3280" y="csY3280"/>
                </a:cxn>
                <a:cxn ang="0">
                  <a:pos x="csX3281" y="csY3281"/>
                </a:cxn>
                <a:cxn ang="0">
                  <a:pos x="csX3282" y="csY3282"/>
                </a:cxn>
                <a:cxn ang="0">
                  <a:pos x="csX3283" y="csY3283"/>
                </a:cxn>
                <a:cxn ang="0">
                  <a:pos x="csX3284" y="csY3284"/>
                </a:cxn>
                <a:cxn ang="0">
                  <a:pos x="csX3285" y="csY3285"/>
                </a:cxn>
                <a:cxn ang="0">
                  <a:pos x="csX3286" y="csY3286"/>
                </a:cxn>
                <a:cxn ang="0">
                  <a:pos x="csX3287" y="csY3287"/>
                </a:cxn>
                <a:cxn ang="0">
                  <a:pos x="csX3288" y="csY3288"/>
                </a:cxn>
                <a:cxn ang="0">
                  <a:pos x="csX3289" y="csY3289"/>
                </a:cxn>
                <a:cxn ang="0">
                  <a:pos x="csX3290" y="csY3290"/>
                </a:cxn>
                <a:cxn ang="0">
                  <a:pos x="csX3291" y="csY3291"/>
                </a:cxn>
                <a:cxn ang="0">
                  <a:pos x="csX3292" y="csY3292"/>
                </a:cxn>
                <a:cxn ang="0">
                  <a:pos x="csX3293" y="csY3293"/>
                </a:cxn>
                <a:cxn ang="0">
                  <a:pos x="csX3294" y="csY3294"/>
                </a:cxn>
                <a:cxn ang="0">
                  <a:pos x="csX3295" y="csY3295"/>
                </a:cxn>
                <a:cxn ang="0">
                  <a:pos x="csX3296" y="csY3296"/>
                </a:cxn>
                <a:cxn ang="0">
                  <a:pos x="csX3297" y="csY3297"/>
                </a:cxn>
                <a:cxn ang="0">
                  <a:pos x="csX3298" y="csY3298"/>
                </a:cxn>
                <a:cxn ang="0">
                  <a:pos x="csX3299" y="csY3299"/>
                </a:cxn>
                <a:cxn ang="0">
                  <a:pos x="csX3300" y="csY3300"/>
                </a:cxn>
                <a:cxn ang="0">
                  <a:pos x="csX3301" y="csY3301"/>
                </a:cxn>
                <a:cxn ang="0">
                  <a:pos x="csX3302" y="csY3302"/>
                </a:cxn>
                <a:cxn ang="0">
                  <a:pos x="csX3303" y="csY3303"/>
                </a:cxn>
                <a:cxn ang="0">
                  <a:pos x="csX3304" y="csY3304"/>
                </a:cxn>
                <a:cxn ang="0">
                  <a:pos x="csX3305" y="csY3305"/>
                </a:cxn>
                <a:cxn ang="0">
                  <a:pos x="csX3306" y="csY3306"/>
                </a:cxn>
                <a:cxn ang="0">
                  <a:pos x="csX3307" y="csY3307"/>
                </a:cxn>
                <a:cxn ang="0">
                  <a:pos x="csX3308" y="csY3308"/>
                </a:cxn>
                <a:cxn ang="0">
                  <a:pos x="csX3309" y="csY3309"/>
                </a:cxn>
                <a:cxn ang="0">
                  <a:pos x="csX3310" y="csY3310"/>
                </a:cxn>
                <a:cxn ang="0">
                  <a:pos x="csX3311" y="csY3311"/>
                </a:cxn>
                <a:cxn ang="0">
                  <a:pos x="csX3312" y="csY3312"/>
                </a:cxn>
                <a:cxn ang="0">
                  <a:pos x="csX3313" y="csY3313"/>
                </a:cxn>
                <a:cxn ang="0">
                  <a:pos x="csX3314" y="csY3314"/>
                </a:cxn>
                <a:cxn ang="0">
                  <a:pos x="csX3315" y="csY3315"/>
                </a:cxn>
                <a:cxn ang="0">
                  <a:pos x="csX3316" y="csY3316"/>
                </a:cxn>
                <a:cxn ang="0">
                  <a:pos x="csX3317" y="csY3317"/>
                </a:cxn>
                <a:cxn ang="0">
                  <a:pos x="csX3318" y="csY3318"/>
                </a:cxn>
                <a:cxn ang="0">
                  <a:pos x="csX3319" y="csY3319"/>
                </a:cxn>
                <a:cxn ang="0">
                  <a:pos x="csX3320" y="csY3320"/>
                </a:cxn>
                <a:cxn ang="0">
                  <a:pos x="csX3321" y="csY3321"/>
                </a:cxn>
                <a:cxn ang="0">
                  <a:pos x="csX3322" y="csY3322"/>
                </a:cxn>
                <a:cxn ang="0">
                  <a:pos x="csX3323" y="csY3323"/>
                </a:cxn>
                <a:cxn ang="0">
                  <a:pos x="csX3324" y="csY3324"/>
                </a:cxn>
                <a:cxn ang="0">
                  <a:pos x="csX3325" y="csY3325"/>
                </a:cxn>
                <a:cxn ang="0">
                  <a:pos x="csX3326" y="csY3326"/>
                </a:cxn>
                <a:cxn ang="0">
                  <a:pos x="csX3327" y="csY3327"/>
                </a:cxn>
                <a:cxn ang="0">
                  <a:pos x="csX3328" y="csY3328"/>
                </a:cxn>
                <a:cxn ang="0">
                  <a:pos x="csX3329" y="csY3329"/>
                </a:cxn>
                <a:cxn ang="0">
                  <a:pos x="csX3330" y="csY3330"/>
                </a:cxn>
                <a:cxn ang="0">
                  <a:pos x="csX3331" y="csY3331"/>
                </a:cxn>
                <a:cxn ang="0">
                  <a:pos x="csX3332" y="csY3332"/>
                </a:cxn>
                <a:cxn ang="0">
                  <a:pos x="csX3333" y="csY3333"/>
                </a:cxn>
                <a:cxn ang="0">
                  <a:pos x="csX3334" y="csY3334"/>
                </a:cxn>
                <a:cxn ang="0">
                  <a:pos x="csX3335" y="csY3335"/>
                </a:cxn>
                <a:cxn ang="0">
                  <a:pos x="csX3336" y="csY3336"/>
                </a:cxn>
                <a:cxn ang="0">
                  <a:pos x="csX3337" y="csY3337"/>
                </a:cxn>
                <a:cxn ang="0">
                  <a:pos x="csX3338" y="csY3338"/>
                </a:cxn>
                <a:cxn ang="0">
                  <a:pos x="csX3339" y="csY3339"/>
                </a:cxn>
                <a:cxn ang="0">
                  <a:pos x="csX3340" y="csY3340"/>
                </a:cxn>
                <a:cxn ang="0">
                  <a:pos x="csX3341" y="csY3341"/>
                </a:cxn>
                <a:cxn ang="0">
                  <a:pos x="csX3342" y="csY3342"/>
                </a:cxn>
                <a:cxn ang="0">
                  <a:pos x="csX3343" y="csY3343"/>
                </a:cxn>
                <a:cxn ang="0">
                  <a:pos x="csX3344" y="csY3344"/>
                </a:cxn>
                <a:cxn ang="0">
                  <a:pos x="csX3345" y="csY3345"/>
                </a:cxn>
                <a:cxn ang="0">
                  <a:pos x="csX3346" y="csY3346"/>
                </a:cxn>
                <a:cxn ang="0">
                  <a:pos x="csX3347" y="csY3347"/>
                </a:cxn>
                <a:cxn ang="0">
                  <a:pos x="csX3348" y="csY3348"/>
                </a:cxn>
                <a:cxn ang="0">
                  <a:pos x="csX3349" y="csY3349"/>
                </a:cxn>
                <a:cxn ang="0">
                  <a:pos x="csX3350" y="csY3350"/>
                </a:cxn>
                <a:cxn ang="0">
                  <a:pos x="csX3351" y="csY3351"/>
                </a:cxn>
                <a:cxn ang="0">
                  <a:pos x="csX3352" y="csY3352"/>
                </a:cxn>
                <a:cxn ang="0">
                  <a:pos x="csX3353" y="csY3353"/>
                </a:cxn>
                <a:cxn ang="0">
                  <a:pos x="csX3354" y="csY3354"/>
                </a:cxn>
                <a:cxn ang="0">
                  <a:pos x="csX3355" y="csY3355"/>
                </a:cxn>
                <a:cxn ang="0">
                  <a:pos x="csX3356" y="csY3356"/>
                </a:cxn>
                <a:cxn ang="0">
                  <a:pos x="csX3357" y="csY3357"/>
                </a:cxn>
                <a:cxn ang="0">
                  <a:pos x="csX3358" y="csY3358"/>
                </a:cxn>
                <a:cxn ang="0">
                  <a:pos x="csX3359" y="csY3359"/>
                </a:cxn>
                <a:cxn ang="0">
                  <a:pos x="csX3360" y="csY3360"/>
                </a:cxn>
                <a:cxn ang="0">
                  <a:pos x="csX3361" y="csY3361"/>
                </a:cxn>
                <a:cxn ang="0">
                  <a:pos x="csX3362" y="csY3362"/>
                </a:cxn>
                <a:cxn ang="0">
                  <a:pos x="csX3363" y="csY3363"/>
                </a:cxn>
                <a:cxn ang="0">
                  <a:pos x="csX3364" y="csY3364"/>
                </a:cxn>
                <a:cxn ang="0">
                  <a:pos x="csX3365" y="csY3365"/>
                </a:cxn>
                <a:cxn ang="0">
                  <a:pos x="csX3366" y="csY3366"/>
                </a:cxn>
                <a:cxn ang="0">
                  <a:pos x="csX3367" y="csY3367"/>
                </a:cxn>
                <a:cxn ang="0">
                  <a:pos x="csX3368" y="csY3368"/>
                </a:cxn>
                <a:cxn ang="0">
                  <a:pos x="csX3369" y="csY3369"/>
                </a:cxn>
                <a:cxn ang="0">
                  <a:pos x="csX3370" y="csY3370"/>
                </a:cxn>
                <a:cxn ang="0">
                  <a:pos x="csX3371" y="csY3371"/>
                </a:cxn>
                <a:cxn ang="0">
                  <a:pos x="csX3372" y="csY3372"/>
                </a:cxn>
                <a:cxn ang="0">
                  <a:pos x="csX3373" y="csY3373"/>
                </a:cxn>
                <a:cxn ang="0">
                  <a:pos x="csX3374" y="csY3374"/>
                </a:cxn>
                <a:cxn ang="0">
                  <a:pos x="csX3375" y="csY3375"/>
                </a:cxn>
                <a:cxn ang="0">
                  <a:pos x="csX3376" y="csY3376"/>
                </a:cxn>
                <a:cxn ang="0">
                  <a:pos x="csX3377" y="csY3377"/>
                </a:cxn>
                <a:cxn ang="0">
                  <a:pos x="csX3378" y="csY3378"/>
                </a:cxn>
                <a:cxn ang="0">
                  <a:pos x="csX3379" y="csY3379"/>
                </a:cxn>
                <a:cxn ang="0">
                  <a:pos x="csX3380" y="csY3380"/>
                </a:cxn>
                <a:cxn ang="0">
                  <a:pos x="csX3381" y="csY3381"/>
                </a:cxn>
                <a:cxn ang="0">
                  <a:pos x="csX3382" y="csY3382"/>
                </a:cxn>
                <a:cxn ang="0">
                  <a:pos x="csX3383" y="csY3383"/>
                </a:cxn>
                <a:cxn ang="0">
                  <a:pos x="csX3384" y="csY3384"/>
                </a:cxn>
                <a:cxn ang="0">
                  <a:pos x="csX3385" y="csY3385"/>
                </a:cxn>
                <a:cxn ang="0">
                  <a:pos x="csX3386" y="csY3386"/>
                </a:cxn>
                <a:cxn ang="0">
                  <a:pos x="csX3387" y="csY3387"/>
                </a:cxn>
                <a:cxn ang="0">
                  <a:pos x="csX3388" y="csY3388"/>
                </a:cxn>
                <a:cxn ang="0">
                  <a:pos x="csX3389" y="csY3389"/>
                </a:cxn>
                <a:cxn ang="0">
                  <a:pos x="csX3390" y="csY3390"/>
                </a:cxn>
                <a:cxn ang="0">
                  <a:pos x="csX3391" y="csY3391"/>
                </a:cxn>
                <a:cxn ang="0">
                  <a:pos x="csX3392" y="csY3392"/>
                </a:cxn>
                <a:cxn ang="0">
                  <a:pos x="csX3393" y="csY3393"/>
                </a:cxn>
                <a:cxn ang="0">
                  <a:pos x="csX3394" y="csY3394"/>
                </a:cxn>
                <a:cxn ang="0">
                  <a:pos x="csX3395" y="csY3395"/>
                </a:cxn>
                <a:cxn ang="0">
                  <a:pos x="csX3396" y="csY3396"/>
                </a:cxn>
                <a:cxn ang="0">
                  <a:pos x="csX3397" y="csY3397"/>
                </a:cxn>
                <a:cxn ang="0">
                  <a:pos x="csX3398" y="csY3398"/>
                </a:cxn>
                <a:cxn ang="0">
                  <a:pos x="csX3399" y="csY3399"/>
                </a:cxn>
                <a:cxn ang="0">
                  <a:pos x="csX3400" y="csY3400"/>
                </a:cxn>
                <a:cxn ang="0">
                  <a:pos x="csX3401" y="csY3401"/>
                </a:cxn>
                <a:cxn ang="0">
                  <a:pos x="csX3402" y="csY3402"/>
                </a:cxn>
                <a:cxn ang="0">
                  <a:pos x="csX3403" y="csY3403"/>
                </a:cxn>
                <a:cxn ang="0">
                  <a:pos x="csX3404" y="csY3404"/>
                </a:cxn>
                <a:cxn ang="0">
                  <a:pos x="csX3405" y="csY3405"/>
                </a:cxn>
                <a:cxn ang="0">
                  <a:pos x="csX3406" y="csY3406"/>
                </a:cxn>
                <a:cxn ang="0">
                  <a:pos x="csX3407" y="csY3407"/>
                </a:cxn>
                <a:cxn ang="0">
                  <a:pos x="csX3408" y="csY3408"/>
                </a:cxn>
                <a:cxn ang="0">
                  <a:pos x="csX3409" y="csY3409"/>
                </a:cxn>
                <a:cxn ang="0">
                  <a:pos x="csX3410" y="csY3410"/>
                </a:cxn>
                <a:cxn ang="0">
                  <a:pos x="csX3411" y="csY3411"/>
                </a:cxn>
                <a:cxn ang="0">
                  <a:pos x="csX3412" y="csY3412"/>
                </a:cxn>
                <a:cxn ang="0">
                  <a:pos x="csX3413" y="csY3413"/>
                </a:cxn>
                <a:cxn ang="0">
                  <a:pos x="csX3414" y="csY3414"/>
                </a:cxn>
                <a:cxn ang="0">
                  <a:pos x="csX3415" y="csY3415"/>
                </a:cxn>
                <a:cxn ang="0">
                  <a:pos x="csX3416" y="csY3416"/>
                </a:cxn>
                <a:cxn ang="0">
                  <a:pos x="csX3417" y="csY3417"/>
                </a:cxn>
                <a:cxn ang="0">
                  <a:pos x="csX3418" y="csY3418"/>
                </a:cxn>
                <a:cxn ang="0">
                  <a:pos x="csX3419" y="csY3419"/>
                </a:cxn>
                <a:cxn ang="0">
                  <a:pos x="csX3420" y="csY3420"/>
                </a:cxn>
                <a:cxn ang="0">
                  <a:pos x="csX3421" y="csY3421"/>
                </a:cxn>
                <a:cxn ang="0">
                  <a:pos x="csX3422" y="csY3422"/>
                </a:cxn>
                <a:cxn ang="0">
                  <a:pos x="csX3423" y="csY3423"/>
                </a:cxn>
                <a:cxn ang="0">
                  <a:pos x="csX3424" y="csY3424"/>
                </a:cxn>
                <a:cxn ang="0">
                  <a:pos x="csX3425" y="csY3425"/>
                </a:cxn>
                <a:cxn ang="0">
                  <a:pos x="csX3426" y="csY3426"/>
                </a:cxn>
                <a:cxn ang="0">
                  <a:pos x="csX3427" y="csY3427"/>
                </a:cxn>
                <a:cxn ang="0">
                  <a:pos x="csX3428" y="csY3428"/>
                </a:cxn>
                <a:cxn ang="0">
                  <a:pos x="csX3429" y="csY3429"/>
                </a:cxn>
                <a:cxn ang="0">
                  <a:pos x="csX3430" y="csY3430"/>
                </a:cxn>
                <a:cxn ang="0">
                  <a:pos x="csX3431" y="csY3431"/>
                </a:cxn>
                <a:cxn ang="0">
                  <a:pos x="csX3432" y="csY3432"/>
                </a:cxn>
                <a:cxn ang="0">
                  <a:pos x="csX3433" y="csY3433"/>
                </a:cxn>
                <a:cxn ang="0">
                  <a:pos x="csX3434" y="csY3434"/>
                </a:cxn>
                <a:cxn ang="0">
                  <a:pos x="csX3435" y="csY3435"/>
                </a:cxn>
                <a:cxn ang="0">
                  <a:pos x="csX3436" y="csY3436"/>
                </a:cxn>
                <a:cxn ang="0">
                  <a:pos x="csX3437" y="csY3437"/>
                </a:cxn>
                <a:cxn ang="0">
                  <a:pos x="csX3438" y="csY3438"/>
                </a:cxn>
                <a:cxn ang="0">
                  <a:pos x="csX3439" y="csY3439"/>
                </a:cxn>
                <a:cxn ang="0">
                  <a:pos x="csX3440" y="csY3440"/>
                </a:cxn>
                <a:cxn ang="0">
                  <a:pos x="csX3441" y="csY3441"/>
                </a:cxn>
                <a:cxn ang="0">
                  <a:pos x="csX3442" y="csY3442"/>
                </a:cxn>
                <a:cxn ang="0">
                  <a:pos x="csX3443" y="csY3443"/>
                </a:cxn>
                <a:cxn ang="0">
                  <a:pos x="csX3444" y="csY3444"/>
                </a:cxn>
                <a:cxn ang="0">
                  <a:pos x="csX3445" y="csY3445"/>
                </a:cxn>
                <a:cxn ang="0">
                  <a:pos x="csX3446" y="csY3446"/>
                </a:cxn>
                <a:cxn ang="0">
                  <a:pos x="csX3447" y="csY3447"/>
                </a:cxn>
                <a:cxn ang="0">
                  <a:pos x="csX3448" y="csY3448"/>
                </a:cxn>
                <a:cxn ang="0">
                  <a:pos x="csX3449" y="csY3449"/>
                </a:cxn>
                <a:cxn ang="0">
                  <a:pos x="csX3450" y="csY3450"/>
                </a:cxn>
                <a:cxn ang="0">
                  <a:pos x="csX3451" y="csY3451"/>
                </a:cxn>
                <a:cxn ang="0">
                  <a:pos x="csX3452" y="csY3452"/>
                </a:cxn>
                <a:cxn ang="0">
                  <a:pos x="csX3453" y="csY3453"/>
                </a:cxn>
                <a:cxn ang="0">
                  <a:pos x="csX3454" y="csY3454"/>
                </a:cxn>
                <a:cxn ang="0">
                  <a:pos x="csX3455" y="csY3455"/>
                </a:cxn>
                <a:cxn ang="0">
                  <a:pos x="csX3456" y="csY3456"/>
                </a:cxn>
                <a:cxn ang="0">
                  <a:pos x="csX3457" y="csY3457"/>
                </a:cxn>
                <a:cxn ang="0">
                  <a:pos x="csX3458" y="csY3458"/>
                </a:cxn>
                <a:cxn ang="0">
                  <a:pos x="csX3459" y="csY3459"/>
                </a:cxn>
                <a:cxn ang="0">
                  <a:pos x="csX3460" y="csY3460"/>
                </a:cxn>
                <a:cxn ang="0">
                  <a:pos x="csX3461" y="csY3461"/>
                </a:cxn>
                <a:cxn ang="0">
                  <a:pos x="csX3462" y="csY3462"/>
                </a:cxn>
                <a:cxn ang="0">
                  <a:pos x="csX3463" y="csY3463"/>
                </a:cxn>
                <a:cxn ang="0">
                  <a:pos x="csX3464" y="csY3464"/>
                </a:cxn>
                <a:cxn ang="0">
                  <a:pos x="csX3465" y="csY3465"/>
                </a:cxn>
                <a:cxn ang="0">
                  <a:pos x="csX3466" y="csY3466"/>
                </a:cxn>
                <a:cxn ang="0">
                  <a:pos x="csX3467" y="csY3467"/>
                </a:cxn>
                <a:cxn ang="0">
                  <a:pos x="csX3468" y="csY3468"/>
                </a:cxn>
                <a:cxn ang="0">
                  <a:pos x="csX3469" y="csY3469"/>
                </a:cxn>
                <a:cxn ang="0">
                  <a:pos x="csX3470" y="csY3470"/>
                </a:cxn>
                <a:cxn ang="0">
                  <a:pos x="csX3471" y="csY3471"/>
                </a:cxn>
                <a:cxn ang="0">
                  <a:pos x="csX3472" y="csY3472"/>
                </a:cxn>
                <a:cxn ang="0">
                  <a:pos x="csX3473" y="csY3473"/>
                </a:cxn>
                <a:cxn ang="0">
                  <a:pos x="csX3474" y="csY3474"/>
                </a:cxn>
                <a:cxn ang="0">
                  <a:pos x="csX3475" y="csY3475"/>
                </a:cxn>
                <a:cxn ang="0">
                  <a:pos x="csX3476" y="csY3476"/>
                </a:cxn>
                <a:cxn ang="0">
                  <a:pos x="csX3477" y="csY3477"/>
                </a:cxn>
                <a:cxn ang="0">
                  <a:pos x="csX3478" y="csY3478"/>
                </a:cxn>
                <a:cxn ang="0">
                  <a:pos x="csX3479" y="csY3479"/>
                </a:cxn>
                <a:cxn ang="0">
                  <a:pos x="csX3480" y="csY3480"/>
                </a:cxn>
                <a:cxn ang="0">
                  <a:pos x="csX3481" y="csY3481"/>
                </a:cxn>
                <a:cxn ang="0">
                  <a:pos x="csX3482" y="csY3482"/>
                </a:cxn>
                <a:cxn ang="0">
                  <a:pos x="csX3483" y="csY3483"/>
                </a:cxn>
                <a:cxn ang="0">
                  <a:pos x="csX3484" y="csY3484"/>
                </a:cxn>
                <a:cxn ang="0">
                  <a:pos x="csX3485" y="csY3485"/>
                </a:cxn>
                <a:cxn ang="0">
                  <a:pos x="csX3486" y="csY3486"/>
                </a:cxn>
                <a:cxn ang="0">
                  <a:pos x="csX3487" y="csY3487"/>
                </a:cxn>
                <a:cxn ang="0">
                  <a:pos x="csX3488" y="csY3488"/>
                </a:cxn>
                <a:cxn ang="0">
                  <a:pos x="csX3489" y="csY3489"/>
                </a:cxn>
                <a:cxn ang="0">
                  <a:pos x="csX3490" y="csY3490"/>
                </a:cxn>
                <a:cxn ang="0">
                  <a:pos x="csX3491" y="csY3491"/>
                </a:cxn>
                <a:cxn ang="0">
                  <a:pos x="csX3492" y="csY3492"/>
                </a:cxn>
                <a:cxn ang="0">
                  <a:pos x="csX3493" y="csY3493"/>
                </a:cxn>
                <a:cxn ang="0">
                  <a:pos x="csX3494" y="csY3494"/>
                </a:cxn>
                <a:cxn ang="0">
                  <a:pos x="csX3495" y="csY3495"/>
                </a:cxn>
                <a:cxn ang="0">
                  <a:pos x="csX3496" y="csY3496"/>
                </a:cxn>
                <a:cxn ang="0">
                  <a:pos x="csX3497" y="csY3497"/>
                </a:cxn>
                <a:cxn ang="0">
                  <a:pos x="csX3498" y="csY3498"/>
                </a:cxn>
                <a:cxn ang="0">
                  <a:pos x="csX3499" y="csY3499"/>
                </a:cxn>
                <a:cxn ang="0">
                  <a:pos x="csX3500" y="csY3500"/>
                </a:cxn>
                <a:cxn ang="0">
                  <a:pos x="csX3501" y="csY3501"/>
                </a:cxn>
                <a:cxn ang="0">
                  <a:pos x="csX3502" y="csY3502"/>
                </a:cxn>
                <a:cxn ang="0">
                  <a:pos x="csX3503" y="csY3503"/>
                </a:cxn>
                <a:cxn ang="0">
                  <a:pos x="csX3504" y="csY3504"/>
                </a:cxn>
                <a:cxn ang="0">
                  <a:pos x="csX3505" y="csY3505"/>
                </a:cxn>
                <a:cxn ang="0">
                  <a:pos x="csX3506" y="csY3506"/>
                </a:cxn>
                <a:cxn ang="0">
                  <a:pos x="csX3507" y="csY3507"/>
                </a:cxn>
                <a:cxn ang="0">
                  <a:pos x="csX3508" y="csY3508"/>
                </a:cxn>
                <a:cxn ang="0">
                  <a:pos x="csX3509" y="csY3509"/>
                </a:cxn>
                <a:cxn ang="0">
                  <a:pos x="csX3510" y="csY3510"/>
                </a:cxn>
                <a:cxn ang="0">
                  <a:pos x="csX3511" y="csY3511"/>
                </a:cxn>
                <a:cxn ang="0">
                  <a:pos x="csX3512" y="csY3512"/>
                </a:cxn>
                <a:cxn ang="0">
                  <a:pos x="csX3513" y="csY3513"/>
                </a:cxn>
                <a:cxn ang="0">
                  <a:pos x="csX3514" y="csY3514"/>
                </a:cxn>
                <a:cxn ang="0">
                  <a:pos x="csX3515" y="csY3515"/>
                </a:cxn>
                <a:cxn ang="0">
                  <a:pos x="csX3516" y="csY3516"/>
                </a:cxn>
                <a:cxn ang="0">
                  <a:pos x="csX3517" y="csY3517"/>
                </a:cxn>
                <a:cxn ang="0">
                  <a:pos x="csX3518" y="csY3518"/>
                </a:cxn>
                <a:cxn ang="0">
                  <a:pos x="csX3519" y="csY3519"/>
                </a:cxn>
                <a:cxn ang="0">
                  <a:pos x="csX3520" y="csY3520"/>
                </a:cxn>
                <a:cxn ang="0">
                  <a:pos x="csX3521" y="csY3521"/>
                </a:cxn>
                <a:cxn ang="0">
                  <a:pos x="csX3522" y="csY3522"/>
                </a:cxn>
                <a:cxn ang="0">
                  <a:pos x="csX3523" y="csY3523"/>
                </a:cxn>
                <a:cxn ang="0">
                  <a:pos x="csX3524" y="csY3524"/>
                </a:cxn>
                <a:cxn ang="0">
                  <a:pos x="csX3525" y="csY3525"/>
                </a:cxn>
                <a:cxn ang="0">
                  <a:pos x="csX3526" y="csY3526"/>
                </a:cxn>
                <a:cxn ang="0">
                  <a:pos x="csX3527" y="csY3527"/>
                </a:cxn>
                <a:cxn ang="0">
                  <a:pos x="csX3528" y="csY3528"/>
                </a:cxn>
                <a:cxn ang="0">
                  <a:pos x="csX3529" y="csY3529"/>
                </a:cxn>
                <a:cxn ang="0">
                  <a:pos x="csX3530" y="csY3530"/>
                </a:cxn>
                <a:cxn ang="0">
                  <a:pos x="csX3531" y="csY3531"/>
                </a:cxn>
                <a:cxn ang="0">
                  <a:pos x="csX3532" y="csY3532"/>
                </a:cxn>
                <a:cxn ang="0">
                  <a:pos x="csX3533" y="csY3533"/>
                </a:cxn>
                <a:cxn ang="0">
                  <a:pos x="csX3534" y="csY3534"/>
                </a:cxn>
                <a:cxn ang="0">
                  <a:pos x="csX3535" y="csY3535"/>
                </a:cxn>
                <a:cxn ang="0">
                  <a:pos x="csX3536" y="csY3536"/>
                </a:cxn>
                <a:cxn ang="0">
                  <a:pos x="csX3537" y="csY3537"/>
                </a:cxn>
                <a:cxn ang="0">
                  <a:pos x="csX3538" y="csY3538"/>
                </a:cxn>
                <a:cxn ang="0">
                  <a:pos x="csX3539" y="csY3539"/>
                </a:cxn>
                <a:cxn ang="0">
                  <a:pos x="csX3540" y="csY3540"/>
                </a:cxn>
                <a:cxn ang="0">
                  <a:pos x="csX3541" y="csY3541"/>
                </a:cxn>
                <a:cxn ang="0">
                  <a:pos x="csX3542" y="csY3542"/>
                </a:cxn>
                <a:cxn ang="0">
                  <a:pos x="csX3543" y="csY3543"/>
                </a:cxn>
                <a:cxn ang="0">
                  <a:pos x="csX3544" y="csY3544"/>
                </a:cxn>
                <a:cxn ang="0">
                  <a:pos x="csX3545" y="csY3545"/>
                </a:cxn>
                <a:cxn ang="0">
                  <a:pos x="csX3546" y="csY3546"/>
                </a:cxn>
                <a:cxn ang="0">
                  <a:pos x="csX3547" y="csY3547"/>
                </a:cxn>
                <a:cxn ang="0">
                  <a:pos x="csX3548" y="csY3548"/>
                </a:cxn>
                <a:cxn ang="0">
                  <a:pos x="csX3549" y="csY3549"/>
                </a:cxn>
                <a:cxn ang="0">
                  <a:pos x="csX3550" y="csY3550"/>
                </a:cxn>
                <a:cxn ang="0">
                  <a:pos x="csX3551" y="csY3551"/>
                </a:cxn>
                <a:cxn ang="0">
                  <a:pos x="csX3552" y="csY3552"/>
                </a:cxn>
                <a:cxn ang="0">
                  <a:pos x="csX3553" y="csY3553"/>
                </a:cxn>
                <a:cxn ang="0">
                  <a:pos x="csX3554" y="csY3554"/>
                </a:cxn>
                <a:cxn ang="0">
                  <a:pos x="csX3555" y="csY3555"/>
                </a:cxn>
                <a:cxn ang="0">
                  <a:pos x="csX3556" y="csY3556"/>
                </a:cxn>
                <a:cxn ang="0">
                  <a:pos x="csX3557" y="csY3557"/>
                </a:cxn>
                <a:cxn ang="0">
                  <a:pos x="csX3558" y="csY3558"/>
                </a:cxn>
                <a:cxn ang="0">
                  <a:pos x="csX3559" y="csY3559"/>
                </a:cxn>
                <a:cxn ang="0">
                  <a:pos x="csX3560" y="csY3560"/>
                </a:cxn>
                <a:cxn ang="0">
                  <a:pos x="csX3561" y="csY3561"/>
                </a:cxn>
                <a:cxn ang="0">
                  <a:pos x="csX3562" y="csY3562"/>
                </a:cxn>
                <a:cxn ang="0">
                  <a:pos x="csX3563" y="csY3563"/>
                </a:cxn>
                <a:cxn ang="0">
                  <a:pos x="csX3564" y="csY3564"/>
                </a:cxn>
                <a:cxn ang="0">
                  <a:pos x="csX3565" y="csY3565"/>
                </a:cxn>
                <a:cxn ang="0">
                  <a:pos x="csX3566" y="csY3566"/>
                </a:cxn>
                <a:cxn ang="0">
                  <a:pos x="csX3567" y="csY3567"/>
                </a:cxn>
                <a:cxn ang="0">
                  <a:pos x="csX3568" y="csY3568"/>
                </a:cxn>
                <a:cxn ang="0">
                  <a:pos x="csX3569" y="csY3569"/>
                </a:cxn>
                <a:cxn ang="0">
                  <a:pos x="csX3570" y="csY3570"/>
                </a:cxn>
                <a:cxn ang="0">
                  <a:pos x="csX3571" y="csY3571"/>
                </a:cxn>
                <a:cxn ang="0">
                  <a:pos x="csX3572" y="csY3572"/>
                </a:cxn>
                <a:cxn ang="0">
                  <a:pos x="csX3573" y="csY3573"/>
                </a:cxn>
                <a:cxn ang="0">
                  <a:pos x="csX3574" y="csY3574"/>
                </a:cxn>
                <a:cxn ang="0">
                  <a:pos x="csX3575" y="csY3575"/>
                </a:cxn>
                <a:cxn ang="0">
                  <a:pos x="csX3576" y="csY3576"/>
                </a:cxn>
                <a:cxn ang="0">
                  <a:pos x="csX3577" y="csY3577"/>
                </a:cxn>
                <a:cxn ang="0">
                  <a:pos x="csX3578" y="csY3578"/>
                </a:cxn>
                <a:cxn ang="0">
                  <a:pos x="csX3579" y="csY3579"/>
                </a:cxn>
                <a:cxn ang="0">
                  <a:pos x="csX3580" y="csY3580"/>
                </a:cxn>
                <a:cxn ang="0">
                  <a:pos x="csX3581" y="csY3581"/>
                </a:cxn>
                <a:cxn ang="0">
                  <a:pos x="csX3582" y="csY3582"/>
                </a:cxn>
                <a:cxn ang="0">
                  <a:pos x="csX3583" y="csY3583"/>
                </a:cxn>
                <a:cxn ang="0">
                  <a:pos x="csX3584" y="csY3584"/>
                </a:cxn>
                <a:cxn ang="0">
                  <a:pos x="csX3585" y="csY3585"/>
                </a:cxn>
                <a:cxn ang="0">
                  <a:pos x="csX3586" y="csY3586"/>
                </a:cxn>
                <a:cxn ang="0">
                  <a:pos x="csX3587" y="csY3587"/>
                </a:cxn>
                <a:cxn ang="0">
                  <a:pos x="csX3588" y="csY3588"/>
                </a:cxn>
                <a:cxn ang="0">
                  <a:pos x="csX3589" y="csY3589"/>
                </a:cxn>
                <a:cxn ang="0">
                  <a:pos x="csX3590" y="csY3590"/>
                </a:cxn>
                <a:cxn ang="0">
                  <a:pos x="csX3591" y="csY3591"/>
                </a:cxn>
                <a:cxn ang="0">
                  <a:pos x="csX3592" y="csY3592"/>
                </a:cxn>
                <a:cxn ang="0">
                  <a:pos x="csX3593" y="csY3593"/>
                </a:cxn>
                <a:cxn ang="0">
                  <a:pos x="csX3594" y="csY3594"/>
                </a:cxn>
                <a:cxn ang="0">
                  <a:pos x="csX3595" y="csY3595"/>
                </a:cxn>
                <a:cxn ang="0">
                  <a:pos x="csX3596" y="csY3596"/>
                </a:cxn>
                <a:cxn ang="0">
                  <a:pos x="csX3597" y="csY3597"/>
                </a:cxn>
                <a:cxn ang="0">
                  <a:pos x="csX3598" y="csY3598"/>
                </a:cxn>
                <a:cxn ang="0">
                  <a:pos x="csX3599" y="csY3599"/>
                </a:cxn>
                <a:cxn ang="0">
                  <a:pos x="csX3600" y="csY3600"/>
                </a:cxn>
                <a:cxn ang="0">
                  <a:pos x="csX3601" y="csY3601"/>
                </a:cxn>
                <a:cxn ang="0">
                  <a:pos x="csX3602" y="csY3602"/>
                </a:cxn>
                <a:cxn ang="0">
                  <a:pos x="csX3603" y="csY3603"/>
                </a:cxn>
                <a:cxn ang="0">
                  <a:pos x="csX3604" y="csY3604"/>
                </a:cxn>
                <a:cxn ang="0">
                  <a:pos x="csX3605" y="csY3605"/>
                </a:cxn>
                <a:cxn ang="0">
                  <a:pos x="csX3606" y="csY3606"/>
                </a:cxn>
                <a:cxn ang="0">
                  <a:pos x="csX3607" y="csY3607"/>
                </a:cxn>
                <a:cxn ang="0">
                  <a:pos x="csX3608" y="csY3608"/>
                </a:cxn>
                <a:cxn ang="0">
                  <a:pos x="csX3609" y="csY3609"/>
                </a:cxn>
                <a:cxn ang="0">
                  <a:pos x="csX3610" y="csY3610"/>
                </a:cxn>
                <a:cxn ang="0">
                  <a:pos x="csX3611" y="csY3611"/>
                </a:cxn>
                <a:cxn ang="0">
                  <a:pos x="csX3612" y="csY3612"/>
                </a:cxn>
                <a:cxn ang="0">
                  <a:pos x="csX3613" y="csY3613"/>
                </a:cxn>
                <a:cxn ang="0">
                  <a:pos x="csX3614" y="csY3614"/>
                </a:cxn>
                <a:cxn ang="0">
                  <a:pos x="csX3615" y="csY3615"/>
                </a:cxn>
                <a:cxn ang="0">
                  <a:pos x="csX3616" y="csY3616"/>
                </a:cxn>
                <a:cxn ang="0">
                  <a:pos x="csX3617" y="csY3617"/>
                </a:cxn>
                <a:cxn ang="0">
                  <a:pos x="csX3618" y="csY3618"/>
                </a:cxn>
                <a:cxn ang="0">
                  <a:pos x="csX3619" y="csY3619"/>
                </a:cxn>
                <a:cxn ang="0">
                  <a:pos x="csX3620" y="csY3620"/>
                </a:cxn>
                <a:cxn ang="0">
                  <a:pos x="csX3621" y="csY3621"/>
                </a:cxn>
                <a:cxn ang="0">
                  <a:pos x="csX3622" y="csY3622"/>
                </a:cxn>
                <a:cxn ang="0">
                  <a:pos x="csX3623" y="csY3623"/>
                </a:cxn>
                <a:cxn ang="0">
                  <a:pos x="csX3624" y="csY3624"/>
                </a:cxn>
                <a:cxn ang="0">
                  <a:pos x="csX3625" y="csY3625"/>
                </a:cxn>
                <a:cxn ang="0">
                  <a:pos x="csX3626" y="csY3626"/>
                </a:cxn>
                <a:cxn ang="0">
                  <a:pos x="csX3627" y="csY3627"/>
                </a:cxn>
                <a:cxn ang="0">
                  <a:pos x="csX3628" y="csY3628"/>
                </a:cxn>
                <a:cxn ang="0">
                  <a:pos x="csX3629" y="csY3629"/>
                </a:cxn>
                <a:cxn ang="0">
                  <a:pos x="csX3630" y="csY3630"/>
                </a:cxn>
                <a:cxn ang="0">
                  <a:pos x="csX3631" y="csY3631"/>
                </a:cxn>
                <a:cxn ang="0">
                  <a:pos x="csX3632" y="csY3632"/>
                </a:cxn>
                <a:cxn ang="0">
                  <a:pos x="csX3633" y="csY3633"/>
                </a:cxn>
                <a:cxn ang="0">
                  <a:pos x="csX3634" y="csY3634"/>
                </a:cxn>
                <a:cxn ang="0">
                  <a:pos x="csX3635" y="csY3635"/>
                </a:cxn>
                <a:cxn ang="0">
                  <a:pos x="csX3636" y="csY3636"/>
                </a:cxn>
                <a:cxn ang="0">
                  <a:pos x="csX3637" y="csY3637"/>
                </a:cxn>
                <a:cxn ang="0">
                  <a:pos x="csX3638" y="csY3638"/>
                </a:cxn>
                <a:cxn ang="0">
                  <a:pos x="csX3639" y="csY3639"/>
                </a:cxn>
                <a:cxn ang="0">
                  <a:pos x="csX3640" y="csY3640"/>
                </a:cxn>
                <a:cxn ang="0">
                  <a:pos x="csX3641" y="csY3641"/>
                </a:cxn>
                <a:cxn ang="0">
                  <a:pos x="csX3642" y="csY3642"/>
                </a:cxn>
                <a:cxn ang="0">
                  <a:pos x="csX3643" y="csY3643"/>
                </a:cxn>
                <a:cxn ang="0">
                  <a:pos x="csX3644" y="csY3644"/>
                </a:cxn>
                <a:cxn ang="0">
                  <a:pos x="csX3645" y="csY3645"/>
                </a:cxn>
                <a:cxn ang="0">
                  <a:pos x="csX3646" y="csY3646"/>
                </a:cxn>
                <a:cxn ang="0">
                  <a:pos x="csX3647" y="csY3647"/>
                </a:cxn>
                <a:cxn ang="0">
                  <a:pos x="csX3648" y="csY3648"/>
                </a:cxn>
                <a:cxn ang="0">
                  <a:pos x="csX3649" y="csY3649"/>
                </a:cxn>
                <a:cxn ang="0">
                  <a:pos x="csX3650" y="csY3650"/>
                </a:cxn>
                <a:cxn ang="0">
                  <a:pos x="csX3651" y="csY3651"/>
                </a:cxn>
                <a:cxn ang="0">
                  <a:pos x="csX3652" y="csY3652"/>
                </a:cxn>
                <a:cxn ang="0">
                  <a:pos x="csX3653" y="csY3653"/>
                </a:cxn>
                <a:cxn ang="0">
                  <a:pos x="csX3654" y="csY3654"/>
                </a:cxn>
                <a:cxn ang="0">
                  <a:pos x="csX3655" y="csY3655"/>
                </a:cxn>
                <a:cxn ang="0">
                  <a:pos x="csX3656" y="csY3656"/>
                </a:cxn>
                <a:cxn ang="0">
                  <a:pos x="csX3657" y="csY3657"/>
                </a:cxn>
                <a:cxn ang="0">
                  <a:pos x="csX3658" y="csY3658"/>
                </a:cxn>
                <a:cxn ang="0">
                  <a:pos x="csX3659" y="csY3659"/>
                </a:cxn>
                <a:cxn ang="0">
                  <a:pos x="csX3660" y="csY3660"/>
                </a:cxn>
                <a:cxn ang="0">
                  <a:pos x="csX3661" y="csY3661"/>
                </a:cxn>
                <a:cxn ang="0">
                  <a:pos x="csX3662" y="csY3662"/>
                </a:cxn>
                <a:cxn ang="0">
                  <a:pos x="csX3663" y="csY3663"/>
                </a:cxn>
                <a:cxn ang="0">
                  <a:pos x="csX3664" y="csY3664"/>
                </a:cxn>
                <a:cxn ang="0">
                  <a:pos x="csX3665" y="csY3665"/>
                </a:cxn>
                <a:cxn ang="0">
                  <a:pos x="csX3666" y="csY3666"/>
                </a:cxn>
                <a:cxn ang="0">
                  <a:pos x="csX3667" y="csY3667"/>
                </a:cxn>
                <a:cxn ang="0">
                  <a:pos x="csX3668" y="csY3668"/>
                </a:cxn>
                <a:cxn ang="0">
                  <a:pos x="csX3669" y="csY3669"/>
                </a:cxn>
                <a:cxn ang="0">
                  <a:pos x="csX3670" y="csY3670"/>
                </a:cxn>
                <a:cxn ang="0">
                  <a:pos x="csX3671" y="csY3671"/>
                </a:cxn>
                <a:cxn ang="0">
                  <a:pos x="csX3672" y="csY3672"/>
                </a:cxn>
                <a:cxn ang="0">
                  <a:pos x="csX3673" y="csY3673"/>
                </a:cxn>
                <a:cxn ang="0">
                  <a:pos x="csX3674" y="csY3674"/>
                </a:cxn>
                <a:cxn ang="0">
                  <a:pos x="csX3675" y="csY3675"/>
                </a:cxn>
                <a:cxn ang="0">
                  <a:pos x="csX3676" y="csY3676"/>
                </a:cxn>
                <a:cxn ang="0">
                  <a:pos x="csX3677" y="csY3677"/>
                </a:cxn>
                <a:cxn ang="0">
                  <a:pos x="csX3678" y="csY3678"/>
                </a:cxn>
                <a:cxn ang="0">
                  <a:pos x="csX3679" y="csY3679"/>
                </a:cxn>
                <a:cxn ang="0">
                  <a:pos x="csX3680" y="csY3680"/>
                </a:cxn>
                <a:cxn ang="0">
                  <a:pos x="csX3681" y="csY3681"/>
                </a:cxn>
                <a:cxn ang="0">
                  <a:pos x="csX3682" y="csY3682"/>
                </a:cxn>
                <a:cxn ang="0">
                  <a:pos x="csX3683" y="csY3683"/>
                </a:cxn>
                <a:cxn ang="0">
                  <a:pos x="csX3684" y="csY3684"/>
                </a:cxn>
                <a:cxn ang="0">
                  <a:pos x="csX3685" y="csY3685"/>
                </a:cxn>
                <a:cxn ang="0">
                  <a:pos x="csX3686" y="csY3686"/>
                </a:cxn>
                <a:cxn ang="0">
                  <a:pos x="csX3687" y="csY3687"/>
                </a:cxn>
                <a:cxn ang="0">
                  <a:pos x="csX3688" y="csY3688"/>
                </a:cxn>
                <a:cxn ang="0">
                  <a:pos x="csX3689" y="csY3689"/>
                </a:cxn>
                <a:cxn ang="0">
                  <a:pos x="csX3690" y="csY3690"/>
                </a:cxn>
                <a:cxn ang="0">
                  <a:pos x="csX3691" y="csY3691"/>
                </a:cxn>
                <a:cxn ang="0">
                  <a:pos x="csX3692" y="csY3692"/>
                </a:cxn>
                <a:cxn ang="0">
                  <a:pos x="csX3693" y="csY3693"/>
                </a:cxn>
                <a:cxn ang="0">
                  <a:pos x="csX3694" y="csY3694"/>
                </a:cxn>
                <a:cxn ang="0">
                  <a:pos x="csX3695" y="csY3695"/>
                </a:cxn>
                <a:cxn ang="0">
                  <a:pos x="csX3696" y="csY3696"/>
                </a:cxn>
                <a:cxn ang="0">
                  <a:pos x="csX3697" y="csY3697"/>
                </a:cxn>
                <a:cxn ang="0">
                  <a:pos x="csX3698" y="csY3698"/>
                </a:cxn>
                <a:cxn ang="0">
                  <a:pos x="csX3699" y="csY3699"/>
                </a:cxn>
                <a:cxn ang="0">
                  <a:pos x="csX3700" y="csY3700"/>
                </a:cxn>
                <a:cxn ang="0">
                  <a:pos x="csX3701" y="csY3701"/>
                </a:cxn>
                <a:cxn ang="0">
                  <a:pos x="csX3702" y="csY3702"/>
                </a:cxn>
                <a:cxn ang="0">
                  <a:pos x="csX3703" y="csY3703"/>
                </a:cxn>
                <a:cxn ang="0">
                  <a:pos x="csX3704" y="csY3704"/>
                </a:cxn>
                <a:cxn ang="0">
                  <a:pos x="csX3705" y="csY3705"/>
                </a:cxn>
                <a:cxn ang="0">
                  <a:pos x="csX3706" y="csY3706"/>
                </a:cxn>
                <a:cxn ang="0">
                  <a:pos x="csX3707" y="csY3707"/>
                </a:cxn>
                <a:cxn ang="0">
                  <a:pos x="csX3708" y="csY3708"/>
                </a:cxn>
                <a:cxn ang="0">
                  <a:pos x="csX3709" y="csY3709"/>
                </a:cxn>
                <a:cxn ang="0">
                  <a:pos x="csX3710" y="csY3710"/>
                </a:cxn>
                <a:cxn ang="0">
                  <a:pos x="csX3711" y="csY3711"/>
                </a:cxn>
                <a:cxn ang="0">
                  <a:pos x="csX3712" y="csY3712"/>
                </a:cxn>
                <a:cxn ang="0">
                  <a:pos x="csX3713" y="csY3713"/>
                </a:cxn>
                <a:cxn ang="0">
                  <a:pos x="csX3714" y="csY3714"/>
                </a:cxn>
                <a:cxn ang="0">
                  <a:pos x="csX3715" y="csY3715"/>
                </a:cxn>
                <a:cxn ang="0">
                  <a:pos x="csX3716" y="csY3716"/>
                </a:cxn>
                <a:cxn ang="0">
                  <a:pos x="csX3717" y="csY3717"/>
                </a:cxn>
                <a:cxn ang="0">
                  <a:pos x="csX3718" y="csY3718"/>
                </a:cxn>
                <a:cxn ang="0">
                  <a:pos x="csX3719" y="csY3719"/>
                </a:cxn>
                <a:cxn ang="0">
                  <a:pos x="csX3720" y="csY3720"/>
                </a:cxn>
                <a:cxn ang="0">
                  <a:pos x="csX3721" y="csY3721"/>
                </a:cxn>
                <a:cxn ang="0">
                  <a:pos x="csX3722" y="csY3722"/>
                </a:cxn>
                <a:cxn ang="0">
                  <a:pos x="csX3723" y="csY3723"/>
                </a:cxn>
                <a:cxn ang="0">
                  <a:pos x="csX3724" y="csY3724"/>
                </a:cxn>
                <a:cxn ang="0">
                  <a:pos x="csX3725" y="csY3725"/>
                </a:cxn>
                <a:cxn ang="0">
                  <a:pos x="csX3726" y="csY3726"/>
                </a:cxn>
                <a:cxn ang="0">
                  <a:pos x="csX3727" y="csY3727"/>
                </a:cxn>
                <a:cxn ang="0">
                  <a:pos x="csX3728" y="csY3728"/>
                </a:cxn>
                <a:cxn ang="0">
                  <a:pos x="csX3729" y="csY3729"/>
                </a:cxn>
                <a:cxn ang="0">
                  <a:pos x="csX3730" y="csY3730"/>
                </a:cxn>
                <a:cxn ang="0">
                  <a:pos x="csX3731" y="csY3731"/>
                </a:cxn>
                <a:cxn ang="0">
                  <a:pos x="csX3732" y="csY3732"/>
                </a:cxn>
                <a:cxn ang="0">
                  <a:pos x="csX3733" y="csY3733"/>
                </a:cxn>
                <a:cxn ang="0">
                  <a:pos x="csX3734" y="csY3734"/>
                </a:cxn>
                <a:cxn ang="0">
                  <a:pos x="csX3735" y="csY3735"/>
                </a:cxn>
                <a:cxn ang="0">
                  <a:pos x="csX3736" y="csY3736"/>
                </a:cxn>
                <a:cxn ang="0">
                  <a:pos x="csX3737" y="csY3737"/>
                </a:cxn>
                <a:cxn ang="0">
                  <a:pos x="csX3738" y="csY3738"/>
                </a:cxn>
                <a:cxn ang="0">
                  <a:pos x="csX3739" y="csY3739"/>
                </a:cxn>
                <a:cxn ang="0">
                  <a:pos x="csX3740" y="csY3740"/>
                </a:cxn>
                <a:cxn ang="0">
                  <a:pos x="csX3741" y="csY3741"/>
                </a:cxn>
                <a:cxn ang="0">
                  <a:pos x="csX3742" y="csY3742"/>
                </a:cxn>
                <a:cxn ang="0">
                  <a:pos x="csX3743" y="csY3743"/>
                </a:cxn>
                <a:cxn ang="0">
                  <a:pos x="csX3744" y="csY3744"/>
                </a:cxn>
                <a:cxn ang="0">
                  <a:pos x="csX3745" y="csY3745"/>
                </a:cxn>
                <a:cxn ang="0">
                  <a:pos x="csX3746" y="csY3746"/>
                </a:cxn>
                <a:cxn ang="0">
                  <a:pos x="csX3747" y="csY3747"/>
                </a:cxn>
                <a:cxn ang="0">
                  <a:pos x="csX3748" y="csY3748"/>
                </a:cxn>
                <a:cxn ang="0">
                  <a:pos x="csX3749" y="csY3749"/>
                </a:cxn>
                <a:cxn ang="0">
                  <a:pos x="csX3750" y="csY3750"/>
                </a:cxn>
                <a:cxn ang="0">
                  <a:pos x="csX3751" y="csY3751"/>
                </a:cxn>
                <a:cxn ang="0">
                  <a:pos x="csX3752" y="csY3752"/>
                </a:cxn>
                <a:cxn ang="0">
                  <a:pos x="csX3753" y="csY3753"/>
                </a:cxn>
                <a:cxn ang="0">
                  <a:pos x="csX3754" y="csY3754"/>
                </a:cxn>
                <a:cxn ang="0">
                  <a:pos x="csX3755" y="csY3755"/>
                </a:cxn>
                <a:cxn ang="0">
                  <a:pos x="csX3756" y="csY3756"/>
                </a:cxn>
                <a:cxn ang="0">
                  <a:pos x="csX3757" y="csY3757"/>
                </a:cxn>
                <a:cxn ang="0">
                  <a:pos x="csX3758" y="csY3758"/>
                </a:cxn>
                <a:cxn ang="0">
                  <a:pos x="csX3759" y="csY3759"/>
                </a:cxn>
                <a:cxn ang="0">
                  <a:pos x="csX3760" y="csY3760"/>
                </a:cxn>
                <a:cxn ang="0">
                  <a:pos x="csX3761" y="csY3761"/>
                </a:cxn>
                <a:cxn ang="0">
                  <a:pos x="csX3762" y="csY3762"/>
                </a:cxn>
                <a:cxn ang="0">
                  <a:pos x="csX3763" y="csY3763"/>
                </a:cxn>
                <a:cxn ang="0">
                  <a:pos x="csX3764" y="csY3764"/>
                </a:cxn>
                <a:cxn ang="0">
                  <a:pos x="csX3765" y="csY3765"/>
                </a:cxn>
                <a:cxn ang="0">
                  <a:pos x="csX3766" y="csY3766"/>
                </a:cxn>
                <a:cxn ang="0">
                  <a:pos x="csX3767" y="csY3767"/>
                </a:cxn>
                <a:cxn ang="0">
                  <a:pos x="csX3768" y="csY3768"/>
                </a:cxn>
                <a:cxn ang="0">
                  <a:pos x="csX3769" y="csY3769"/>
                </a:cxn>
                <a:cxn ang="0">
                  <a:pos x="csX3770" y="csY3770"/>
                </a:cxn>
                <a:cxn ang="0">
                  <a:pos x="csX3771" y="csY3771"/>
                </a:cxn>
                <a:cxn ang="0">
                  <a:pos x="csX3772" y="csY3772"/>
                </a:cxn>
                <a:cxn ang="0">
                  <a:pos x="csX3773" y="csY3773"/>
                </a:cxn>
                <a:cxn ang="0">
                  <a:pos x="csX3774" y="csY3774"/>
                </a:cxn>
                <a:cxn ang="0">
                  <a:pos x="csX3775" y="csY3775"/>
                </a:cxn>
                <a:cxn ang="0">
                  <a:pos x="csX3776" y="csY3776"/>
                </a:cxn>
                <a:cxn ang="0">
                  <a:pos x="csX3777" y="csY3777"/>
                </a:cxn>
                <a:cxn ang="0">
                  <a:pos x="csX3778" y="csY3778"/>
                </a:cxn>
                <a:cxn ang="0">
                  <a:pos x="csX3779" y="csY3779"/>
                </a:cxn>
                <a:cxn ang="0">
                  <a:pos x="csX3780" y="csY3780"/>
                </a:cxn>
                <a:cxn ang="0">
                  <a:pos x="csX3781" y="csY3781"/>
                </a:cxn>
                <a:cxn ang="0">
                  <a:pos x="csX3782" y="csY3782"/>
                </a:cxn>
                <a:cxn ang="0">
                  <a:pos x="csX3783" y="csY3783"/>
                </a:cxn>
                <a:cxn ang="0">
                  <a:pos x="csX3784" y="csY3784"/>
                </a:cxn>
                <a:cxn ang="0">
                  <a:pos x="csX3785" y="csY3785"/>
                </a:cxn>
                <a:cxn ang="0">
                  <a:pos x="csX3786" y="csY3786"/>
                </a:cxn>
                <a:cxn ang="0">
                  <a:pos x="csX3787" y="csY3787"/>
                </a:cxn>
                <a:cxn ang="0">
                  <a:pos x="csX3788" y="csY3788"/>
                </a:cxn>
              </a:cxnLst>
              <a:rect l="l" t="t" r="r" b="b"/>
              <a:pathLst>
                <a:path w="1954379" h="1893469">
                  <a:moveTo>
                    <a:pt x="635418" y="23311"/>
                  </a:moveTo>
                  <a:lnTo>
                    <a:pt x="639930" y="27071"/>
                  </a:lnTo>
                  <a:lnTo>
                    <a:pt x="641434" y="29327"/>
                  </a:lnTo>
                  <a:lnTo>
                    <a:pt x="641434" y="33087"/>
                  </a:lnTo>
                  <a:lnTo>
                    <a:pt x="641434" y="36095"/>
                  </a:lnTo>
                  <a:lnTo>
                    <a:pt x="643690" y="47374"/>
                  </a:lnTo>
                  <a:lnTo>
                    <a:pt x="644442" y="50382"/>
                  </a:lnTo>
                  <a:lnTo>
                    <a:pt x="644442" y="51886"/>
                  </a:lnTo>
                  <a:lnTo>
                    <a:pt x="642938" y="54142"/>
                  </a:lnTo>
                  <a:lnTo>
                    <a:pt x="642186" y="55646"/>
                  </a:lnTo>
                  <a:lnTo>
                    <a:pt x="639930" y="62414"/>
                  </a:lnTo>
                  <a:lnTo>
                    <a:pt x="639178" y="63166"/>
                  </a:lnTo>
                  <a:lnTo>
                    <a:pt x="638426" y="63918"/>
                  </a:lnTo>
                  <a:lnTo>
                    <a:pt x="637674" y="64670"/>
                  </a:lnTo>
                  <a:lnTo>
                    <a:pt x="635418" y="64670"/>
                  </a:lnTo>
                  <a:lnTo>
                    <a:pt x="634666" y="65422"/>
                  </a:lnTo>
                  <a:lnTo>
                    <a:pt x="633914" y="66926"/>
                  </a:lnTo>
                  <a:lnTo>
                    <a:pt x="633162" y="69934"/>
                  </a:lnTo>
                  <a:lnTo>
                    <a:pt x="633162" y="71438"/>
                  </a:lnTo>
                  <a:lnTo>
                    <a:pt x="633162" y="72941"/>
                  </a:lnTo>
                  <a:lnTo>
                    <a:pt x="633914" y="73693"/>
                  </a:lnTo>
                  <a:lnTo>
                    <a:pt x="634666" y="73693"/>
                  </a:lnTo>
                  <a:lnTo>
                    <a:pt x="634666" y="74445"/>
                  </a:lnTo>
                  <a:lnTo>
                    <a:pt x="636922" y="75949"/>
                  </a:lnTo>
                  <a:lnTo>
                    <a:pt x="637674" y="76701"/>
                  </a:lnTo>
                  <a:lnTo>
                    <a:pt x="637674" y="77453"/>
                  </a:lnTo>
                  <a:lnTo>
                    <a:pt x="638426" y="79709"/>
                  </a:lnTo>
                  <a:lnTo>
                    <a:pt x="638426" y="81213"/>
                  </a:lnTo>
                  <a:lnTo>
                    <a:pt x="638426" y="81965"/>
                  </a:lnTo>
                  <a:lnTo>
                    <a:pt x="638426" y="82717"/>
                  </a:lnTo>
                  <a:lnTo>
                    <a:pt x="637674" y="83469"/>
                  </a:lnTo>
                  <a:lnTo>
                    <a:pt x="636922" y="84221"/>
                  </a:lnTo>
                  <a:lnTo>
                    <a:pt x="633914" y="86477"/>
                  </a:lnTo>
                  <a:lnTo>
                    <a:pt x="633162" y="87229"/>
                  </a:lnTo>
                  <a:lnTo>
                    <a:pt x="632410" y="87981"/>
                  </a:lnTo>
                  <a:lnTo>
                    <a:pt x="631658" y="89485"/>
                  </a:lnTo>
                  <a:lnTo>
                    <a:pt x="631658" y="90237"/>
                  </a:lnTo>
                  <a:lnTo>
                    <a:pt x="632410" y="90989"/>
                  </a:lnTo>
                  <a:lnTo>
                    <a:pt x="634666" y="91741"/>
                  </a:lnTo>
                  <a:lnTo>
                    <a:pt x="635418" y="91741"/>
                  </a:lnTo>
                  <a:lnTo>
                    <a:pt x="636170" y="92493"/>
                  </a:lnTo>
                  <a:lnTo>
                    <a:pt x="636170" y="93997"/>
                  </a:lnTo>
                  <a:lnTo>
                    <a:pt x="636922" y="95501"/>
                  </a:lnTo>
                  <a:lnTo>
                    <a:pt x="636922" y="97005"/>
                  </a:lnTo>
                  <a:lnTo>
                    <a:pt x="636922" y="108284"/>
                  </a:lnTo>
                  <a:lnTo>
                    <a:pt x="636922" y="109036"/>
                  </a:lnTo>
                  <a:lnTo>
                    <a:pt x="637674" y="111292"/>
                  </a:lnTo>
                  <a:lnTo>
                    <a:pt x="638426" y="121820"/>
                  </a:lnTo>
                  <a:lnTo>
                    <a:pt x="639178" y="123324"/>
                  </a:lnTo>
                  <a:lnTo>
                    <a:pt x="639930" y="124828"/>
                  </a:lnTo>
                  <a:lnTo>
                    <a:pt x="641434" y="127084"/>
                  </a:lnTo>
                  <a:lnTo>
                    <a:pt x="642186" y="127084"/>
                  </a:lnTo>
                  <a:lnTo>
                    <a:pt x="642938" y="127084"/>
                  </a:lnTo>
                  <a:lnTo>
                    <a:pt x="644442" y="127084"/>
                  </a:lnTo>
                  <a:lnTo>
                    <a:pt x="645193" y="127084"/>
                  </a:lnTo>
                  <a:lnTo>
                    <a:pt x="645945" y="127084"/>
                  </a:lnTo>
                  <a:lnTo>
                    <a:pt x="646697" y="127836"/>
                  </a:lnTo>
                  <a:lnTo>
                    <a:pt x="647449" y="127836"/>
                  </a:lnTo>
                  <a:lnTo>
                    <a:pt x="648201" y="127836"/>
                  </a:lnTo>
                  <a:lnTo>
                    <a:pt x="652713" y="127836"/>
                  </a:lnTo>
                  <a:lnTo>
                    <a:pt x="653465" y="127084"/>
                  </a:lnTo>
                  <a:lnTo>
                    <a:pt x="655721" y="126332"/>
                  </a:lnTo>
                  <a:lnTo>
                    <a:pt x="657225" y="125580"/>
                  </a:lnTo>
                  <a:lnTo>
                    <a:pt x="662489" y="124828"/>
                  </a:lnTo>
                  <a:lnTo>
                    <a:pt x="663993" y="124828"/>
                  </a:lnTo>
                  <a:lnTo>
                    <a:pt x="664745" y="124828"/>
                  </a:lnTo>
                  <a:lnTo>
                    <a:pt x="665497" y="125580"/>
                  </a:lnTo>
                  <a:lnTo>
                    <a:pt x="667753" y="127084"/>
                  </a:lnTo>
                  <a:lnTo>
                    <a:pt x="669257" y="127084"/>
                  </a:lnTo>
                  <a:lnTo>
                    <a:pt x="673769" y="128587"/>
                  </a:lnTo>
                  <a:lnTo>
                    <a:pt x="674521" y="128587"/>
                  </a:lnTo>
                  <a:lnTo>
                    <a:pt x="675272" y="129340"/>
                  </a:lnTo>
                  <a:lnTo>
                    <a:pt x="676776" y="130091"/>
                  </a:lnTo>
                  <a:lnTo>
                    <a:pt x="677528" y="130843"/>
                  </a:lnTo>
                  <a:lnTo>
                    <a:pt x="678280" y="130091"/>
                  </a:lnTo>
                  <a:lnTo>
                    <a:pt x="679784" y="130091"/>
                  </a:lnTo>
                  <a:lnTo>
                    <a:pt x="682040" y="129340"/>
                  </a:lnTo>
                  <a:lnTo>
                    <a:pt x="683544" y="129340"/>
                  </a:lnTo>
                  <a:lnTo>
                    <a:pt x="684296" y="128587"/>
                  </a:lnTo>
                  <a:lnTo>
                    <a:pt x="685048" y="128587"/>
                  </a:lnTo>
                  <a:lnTo>
                    <a:pt x="685800" y="129340"/>
                  </a:lnTo>
                  <a:lnTo>
                    <a:pt x="686552" y="129340"/>
                  </a:lnTo>
                  <a:lnTo>
                    <a:pt x="687304" y="129340"/>
                  </a:lnTo>
                  <a:lnTo>
                    <a:pt x="688808" y="128587"/>
                  </a:lnTo>
                  <a:lnTo>
                    <a:pt x="689560" y="127836"/>
                  </a:lnTo>
                  <a:lnTo>
                    <a:pt x="690312" y="128587"/>
                  </a:lnTo>
                  <a:lnTo>
                    <a:pt x="693320" y="130091"/>
                  </a:lnTo>
                  <a:lnTo>
                    <a:pt x="694072" y="130091"/>
                  </a:lnTo>
                  <a:lnTo>
                    <a:pt x="694824" y="130091"/>
                  </a:lnTo>
                  <a:lnTo>
                    <a:pt x="695576" y="129340"/>
                  </a:lnTo>
                  <a:lnTo>
                    <a:pt x="696328" y="128587"/>
                  </a:lnTo>
                  <a:lnTo>
                    <a:pt x="697080" y="128587"/>
                  </a:lnTo>
                  <a:lnTo>
                    <a:pt x="697832" y="128587"/>
                  </a:lnTo>
                  <a:lnTo>
                    <a:pt x="698584" y="128587"/>
                  </a:lnTo>
                  <a:lnTo>
                    <a:pt x="700088" y="130091"/>
                  </a:lnTo>
                  <a:lnTo>
                    <a:pt x="700840" y="130091"/>
                  </a:lnTo>
                  <a:lnTo>
                    <a:pt x="702343" y="130843"/>
                  </a:lnTo>
                  <a:lnTo>
                    <a:pt x="704599" y="132347"/>
                  </a:lnTo>
                  <a:lnTo>
                    <a:pt x="705351" y="132347"/>
                  </a:lnTo>
                  <a:lnTo>
                    <a:pt x="706103" y="132347"/>
                  </a:lnTo>
                  <a:lnTo>
                    <a:pt x="706855" y="133099"/>
                  </a:lnTo>
                  <a:lnTo>
                    <a:pt x="708359" y="133851"/>
                  </a:lnTo>
                  <a:lnTo>
                    <a:pt x="709863" y="135355"/>
                  </a:lnTo>
                  <a:lnTo>
                    <a:pt x="710615" y="136107"/>
                  </a:lnTo>
                  <a:lnTo>
                    <a:pt x="711367" y="136859"/>
                  </a:lnTo>
                  <a:lnTo>
                    <a:pt x="712119" y="136859"/>
                  </a:lnTo>
                  <a:lnTo>
                    <a:pt x="713623" y="137611"/>
                  </a:lnTo>
                  <a:lnTo>
                    <a:pt x="713623" y="138363"/>
                  </a:lnTo>
                  <a:lnTo>
                    <a:pt x="714375" y="139115"/>
                  </a:lnTo>
                  <a:lnTo>
                    <a:pt x="715127" y="139115"/>
                  </a:lnTo>
                  <a:lnTo>
                    <a:pt x="715879" y="139867"/>
                  </a:lnTo>
                  <a:lnTo>
                    <a:pt x="716631" y="139867"/>
                  </a:lnTo>
                  <a:lnTo>
                    <a:pt x="718135" y="140619"/>
                  </a:lnTo>
                  <a:lnTo>
                    <a:pt x="720391" y="142123"/>
                  </a:lnTo>
                  <a:lnTo>
                    <a:pt x="721895" y="144379"/>
                  </a:lnTo>
                  <a:lnTo>
                    <a:pt x="723399" y="145131"/>
                  </a:lnTo>
                  <a:lnTo>
                    <a:pt x="724151" y="145131"/>
                  </a:lnTo>
                  <a:lnTo>
                    <a:pt x="724903" y="143627"/>
                  </a:lnTo>
                  <a:lnTo>
                    <a:pt x="725655" y="143627"/>
                  </a:lnTo>
                  <a:lnTo>
                    <a:pt x="726407" y="144379"/>
                  </a:lnTo>
                  <a:lnTo>
                    <a:pt x="729415" y="145883"/>
                  </a:lnTo>
                  <a:lnTo>
                    <a:pt x="730919" y="147387"/>
                  </a:lnTo>
                  <a:lnTo>
                    <a:pt x="731670" y="148891"/>
                  </a:lnTo>
                  <a:lnTo>
                    <a:pt x="731670" y="150395"/>
                  </a:lnTo>
                  <a:lnTo>
                    <a:pt x="732422" y="151147"/>
                  </a:lnTo>
                  <a:lnTo>
                    <a:pt x="733174" y="151147"/>
                  </a:lnTo>
                  <a:lnTo>
                    <a:pt x="733926" y="151147"/>
                  </a:lnTo>
                  <a:lnTo>
                    <a:pt x="736182" y="151147"/>
                  </a:lnTo>
                  <a:lnTo>
                    <a:pt x="736934" y="151147"/>
                  </a:lnTo>
                  <a:lnTo>
                    <a:pt x="736934" y="151899"/>
                  </a:lnTo>
                  <a:lnTo>
                    <a:pt x="736934" y="152651"/>
                  </a:lnTo>
                  <a:lnTo>
                    <a:pt x="736182" y="153403"/>
                  </a:lnTo>
                  <a:lnTo>
                    <a:pt x="735430" y="154155"/>
                  </a:lnTo>
                  <a:lnTo>
                    <a:pt x="735430" y="154907"/>
                  </a:lnTo>
                  <a:lnTo>
                    <a:pt x="736182" y="156411"/>
                  </a:lnTo>
                  <a:lnTo>
                    <a:pt x="736934" y="157914"/>
                  </a:lnTo>
                  <a:lnTo>
                    <a:pt x="738438" y="160170"/>
                  </a:lnTo>
                  <a:lnTo>
                    <a:pt x="739190" y="160922"/>
                  </a:lnTo>
                  <a:lnTo>
                    <a:pt x="739942" y="161674"/>
                  </a:lnTo>
                  <a:lnTo>
                    <a:pt x="739942" y="162426"/>
                  </a:lnTo>
                  <a:lnTo>
                    <a:pt x="739190" y="163178"/>
                  </a:lnTo>
                  <a:lnTo>
                    <a:pt x="739190" y="164682"/>
                  </a:lnTo>
                  <a:lnTo>
                    <a:pt x="739942" y="166186"/>
                  </a:lnTo>
                  <a:lnTo>
                    <a:pt x="739942" y="166938"/>
                  </a:lnTo>
                  <a:lnTo>
                    <a:pt x="741446" y="167690"/>
                  </a:lnTo>
                  <a:lnTo>
                    <a:pt x="742198" y="167690"/>
                  </a:lnTo>
                  <a:lnTo>
                    <a:pt x="743702" y="167690"/>
                  </a:lnTo>
                  <a:lnTo>
                    <a:pt x="746710" y="167690"/>
                  </a:lnTo>
                  <a:lnTo>
                    <a:pt x="747462" y="166938"/>
                  </a:lnTo>
                  <a:lnTo>
                    <a:pt x="748214" y="166938"/>
                  </a:lnTo>
                  <a:lnTo>
                    <a:pt x="750470" y="165434"/>
                  </a:lnTo>
                  <a:lnTo>
                    <a:pt x="751222" y="164682"/>
                  </a:lnTo>
                  <a:lnTo>
                    <a:pt x="751974" y="164682"/>
                  </a:lnTo>
                  <a:lnTo>
                    <a:pt x="752726" y="164682"/>
                  </a:lnTo>
                  <a:lnTo>
                    <a:pt x="753478" y="164682"/>
                  </a:lnTo>
                  <a:lnTo>
                    <a:pt x="754230" y="165434"/>
                  </a:lnTo>
                  <a:lnTo>
                    <a:pt x="754982" y="166186"/>
                  </a:lnTo>
                  <a:lnTo>
                    <a:pt x="755734" y="166938"/>
                  </a:lnTo>
                  <a:lnTo>
                    <a:pt x="756486" y="168442"/>
                  </a:lnTo>
                  <a:lnTo>
                    <a:pt x="757238" y="169194"/>
                  </a:lnTo>
                  <a:lnTo>
                    <a:pt x="760245" y="170698"/>
                  </a:lnTo>
                  <a:lnTo>
                    <a:pt x="760998" y="171450"/>
                  </a:lnTo>
                  <a:lnTo>
                    <a:pt x="761749" y="172954"/>
                  </a:lnTo>
                  <a:lnTo>
                    <a:pt x="762501" y="172954"/>
                  </a:lnTo>
                  <a:lnTo>
                    <a:pt x="763253" y="173706"/>
                  </a:lnTo>
                  <a:lnTo>
                    <a:pt x="764005" y="173706"/>
                  </a:lnTo>
                  <a:lnTo>
                    <a:pt x="764757" y="174458"/>
                  </a:lnTo>
                  <a:lnTo>
                    <a:pt x="764757" y="175210"/>
                  </a:lnTo>
                  <a:lnTo>
                    <a:pt x="764757" y="176714"/>
                  </a:lnTo>
                  <a:lnTo>
                    <a:pt x="765509" y="177466"/>
                  </a:lnTo>
                  <a:lnTo>
                    <a:pt x="766261" y="177466"/>
                  </a:lnTo>
                  <a:lnTo>
                    <a:pt x="768517" y="178970"/>
                  </a:lnTo>
                  <a:lnTo>
                    <a:pt x="769269" y="179722"/>
                  </a:lnTo>
                  <a:lnTo>
                    <a:pt x="770021" y="180474"/>
                  </a:lnTo>
                  <a:lnTo>
                    <a:pt x="769269" y="181978"/>
                  </a:lnTo>
                  <a:lnTo>
                    <a:pt x="770021" y="182730"/>
                  </a:lnTo>
                  <a:lnTo>
                    <a:pt x="770773" y="182730"/>
                  </a:lnTo>
                  <a:lnTo>
                    <a:pt x="773781" y="182730"/>
                  </a:lnTo>
                  <a:lnTo>
                    <a:pt x="774533" y="183482"/>
                  </a:lnTo>
                  <a:lnTo>
                    <a:pt x="774533" y="184234"/>
                  </a:lnTo>
                  <a:lnTo>
                    <a:pt x="774533" y="184986"/>
                  </a:lnTo>
                  <a:lnTo>
                    <a:pt x="774533" y="185738"/>
                  </a:lnTo>
                  <a:lnTo>
                    <a:pt x="775285" y="185738"/>
                  </a:lnTo>
                  <a:lnTo>
                    <a:pt x="777541" y="185738"/>
                  </a:lnTo>
                  <a:lnTo>
                    <a:pt x="779045" y="185738"/>
                  </a:lnTo>
                  <a:lnTo>
                    <a:pt x="779045" y="184986"/>
                  </a:lnTo>
                  <a:lnTo>
                    <a:pt x="779797" y="184234"/>
                  </a:lnTo>
                  <a:lnTo>
                    <a:pt x="779045" y="183482"/>
                  </a:lnTo>
                  <a:lnTo>
                    <a:pt x="779045" y="182730"/>
                  </a:lnTo>
                  <a:lnTo>
                    <a:pt x="779045" y="181978"/>
                  </a:lnTo>
                  <a:lnTo>
                    <a:pt x="779045" y="181226"/>
                  </a:lnTo>
                  <a:lnTo>
                    <a:pt x="780549" y="180474"/>
                  </a:lnTo>
                  <a:lnTo>
                    <a:pt x="782053" y="181226"/>
                  </a:lnTo>
                  <a:lnTo>
                    <a:pt x="782805" y="181978"/>
                  </a:lnTo>
                  <a:lnTo>
                    <a:pt x="785813" y="181978"/>
                  </a:lnTo>
                  <a:lnTo>
                    <a:pt x="787317" y="183482"/>
                  </a:lnTo>
                  <a:lnTo>
                    <a:pt x="788068" y="184234"/>
                  </a:lnTo>
                  <a:lnTo>
                    <a:pt x="789572" y="184234"/>
                  </a:lnTo>
                  <a:lnTo>
                    <a:pt x="790324" y="184234"/>
                  </a:lnTo>
                  <a:lnTo>
                    <a:pt x="790324" y="183482"/>
                  </a:lnTo>
                  <a:lnTo>
                    <a:pt x="791828" y="181978"/>
                  </a:lnTo>
                  <a:lnTo>
                    <a:pt x="791828" y="181226"/>
                  </a:lnTo>
                  <a:lnTo>
                    <a:pt x="791828" y="179722"/>
                  </a:lnTo>
                  <a:lnTo>
                    <a:pt x="791828" y="178970"/>
                  </a:lnTo>
                  <a:lnTo>
                    <a:pt x="791828" y="178218"/>
                  </a:lnTo>
                  <a:lnTo>
                    <a:pt x="792580" y="177466"/>
                  </a:lnTo>
                  <a:lnTo>
                    <a:pt x="793332" y="177466"/>
                  </a:lnTo>
                  <a:lnTo>
                    <a:pt x="794084" y="177466"/>
                  </a:lnTo>
                  <a:lnTo>
                    <a:pt x="795588" y="178218"/>
                  </a:lnTo>
                  <a:lnTo>
                    <a:pt x="795588" y="178970"/>
                  </a:lnTo>
                  <a:lnTo>
                    <a:pt x="794836" y="179722"/>
                  </a:lnTo>
                  <a:lnTo>
                    <a:pt x="794836" y="180474"/>
                  </a:lnTo>
                  <a:lnTo>
                    <a:pt x="795588" y="180474"/>
                  </a:lnTo>
                  <a:lnTo>
                    <a:pt x="797092" y="181226"/>
                  </a:lnTo>
                  <a:lnTo>
                    <a:pt x="797844" y="181226"/>
                  </a:lnTo>
                  <a:lnTo>
                    <a:pt x="798596" y="181226"/>
                  </a:lnTo>
                  <a:lnTo>
                    <a:pt x="799348" y="181226"/>
                  </a:lnTo>
                  <a:lnTo>
                    <a:pt x="800100" y="181226"/>
                  </a:lnTo>
                  <a:lnTo>
                    <a:pt x="800852" y="180474"/>
                  </a:lnTo>
                  <a:lnTo>
                    <a:pt x="800852" y="179722"/>
                  </a:lnTo>
                  <a:lnTo>
                    <a:pt x="801604" y="179722"/>
                  </a:lnTo>
                  <a:lnTo>
                    <a:pt x="802356" y="178970"/>
                  </a:lnTo>
                  <a:lnTo>
                    <a:pt x="803108" y="178970"/>
                  </a:lnTo>
                  <a:lnTo>
                    <a:pt x="803860" y="179722"/>
                  </a:lnTo>
                  <a:lnTo>
                    <a:pt x="803860" y="180474"/>
                  </a:lnTo>
                  <a:lnTo>
                    <a:pt x="803860" y="181226"/>
                  </a:lnTo>
                  <a:lnTo>
                    <a:pt x="803860" y="181978"/>
                  </a:lnTo>
                  <a:lnTo>
                    <a:pt x="803860" y="184234"/>
                  </a:lnTo>
                  <a:lnTo>
                    <a:pt x="803860" y="184986"/>
                  </a:lnTo>
                  <a:lnTo>
                    <a:pt x="803860" y="186490"/>
                  </a:lnTo>
                  <a:lnTo>
                    <a:pt x="804612" y="187993"/>
                  </a:lnTo>
                  <a:lnTo>
                    <a:pt x="804612" y="188745"/>
                  </a:lnTo>
                  <a:lnTo>
                    <a:pt x="805364" y="188745"/>
                  </a:lnTo>
                  <a:lnTo>
                    <a:pt x="806116" y="188745"/>
                  </a:lnTo>
                  <a:lnTo>
                    <a:pt x="806868" y="188745"/>
                  </a:lnTo>
                  <a:lnTo>
                    <a:pt x="808372" y="187993"/>
                  </a:lnTo>
                  <a:lnTo>
                    <a:pt x="809876" y="187241"/>
                  </a:lnTo>
                  <a:lnTo>
                    <a:pt x="810628" y="187241"/>
                  </a:lnTo>
                  <a:lnTo>
                    <a:pt x="811380" y="187241"/>
                  </a:lnTo>
                  <a:lnTo>
                    <a:pt x="812884" y="187241"/>
                  </a:lnTo>
                  <a:lnTo>
                    <a:pt x="813636" y="187241"/>
                  </a:lnTo>
                  <a:lnTo>
                    <a:pt x="814387" y="187241"/>
                  </a:lnTo>
                  <a:lnTo>
                    <a:pt x="816644" y="188745"/>
                  </a:lnTo>
                  <a:lnTo>
                    <a:pt x="817396" y="188745"/>
                  </a:lnTo>
                  <a:lnTo>
                    <a:pt x="818899" y="187993"/>
                  </a:lnTo>
                  <a:lnTo>
                    <a:pt x="820403" y="188745"/>
                  </a:lnTo>
                  <a:lnTo>
                    <a:pt x="821155" y="189497"/>
                  </a:lnTo>
                  <a:lnTo>
                    <a:pt x="821155" y="190249"/>
                  </a:lnTo>
                  <a:lnTo>
                    <a:pt x="821155" y="191001"/>
                  </a:lnTo>
                  <a:lnTo>
                    <a:pt x="820403" y="191753"/>
                  </a:lnTo>
                  <a:lnTo>
                    <a:pt x="819651" y="192505"/>
                  </a:lnTo>
                  <a:lnTo>
                    <a:pt x="818899" y="193257"/>
                  </a:lnTo>
                  <a:lnTo>
                    <a:pt x="818899" y="194009"/>
                  </a:lnTo>
                  <a:lnTo>
                    <a:pt x="818899" y="194761"/>
                  </a:lnTo>
                  <a:lnTo>
                    <a:pt x="818899" y="195513"/>
                  </a:lnTo>
                  <a:lnTo>
                    <a:pt x="819651" y="197017"/>
                  </a:lnTo>
                  <a:lnTo>
                    <a:pt x="821907" y="200025"/>
                  </a:lnTo>
                  <a:lnTo>
                    <a:pt x="821907" y="200777"/>
                  </a:lnTo>
                  <a:lnTo>
                    <a:pt x="822659" y="201529"/>
                  </a:lnTo>
                  <a:lnTo>
                    <a:pt x="821907" y="202281"/>
                  </a:lnTo>
                  <a:lnTo>
                    <a:pt x="821907" y="203033"/>
                  </a:lnTo>
                  <a:lnTo>
                    <a:pt x="821907" y="203785"/>
                  </a:lnTo>
                  <a:lnTo>
                    <a:pt x="821155" y="204537"/>
                  </a:lnTo>
                  <a:lnTo>
                    <a:pt x="821155" y="205289"/>
                  </a:lnTo>
                  <a:lnTo>
                    <a:pt x="821155" y="206041"/>
                  </a:lnTo>
                  <a:lnTo>
                    <a:pt x="821907" y="206793"/>
                  </a:lnTo>
                  <a:lnTo>
                    <a:pt x="822659" y="206793"/>
                  </a:lnTo>
                  <a:lnTo>
                    <a:pt x="824163" y="206793"/>
                  </a:lnTo>
                  <a:lnTo>
                    <a:pt x="830179" y="205289"/>
                  </a:lnTo>
                  <a:lnTo>
                    <a:pt x="833939" y="203785"/>
                  </a:lnTo>
                  <a:lnTo>
                    <a:pt x="835443" y="203785"/>
                  </a:lnTo>
                  <a:lnTo>
                    <a:pt x="836195" y="203785"/>
                  </a:lnTo>
                  <a:lnTo>
                    <a:pt x="837699" y="204537"/>
                  </a:lnTo>
                  <a:lnTo>
                    <a:pt x="838451" y="205289"/>
                  </a:lnTo>
                  <a:lnTo>
                    <a:pt x="839203" y="206041"/>
                  </a:lnTo>
                  <a:lnTo>
                    <a:pt x="839203" y="206793"/>
                  </a:lnTo>
                  <a:lnTo>
                    <a:pt x="839203" y="208297"/>
                  </a:lnTo>
                  <a:lnTo>
                    <a:pt x="839955" y="209049"/>
                  </a:lnTo>
                  <a:lnTo>
                    <a:pt x="840707" y="210553"/>
                  </a:lnTo>
                  <a:lnTo>
                    <a:pt x="842211" y="213561"/>
                  </a:lnTo>
                  <a:lnTo>
                    <a:pt x="842211" y="214313"/>
                  </a:lnTo>
                  <a:lnTo>
                    <a:pt x="842211" y="215064"/>
                  </a:lnTo>
                  <a:lnTo>
                    <a:pt x="842211" y="215816"/>
                  </a:lnTo>
                  <a:lnTo>
                    <a:pt x="841459" y="216568"/>
                  </a:lnTo>
                  <a:lnTo>
                    <a:pt x="837699" y="218072"/>
                  </a:lnTo>
                  <a:lnTo>
                    <a:pt x="835443" y="218072"/>
                  </a:lnTo>
                  <a:lnTo>
                    <a:pt x="834691" y="218072"/>
                  </a:lnTo>
                  <a:lnTo>
                    <a:pt x="833939" y="218824"/>
                  </a:lnTo>
                  <a:lnTo>
                    <a:pt x="833939" y="219576"/>
                  </a:lnTo>
                  <a:lnTo>
                    <a:pt x="833939" y="220328"/>
                  </a:lnTo>
                  <a:lnTo>
                    <a:pt x="833187" y="222584"/>
                  </a:lnTo>
                  <a:lnTo>
                    <a:pt x="833187" y="224088"/>
                  </a:lnTo>
                  <a:lnTo>
                    <a:pt x="833939" y="227848"/>
                  </a:lnTo>
                  <a:lnTo>
                    <a:pt x="834691" y="228600"/>
                  </a:lnTo>
                  <a:lnTo>
                    <a:pt x="838451" y="236872"/>
                  </a:lnTo>
                  <a:lnTo>
                    <a:pt x="838451" y="237624"/>
                  </a:lnTo>
                  <a:lnTo>
                    <a:pt x="838451" y="238376"/>
                  </a:lnTo>
                  <a:lnTo>
                    <a:pt x="838451" y="239880"/>
                  </a:lnTo>
                  <a:lnTo>
                    <a:pt x="837699" y="240632"/>
                  </a:lnTo>
                  <a:lnTo>
                    <a:pt x="838451" y="241384"/>
                  </a:lnTo>
                  <a:lnTo>
                    <a:pt x="839955" y="243639"/>
                  </a:lnTo>
                  <a:lnTo>
                    <a:pt x="839955" y="244391"/>
                  </a:lnTo>
                  <a:lnTo>
                    <a:pt x="839955" y="248903"/>
                  </a:lnTo>
                  <a:lnTo>
                    <a:pt x="840707" y="251159"/>
                  </a:lnTo>
                  <a:lnTo>
                    <a:pt x="841459" y="252663"/>
                  </a:lnTo>
                  <a:lnTo>
                    <a:pt x="842211" y="253415"/>
                  </a:lnTo>
                  <a:lnTo>
                    <a:pt x="844466" y="256423"/>
                  </a:lnTo>
                  <a:lnTo>
                    <a:pt x="850482" y="260183"/>
                  </a:lnTo>
                  <a:lnTo>
                    <a:pt x="851234" y="261687"/>
                  </a:lnTo>
                  <a:lnTo>
                    <a:pt x="851986" y="262439"/>
                  </a:lnTo>
                  <a:lnTo>
                    <a:pt x="853490" y="264695"/>
                  </a:lnTo>
                  <a:lnTo>
                    <a:pt x="854242" y="267703"/>
                  </a:lnTo>
                  <a:lnTo>
                    <a:pt x="856498" y="270711"/>
                  </a:lnTo>
                  <a:lnTo>
                    <a:pt x="858754" y="273718"/>
                  </a:lnTo>
                  <a:lnTo>
                    <a:pt x="861762" y="275222"/>
                  </a:lnTo>
                  <a:lnTo>
                    <a:pt x="864018" y="276726"/>
                  </a:lnTo>
                  <a:lnTo>
                    <a:pt x="870785" y="278982"/>
                  </a:lnTo>
                  <a:lnTo>
                    <a:pt x="884321" y="281238"/>
                  </a:lnTo>
                  <a:lnTo>
                    <a:pt x="885825" y="281990"/>
                  </a:lnTo>
                  <a:lnTo>
                    <a:pt x="885825" y="282742"/>
                  </a:lnTo>
                  <a:lnTo>
                    <a:pt x="886577" y="283494"/>
                  </a:lnTo>
                  <a:lnTo>
                    <a:pt x="886577" y="284246"/>
                  </a:lnTo>
                  <a:lnTo>
                    <a:pt x="887329" y="286502"/>
                  </a:lnTo>
                  <a:lnTo>
                    <a:pt x="887329" y="290262"/>
                  </a:lnTo>
                  <a:lnTo>
                    <a:pt x="887329" y="291766"/>
                  </a:lnTo>
                  <a:lnTo>
                    <a:pt x="885073" y="300790"/>
                  </a:lnTo>
                  <a:lnTo>
                    <a:pt x="884321" y="304549"/>
                  </a:lnTo>
                  <a:lnTo>
                    <a:pt x="884321" y="307557"/>
                  </a:lnTo>
                  <a:lnTo>
                    <a:pt x="884321" y="309061"/>
                  </a:lnTo>
                  <a:lnTo>
                    <a:pt x="882817" y="313573"/>
                  </a:lnTo>
                  <a:lnTo>
                    <a:pt x="882817" y="314325"/>
                  </a:lnTo>
                  <a:lnTo>
                    <a:pt x="882817" y="315829"/>
                  </a:lnTo>
                  <a:lnTo>
                    <a:pt x="882817" y="317333"/>
                  </a:lnTo>
                  <a:lnTo>
                    <a:pt x="884321" y="320341"/>
                  </a:lnTo>
                  <a:lnTo>
                    <a:pt x="884321" y="322597"/>
                  </a:lnTo>
                  <a:lnTo>
                    <a:pt x="884321" y="326357"/>
                  </a:lnTo>
                  <a:lnTo>
                    <a:pt x="884321" y="334628"/>
                  </a:lnTo>
                  <a:lnTo>
                    <a:pt x="885073" y="336884"/>
                  </a:lnTo>
                  <a:lnTo>
                    <a:pt x="891841" y="351172"/>
                  </a:lnTo>
                  <a:lnTo>
                    <a:pt x="892593" y="352676"/>
                  </a:lnTo>
                  <a:lnTo>
                    <a:pt x="893345" y="353428"/>
                  </a:lnTo>
                  <a:lnTo>
                    <a:pt x="897105" y="356436"/>
                  </a:lnTo>
                  <a:lnTo>
                    <a:pt x="897105" y="357188"/>
                  </a:lnTo>
                  <a:lnTo>
                    <a:pt x="897857" y="357939"/>
                  </a:lnTo>
                  <a:lnTo>
                    <a:pt x="897857" y="358691"/>
                  </a:lnTo>
                  <a:lnTo>
                    <a:pt x="898609" y="362451"/>
                  </a:lnTo>
                  <a:lnTo>
                    <a:pt x="899361" y="365459"/>
                  </a:lnTo>
                  <a:lnTo>
                    <a:pt x="902368" y="371475"/>
                  </a:lnTo>
                  <a:lnTo>
                    <a:pt x="903120" y="374483"/>
                  </a:lnTo>
                  <a:lnTo>
                    <a:pt x="903120" y="376739"/>
                  </a:lnTo>
                  <a:lnTo>
                    <a:pt x="903120" y="378243"/>
                  </a:lnTo>
                  <a:lnTo>
                    <a:pt x="903120" y="381251"/>
                  </a:lnTo>
                  <a:lnTo>
                    <a:pt x="901616" y="387267"/>
                  </a:lnTo>
                  <a:lnTo>
                    <a:pt x="902368" y="388018"/>
                  </a:lnTo>
                  <a:lnTo>
                    <a:pt x="902368" y="388770"/>
                  </a:lnTo>
                  <a:lnTo>
                    <a:pt x="905376" y="395538"/>
                  </a:lnTo>
                  <a:lnTo>
                    <a:pt x="908384" y="397794"/>
                  </a:lnTo>
                  <a:lnTo>
                    <a:pt x="915904" y="421857"/>
                  </a:lnTo>
                  <a:lnTo>
                    <a:pt x="916656" y="424113"/>
                  </a:lnTo>
                  <a:lnTo>
                    <a:pt x="919664" y="425617"/>
                  </a:lnTo>
                  <a:lnTo>
                    <a:pt x="921920" y="425617"/>
                  </a:lnTo>
                  <a:lnTo>
                    <a:pt x="922672" y="425617"/>
                  </a:lnTo>
                  <a:lnTo>
                    <a:pt x="923424" y="425617"/>
                  </a:lnTo>
                  <a:lnTo>
                    <a:pt x="924176" y="425617"/>
                  </a:lnTo>
                  <a:lnTo>
                    <a:pt x="924928" y="425617"/>
                  </a:lnTo>
                  <a:lnTo>
                    <a:pt x="930192" y="422609"/>
                  </a:lnTo>
                  <a:lnTo>
                    <a:pt x="930943" y="422609"/>
                  </a:lnTo>
                  <a:lnTo>
                    <a:pt x="932447" y="422609"/>
                  </a:lnTo>
                  <a:lnTo>
                    <a:pt x="933199" y="423361"/>
                  </a:lnTo>
                  <a:lnTo>
                    <a:pt x="934703" y="424865"/>
                  </a:lnTo>
                  <a:lnTo>
                    <a:pt x="935455" y="425617"/>
                  </a:lnTo>
                  <a:lnTo>
                    <a:pt x="936207" y="426369"/>
                  </a:lnTo>
                  <a:lnTo>
                    <a:pt x="936959" y="428625"/>
                  </a:lnTo>
                  <a:lnTo>
                    <a:pt x="949743" y="441409"/>
                  </a:lnTo>
                  <a:lnTo>
                    <a:pt x="949743" y="442161"/>
                  </a:lnTo>
                  <a:lnTo>
                    <a:pt x="951999" y="446672"/>
                  </a:lnTo>
                  <a:lnTo>
                    <a:pt x="952751" y="448176"/>
                  </a:lnTo>
                  <a:lnTo>
                    <a:pt x="953503" y="448928"/>
                  </a:lnTo>
                  <a:lnTo>
                    <a:pt x="958766" y="453440"/>
                  </a:lnTo>
                  <a:lnTo>
                    <a:pt x="960271" y="454192"/>
                  </a:lnTo>
                  <a:lnTo>
                    <a:pt x="961022" y="455696"/>
                  </a:lnTo>
                  <a:lnTo>
                    <a:pt x="961022" y="466976"/>
                  </a:lnTo>
                  <a:lnTo>
                    <a:pt x="960271" y="469232"/>
                  </a:lnTo>
                  <a:lnTo>
                    <a:pt x="959519" y="472239"/>
                  </a:lnTo>
                  <a:lnTo>
                    <a:pt x="959519" y="474495"/>
                  </a:lnTo>
                  <a:lnTo>
                    <a:pt x="959519" y="475999"/>
                  </a:lnTo>
                  <a:lnTo>
                    <a:pt x="959519" y="478255"/>
                  </a:lnTo>
                  <a:lnTo>
                    <a:pt x="960271" y="479759"/>
                  </a:lnTo>
                  <a:lnTo>
                    <a:pt x="962526" y="485775"/>
                  </a:lnTo>
                  <a:lnTo>
                    <a:pt x="963278" y="486527"/>
                  </a:lnTo>
                  <a:lnTo>
                    <a:pt x="964030" y="488031"/>
                  </a:lnTo>
                  <a:lnTo>
                    <a:pt x="964782" y="488031"/>
                  </a:lnTo>
                  <a:lnTo>
                    <a:pt x="965534" y="488783"/>
                  </a:lnTo>
                  <a:lnTo>
                    <a:pt x="966286" y="488783"/>
                  </a:lnTo>
                  <a:lnTo>
                    <a:pt x="968542" y="488783"/>
                  </a:lnTo>
                  <a:lnTo>
                    <a:pt x="970046" y="488783"/>
                  </a:lnTo>
                  <a:lnTo>
                    <a:pt x="972302" y="489535"/>
                  </a:lnTo>
                  <a:lnTo>
                    <a:pt x="974558" y="491039"/>
                  </a:lnTo>
                  <a:lnTo>
                    <a:pt x="975310" y="492543"/>
                  </a:lnTo>
                  <a:lnTo>
                    <a:pt x="976062" y="493295"/>
                  </a:lnTo>
                  <a:lnTo>
                    <a:pt x="976062" y="494799"/>
                  </a:lnTo>
                  <a:lnTo>
                    <a:pt x="976814" y="500063"/>
                  </a:lnTo>
                  <a:lnTo>
                    <a:pt x="976814" y="500814"/>
                  </a:lnTo>
                  <a:lnTo>
                    <a:pt x="978318" y="506078"/>
                  </a:lnTo>
                  <a:lnTo>
                    <a:pt x="979070" y="506830"/>
                  </a:lnTo>
                  <a:lnTo>
                    <a:pt x="979070" y="508334"/>
                  </a:lnTo>
                  <a:lnTo>
                    <a:pt x="979070" y="509838"/>
                  </a:lnTo>
                  <a:lnTo>
                    <a:pt x="978318" y="511342"/>
                  </a:lnTo>
                  <a:lnTo>
                    <a:pt x="977566" y="512846"/>
                  </a:lnTo>
                  <a:lnTo>
                    <a:pt x="977566" y="514350"/>
                  </a:lnTo>
                  <a:lnTo>
                    <a:pt x="976814" y="515102"/>
                  </a:lnTo>
                  <a:lnTo>
                    <a:pt x="976814" y="515854"/>
                  </a:lnTo>
                  <a:lnTo>
                    <a:pt x="976814" y="517358"/>
                  </a:lnTo>
                  <a:lnTo>
                    <a:pt x="978318" y="519614"/>
                  </a:lnTo>
                  <a:lnTo>
                    <a:pt x="978318" y="520366"/>
                  </a:lnTo>
                  <a:lnTo>
                    <a:pt x="978318" y="521118"/>
                  </a:lnTo>
                  <a:lnTo>
                    <a:pt x="978318" y="521870"/>
                  </a:lnTo>
                  <a:lnTo>
                    <a:pt x="977566" y="523374"/>
                  </a:lnTo>
                  <a:lnTo>
                    <a:pt x="976814" y="524126"/>
                  </a:lnTo>
                  <a:lnTo>
                    <a:pt x="976814" y="525630"/>
                  </a:lnTo>
                  <a:lnTo>
                    <a:pt x="976814" y="526382"/>
                  </a:lnTo>
                  <a:lnTo>
                    <a:pt x="977566" y="527886"/>
                  </a:lnTo>
                  <a:lnTo>
                    <a:pt x="977566" y="528637"/>
                  </a:lnTo>
                  <a:lnTo>
                    <a:pt x="978318" y="528637"/>
                  </a:lnTo>
                  <a:lnTo>
                    <a:pt x="979070" y="528637"/>
                  </a:lnTo>
                  <a:lnTo>
                    <a:pt x="979822" y="528637"/>
                  </a:lnTo>
                  <a:lnTo>
                    <a:pt x="988845" y="525630"/>
                  </a:lnTo>
                  <a:lnTo>
                    <a:pt x="989597" y="525630"/>
                  </a:lnTo>
                  <a:lnTo>
                    <a:pt x="991101" y="525630"/>
                  </a:lnTo>
                  <a:lnTo>
                    <a:pt x="991853" y="525630"/>
                  </a:lnTo>
                  <a:lnTo>
                    <a:pt x="992605" y="525630"/>
                  </a:lnTo>
                  <a:lnTo>
                    <a:pt x="993357" y="525630"/>
                  </a:lnTo>
                  <a:lnTo>
                    <a:pt x="994109" y="526382"/>
                  </a:lnTo>
                  <a:lnTo>
                    <a:pt x="994861" y="527134"/>
                  </a:lnTo>
                  <a:lnTo>
                    <a:pt x="997869" y="529390"/>
                  </a:lnTo>
                  <a:lnTo>
                    <a:pt x="998621" y="530893"/>
                  </a:lnTo>
                  <a:lnTo>
                    <a:pt x="999373" y="531645"/>
                  </a:lnTo>
                  <a:lnTo>
                    <a:pt x="999373" y="533149"/>
                  </a:lnTo>
                  <a:lnTo>
                    <a:pt x="999373" y="533901"/>
                  </a:lnTo>
                  <a:lnTo>
                    <a:pt x="999373" y="535405"/>
                  </a:lnTo>
                  <a:lnTo>
                    <a:pt x="999373" y="536157"/>
                  </a:lnTo>
                  <a:lnTo>
                    <a:pt x="999373" y="536909"/>
                  </a:lnTo>
                  <a:lnTo>
                    <a:pt x="997117" y="539165"/>
                  </a:lnTo>
                  <a:lnTo>
                    <a:pt x="996365" y="539917"/>
                  </a:lnTo>
                  <a:lnTo>
                    <a:pt x="996365" y="541421"/>
                  </a:lnTo>
                  <a:lnTo>
                    <a:pt x="996365" y="542925"/>
                  </a:lnTo>
                  <a:lnTo>
                    <a:pt x="998621" y="546685"/>
                  </a:lnTo>
                  <a:lnTo>
                    <a:pt x="998621" y="547437"/>
                  </a:lnTo>
                  <a:lnTo>
                    <a:pt x="998621" y="550445"/>
                  </a:lnTo>
                  <a:lnTo>
                    <a:pt x="998621" y="551949"/>
                  </a:lnTo>
                  <a:lnTo>
                    <a:pt x="1000125" y="555709"/>
                  </a:lnTo>
                  <a:lnTo>
                    <a:pt x="1000877" y="556461"/>
                  </a:lnTo>
                  <a:lnTo>
                    <a:pt x="1001629" y="557213"/>
                  </a:lnTo>
                  <a:lnTo>
                    <a:pt x="1003885" y="557965"/>
                  </a:lnTo>
                  <a:lnTo>
                    <a:pt x="1006893" y="559468"/>
                  </a:lnTo>
                  <a:lnTo>
                    <a:pt x="1007645" y="559468"/>
                  </a:lnTo>
                  <a:lnTo>
                    <a:pt x="1009149" y="560972"/>
                  </a:lnTo>
                  <a:lnTo>
                    <a:pt x="1013660" y="566236"/>
                  </a:lnTo>
                  <a:lnTo>
                    <a:pt x="1014413" y="566988"/>
                  </a:lnTo>
                  <a:lnTo>
                    <a:pt x="1015165" y="566988"/>
                  </a:lnTo>
                  <a:lnTo>
                    <a:pt x="1018172" y="568492"/>
                  </a:lnTo>
                  <a:lnTo>
                    <a:pt x="1018924" y="568492"/>
                  </a:lnTo>
                  <a:lnTo>
                    <a:pt x="1035468" y="569996"/>
                  </a:lnTo>
                  <a:lnTo>
                    <a:pt x="1036972" y="569996"/>
                  </a:lnTo>
                  <a:lnTo>
                    <a:pt x="1037724" y="570748"/>
                  </a:lnTo>
                  <a:lnTo>
                    <a:pt x="1039980" y="571500"/>
                  </a:lnTo>
                  <a:lnTo>
                    <a:pt x="1040732" y="573004"/>
                  </a:lnTo>
                  <a:lnTo>
                    <a:pt x="1041484" y="573756"/>
                  </a:lnTo>
                  <a:lnTo>
                    <a:pt x="1043739" y="578268"/>
                  </a:lnTo>
                  <a:lnTo>
                    <a:pt x="1044491" y="579772"/>
                  </a:lnTo>
                  <a:lnTo>
                    <a:pt x="1045243" y="579772"/>
                  </a:lnTo>
                  <a:lnTo>
                    <a:pt x="1045995" y="579772"/>
                  </a:lnTo>
                  <a:lnTo>
                    <a:pt x="1046748" y="579772"/>
                  </a:lnTo>
                  <a:lnTo>
                    <a:pt x="1046748" y="579020"/>
                  </a:lnTo>
                  <a:lnTo>
                    <a:pt x="1047499" y="578268"/>
                  </a:lnTo>
                  <a:lnTo>
                    <a:pt x="1047499" y="577516"/>
                  </a:lnTo>
                  <a:lnTo>
                    <a:pt x="1047499" y="574508"/>
                  </a:lnTo>
                  <a:lnTo>
                    <a:pt x="1047499" y="573756"/>
                  </a:lnTo>
                  <a:lnTo>
                    <a:pt x="1048251" y="573004"/>
                  </a:lnTo>
                  <a:lnTo>
                    <a:pt x="1049003" y="572252"/>
                  </a:lnTo>
                  <a:lnTo>
                    <a:pt x="1049755" y="572252"/>
                  </a:lnTo>
                  <a:lnTo>
                    <a:pt x="1050507" y="571500"/>
                  </a:lnTo>
                  <a:lnTo>
                    <a:pt x="1051259" y="571500"/>
                  </a:lnTo>
                  <a:lnTo>
                    <a:pt x="1052763" y="571500"/>
                  </a:lnTo>
                  <a:lnTo>
                    <a:pt x="1054267" y="572252"/>
                  </a:lnTo>
                  <a:lnTo>
                    <a:pt x="1055019" y="572252"/>
                  </a:lnTo>
                  <a:lnTo>
                    <a:pt x="1055771" y="572252"/>
                  </a:lnTo>
                  <a:lnTo>
                    <a:pt x="1056523" y="571500"/>
                  </a:lnTo>
                  <a:lnTo>
                    <a:pt x="1057275" y="570748"/>
                  </a:lnTo>
                  <a:lnTo>
                    <a:pt x="1058027" y="568492"/>
                  </a:lnTo>
                  <a:lnTo>
                    <a:pt x="1058779" y="567740"/>
                  </a:lnTo>
                  <a:lnTo>
                    <a:pt x="1059531" y="567740"/>
                  </a:lnTo>
                  <a:lnTo>
                    <a:pt x="1061035" y="569244"/>
                  </a:lnTo>
                  <a:lnTo>
                    <a:pt x="1061787" y="569996"/>
                  </a:lnTo>
                  <a:lnTo>
                    <a:pt x="1062539" y="569996"/>
                  </a:lnTo>
                  <a:lnTo>
                    <a:pt x="1063291" y="569996"/>
                  </a:lnTo>
                  <a:lnTo>
                    <a:pt x="1064043" y="569244"/>
                  </a:lnTo>
                  <a:lnTo>
                    <a:pt x="1064795" y="569244"/>
                  </a:lnTo>
                  <a:lnTo>
                    <a:pt x="1066299" y="569244"/>
                  </a:lnTo>
                  <a:lnTo>
                    <a:pt x="1069307" y="569996"/>
                  </a:lnTo>
                  <a:lnTo>
                    <a:pt x="1069307" y="570748"/>
                  </a:lnTo>
                  <a:lnTo>
                    <a:pt x="1066299" y="573756"/>
                  </a:lnTo>
                  <a:lnTo>
                    <a:pt x="1066299" y="580524"/>
                  </a:lnTo>
                  <a:lnTo>
                    <a:pt x="1068555" y="593307"/>
                  </a:lnTo>
                  <a:lnTo>
                    <a:pt x="1067803" y="596315"/>
                  </a:lnTo>
                  <a:lnTo>
                    <a:pt x="1065547" y="597819"/>
                  </a:lnTo>
                  <a:lnTo>
                    <a:pt x="1061035" y="601579"/>
                  </a:lnTo>
                  <a:lnTo>
                    <a:pt x="1056523" y="606843"/>
                  </a:lnTo>
                  <a:lnTo>
                    <a:pt x="1054267" y="607595"/>
                  </a:lnTo>
                  <a:lnTo>
                    <a:pt x="1045995" y="608347"/>
                  </a:lnTo>
                  <a:lnTo>
                    <a:pt x="1042236" y="607595"/>
                  </a:lnTo>
                  <a:lnTo>
                    <a:pt x="1032460" y="604587"/>
                  </a:lnTo>
                  <a:lnTo>
                    <a:pt x="1030204" y="603083"/>
                  </a:lnTo>
                  <a:lnTo>
                    <a:pt x="1028700" y="600827"/>
                  </a:lnTo>
                  <a:lnTo>
                    <a:pt x="1025692" y="599323"/>
                  </a:lnTo>
                  <a:lnTo>
                    <a:pt x="1023436" y="598571"/>
                  </a:lnTo>
                  <a:lnTo>
                    <a:pt x="1019676" y="599323"/>
                  </a:lnTo>
                  <a:lnTo>
                    <a:pt x="1018172" y="600075"/>
                  </a:lnTo>
                  <a:lnTo>
                    <a:pt x="1013660" y="604587"/>
                  </a:lnTo>
                  <a:lnTo>
                    <a:pt x="1012157" y="606091"/>
                  </a:lnTo>
                  <a:lnTo>
                    <a:pt x="1009149" y="606091"/>
                  </a:lnTo>
                  <a:lnTo>
                    <a:pt x="1005389" y="608347"/>
                  </a:lnTo>
                  <a:lnTo>
                    <a:pt x="994861" y="610603"/>
                  </a:lnTo>
                  <a:lnTo>
                    <a:pt x="991853" y="612107"/>
                  </a:lnTo>
                  <a:lnTo>
                    <a:pt x="988845" y="613611"/>
                  </a:lnTo>
                  <a:lnTo>
                    <a:pt x="986590" y="615866"/>
                  </a:lnTo>
                  <a:lnTo>
                    <a:pt x="985086" y="618122"/>
                  </a:lnTo>
                  <a:lnTo>
                    <a:pt x="983582" y="620378"/>
                  </a:lnTo>
                  <a:lnTo>
                    <a:pt x="970798" y="625642"/>
                  </a:lnTo>
                  <a:lnTo>
                    <a:pt x="968542" y="625642"/>
                  </a:lnTo>
                  <a:lnTo>
                    <a:pt x="961774" y="626394"/>
                  </a:lnTo>
                  <a:lnTo>
                    <a:pt x="951999" y="629402"/>
                  </a:lnTo>
                  <a:lnTo>
                    <a:pt x="949743" y="630154"/>
                  </a:lnTo>
                  <a:lnTo>
                    <a:pt x="948991" y="631658"/>
                  </a:lnTo>
                  <a:lnTo>
                    <a:pt x="948239" y="632410"/>
                  </a:lnTo>
                  <a:lnTo>
                    <a:pt x="948239" y="633914"/>
                  </a:lnTo>
                  <a:lnTo>
                    <a:pt x="948239" y="636170"/>
                  </a:lnTo>
                  <a:lnTo>
                    <a:pt x="948239" y="637674"/>
                  </a:lnTo>
                  <a:lnTo>
                    <a:pt x="949743" y="637674"/>
                  </a:lnTo>
                  <a:lnTo>
                    <a:pt x="951247" y="636922"/>
                  </a:lnTo>
                  <a:lnTo>
                    <a:pt x="952751" y="636922"/>
                  </a:lnTo>
                  <a:lnTo>
                    <a:pt x="955759" y="636170"/>
                  </a:lnTo>
                  <a:lnTo>
                    <a:pt x="965534" y="633914"/>
                  </a:lnTo>
                  <a:lnTo>
                    <a:pt x="991853" y="632410"/>
                  </a:lnTo>
                  <a:lnTo>
                    <a:pt x="1003885" y="630154"/>
                  </a:lnTo>
                  <a:lnTo>
                    <a:pt x="1006141" y="629402"/>
                  </a:lnTo>
                  <a:lnTo>
                    <a:pt x="1011405" y="626394"/>
                  </a:lnTo>
                  <a:lnTo>
                    <a:pt x="1013660" y="624890"/>
                  </a:lnTo>
                  <a:lnTo>
                    <a:pt x="1015917" y="626394"/>
                  </a:lnTo>
                  <a:lnTo>
                    <a:pt x="1017420" y="628650"/>
                  </a:lnTo>
                  <a:lnTo>
                    <a:pt x="1018924" y="631658"/>
                  </a:lnTo>
                  <a:lnTo>
                    <a:pt x="1019676" y="635418"/>
                  </a:lnTo>
                  <a:lnTo>
                    <a:pt x="1020428" y="636922"/>
                  </a:lnTo>
                  <a:lnTo>
                    <a:pt x="1020428" y="637674"/>
                  </a:lnTo>
                  <a:lnTo>
                    <a:pt x="1020428" y="639930"/>
                  </a:lnTo>
                  <a:lnTo>
                    <a:pt x="1019676" y="641434"/>
                  </a:lnTo>
                  <a:lnTo>
                    <a:pt x="1017420" y="644442"/>
                  </a:lnTo>
                  <a:lnTo>
                    <a:pt x="1016669" y="645945"/>
                  </a:lnTo>
                  <a:lnTo>
                    <a:pt x="1015917" y="648953"/>
                  </a:lnTo>
                  <a:lnTo>
                    <a:pt x="1015917" y="651961"/>
                  </a:lnTo>
                  <a:lnTo>
                    <a:pt x="1018172" y="653465"/>
                  </a:lnTo>
                  <a:lnTo>
                    <a:pt x="1021932" y="651209"/>
                  </a:lnTo>
                  <a:lnTo>
                    <a:pt x="1024188" y="651209"/>
                  </a:lnTo>
                  <a:lnTo>
                    <a:pt x="1024940" y="651209"/>
                  </a:lnTo>
                  <a:lnTo>
                    <a:pt x="1024940" y="650457"/>
                  </a:lnTo>
                  <a:lnTo>
                    <a:pt x="1025692" y="648953"/>
                  </a:lnTo>
                  <a:lnTo>
                    <a:pt x="1025692" y="648201"/>
                  </a:lnTo>
                  <a:lnTo>
                    <a:pt x="1030956" y="642938"/>
                  </a:lnTo>
                  <a:lnTo>
                    <a:pt x="1033964" y="641434"/>
                  </a:lnTo>
                  <a:lnTo>
                    <a:pt x="1036972" y="640682"/>
                  </a:lnTo>
                  <a:lnTo>
                    <a:pt x="1043739" y="640682"/>
                  </a:lnTo>
                  <a:lnTo>
                    <a:pt x="1044491" y="640682"/>
                  </a:lnTo>
                  <a:lnTo>
                    <a:pt x="1046748" y="639178"/>
                  </a:lnTo>
                  <a:lnTo>
                    <a:pt x="1048251" y="638426"/>
                  </a:lnTo>
                  <a:lnTo>
                    <a:pt x="1049755" y="638426"/>
                  </a:lnTo>
                  <a:lnTo>
                    <a:pt x="1053515" y="639178"/>
                  </a:lnTo>
                  <a:lnTo>
                    <a:pt x="1055019" y="638426"/>
                  </a:lnTo>
                  <a:lnTo>
                    <a:pt x="1061787" y="636922"/>
                  </a:lnTo>
                  <a:lnTo>
                    <a:pt x="1068555" y="633162"/>
                  </a:lnTo>
                  <a:lnTo>
                    <a:pt x="1105401" y="607595"/>
                  </a:lnTo>
                  <a:lnTo>
                    <a:pt x="1116681" y="605339"/>
                  </a:lnTo>
                  <a:lnTo>
                    <a:pt x="1119689" y="603835"/>
                  </a:lnTo>
                  <a:lnTo>
                    <a:pt x="1122697" y="602331"/>
                  </a:lnTo>
                  <a:lnTo>
                    <a:pt x="1133976" y="598571"/>
                  </a:lnTo>
                  <a:lnTo>
                    <a:pt x="1136984" y="596315"/>
                  </a:lnTo>
                  <a:lnTo>
                    <a:pt x="1140744" y="594059"/>
                  </a:lnTo>
                  <a:lnTo>
                    <a:pt x="1143752" y="591051"/>
                  </a:lnTo>
                  <a:lnTo>
                    <a:pt x="1145256" y="587291"/>
                  </a:lnTo>
                  <a:lnTo>
                    <a:pt x="1146760" y="585036"/>
                  </a:lnTo>
                  <a:lnTo>
                    <a:pt x="1149768" y="582780"/>
                  </a:lnTo>
                  <a:lnTo>
                    <a:pt x="1157288" y="582028"/>
                  </a:lnTo>
                  <a:lnTo>
                    <a:pt x="1157288" y="582780"/>
                  </a:lnTo>
                  <a:lnTo>
                    <a:pt x="1156536" y="583532"/>
                  </a:lnTo>
                  <a:lnTo>
                    <a:pt x="1155784" y="583532"/>
                  </a:lnTo>
                  <a:lnTo>
                    <a:pt x="1155032" y="584284"/>
                  </a:lnTo>
                  <a:lnTo>
                    <a:pt x="1154280" y="585788"/>
                  </a:lnTo>
                  <a:lnTo>
                    <a:pt x="1157288" y="585036"/>
                  </a:lnTo>
                  <a:lnTo>
                    <a:pt x="1161047" y="583532"/>
                  </a:lnTo>
                  <a:lnTo>
                    <a:pt x="1164055" y="582028"/>
                  </a:lnTo>
                  <a:lnTo>
                    <a:pt x="1166311" y="579772"/>
                  </a:lnTo>
                  <a:lnTo>
                    <a:pt x="1168567" y="577516"/>
                  </a:lnTo>
                  <a:lnTo>
                    <a:pt x="1172327" y="571500"/>
                  </a:lnTo>
                  <a:lnTo>
                    <a:pt x="1174583" y="568492"/>
                  </a:lnTo>
                  <a:lnTo>
                    <a:pt x="1178343" y="565484"/>
                  </a:lnTo>
                  <a:lnTo>
                    <a:pt x="1182855" y="562476"/>
                  </a:lnTo>
                  <a:lnTo>
                    <a:pt x="1202406" y="552701"/>
                  </a:lnTo>
                  <a:lnTo>
                    <a:pt x="1206166" y="548941"/>
                  </a:lnTo>
                  <a:lnTo>
                    <a:pt x="1208422" y="544429"/>
                  </a:lnTo>
                  <a:lnTo>
                    <a:pt x="1207670" y="542173"/>
                  </a:lnTo>
                  <a:lnTo>
                    <a:pt x="1206166" y="539917"/>
                  </a:lnTo>
                  <a:lnTo>
                    <a:pt x="1205414" y="536909"/>
                  </a:lnTo>
                  <a:lnTo>
                    <a:pt x="1207670" y="534653"/>
                  </a:lnTo>
                  <a:lnTo>
                    <a:pt x="1210678" y="534653"/>
                  </a:lnTo>
                  <a:lnTo>
                    <a:pt x="1213686" y="539165"/>
                  </a:lnTo>
                  <a:lnTo>
                    <a:pt x="1216693" y="539917"/>
                  </a:lnTo>
                  <a:lnTo>
                    <a:pt x="1216693" y="539165"/>
                  </a:lnTo>
                  <a:lnTo>
                    <a:pt x="1215190" y="537661"/>
                  </a:lnTo>
                  <a:lnTo>
                    <a:pt x="1214438" y="536157"/>
                  </a:lnTo>
                  <a:lnTo>
                    <a:pt x="1214438" y="534653"/>
                  </a:lnTo>
                  <a:lnTo>
                    <a:pt x="1215942" y="533149"/>
                  </a:lnTo>
                  <a:lnTo>
                    <a:pt x="1218197" y="532397"/>
                  </a:lnTo>
                  <a:lnTo>
                    <a:pt x="1224965" y="533901"/>
                  </a:lnTo>
                  <a:lnTo>
                    <a:pt x="1229477" y="533149"/>
                  </a:lnTo>
                  <a:lnTo>
                    <a:pt x="1230981" y="533149"/>
                  </a:lnTo>
                  <a:lnTo>
                    <a:pt x="1233237" y="534653"/>
                  </a:lnTo>
                  <a:lnTo>
                    <a:pt x="1233989" y="536909"/>
                  </a:lnTo>
                  <a:lnTo>
                    <a:pt x="1233989" y="539165"/>
                  </a:lnTo>
                  <a:lnTo>
                    <a:pt x="1233237" y="544429"/>
                  </a:lnTo>
                  <a:lnTo>
                    <a:pt x="1233989" y="551197"/>
                  </a:lnTo>
                  <a:lnTo>
                    <a:pt x="1233237" y="553453"/>
                  </a:lnTo>
                  <a:lnTo>
                    <a:pt x="1232485" y="555709"/>
                  </a:lnTo>
                  <a:lnTo>
                    <a:pt x="1230981" y="556461"/>
                  </a:lnTo>
                  <a:lnTo>
                    <a:pt x="1228725" y="557213"/>
                  </a:lnTo>
                  <a:lnTo>
                    <a:pt x="1227221" y="558716"/>
                  </a:lnTo>
                  <a:lnTo>
                    <a:pt x="1223461" y="563980"/>
                  </a:lnTo>
                  <a:lnTo>
                    <a:pt x="1221957" y="564732"/>
                  </a:lnTo>
                  <a:lnTo>
                    <a:pt x="1220453" y="565484"/>
                  </a:lnTo>
                  <a:lnTo>
                    <a:pt x="1218197" y="566236"/>
                  </a:lnTo>
                  <a:lnTo>
                    <a:pt x="1213686" y="566236"/>
                  </a:lnTo>
                  <a:lnTo>
                    <a:pt x="1230229" y="576764"/>
                  </a:lnTo>
                  <a:lnTo>
                    <a:pt x="1232485" y="579020"/>
                  </a:lnTo>
                  <a:lnTo>
                    <a:pt x="1233989" y="582028"/>
                  </a:lnTo>
                  <a:lnTo>
                    <a:pt x="1234741" y="585036"/>
                  </a:lnTo>
                  <a:lnTo>
                    <a:pt x="1233237" y="594059"/>
                  </a:lnTo>
                  <a:lnTo>
                    <a:pt x="1233237" y="603083"/>
                  </a:lnTo>
                  <a:lnTo>
                    <a:pt x="1233989" y="603835"/>
                  </a:lnTo>
                  <a:lnTo>
                    <a:pt x="1234741" y="604587"/>
                  </a:lnTo>
                  <a:lnTo>
                    <a:pt x="1236245" y="606091"/>
                  </a:lnTo>
                  <a:lnTo>
                    <a:pt x="1236245" y="607595"/>
                  </a:lnTo>
                  <a:lnTo>
                    <a:pt x="1235493" y="609099"/>
                  </a:lnTo>
                  <a:lnTo>
                    <a:pt x="1234741" y="611355"/>
                  </a:lnTo>
                  <a:lnTo>
                    <a:pt x="1234741" y="612859"/>
                  </a:lnTo>
                  <a:lnTo>
                    <a:pt x="1236245" y="615866"/>
                  </a:lnTo>
                  <a:lnTo>
                    <a:pt x="1240757" y="622634"/>
                  </a:lnTo>
                  <a:lnTo>
                    <a:pt x="1242261" y="628650"/>
                  </a:lnTo>
                  <a:lnTo>
                    <a:pt x="1244517" y="630906"/>
                  </a:lnTo>
                  <a:lnTo>
                    <a:pt x="1254292" y="639178"/>
                  </a:lnTo>
                  <a:lnTo>
                    <a:pt x="1255796" y="642186"/>
                  </a:lnTo>
                  <a:lnTo>
                    <a:pt x="1257300" y="651961"/>
                  </a:lnTo>
                  <a:lnTo>
                    <a:pt x="1258052" y="655721"/>
                  </a:lnTo>
                  <a:lnTo>
                    <a:pt x="1259556" y="658729"/>
                  </a:lnTo>
                  <a:lnTo>
                    <a:pt x="1256548" y="662489"/>
                  </a:lnTo>
                  <a:lnTo>
                    <a:pt x="1253540" y="662489"/>
                  </a:lnTo>
                  <a:lnTo>
                    <a:pt x="1246772" y="658729"/>
                  </a:lnTo>
                  <a:lnTo>
                    <a:pt x="1248276" y="661737"/>
                  </a:lnTo>
                  <a:lnTo>
                    <a:pt x="1249780" y="663241"/>
                  </a:lnTo>
                  <a:lnTo>
                    <a:pt x="1251284" y="666249"/>
                  </a:lnTo>
                  <a:lnTo>
                    <a:pt x="1249780" y="671512"/>
                  </a:lnTo>
                  <a:lnTo>
                    <a:pt x="1246772" y="673017"/>
                  </a:lnTo>
                  <a:lnTo>
                    <a:pt x="1243765" y="674520"/>
                  </a:lnTo>
                  <a:lnTo>
                    <a:pt x="1242261" y="677528"/>
                  </a:lnTo>
                  <a:lnTo>
                    <a:pt x="1242261" y="680536"/>
                  </a:lnTo>
                  <a:lnTo>
                    <a:pt x="1239253" y="682792"/>
                  </a:lnTo>
                  <a:lnTo>
                    <a:pt x="1234741" y="682792"/>
                  </a:lnTo>
                  <a:lnTo>
                    <a:pt x="1231733" y="680536"/>
                  </a:lnTo>
                  <a:lnTo>
                    <a:pt x="1228725" y="677528"/>
                  </a:lnTo>
                  <a:lnTo>
                    <a:pt x="1224965" y="676024"/>
                  </a:lnTo>
                  <a:lnTo>
                    <a:pt x="1224213" y="678280"/>
                  </a:lnTo>
                  <a:lnTo>
                    <a:pt x="1223461" y="679784"/>
                  </a:lnTo>
                  <a:lnTo>
                    <a:pt x="1224965" y="680536"/>
                  </a:lnTo>
                  <a:lnTo>
                    <a:pt x="1226469" y="683544"/>
                  </a:lnTo>
                  <a:lnTo>
                    <a:pt x="1229477" y="684296"/>
                  </a:lnTo>
                  <a:lnTo>
                    <a:pt x="1229477" y="688056"/>
                  </a:lnTo>
                  <a:lnTo>
                    <a:pt x="1230981" y="691816"/>
                  </a:lnTo>
                  <a:lnTo>
                    <a:pt x="1232485" y="692568"/>
                  </a:lnTo>
                  <a:lnTo>
                    <a:pt x="1234741" y="693320"/>
                  </a:lnTo>
                  <a:lnTo>
                    <a:pt x="1233989" y="690312"/>
                  </a:lnTo>
                  <a:lnTo>
                    <a:pt x="1233237" y="688056"/>
                  </a:lnTo>
                  <a:lnTo>
                    <a:pt x="1234741" y="686552"/>
                  </a:lnTo>
                  <a:lnTo>
                    <a:pt x="1238501" y="687304"/>
                  </a:lnTo>
                  <a:lnTo>
                    <a:pt x="1246772" y="686552"/>
                  </a:lnTo>
                  <a:lnTo>
                    <a:pt x="1250532" y="685048"/>
                  </a:lnTo>
                  <a:lnTo>
                    <a:pt x="1252036" y="684296"/>
                  </a:lnTo>
                  <a:lnTo>
                    <a:pt x="1252788" y="681288"/>
                  </a:lnTo>
                  <a:lnTo>
                    <a:pt x="1252788" y="679032"/>
                  </a:lnTo>
                  <a:lnTo>
                    <a:pt x="1252788" y="676024"/>
                  </a:lnTo>
                  <a:lnTo>
                    <a:pt x="1254292" y="674520"/>
                  </a:lnTo>
                  <a:lnTo>
                    <a:pt x="1255796" y="672265"/>
                  </a:lnTo>
                  <a:lnTo>
                    <a:pt x="1257300" y="669257"/>
                  </a:lnTo>
                  <a:lnTo>
                    <a:pt x="1258804" y="668505"/>
                  </a:lnTo>
                  <a:lnTo>
                    <a:pt x="1262564" y="670009"/>
                  </a:lnTo>
                  <a:lnTo>
                    <a:pt x="1266324" y="670009"/>
                  </a:lnTo>
                  <a:lnTo>
                    <a:pt x="1268580" y="674520"/>
                  </a:lnTo>
                  <a:lnTo>
                    <a:pt x="1273091" y="681288"/>
                  </a:lnTo>
                  <a:lnTo>
                    <a:pt x="1275347" y="684296"/>
                  </a:lnTo>
                  <a:lnTo>
                    <a:pt x="1279107" y="686552"/>
                  </a:lnTo>
                  <a:lnTo>
                    <a:pt x="1282115" y="687304"/>
                  </a:lnTo>
                  <a:lnTo>
                    <a:pt x="1284371" y="687304"/>
                  </a:lnTo>
                  <a:lnTo>
                    <a:pt x="1286627" y="687304"/>
                  </a:lnTo>
                  <a:lnTo>
                    <a:pt x="1288131" y="687304"/>
                  </a:lnTo>
                  <a:lnTo>
                    <a:pt x="1288131" y="688808"/>
                  </a:lnTo>
                  <a:lnTo>
                    <a:pt x="1288131" y="690312"/>
                  </a:lnTo>
                  <a:lnTo>
                    <a:pt x="1285875" y="693320"/>
                  </a:lnTo>
                  <a:lnTo>
                    <a:pt x="1285123" y="694824"/>
                  </a:lnTo>
                  <a:lnTo>
                    <a:pt x="1287379" y="693320"/>
                  </a:lnTo>
                  <a:lnTo>
                    <a:pt x="1289635" y="689560"/>
                  </a:lnTo>
                  <a:lnTo>
                    <a:pt x="1291139" y="688808"/>
                  </a:lnTo>
                  <a:lnTo>
                    <a:pt x="1291891" y="690312"/>
                  </a:lnTo>
                  <a:lnTo>
                    <a:pt x="1291139" y="691816"/>
                  </a:lnTo>
                  <a:lnTo>
                    <a:pt x="1291139" y="693320"/>
                  </a:lnTo>
                  <a:lnTo>
                    <a:pt x="1289635" y="694072"/>
                  </a:lnTo>
                  <a:lnTo>
                    <a:pt x="1288883" y="695576"/>
                  </a:lnTo>
                  <a:lnTo>
                    <a:pt x="1289635" y="697080"/>
                  </a:lnTo>
                  <a:lnTo>
                    <a:pt x="1291139" y="700088"/>
                  </a:lnTo>
                  <a:lnTo>
                    <a:pt x="1292643" y="705351"/>
                  </a:lnTo>
                  <a:lnTo>
                    <a:pt x="1293395" y="707607"/>
                  </a:lnTo>
                  <a:lnTo>
                    <a:pt x="1295651" y="709111"/>
                  </a:lnTo>
                  <a:lnTo>
                    <a:pt x="1296403" y="705351"/>
                  </a:lnTo>
                  <a:lnTo>
                    <a:pt x="1297155" y="703847"/>
                  </a:lnTo>
                  <a:lnTo>
                    <a:pt x="1298659" y="702343"/>
                  </a:lnTo>
                  <a:lnTo>
                    <a:pt x="1300915" y="700840"/>
                  </a:lnTo>
                  <a:lnTo>
                    <a:pt x="1300915" y="699336"/>
                  </a:lnTo>
                  <a:lnTo>
                    <a:pt x="1300915" y="697832"/>
                  </a:lnTo>
                  <a:lnTo>
                    <a:pt x="1301666" y="696328"/>
                  </a:lnTo>
                  <a:lnTo>
                    <a:pt x="1301666" y="694072"/>
                  </a:lnTo>
                  <a:lnTo>
                    <a:pt x="1303170" y="692568"/>
                  </a:lnTo>
                  <a:lnTo>
                    <a:pt x="1306930" y="688808"/>
                  </a:lnTo>
                  <a:lnTo>
                    <a:pt x="1311442" y="684296"/>
                  </a:lnTo>
                  <a:lnTo>
                    <a:pt x="1315954" y="682040"/>
                  </a:lnTo>
                  <a:lnTo>
                    <a:pt x="1320466" y="683544"/>
                  </a:lnTo>
                  <a:lnTo>
                    <a:pt x="1323474" y="682792"/>
                  </a:lnTo>
                  <a:lnTo>
                    <a:pt x="1327234" y="682792"/>
                  </a:lnTo>
                  <a:lnTo>
                    <a:pt x="1330994" y="683544"/>
                  </a:lnTo>
                  <a:lnTo>
                    <a:pt x="1334002" y="685800"/>
                  </a:lnTo>
                  <a:lnTo>
                    <a:pt x="1334753" y="680536"/>
                  </a:lnTo>
                  <a:lnTo>
                    <a:pt x="1337761" y="677528"/>
                  </a:lnTo>
                  <a:lnTo>
                    <a:pt x="1341521" y="675272"/>
                  </a:lnTo>
                  <a:lnTo>
                    <a:pt x="1355057" y="671512"/>
                  </a:lnTo>
                  <a:lnTo>
                    <a:pt x="1358064" y="671512"/>
                  </a:lnTo>
                  <a:lnTo>
                    <a:pt x="1361824" y="671512"/>
                  </a:lnTo>
                  <a:lnTo>
                    <a:pt x="1365584" y="673017"/>
                  </a:lnTo>
                  <a:lnTo>
                    <a:pt x="1368592" y="674520"/>
                  </a:lnTo>
                  <a:lnTo>
                    <a:pt x="1377616" y="679784"/>
                  </a:lnTo>
                  <a:lnTo>
                    <a:pt x="1378368" y="681288"/>
                  </a:lnTo>
                  <a:lnTo>
                    <a:pt x="1378368" y="683544"/>
                  </a:lnTo>
                  <a:lnTo>
                    <a:pt x="1378368" y="685800"/>
                  </a:lnTo>
                  <a:lnTo>
                    <a:pt x="1374608" y="692568"/>
                  </a:lnTo>
                  <a:lnTo>
                    <a:pt x="1377616" y="689560"/>
                  </a:lnTo>
                  <a:lnTo>
                    <a:pt x="1379872" y="686552"/>
                  </a:lnTo>
                  <a:lnTo>
                    <a:pt x="1380624" y="689560"/>
                  </a:lnTo>
                  <a:lnTo>
                    <a:pt x="1381376" y="692568"/>
                  </a:lnTo>
                  <a:lnTo>
                    <a:pt x="1381376" y="695576"/>
                  </a:lnTo>
                  <a:lnTo>
                    <a:pt x="1380624" y="699336"/>
                  </a:lnTo>
                  <a:lnTo>
                    <a:pt x="1379872" y="702343"/>
                  </a:lnTo>
                  <a:lnTo>
                    <a:pt x="1376112" y="708359"/>
                  </a:lnTo>
                  <a:lnTo>
                    <a:pt x="1375360" y="711367"/>
                  </a:lnTo>
                  <a:lnTo>
                    <a:pt x="1376864" y="711367"/>
                  </a:lnTo>
                  <a:lnTo>
                    <a:pt x="1379872" y="705351"/>
                  </a:lnTo>
                  <a:lnTo>
                    <a:pt x="1380624" y="705351"/>
                  </a:lnTo>
                  <a:lnTo>
                    <a:pt x="1381376" y="707607"/>
                  </a:lnTo>
                  <a:lnTo>
                    <a:pt x="1382880" y="710615"/>
                  </a:lnTo>
                  <a:lnTo>
                    <a:pt x="1385136" y="712871"/>
                  </a:lnTo>
                  <a:lnTo>
                    <a:pt x="1386640" y="714375"/>
                  </a:lnTo>
                  <a:lnTo>
                    <a:pt x="1384383" y="706855"/>
                  </a:lnTo>
                  <a:lnTo>
                    <a:pt x="1382880" y="699336"/>
                  </a:lnTo>
                  <a:lnTo>
                    <a:pt x="1382880" y="687304"/>
                  </a:lnTo>
                  <a:lnTo>
                    <a:pt x="1381376" y="684296"/>
                  </a:lnTo>
                  <a:lnTo>
                    <a:pt x="1381376" y="683544"/>
                  </a:lnTo>
                  <a:lnTo>
                    <a:pt x="1383632" y="684296"/>
                  </a:lnTo>
                  <a:lnTo>
                    <a:pt x="1384383" y="685800"/>
                  </a:lnTo>
                  <a:lnTo>
                    <a:pt x="1383632" y="690312"/>
                  </a:lnTo>
                  <a:lnTo>
                    <a:pt x="1385136" y="687304"/>
                  </a:lnTo>
                  <a:lnTo>
                    <a:pt x="1385887" y="685048"/>
                  </a:lnTo>
                  <a:lnTo>
                    <a:pt x="1387392" y="682792"/>
                  </a:lnTo>
                  <a:lnTo>
                    <a:pt x="1391151" y="682040"/>
                  </a:lnTo>
                  <a:lnTo>
                    <a:pt x="1394911" y="682792"/>
                  </a:lnTo>
                  <a:lnTo>
                    <a:pt x="1396415" y="683544"/>
                  </a:lnTo>
                  <a:lnTo>
                    <a:pt x="1397919" y="685800"/>
                  </a:lnTo>
                  <a:lnTo>
                    <a:pt x="1400175" y="687304"/>
                  </a:lnTo>
                  <a:lnTo>
                    <a:pt x="1399423" y="685048"/>
                  </a:lnTo>
                  <a:lnTo>
                    <a:pt x="1400927" y="683544"/>
                  </a:lnTo>
                  <a:lnTo>
                    <a:pt x="1402431" y="684296"/>
                  </a:lnTo>
                  <a:lnTo>
                    <a:pt x="1403183" y="686552"/>
                  </a:lnTo>
                  <a:lnTo>
                    <a:pt x="1404687" y="684296"/>
                  </a:lnTo>
                  <a:lnTo>
                    <a:pt x="1407695" y="684296"/>
                  </a:lnTo>
                  <a:lnTo>
                    <a:pt x="1410703" y="685800"/>
                  </a:lnTo>
                  <a:lnTo>
                    <a:pt x="1415966" y="691064"/>
                  </a:lnTo>
                  <a:lnTo>
                    <a:pt x="1418222" y="693320"/>
                  </a:lnTo>
                  <a:lnTo>
                    <a:pt x="1419726" y="696328"/>
                  </a:lnTo>
                  <a:lnTo>
                    <a:pt x="1420479" y="700088"/>
                  </a:lnTo>
                  <a:lnTo>
                    <a:pt x="1421982" y="697080"/>
                  </a:lnTo>
                  <a:lnTo>
                    <a:pt x="1420479" y="692568"/>
                  </a:lnTo>
                  <a:lnTo>
                    <a:pt x="1413711" y="684296"/>
                  </a:lnTo>
                  <a:lnTo>
                    <a:pt x="1412207" y="685800"/>
                  </a:lnTo>
                  <a:lnTo>
                    <a:pt x="1411455" y="684296"/>
                  </a:lnTo>
                  <a:lnTo>
                    <a:pt x="1410703" y="682040"/>
                  </a:lnTo>
                  <a:lnTo>
                    <a:pt x="1414462" y="678280"/>
                  </a:lnTo>
                  <a:lnTo>
                    <a:pt x="1419726" y="674520"/>
                  </a:lnTo>
                  <a:lnTo>
                    <a:pt x="1424238" y="673017"/>
                  </a:lnTo>
                  <a:lnTo>
                    <a:pt x="1428750" y="676776"/>
                  </a:lnTo>
                  <a:lnTo>
                    <a:pt x="1431006" y="667001"/>
                  </a:lnTo>
                  <a:lnTo>
                    <a:pt x="1432510" y="664745"/>
                  </a:lnTo>
                  <a:lnTo>
                    <a:pt x="1436270" y="662489"/>
                  </a:lnTo>
                  <a:lnTo>
                    <a:pt x="1439278" y="662489"/>
                  </a:lnTo>
                  <a:lnTo>
                    <a:pt x="1440781" y="664745"/>
                  </a:lnTo>
                  <a:lnTo>
                    <a:pt x="1440030" y="668505"/>
                  </a:lnTo>
                  <a:lnTo>
                    <a:pt x="1441534" y="667753"/>
                  </a:lnTo>
                  <a:lnTo>
                    <a:pt x="1443790" y="665497"/>
                  </a:lnTo>
                  <a:lnTo>
                    <a:pt x="1446045" y="664745"/>
                  </a:lnTo>
                  <a:lnTo>
                    <a:pt x="1445294" y="667753"/>
                  </a:lnTo>
                  <a:lnTo>
                    <a:pt x="1441534" y="671512"/>
                  </a:lnTo>
                  <a:lnTo>
                    <a:pt x="1440781" y="673768"/>
                  </a:lnTo>
                  <a:lnTo>
                    <a:pt x="1440781" y="676776"/>
                  </a:lnTo>
                  <a:lnTo>
                    <a:pt x="1442286" y="678280"/>
                  </a:lnTo>
                  <a:lnTo>
                    <a:pt x="1443790" y="679784"/>
                  </a:lnTo>
                  <a:lnTo>
                    <a:pt x="1446798" y="681288"/>
                  </a:lnTo>
                  <a:lnTo>
                    <a:pt x="1452813" y="682792"/>
                  </a:lnTo>
                  <a:lnTo>
                    <a:pt x="1453565" y="683544"/>
                  </a:lnTo>
                  <a:lnTo>
                    <a:pt x="1454317" y="687304"/>
                  </a:lnTo>
                  <a:lnTo>
                    <a:pt x="1453565" y="688808"/>
                  </a:lnTo>
                  <a:lnTo>
                    <a:pt x="1452813" y="691816"/>
                  </a:lnTo>
                  <a:lnTo>
                    <a:pt x="1452061" y="694072"/>
                  </a:lnTo>
                  <a:lnTo>
                    <a:pt x="1450558" y="695576"/>
                  </a:lnTo>
                  <a:lnTo>
                    <a:pt x="1450558" y="697080"/>
                  </a:lnTo>
                  <a:lnTo>
                    <a:pt x="1452061" y="697080"/>
                  </a:lnTo>
                  <a:lnTo>
                    <a:pt x="1451309" y="699336"/>
                  </a:lnTo>
                  <a:lnTo>
                    <a:pt x="1447549" y="702343"/>
                  </a:lnTo>
                  <a:lnTo>
                    <a:pt x="1446045" y="703847"/>
                  </a:lnTo>
                  <a:lnTo>
                    <a:pt x="1445294" y="706103"/>
                  </a:lnTo>
                  <a:lnTo>
                    <a:pt x="1445294" y="718135"/>
                  </a:lnTo>
                  <a:lnTo>
                    <a:pt x="1444541" y="719639"/>
                  </a:lnTo>
                  <a:lnTo>
                    <a:pt x="1443038" y="722647"/>
                  </a:lnTo>
                  <a:lnTo>
                    <a:pt x="1442286" y="726407"/>
                  </a:lnTo>
                  <a:lnTo>
                    <a:pt x="1441534" y="727159"/>
                  </a:lnTo>
                  <a:lnTo>
                    <a:pt x="1440030" y="727911"/>
                  </a:lnTo>
                  <a:lnTo>
                    <a:pt x="1438526" y="729415"/>
                  </a:lnTo>
                  <a:lnTo>
                    <a:pt x="1434766" y="735430"/>
                  </a:lnTo>
                  <a:lnTo>
                    <a:pt x="1434014" y="736182"/>
                  </a:lnTo>
                  <a:lnTo>
                    <a:pt x="1434014" y="737686"/>
                  </a:lnTo>
                  <a:lnTo>
                    <a:pt x="1433262" y="745206"/>
                  </a:lnTo>
                  <a:lnTo>
                    <a:pt x="1433262" y="746710"/>
                  </a:lnTo>
                  <a:lnTo>
                    <a:pt x="1432510" y="747462"/>
                  </a:lnTo>
                  <a:lnTo>
                    <a:pt x="1431006" y="748966"/>
                  </a:lnTo>
                  <a:lnTo>
                    <a:pt x="1430254" y="749718"/>
                  </a:lnTo>
                  <a:lnTo>
                    <a:pt x="1430254" y="751222"/>
                  </a:lnTo>
                  <a:lnTo>
                    <a:pt x="1429502" y="754230"/>
                  </a:lnTo>
                  <a:lnTo>
                    <a:pt x="1429502" y="755734"/>
                  </a:lnTo>
                  <a:lnTo>
                    <a:pt x="1426494" y="759494"/>
                  </a:lnTo>
                  <a:lnTo>
                    <a:pt x="1426494" y="760997"/>
                  </a:lnTo>
                  <a:lnTo>
                    <a:pt x="1426494" y="762501"/>
                  </a:lnTo>
                  <a:lnTo>
                    <a:pt x="1427246" y="765509"/>
                  </a:lnTo>
                  <a:lnTo>
                    <a:pt x="1427998" y="773781"/>
                  </a:lnTo>
                  <a:lnTo>
                    <a:pt x="1427246" y="776789"/>
                  </a:lnTo>
                  <a:lnTo>
                    <a:pt x="1418222" y="789572"/>
                  </a:lnTo>
                  <a:lnTo>
                    <a:pt x="1416719" y="791076"/>
                  </a:lnTo>
                  <a:lnTo>
                    <a:pt x="1412959" y="791828"/>
                  </a:lnTo>
                  <a:lnTo>
                    <a:pt x="1409951" y="794084"/>
                  </a:lnTo>
                  <a:lnTo>
                    <a:pt x="1407695" y="796340"/>
                  </a:lnTo>
                  <a:lnTo>
                    <a:pt x="1405439" y="799348"/>
                  </a:lnTo>
                  <a:lnTo>
                    <a:pt x="1409199" y="800852"/>
                  </a:lnTo>
                  <a:lnTo>
                    <a:pt x="1415966" y="800100"/>
                  </a:lnTo>
                  <a:lnTo>
                    <a:pt x="1427246" y="795588"/>
                  </a:lnTo>
                  <a:lnTo>
                    <a:pt x="1430254" y="793332"/>
                  </a:lnTo>
                  <a:lnTo>
                    <a:pt x="1431006" y="791828"/>
                  </a:lnTo>
                  <a:lnTo>
                    <a:pt x="1430254" y="789572"/>
                  </a:lnTo>
                  <a:lnTo>
                    <a:pt x="1431758" y="785813"/>
                  </a:lnTo>
                  <a:lnTo>
                    <a:pt x="1432510" y="785061"/>
                  </a:lnTo>
                  <a:lnTo>
                    <a:pt x="1435518" y="783557"/>
                  </a:lnTo>
                  <a:lnTo>
                    <a:pt x="1436270" y="782805"/>
                  </a:lnTo>
                  <a:lnTo>
                    <a:pt x="1437022" y="782805"/>
                  </a:lnTo>
                  <a:lnTo>
                    <a:pt x="1437022" y="779797"/>
                  </a:lnTo>
                  <a:lnTo>
                    <a:pt x="1437774" y="779045"/>
                  </a:lnTo>
                  <a:lnTo>
                    <a:pt x="1441534" y="775285"/>
                  </a:lnTo>
                  <a:lnTo>
                    <a:pt x="1443038" y="773029"/>
                  </a:lnTo>
                  <a:lnTo>
                    <a:pt x="1443790" y="769269"/>
                  </a:lnTo>
                  <a:lnTo>
                    <a:pt x="1443790" y="767013"/>
                  </a:lnTo>
                  <a:lnTo>
                    <a:pt x="1443790" y="760997"/>
                  </a:lnTo>
                  <a:lnTo>
                    <a:pt x="1443790" y="757989"/>
                  </a:lnTo>
                  <a:lnTo>
                    <a:pt x="1445294" y="754230"/>
                  </a:lnTo>
                  <a:lnTo>
                    <a:pt x="1459581" y="729415"/>
                  </a:lnTo>
                  <a:lnTo>
                    <a:pt x="1462589" y="722647"/>
                  </a:lnTo>
                  <a:lnTo>
                    <a:pt x="1463341" y="717383"/>
                  </a:lnTo>
                  <a:lnTo>
                    <a:pt x="1464093" y="714375"/>
                  </a:lnTo>
                  <a:lnTo>
                    <a:pt x="1464093" y="712119"/>
                  </a:lnTo>
                  <a:lnTo>
                    <a:pt x="1474620" y="690312"/>
                  </a:lnTo>
                  <a:lnTo>
                    <a:pt x="1479132" y="684296"/>
                  </a:lnTo>
                  <a:lnTo>
                    <a:pt x="1483644" y="680536"/>
                  </a:lnTo>
                  <a:lnTo>
                    <a:pt x="1484396" y="679784"/>
                  </a:lnTo>
                  <a:lnTo>
                    <a:pt x="1485900" y="679032"/>
                  </a:lnTo>
                  <a:lnTo>
                    <a:pt x="1488156" y="676776"/>
                  </a:lnTo>
                  <a:lnTo>
                    <a:pt x="1488156" y="673768"/>
                  </a:lnTo>
                  <a:lnTo>
                    <a:pt x="1490412" y="667753"/>
                  </a:lnTo>
                  <a:lnTo>
                    <a:pt x="1491164" y="663241"/>
                  </a:lnTo>
                  <a:lnTo>
                    <a:pt x="1496428" y="660233"/>
                  </a:lnTo>
                  <a:lnTo>
                    <a:pt x="1502443" y="655721"/>
                  </a:lnTo>
                  <a:lnTo>
                    <a:pt x="1508459" y="649705"/>
                  </a:lnTo>
                  <a:lnTo>
                    <a:pt x="1511467" y="642938"/>
                  </a:lnTo>
                  <a:lnTo>
                    <a:pt x="1515227" y="637674"/>
                  </a:lnTo>
                  <a:lnTo>
                    <a:pt x="1521243" y="636922"/>
                  </a:lnTo>
                  <a:lnTo>
                    <a:pt x="1524251" y="635418"/>
                  </a:lnTo>
                  <a:lnTo>
                    <a:pt x="1528763" y="633162"/>
                  </a:lnTo>
                  <a:lnTo>
                    <a:pt x="1530267" y="631658"/>
                  </a:lnTo>
                  <a:lnTo>
                    <a:pt x="1531771" y="631658"/>
                  </a:lnTo>
                  <a:lnTo>
                    <a:pt x="1531771" y="632410"/>
                  </a:lnTo>
                  <a:lnTo>
                    <a:pt x="1528763" y="635418"/>
                  </a:lnTo>
                  <a:lnTo>
                    <a:pt x="1526507" y="637674"/>
                  </a:lnTo>
                  <a:lnTo>
                    <a:pt x="1525755" y="640682"/>
                  </a:lnTo>
                  <a:lnTo>
                    <a:pt x="1524251" y="643689"/>
                  </a:lnTo>
                  <a:lnTo>
                    <a:pt x="1523499" y="648953"/>
                  </a:lnTo>
                  <a:lnTo>
                    <a:pt x="1520491" y="650457"/>
                  </a:lnTo>
                  <a:lnTo>
                    <a:pt x="1519739" y="651961"/>
                  </a:lnTo>
                  <a:lnTo>
                    <a:pt x="1518235" y="652713"/>
                  </a:lnTo>
                  <a:lnTo>
                    <a:pt x="1518235" y="653465"/>
                  </a:lnTo>
                  <a:lnTo>
                    <a:pt x="1518987" y="655721"/>
                  </a:lnTo>
                  <a:lnTo>
                    <a:pt x="1518235" y="659481"/>
                  </a:lnTo>
                  <a:lnTo>
                    <a:pt x="1516731" y="662489"/>
                  </a:lnTo>
                  <a:lnTo>
                    <a:pt x="1514475" y="665497"/>
                  </a:lnTo>
                  <a:lnTo>
                    <a:pt x="1510715" y="667001"/>
                  </a:lnTo>
                  <a:lnTo>
                    <a:pt x="1508459" y="669257"/>
                  </a:lnTo>
                  <a:lnTo>
                    <a:pt x="1506956" y="672265"/>
                  </a:lnTo>
                  <a:lnTo>
                    <a:pt x="1504699" y="673768"/>
                  </a:lnTo>
                  <a:lnTo>
                    <a:pt x="1504699" y="675272"/>
                  </a:lnTo>
                  <a:lnTo>
                    <a:pt x="1506956" y="675272"/>
                  </a:lnTo>
                  <a:lnTo>
                    <a:pt x="1509211" y="674520"/>
                  </a:lnTo>
                  <a:lnTo>
                    <a:pt x="1511467" y="673017"/>
                  </a:lnTo>
                  <a:lnTo>
                    <a:pt x="1512219" y="670009"/>
                  </a:lnTo>
                  <a:lnTo>
                    <a:pt x="1516731" y="668505"/>
                  </a:lnTo>
                  <a:lnTo>
                    <a:pt x="1520491" y="666249"/>
                  </a:lnTo>
                  <a:lnTo>
                    <a:pt x="1522747" y="662489"/>
                  </a:lnTo>
                  <a:lnTo>
                    <a:pt x="1523499" y="659481"/>
                  </a:lnTo>
                  <a:lnTo>
                    <a:pt x="1525003" y="657977"/>
                  </a:lnTo>
                  <a:lnTo>
                    <a:pt x="1525755" y="656473"/>
                  </a:lnTo>
                  <a:lnTo>
                    <a:pt x="1527258" y="655721"/>
                  </a:lnTo>
                  <a:lnTo>
                    <a:pt x="1528011" y="654969"/>
                  </a:lnTo>
                  <a:lnTo>
                    <a:pt x="1526507" y="651961"/>
                  </a:lnTo>
                  <a:lnTo>
                    <a:pt x="1526507" y="650457"/>
                  </a:lnTo>
                  <a:lnTo>
                    <a:pt x="1528011" y="649705"/>
                  </a:lnTo>
                  <a:lnTo>
                    <a:pt x="1530267" y="648201"/>
                  </a:lnTo>
                  <a:lnTo>
                    <a:pt x="1531771" y="647449"/>
                  </a:lnTo>
                  <a:lnTo>
                    <a:pt x="1531771" y="646697"/>
                  </a:lnTo>
                  <a:lnTo>
                    <a:pt x="1533275" y="645193"/>
                  </a:lnTo>
                  <a:lnTo>
                    <a:pt x="1533275" y="644442"/>
                  </a:lnTo>
                  <a:lnTo>
                    <a:pt x="1533275" y="643689"/>
                  </a:lnTo>
                  <a:lnTo>
                    <a:pt x="1534026" y="643689"/>
                  </a:lnTo>
                  <a:lnTo>
                    <a:pt x="1534778" y="644442"/>
                  </a:lnTo>
                  <a:lnTo>
                    <a:pt x="1535530" y="643689"/>
                  </a:lnTo>
                  <a:lnTo>
                    <a:pt x="1537034" y="643689"/>
                  </a:lnTo>
                  <a:lnTo>
                    <a:pt x="1537786" y="643689"/>
                  </a:lnTo>
                  <a:lnTo>
                    <a:pt x="1538538" y="642938"/>
                  </a:lnTo>
                  <a:lnTo>
                    <a:pt x="1538538" y="641434"/>
                  </a:lnTo>
                  <a:lnTo>
                    <a:pt x="1538538" y="640682"/>
                  </a:lnTo>
                  <a:lnTo>
                    <a:pt x="1549818" y="624138"/>
                  </a:lnTo>
                  <a:lnTo>
                    <a:pt x="1549818" y="623386"/>
                  </a:lnTo>
                  <a:lnTo>
                    <a:pt x="1549818" y="622634"/>
                  </a:lnTo>
                  <a:lnTo>
                    <a:pt x="1550570" y="621882"/>
                  </a:lnTo>
                  <a:lnTo>
                    <a:pt x="1551322" y="621130"/>
                  </a:lnTo>
                  <a:lnTo>
                    <a:pt x="1552826" y="621130"/>
                  </a:lnTo>
                  <a:lnTo>
                    <a:pt x="1555082" y="619626"/>
                  </a:lnTo>
                  <a:lnTo>
                    <a:pt x="1555834" y="618122"/>
                  </a:lnTo>
                  <a:lnTo>
                    <a:pt x="1555834" y="616619"/>
                  </a:lnTo>
                  <a:lnTo>
                    <a:pt x="1558841" y="609851"/>
                  </a:lnTo>
                  <a:lnTo>
                    <a:pt x="1561850" y="604587"/>
                  </a:lnTo>
                  <a:lnTo>
                    <a:pt x="1564105" y="605339"/>
                  </a:lnTo>
                  <a:lnTo>
                    <a:pt x="1565609" y="608347"/>
                  </a:lnTo>
                  <a:lnTo>
                    <a:pt x="1567865" y="611355"/>
                  </a:lnTo>
                  <a:lnTo>
                    <a:pt x="1569369" y="615866"/>
                  </a:lnTo>
                  <a:lnTo>
                    <a:pt x="1573881" y="624138"/>
                  </a:lnTo>
                  <a:lnTo>
                    <a:pt x="1576137" y="627146"/>
                  </a:lnTo>
                  <a:lnTo>
                    <a:pt x="1577641" y="629402"/>
                  </a:lnTo>
                  <a:lnTo>
                    <a:pt x="1579145" y="632410"/>
                  </a:lnTo>
                  <a:lnTo>
                    <a:pt x="1580649" y="634666"/>
                  </a:lnTo>
                  <a:lnTo>
                    <a:pt x="1582153" y="634666"/>
                  </a:lnTo>
                  <a:lnTo>
                    <a:pt x="1585161" y="639178"/>
                  </a:lnTo>
                  <a:lnTo>
                    <a:pt x="1587416" y="640682"/>
                  </a:lnTo>
                  <a:lnTo>
                    <a:pt x="1591176" y="640682"/>
                  </a:lnTo>
                  <a:lnTo>
                    <a:pt x="1592680" y="641434"/>
                  </a:lnTo>
                  <a:lnTo>
                    <a:pt x="1594184" y="642938"/>
                  </a:lnTo>
                  <a:lnTo>
                    <a:pt x="1595688" y="645193"/>
                  </a:lnTo>
                  <a:lnTo>
                    <a:pt x="1596440" y="646697"/>
                  </a:lnTo>
                  <a:lnTo>
                    <a:pt x="1597192" y="644442"/>
                  </a:lnTo>
                  <a:lnTo>
                    <a:pt x="1597192" y="641434"/>
                  </a:lnTo>
                  <a:lnTo>
                    <a:pt x="1596440" y="638426"/>
                  </a:lnTo>
                  <a:lnTo>
                    <a:pt x="1595688" y="636170"/>
                  </a:lnTo>
                  <a:lnTo>
                    <a:pt x="1594184" y="633162"/>
                  </a:lnTo>
                  <a:lnTo>
                    <a:pt x="1588920" y="627898"/>
                  </a:lnTo>
                  <a:lnTo>
                    <a:pt x="1588169" y="624138"/>
                  </a:lnTo>
                  <a:lnTo>
                    <a:pt x="1591176" y="625642"/>
                  </a:lnTo>
                  <a:lnTo>
                    <a:pt x="1593433" y="626394"/>
                  </a:lnTo>
                  <a:lnTo>
                    <a:pt x="1596440" y="626394"/>
                  </a:lnTo>
                  <a:lnTo>
                    <a:pt x="1604712" y="624138"/>
                  </a:lnTo>
                  <a:lnTo>
                    <a:pt x="1607720" y="622634"/>
                  </a:lnTo>
                  <a:lnTo>
                    <a:pt x="1609976" y="620378"/>
                  </a:lnTo>
                  <a:lnTo>
                    <a:pt x="1612232" y="618122"/>
                  </a:lnTo>
                  <a:lnTo>
                    <a:pt x="1610728" y="617370"/>
                  </a:lnTo>
                  <a:lnTo>
                    <a:pt x="1606216" y="618122"/>
                  </a:lnTo>
                  <a:lnTo>
                    <a:pt x="1603960" y="618122"/>
                  </a:lnTo>
                  <a:lnTo>
                    <a:pt x="1602456" y="617370"/>
                  </a:lnTo>
                  <a:lnTo>
                    <a:pt x="1600952" y="616619"/>
                  </a:lnTo>
                  <a:lnTo>
                    <a:pt x="1599448" y="615866"/>
                  </a:lnTo>
                  <a:lnTo>
                    <a:pt x="1597944" y="617370"/>
                  </a:lnTo>
                  <a:lnTo>
                    <a:pt x="1595688" y="618122"/>
                  </a:lnTo>
                  <a:lnTo>
                    <a:pt x="1592680" y="618122"/>
                  </a:lnTo>
                  <a:lnTo>
                    <a:pt x="1588920" y="618122"/>
                  </a:lnTo>
                  <a:lnTo>
                    <a:pt x="1585913" y="616619"/>
                  </a:lnTo>
                  <a:lnTo>
                    <a:pt x="1585161" y="614363"/>
                  </a:lnTo>
                  <a:lnTo>
                    <a:pt x="1585161" y="612107"/>
                  </a:lnTo>
                  <a:lnTo>
                    <a:pt x="1585913" y="608347"/>
                  </a:lnTo>
                  <a:lnTo>
                    <a:pt x="1587416" y="596315"/>
                  </a:lnTo>
                  <a:lnTo>
                    <a:pt x="1588169" y="589547"/>
                  </a:lnTo>
                  <a:lnTo>
                    <a:pt x="1592680" y="583532"/>
                  </a:lnTo>
                  <a:lnTo>
                    <a:pt x="1595688" y="579772"/>
                  </a:lnTo>
                  <a:lnTo>
                    <a:pt x="1597192" y="582028"/>
                  </a:lnTo>
                  <a:lnTo>
                    <a:pt x="1596440" y="587291"/>
                  </a:lnTo>
                  <a:lnTo>
                    <a:pt x="1597192" y="591803"/>
                  </a:lnTo>
                  <a:lnTo>
                    <a:pt x="1599448" y="592555"/>
                  </a:lnTo>
                  <a:lnTo>
                    <a:pt x="1609976" y="594811"/>
                  </a:lnTo>
                  <a:lnTo>
                    <a:pt x="1610728" y="594059"/>
                  </a:lnTo>
                  <a:lnTo>
                    <a:pt x="1611480" y="591051"/>
                  </a:lnTo>
                  <a:lnTo>
                    <a:pt x="1612232" y="588795"/>
                  </a:lnTo>
                  <a:lnTo>
                    <a:pt x="1612984" y="581276"/>
                  </a:lnTo>
                  <a:lnTo>
                    <a:pt x="1615239" y="575260"/>
                  </a:lnTo>
                  <a:lnTo>
                    <a:pt x="1618999" y="572252"/>
                  </a:lnTo>
                  <a:lnTo>
                    <a:pt x="1623511" y="575260"/>
                  </a:lnTo>
                  <a:lnTo>
                    <a:pt x="1622759" y="573004"/>
                  </a:lnTo>
                  <a:lnTo>
                    <a:pt x="1620503" y="571500"/>
                  </a:lnTo>
                  <a:lnTo>
                    <a:pt x="1619752" y="569244"/>
                  </a:lnTo>
                  <a:lnTo>
                    <a:pt x="1620503" y="566988"/>
                  </a:lnTo>
                  <a:lnTo>
                    <a:pt x="1618999" y="566236"/>
                  </a:lnTo>
                  <a:lnTo>
                    <a:pt x="1620503" y="564732"/>
                  </a:lnTo>
                  <a:lnTo>
                    <a:pt x="1622007" y="565484"/>
                  </a:lnTo>
                  <a:lnTo>
                    <a:pt x="1623511" y="565484"/>
                  </a:lnTo>
                  <a:lnTo>
                    <a:pt x="1625767" y="564732"/>
                  </a:lnTo>
                  <a:lnTo>
                    <a:pt x="1627271" y="563980"/>
                  </a:lnTo>
                  <a:lnTo>
                    <a:pt x="1625767" y="563228"/>
                  </a:lnTo>
                  <a:lnTo>
                    <a:pt x="1624263" y="563228"/>
                  </a:lnTo>
                  <a:lnTo>
                    <a:pt x="1619752" y="563980"/>
                  </a:lnTo>
                  <a:lnTo>
                    <a:pt x="1618999" y="563228"/>
                  </a:lnTo>
                  <a:lnTo>
                    <a:pt x="1617495" y="558716"/>
                  </a:lnTo>
                  <a:lnTo>
                    <a:pt x="1616744" y="554957"/>
                  </a:lnTo>
                  <a:lnTo>
                    <a:pt x="1617495" y="553453"/>
                  </a:lnTo>
                  <a:lnTo>
                    <a:pt x="1618999" y="552701"/>
                  </a:lnTo>
                  <a:lnTo>
                    <a:pt x="1626519" y="552701"/>
                  </a:lnTo>
                  <a:lnTo>
                    <a:pt x="1629527" y="551949"/>
                  </a:lnTo>
                  <a:lnTo>
                    <a:pt x="1631031" y="551197"/>
                  </a:lnTo>
                  <a:lnTo>
                    <a:pt x="1633287" y="549693"/>
                  </a:lnTo>
                  <a:lnTo>
                    <a:pt x="1633287" y="548189"/>
                  </a:lnTo>
                  <a:lnTo>
                    <a:pt x="1633287" y="546685"/>
                  </a:lnTo>
                  <a:lnTo>
                    <a:pt x="1633287" y="545181"/>
                  </a:lnTo>
                  <a:lnTo>
                    <a:pt x="1634791" y="544429"/>
                  </a:lnTo>
                  <a:lnTo>
                    <a:pt x="1634791" y="543677"/>
                  </a:lnTo>
                  <a:lnTo>
                    <a:pt x="1636295" y="541421"/>
                  </a:lnTo>
                  <a:lnTo>
                    <a:pt x="1637047" y="540669"/>
                  </a:lnTo>
                  <a:lnTo>
                    <a:pt x="1637047" y="536909"/>
                  </a:lnTo>
                  <a:lnTo>
                    <a:pt x="1637799" y="533901"/>
                  </a:lnTo>
                  <a:lnTo>
                    <a:pt x="1638551" y="533901"/>
                  </a:lnTo>
                  <a:lnTo>
                    <a:pt x="1639303" y="533149"/>
                  </a:lnTo>
                  <a:lnTo>
                    <a:pt x="1640055" y="532397"/>
                  </a:lnTo>
                  <a:lnTo>
                    <a:pt x="1640055" y="531645"/>
                  </a:lnTo>
                  <a:lnTo>
                    <a:pt x="1639303" y="529390"/>
                  </a:lnTo>
                  <a:lnTo>
                    <a:pt x="1639303" y="528637"/>
                  </a:lnTo>
                  <a:lnTo>
                    <a:pt x="1640055" y="524878"/>
                  </a:lnTo>
                  <a:lnTo>
                    <a:pt x="1640055" y="522622"/>
                  </a:lnTo>
                  <a:lnTo>
                    <a:pt x="1639303" y="521118"/>
                  </a:lnTo>
                  <a:lnTo>
                    <a:pt x="1638551" y="520366"/>
                  </a:lnTo>
                  <a:lnTo>
                    <a:pt x="1637799" y="519614"/>
                  </a:lnTo>
                  <a:lnTo>
                    <a:pt x="1637047" y="518862"/>
                  </a:lnTo>
                  <a:lnTo>
                    <a:pt x="1637047" y="515854"/>
                  </a:lnTo>
                  <a:lnTo>
                    <a:pt x="1637799" y="513598"/>
                  </a:lnTo>
                  <a:lnTo>
                    <a:pt x="1644567" y="505326"/>
                  </a:lnTo>
                  <a:lnTo>
                    <a:pt x="1655846" y="495551"/>
                  </a:lnTo>
                  <a:lnTo>
                    <a:pt x="1657350" y="497807"/>
                  </a:lnTo>
                  <a:lnTo>
                    <a:pt x="1658102" y="498559"/>
                  </a:lnTo>
                  <a:lnTo>
                    <a:pt x="1658854" y="500814"/>
                  </a:lnTo>
                  <a:lnTo>
                    <a:pt x="1658854" y="501566"/>
                  </a:lnTo>
                  <a:lnTo>
                    <a:pt x="1658102" y="503822"/>
                  </a:lnTo>
                  <a:lnTo>
                    <a:pt x="1658102" y="504574"/>
                  </a:lnTo>
                  <a:lnTo>
                    <a:pt x="1658102" y="505326"/>
                  </a:lnTo>
                  <a:lnTo>
                    <a:pt x="1659606" y="506078"/>
                  </a:lnTo>
                  <a:lnTo>
                    <a:pt x="1661110" y="508334"/>
                  </a:lnTo>
                  <a:lnTo>
                    <a:pt x="1665622" y="513598"/>
                  </a:lnTo>
                  <a:lnTo>
                    <a:pt x="1667126" y="513598"/>
                  </a:lnTo>
                  <a:lnTo>
                    <a:pt x="1669382" y="507582"/>
                  </a:lnTo>
                  <a:lnTo>
                    <a:pt x="1679909" y="500814"/>
                  </a:lnTo>
                  <a:lnTo>
                    <a:pt x="1681413" y="497055"/>
                  </a:lnTo>
                  <a:lnTo>
                    <a:pt x="1684421" y="497055"/>
                  </a:lnTo>
                  <a:lnTo>
                    <a:pt x="1688181" y="498559"/>
                  </a:lnTo>
                  <a:lnTo>
                    <a:pt x="1691189" y="500063"/>
                  </a:lnTo>
                  <a:lnTo>
                    <a:pt x="1690437" y="497807"/>
                  </a:lnTo>
                  <a:lnTo>
                    <a:pt x="1688181" y="496303"/>
                  </a:lnTo>
                  <a:lnTo>
                    <a:pt x="1688181" y="491791"/>
                  </a:lnTo>
                  <a:lnTo>
                    <a:pt x="1688181" y="487279"/>
                  </a:lnTo>
                  <a:lnTo>
                    <a:pt x="1688933" y="484271"/>
                  </a:lnTo>
                  <a:lnTo>
                    <a:pt x="1689685" y="482015"/>
                  </a:lnTo>
                  <a:lnTo>
                    <a:pt x="1690437" y="480511"/>
                  </a:lnTo>
                  <a:lnTo>
                    <a:pt x="1693445" y="483519"/>
                  </a:lnTo>
                  <a:lnTo>
                    <a:pt x="1695701" y="485775"/>
                  </a:lnTo>
                  <a:lnTo>
                    <a:pt x="1696453" y="488783"/>
                  </a:lnTo>
                  <a:lnTo>
                    <a:pt x="1696453" y="491791"/>
                  </a:lnTo>
                  <a:lnTo>
                    <a:pt x="1699461" y="491039"/>
                  </a:lnTo>
                  <a:lnTo>
                    <a:pt x="1703220" y="492543"/>
                  </a:lnTo>
                  <a:lnTo>
                    <a:pt x="1703972" y="496303"/>
                  </a:lnTo>
                  <a:lnTo>
                    <a:pt x="1704725" y="503070"/>
                  </a:lnTo>
                  <a:lnTo>
                    <a:pt x="1703220" y="505326"/>
                  </a:lnTo>
                  <a:lnTo>
                    <a:pt x="1701716" y="506830"/>
                  </a:lnTo>
                  <a:lnTo>
                    <a:pt x="1700212" y="508334"/>
                  </a:lnTo>
                  <a:lnTo>
                    <a:pt x="1700965" y="509838"/>
                  </a:lnTo>
                  <a:lnTo>
                    <a:pt x="1702469" y="509838"/>
                  </a:lnTo>
                  <a:lnTo>
                    <a:pt x="1713748" y="504574"/>
                  </a:lnTo>
                  <a:lnTo>
                    <a:pt x="1718260" y="502318"/>
                  </a:lnTo>
                  <a:lnTo>
                    <a:pt x="1720516" y="500063"/>
                  </a:lnTo>
                  <a:lnTo>
                    <a:pt x="1722020" y="497807"/>
                  </a:lnTo>
                  <a:lnTo>
                    <a:pt x="1723524" y="492543"/>
                  </a:lnTo>
                  <a:lnTo>
                    <a:pt x="1725028" y="491791"/>
                  </a:lnTo>
                  <a:lnTo>
                    <a:pt x="1723524" y="488031"/>
                  </a:lnTo>
                  <a:lnTo>
                    <a:pt x="1724276" y="482767"/>
                  </a:lnTo>
                  <a:lnTo>
                    <a:pt x="1725780" y="483519"/>
                  </a:lnTo>
                  <a:lnTo>
                    <a:pt x="1728036" y="485023"/>
                  </a:lnTo>
                  <a:lnTo>
                    <a:pt x="1731044" y="488031"/>
                  </a:lnTo>
                  <a:lnTo>
                    <a:pt x="1730291" y="490287"/>
                  </a:lnTo>
                  <a:lnTo>
                    <a:pt x="1731795" y="491791"/>
                  </a:lnTo>
                  <a:lnTo>
                    <a:pt x="1732548" y="493295"/>
                  </a:lnTo>
                  <a:lnTo>
                    <a:pt x="1733299" y="494799"/>
                  </a:lnTo>
                  <a:lnTo>
                    <a:pt x="1733299" y="496303"/>
                  </a:lnTo>
                  <a:lnTo>
                    <a:pt x="1734051" y="497807"/>
                  </a:lnTo>
                  <a:lnTo>
                    <a:pt x="1735555" y="499311"/>
                  </a:lnTo>
                  <a:lnTo>
                    <a:pt x="1737811" y="503070"/>
                  </a:lnTo>
                  <a:lnTo>
                    <a:pt x="1739315" y="505326"/>
                  </a:lnTo>
                  <a:lnTo>
                    <a:pt x="1739315" y="508334"/>
                  </a:lnTo>
                  <a:lnTo>
                    <a:pt x="1737811" y="511342"/>
                  </a:lnTo>
                  <a:lnTo>
                    <a:pt x="1748339" y="511342"/>
                  </a:lnTo>
                  <a:lnTo>
                    <a:pt x="1750595" y="512094"/>
                  </a:lnTo>
                  <a:lnTo>
                    <a:pt x="1751347" y="516606"/>
                  </a:lnTo>
                  <a:lnTo>
                    <a:pt x="1753603" y="518110"/>
                  </a:lnTo>
                  <a:lnTo>
                    <a:pt x="1753603" y="516606"/>
                  </a:lnTo>
                  <a:lnTo>
                    <a:pt x="1753603" y="515102"/>
                  </a:lnTo>
                  <a:lnTo>
                    <a:pt x="1754355" y="513598"/>
                  </a:lnTo>
                  <a:lnTo>
                    <a:pt x="1755107" y="512094"/>
                  </a:lnTo>
                  <a:lnTo>
                    <a:pt x="1754355" y="511342"/>
                  </a:lnTo>
                  <a:lnTo>
                    <a:pt x="1753603" y="510590"/>
                  </a:lnTo>
                  <a:lnTo>
                    <a:pt x="1753603" y="509838"/>
                  </a:lnTo>
                  <a:lnTo>
                    <a:pt x="1753603" y="508334"/>
                  </a:lnTo>
                  <a:lnTo>
                    <a:pt x="1749843" y="506830"/>
                  </a:lnTo>
                  <a:lnTo>
                    <a:pt x="1746083" y="501566"/>
                  </a:lnTo>
                  <a:lnTo>
                    <a:pt x="1744579" y="500814"/>
                  </a:lnTo>
                  <a:lnTo>
                    <a:pt x="1744579" y="502318"/>
                  </a:lnTo>
                  <a:lnTo>
                    <a:pt x="1743827" y="503822"/>
                  </a:lnTo>
                  <a:lnTo>
                    <a:pt x="1743075" y="505326"/>
                  </a:lnTo>
                  <a:lnTo>
                    <a:pt x="1741571" y="506078"/>
                  </a:lnTo>
                  <a:lnTo>
                    <a:pt x="1741571" y="489535"/>
                  </a:lnTo>
                  <a:lnTo>
                    <a:pt x="1742323" y="487279"/>
                  </a:lnTo>
                  <a:lnTo>
                    <a:pt x="1744579" y="487279"/>
                  </a:lnTo>
                  <a:lnTo>
                    <a:pt x="1743075" y="485023"/>
                  </a:lnTo>
                  <a:lnTo>
                    <a:pt x="1745331" y="484271"/>
                  </a:lnTo>
                  <a:lnTo>
                    <a:pt x="1747587" y="482767"/>
                  </a:lnTo>
                  <a:lnTo>
                    <a:pt x="1749843" y="483519"/>
                  </a:lnTo>
                  <a:lnTo>
                    <a:pt x="1752099" y="485023"/>
                  </a:lnTo>
                  <a:lnTo>
                    <a:pt x="1751347" y="485775"/>
                  </a:lnTo>
                  <a:lnTo>
                    <a:pt x="1750595" y="487279"/>
                  </a:lnTo>
                  <a:lnTo>
                    <a:pt x="1749843" y="488031"/>
                  </a:lnTo>
                  <a:lnTo>
                    <a:pt x="1750595" y="490287"/>
                  </a:lnTo>
                  <a:lnTo>
                    <a:pt x="1749843" y="495551"/>
                  </a:lnTo>
                  <a:lnTo>
                    <a:pt x="1751347" y="498559"/>
                  </a:lnTo>
                  <a:lnTo>
                    <a:pt x="1750595" y="497055"/>
                  </a:lnTo>
                  <a:lnTo>
                    <a:pt x="1751347" y="495551"/>
                  </a:lnTo>
                  <a:lnTo>
                    <a:pt x="1752099" y="494047"/>
                  </a:lnTo>
                  <a:lnTo>
                    <a:pt x="1753603" y="493295"/>
                  </a:lnTo>
                  <a:lnTo>
                    <a:pt x="1753603" y="495551"/>
                  </a:lnTo>
                  <a:lnTo>
                    <a:pt x="1754355" y="497055"/>
                  </a:lnTo>
                  <a:lnTo>
                    <a:pt x="1755859" y="498559"/>
                  </a:lnTo>
                  <a:lnTo>
                    <a:pt x="1757363" y="498559"/>
                  </a:lnTo>
                  <a:lnTo>
                    <a:pt x="1757363" y="497807"/>
                  </a:lnTo>
                  <a:lnTo>
                    <a:pt x="1755859" y="497055"/>
                  </a:lnTo>
                  <a:lnTo>
                    <a:pt x="1755107" y="494799"/>
                  </a:lnTo>
                  <a:lnTo>
                    <a:pt x="1755107" y="493295"/>
                  </a:lnTo>
                  <a:lnTo>
                    <a:pt x="1756610" y="491039"/>
                  </a:lnTo>
                  <a:lnTo>
                    <a:pt x="1758114" y="491039"/>
                  </a:lnTo>
                  <a:lnTo>
                    <a:pt x="1760370" y="491791"/>
                  </a:lnTo>
                  <a:lnTo>
                    <a:pt x="1763378" y="494799"/>
                  </a:lnTo>
                  <a:lnTo>
                    <a:pt x="1763378" y="491791"/>
                  </a:lnTo>
                  <a:lnTo>
                    <a:pt x="1762627" y="490287"/>
                  </a:lnTo>
                  <a:lnTo>
                    <a:pt x="1761123" y="489535"/>
                  </a:lnTo>
                  <a:lnTo>
                    <a:pt x="1760370" y="487279"/>
                  </a:lnTo>
                  <a:lnTo>
                    <a:pt x="1762627" y="488031"/>
                  </a:lnTo>
                  <a:lnTo>
                    <a:pt x="1764882" y="487279"/>
                  </a:lnTo>
                  <a:lnTo>
                    <a:pt x="1766386" y="485775"/>
                  </a:lnTo>
                  <a:lnTo>
                    <a:pt x="1768642" y="485023"/>
                  </a:lnTo>
                  <a:lnTo>
                    <a:pt x="1770898" y="485775"/>
                  </a:lnTo>
                  <a:lnTo>
                    <a:pt x="1770898" y="488031"/>
                  </a:lnTo>
                  <a:lnTo>
                    <a:pt x="1770898" y="491039"/>
                  </a:lnTo>
                  <a:lnTo>
                    <a:pt x="1770898" y="493295"/>
                  </a:lnTo>
                  <a:lnTo>
                    <a:pt x="1771650" y="493295"/>
                  </a:lnTo>
                  <a:lnTo>
                    <a:pt x="1773906" y="492543"/>
                  </a:lnTo>
                  <a:lnTo>
                    <a:pt x="1774658" y="493295"/>
                  </a:lnTo>
                  <a:lnTo>
                    <a:pt x="1774658" y="495551"/>
                  </a:lnTo>
                  <a:lnTo>
                    <a:pt x="1773906" y="497807"/>
                  </a:lnTo>
                  <a:lnTo>
                    <a:pt x="1776914" y="496303"/>
                  </a:lnTo>
                  <a:lnTo>
                    <a:pt x="1777666" y="494047"/>
                  </a:lnTo>
                  <a:lnTo>
                    <a:pt x="1776914" y="491791"/>
                  </a:lnTo>
                  <a:lnTo>
                    <a:pt x="1776162" y="489535"/>
                  </a:lnTo>
                  <a:lnTo>
                    <a:pt x="1782930" y="494047"/>
                  </a:lnTo>
                  <a:lnTo>
                    <a:pt x="1783682" y="495551"/>
                  </a:lnTo>
                  <a:lnTo>
                    <a:pt x="1782178" y="497807"/>
                  </a:lnTo>
                  <a:lnTo>
                    <a:pt x="1781426" y="498559"/>
                  </a:lnTo>
                  <a:lnTo>
                    <a:pt x="1779922" y="496303"/>
                  </a:lnTo>
                  <a:lnTo>
                    <a:pt x="1779170" y="496303"/>
                  </a:lnTo>
                  <a:lnTo>
                    <a:pt x="1778418" y="498559"/>
                  </a:lnTo>
                  <a:lnTo>
                    <a:pt x="1777666" y="499311"/>
                  </a:lnTo>
                  <a:lnTo>
                    <a:pt x="1776914" y="500063"/>
                  </a:lnTo>
                  <a:lnTo>
                    <a:pt x="1775410" y="500814"/>
                  </a:lnTo>
                  <a:lnTo>
                    <a:pt x="1775410" y="501566"/>
                  </a:lnTo>
                  <a:lnTo>
                    <a:pt x="1776914" y="503822"/>
                  </a:lnTo>
                  <a:lnTo>
                    <a:pt x="1778418" y="503822"/>
                  </a:lnTo>
                  <a:lnTo>
                    <a:pt x="1779170" y="501566"/>
                  </a:lnTo>
                  <a:lnTo>
                    <a:pt x="1781426" y="500814"/>
                  </a:lnTo>
                  <a:lnTo>
                    <a:pt x="1783682" y="501566"/>
                  </a:lnTo>
                  <a:lnTo>
                    <a:pt x="1786689" y="503070"/>
                  </a:lnTo>
                  <a:lnTo>
                    <a:pt x="1786689" y="500814"/>
                  </a:lnTo>
                  <a:lnTo>
                    <a:pt x="1786689" y="500063"/>
                  </a:lnTo>
                  <a:lnTo>
                    <a:pt x="1787442" y="499311"/>
                  </a:lnTo>
                  <a:lnTo>
                    <a:pt x="1788193" y="498559"/>
                  </a:lnTo>
                  <a:lnTo>
                    <a:pt x="1789697" y="500814"/>
                  </a:lnTo>
                  <a:lnTo>
                    <a:pt x="1789697" y="503070"/>
                  </a:lnTo>
                  <a:lnTo>
                    <a:pt x="1788946" y="505326"/>
                  </a:lnTo>
                  <a:lnTo>
                    <a:pt x="1787442" y="507582"/>
                  </a:lnTo>
                  <a:lnTo>
                    <a:pt x="1786689" y="508334"/>
                  </a:lnTo>
                  <a:lnTo>
                    <a:pt x="1783682" y="509838"/>
                  </a:lnTo>
                  <a:lnTo>
                    <a:pt x="1783682" y="510590"/>
                  </a:lnTo>
                  <a:lnTo>
                    <a:pt x="1783682" y="512094"/>
                  </a:lnTo>
                  <a:lnTo>
                    <a:pt x="1785186" y="512094"/>
                  </a:lnTo>
                  <a:lnTo>
                    <a:pt x="1786689" y="511342"/>
                  </a:lnTo>
                  <a:lnTo>
                    <a:pt x="1787442" y="509838"/>
                  </a:lnTo>
                  <a:lnTo>
                    <a:pt x="1788946" y="511342"/>
                  </a:lnTo>
                  <a:lnTo>
                    <a:pt x="1790449" y="512846"/>
                  </a:lnTo>
                  <a:lnTo>
                    <a:pt x="1791202" y="514350"/>
                  </a:lnTo>
                  <a:lnTo>
                    <a:pt x="1791953" y="516606"/>
                  </a:lnTo>
                  <a:lnTo>
                    <a:pt x="1792706" y="513598"/>
                  </a:lnTo>
                  <a:lnTo>
                    <a:pt x="1791953" y="510590"/>
                  </a:lnTo>
                  <a:lnTo>
                    <a:pt x="1791953" y="507582"/>
                  </a:lnTo>
                  <a:lnTo>
                    <a:pt x="1793457" y="506078"/>
                  </a:lnTo>
                  <a:lnTo>
                    <a:pt x="1794209" y="506830"/>
                  </a:lnTo>
                  <a:lnTo>
                    <a:pt x="1794209" y="508334"/>
                  </a:lnTo>
                  <a:lnTo>
                    <a:pt x="1794961" y="509086"/>
                  </a:lnTo>
                  <a:lnTo>
                    <a:pt x="1795713" y="507582"/>
                  </a:lnTo>
                  <a:lnTo>
                    <a:pt x="1794961" y="506830"/>
                  </a:lnTo>
                  <a:lnTo>
                    <a:pt x="1794961" y="506078"/>
                  </a:lnTo>
                  <a:lnTo>
                    <a:pt x="1794961" y="504574"/>
                  </a:lnTo>
                  <a:lnTo>
                    <a:pt x="1794961" y="503070"/>
                  </a:lnTo>
                  <a:lnTo>
                    <a:pt x="1796465" y="501566"/>
                  </a:lnTo>
                  <a:lnTo>
                    <a:pt x="1796465" y="500814"/>
                  </a:lnTo>
                  <a:lnTo>
                    <a:pt x="1797217" y="497807"/>
                  </a:lnTo>
                  <a:lnTo>
                    <a:pt x="1797969" y="496303"/>
                  </a:lnTo>
                  <a:lnTo>
                    <a:pt x="1799473" y="495551"/>
                  </a:lnTo>
                  <a:lnTo>
                    <a:pt x="1800977" y="496303"/>
                  </a:lnTo>
                  <a:lnTo>
                    <a:pt x="1801729" y="497807"/>
                  </a:lnTo>
                  <a:lnTo>
                    <a:pt x="1801729" y="499311"/>
                  </a:lnTo>
                  <a:lnTo>
                    <a:pt x="1800977" y="500814"/>
                  </a:lnTo>
                  <a:lnTo>
                    <a:pt x="1801729" y="500814"/>
                  </a:lnTo>
                  <a:lnTo>
                    <a:pt x="1801729" y="501566"/>
                  </a:lnTo>
                  <a:lnTo>
                    <a:pt x="1800977" y="503070"/>
                  </a:lnTo>
                  <a:lnTo>
                    <a:pt x="1800977" y="506830"/>
                  </a:lnTo>
                  <a:lnTo>
                    <a:pt x="1800225" y="509086"/>
                  </a:lnTo>
                  <a:lnTo>
                    <a:pt x="1800977" y="509838"/>
                  </a:lnTo>
                  <a:lnTo>
                    <a:pt x="1801729" y="507582"/>
                  </a:lnTo>
                  <a:lnTo>
                    <a:pt x="1802481" y="510590"/>
                  </a:lnTo>
                  <a:lnTo>
                    <a:pt x="1803233" y="512846"/>
                  </a:lnTo>
                  <a:lnTo>
                    <a:pt x="1803985" y="515102"/>
                  </a:lnTo>
                  <a:lnTo>
                    <a:pt x="1806241" y="515102"/>
                  </a:lnTo>
                  <a:lnTo>
                    <a:pt x="1804737" y="516606"/>
                  </a:lnTo>
                  <a:lnTo>
                    <a:pt x="1801729" y="518862"/>
                  </a:lnTo>
                  <a:lnTo>
                    <a:pt x="1800977" y="520366"/>
                  </a:lnTo>
                  <a:lnTo>
                    <a:pt x="1800977" y="521870"/>
                  </a:lnTo>
                  <a:lnTo>
                    <a:pt x="1803233" y="524878"/>
                  </a:lnTo>
                  <a:lnTo>
                    <a:pt x="1803985" y="526382"/>
                  </a:lnTo>
                  <a:lnTo>
                    <a:pt x="1804737" y="524878"/>
                  </a:lnTo>
                  <a:lnTo>
                    <a:pt x="1804737" y="519614"/>
                  </a:lnTo>
                  <a:lnTo>
                    <a:pt x="1805489" y="518110"/>
                  </a:lnTo>
                  <a:lnTo>
                    <a:pt x="1806241" y="516606"/>
                  </a:lnTo>
                  <a:lnTo>
                    <a:pt x="1806993" y="515102"/>
                  </a:lnTo>
                  <a:lnTo>
                    <a:pt x="1808497" y="514350"/>
                  </a:lnTo>
                  <a:lnTo>
                    <a:pt x="1810001" y="515102"/>
                  </a:lnTo>
                  <a:lnTo>
                    <a:pt x="1810001" y="512094"/>
                  </a:lnTo>
                  <a:lnTo>
                    <a:pt x="1810753" y="510590"/>
                  </a:lnTo>
                  <a:lnTo>
                    <a:pt x="1811505" y="509838"/>
                  </a:lnTo>
                  <a:lnTo>
                    <a:pt x="1813761" y="509838"/>
                  </a:lnTo>
                  <a:lnTo>
                    <a:pt x="1815265" y="509086"/>
                  </a:lnTo>
                  <a:lnTo>
                    <a:pt x="1816017" y="506078"/>
                  </a:lnTo>
                  <a:lnTo>
                    <a:pt x="1817521" y="500814"/>
                  </a:lnTo>
                  <a:lnTo>
                    <a:pt x="1819025" y="503070"/>
                  </a:lnTo>
                  <a:lnTo>
                    <a:pt x="1819025" y="506830"/>
                  </a:lnTo>
                  <a:lnTo>
                    <a:pt x="1817521" y="514350"/>
                  </a:lnTo>
                  <a:lnTo>
                    <a:pt x="1818272" y="514350"/>
                  </a:lnTo>
                  <a:lnTo>
                    <a:pt x="1819776" y="512094"/>
                  </a:lnTo>
                  <a:lnTo>
                    <a:pt x="1821280" y="512846"/>
                  </a:lnTo>
                  <a:lnTo>
                    <a:pt x="1821280" y="513598"/>
                  </a:lnTo>
                  <a:lnTo>
                    <a:pt x="1821280" y="515102"/>
                  </a:lnTo>
                  <a:lnTo>
                    <a:pt x="1820528" y="516606"/>
                  </a:lnTo>
                  <a:lnTo>
                    <a:pt x="1823536" y="516606"/>
                  </a:lnTo>
                  <a:lnTo>
                    <a:pt x="1823536" y="517358"/>
                  </a:lnTo>
                  <a:lnTo>
                    <a:pt x="1822032" y="519614"/>
                  </a:lnTo>
                  <a:lnTo>
                    <a:pt x="1822032" y="520366"/>
                  </a:lnTo>
                  <a:lnTo>
                    <a:pt x="1822784" y="519614"/>
                  </a:lnTo>
                  <a:lnTo>
                    <a:pt x="1823536" y="519614"/>
                  </a:lnTo>
                  <a:lnTo>
                    <a:pt x="1824288" y="521870"/>
                  </a:lnTo>
                  <a:lnTo>
                    <a:pt x="1823536" y="522622"/>
                  </a:lnTo>
                  <a:lnTo>
                    <a:pt x="1821280" y="523374"/>
                  </a:lnTo>
                  <a:lnTo>
                    <a:pt x="1819776" y="524878"/>
                  </a:lnTo>
                  <a:lnTo>
                    <a:pt x="1818272" y="526382"/>
                  </a:lnTo>
                  <a:lnTo>
                    <a:pt x="1817521" y="528637"/>
                  </a:lnTo>
                  <a:lnTo>
                    <a:pt x="1818272" y="530893"/>
                  </a:lnTo>
                  <a:lnTo>
                    <a:pt x="1820528" y="531645"/>
                  </a:lnTo>
                  <a:lnTo>
                    <a:pt x="1820528" y="529390"/>
                  </a:lnTo>
                  <a:lnTo>
                    <a:pt x="1819776" y="527134"/>
                  </a:lnTo>
                  <a:lnTo>
                    <a:pt x="1820528" y="525630"/>
                  </a:lnTo>
                  <a:lnTo>
                    <a:pt x="1822784" y="524878"/>
                  </a:lnTo>
                  <a:lnTo>
                    <a:pt x="1825792" y="525630"/>
                  </a:lnTo>
                  <a:lnTo>
                    <a:pt x="1828048" y="524878"/>
                  </a:lnTo>
                  <a:lnTo>
                    <a:pt x="1828048" y="522622"/>
                  </a:lnTo>
                  <a:lnTo>
                    <a:pt x="1828800" y="523374"/>
                  </a:lnTo>
                  <a:lnTo>
                    <a:pt x="1829552" y="521870"/>
                  </a:lnTo>
                  <a:lnTo>
                    <a:pt x="1828800" y="514350"/>
                  </a:lnTo>
                  <a:lnTo>
                    <a:pt x="1830304" y="515102"/>
                  </a:lnTo>
                  <a:lnTo>
                    <a:pt x="1831056" y="515854"/>
                  </a:lnTo>
                  <a:lnTo>
                    <a:pt x="1831808" y="516606"/>
                  </a:lnTo>
                  <a:lnTo>
                    <a:pt x="1831808" y="518110"/>
                  </a:lnTo>
                  <a:lnTo>
                    <a:pt x="1833312" y="518110"/>
                  </a:lnTo>
                  <a:lnTo>
                    <a:pt x="1834064" y="517358"/>
                  </a:lnTo>
                  <a:lnTo>
                    <a:pt x="1834064" y="516606"/>
                  </a:lnTo>
                  <a:lnTo>
                    <a:pt x="1834816" y="516606"/>
                  </a:lnTo>
                  <a:lnTo>
                    <a:pt x="1836320" y="516606"/>
                  </a:lnTo>
                  <a:lnTo>
                    <a:pt x="1835568" y="515102"/>
                  </a:lnTo>
                  <a:lnTo>
                    <a:pt x="1834816" y="514350"/>
                  </a:lnTo>
                  <a:lnTo>
                    <a:pt x="1833312" y="513598"/>
                  </a:lnTo>
                  <a:lnTo>
                    <a:pt x="1831808" y="512846"/>
                  </a:lnTo>
                  <a:lnTo>
                    <a:pt x="1834064" y="511342"/>
                  </a:lnTo>
                  <a:lnTo>
                    <a:pt x="1837824" y="506078"/>
                  </a:lnTo>
                  <a:lnTo>
                    <a:pt x="1840080" y="504574"/>
                  </a:lnTo>
                  <a:lnTo>
                    <a:pt x="1840080" y="503822"/>
                  </a:lnTo>
                  <a:lnTo>
                    <a:pt x="1838576" y="503070"/>
                  </a:lnTo>
                  <a:lnTo>
                    <a:pt x="1840080" y="503070"/>
                  </a:lnTo>
                  <a:lnTo>
                    <a:pt x="1841584" y="503822"/>
                  </a:lnTo>
                  <a:lnTo>
                    <a:pt x="1843087" y="505326"/>
                  </a:lnTo>
                  <a:lnTo>
                    <a:pt x="1843840" y="506830"/>
                  </a:lnTo>
                  <a:lnTo>
                    <a:pt x="1841584" y="507582"/>
                  </a:lnTo>
                  <a:lnTo>
                    <a:pt x="1841584" y="508334"/>
                  </a:lnTo>
                  <a:lnTo>
                    <a:pt x="1842336" y="509838"/>
                  </a:lnTo>
                  <a:lnTo>
                    <a:pt x="1843840" y="511342"/>
                  </a:lnTo>
                  <a:lnTo>
                    <a:pt x="1841584" y="512094"/>
                  </a:lnTo>
                  <a:lnTo>
                    <a:pt x="1840080" y="512094"/>
                  </a:lnTo>
                  <a:lnTo>
                    <a:pt x="1840080" y="512846"/>
                  </a:lnTo>
                  <a:lnTo>
                    <a:pt x="1841584" y="514350"/>
                  </a:lnTo>
                  <a:lnTo>
                    <a:pt x="1840832" y="515102"/>
                  </a:lnTo>
                  <a:lnTo>
                    <a:pt x="1840080" y="515854"/>
                  </a:lnTo>
                  <a:lnTo>
                    <a:pt x="1838576" y="516606"/>
                  </a:lnTo>
                  <a:lnTo>
                    <a:pt x="1838576" y="517358"/>
                  </a:lnTo>
                  <a:lnTo>
                    <a:pt x="1840080" y="517358"/>
                  </a:lnTo>
                  <a:lnTo>
                    <a:pt x="1840080" y="518862"/>
                  </a:lnTo>
                  <a:lnTo>
                    <a:pt x="1840080" y="519614"/>
                  </a:lnTo>
                  <a:lnTo>
                    <a:pt x="1839328" y="521118"/>
                  </a:lnTo>
                  <a:lnTo>
                    <a:pt x="1840832" y="521118"/>
                  </a:lnTo>
                  <a:lnTo>
                    <a:pt x="1842336" y="520366"/>
                  </a:lnTo>
                  <a:lnTo>
                    <a:pt x="1843087" y="518862"/>
                  </a:lnTo>
                  <a:lnTo>
                    <a:pt x="1843840" y="517358"/>
                  </a:lnTo>
                  <a:lnTo>
                    <a:pt x="1844591" y="517358"/>
                  </a:lnTo>
                  <a:lnTo>
                    <a:pt x="1843087" y="525630"/>
                  </a:lnTo>
                  <a:lnTo>
                    <a:pt x="1843087" y="526382"/>
                  </a:lnTo>
                  <a:lnTo>
                    <a:pt x="1843840" y="527886"/>
                  </a:lnTo>
                  <a:lnTo>
                    <a:pt x="1845344" y="530893"/>
                  </a:lnTo>
                  <a:lnTo>
                    <a:pt x="1845344" y="531645"/>
                  </a:lnTo>
                  <a:lnTo>
                    <a:pt x="1846095" y="529390"/>
                  </a:lnTo>
                  <a:lnTo>
                    <a:pt x="1845344" y="527886"/>
                  </a:lnTo>
                  <a:lnTo>
                    <a:pt x="1845344" y="525630"/>
                  </a:lnTo>
                  <a:lnTo>
                    <a:pt x="1846847" y="523374"/>
                  </a:lnTo>
                  <a:lnTo>
                    <a:pt x="1847600" y="523374"/>
                  </a:lnTo>
                  <a:lnTo>
                    <a:pt x="1847600" y="526382"/>
                  </a:lnTo>
                  <a:lnTo>
                    <a:pt x="1849104" y="525630"/>
                  </a:lnTo>
                  <a:lnTo>
                    <a:pt x="1849855" y="524126"/>
                  </a:lnTo>
                  <a:lnTo>
                    <a:pt x="1849855" y="519614"/>
                  </a:lnTo>
                  <a:lnTo>
                    <a:pt x="1851359" y="521118"/>
                  </a:lnTo>
                  <a:lnTo>
                    <a:pt x="1855119" y="526382"/>
                  </a:lnTo>
                  <a:lnTo>
                    <a:pt x="1855871" y="527886"/>
                  </a:lnTo>
                  <a:lnTo>
                    <a:pt x="1855119" y="530893"/>
                  </a:lnTo>
                  <a:lnTo>
                    <a:pt x="1850607" y="538413"/>
                  </a:lnTo>
                  <a:lnTo>
                    <a:pt x="1852863" y="536157"/>
                  </a:lnTo>
                  <a:lnTo>
                    <a:pt x="1856623" y="530142"/>
                  </a:lnTo>
                  <a:lnTo>
                    <a:pt x="1858879" y="528637"/>
                  </a:lnTo>
                  <a:lnTo>
                    <a:pt x="1858127" y="527134"/>
                  </a:lnTo>
                  <a:lnTo>
                    <a:pt x="1858879" y="523374"/>
                  </a:lnTo>
                  <a:lnTo>
                    <a:pt x="1859631" y="520366"/>
                  </a:lnTo>
                  <a:lnTo>
                    <a:pt x="1863391" y="521118"/>
                  </a:lnTo>
                  <a:lnTo>
                    <a:pt x="1864143" y="523374"/>
                  </a:lnTo>
                  <a:lnTo>
                    <a:pt x="1864143" y="524878"/>
                  </a:lnTo>
                  <a:lnTo>
                    <a:pt x="1864895" y="526382"/>
                  </a:lnTo>
                  <a:lnTo>
                    <a:pt x="1867151" y="526382"/>
                  </a:lnTo>
                  <a:lnTo>
                    <a:pt x="1868655" y="526382"/>
                  </a:lnTo>
                  <a:lnTo>
                    <a:pt x="1867903" y="524878"/>
                  </a:lnTo>
                  <a:lnTo>
                    <a:pt x="1864895" y="518862"/>
                  </a:lnTo>
                  <a:lnTo>
                    <a:pt x="1864895" y="516606"/>
                  </a:lnTo>
                  <a:lnTo>
                    <a:pt x="1867903" y="516606"/>
                  </a:lnTo>
                  <a:lnTo>
                    <a:pt x="1871663" y="518110"/>
                  </a:lnTo>
                  <a:lnTo>
                    <a:pt x="1873919" y="526382"/>
                  </a:lnTo>
                  <a:lnTo>
                    <a:pt x="1870159" y="531645"/>
                  </a:lnTo>
                  <a:lnTo>
                    <a:pt x="1869406" y="533149"/>
                  </a:lnTo>
                  <a:lnTo>
                    <a:pt x="1870159" y="533149"/>
                  </a:lnTo>
                  <a:lnTo>
                    <a:pt x="1871663" y="532397"/>
                  </a:lnTo>
                  <a:lnTo>
                    <a:pt x="1872415" y="533149"/>
                  </a:lnTo>
                  <a:lnTo>
                    <a:pt x="1871663" y="535405"/>
                  </a:lnTo>
                  <a:lnTo>
                    <a:pt x="1870159" y="536909"/>
                  </a:lnTo>
                  <a:lnTo>
                    <a:pt x="1868655" y="538413"/>
                  </a:lnTo>
                  <a:lnTo>
                    <a:pt x="1866399" y="538413"/>
                  </a:lnTo>
                  <a:lnTo>
                    <a:pt x="1864895" y="537661"/>
                  </a:lnTo>
                  <a:lnTo>
                    <a:pt x="1864143" y="534653"/>
                  </a:lnTo>
                  <a:lnTo>
                    <a:pt x="1863391" y="534653"/>
                  </a:lnTo>
                  <a:lnTo>
                    <a:pt x="1862639" y="536909"/>
                  </a:lnTo>
                  <a:lnTo>
                    <a:pt x="1861135" y="538413"/>
                  </a:lnTo>
                  <a:lnTo>
                    <a:pt x="1854367" y="542925"/>
                  </a:lnTo>
                  <a:lnTo>
                    <a:pt x="1852863" y="544429"/>
                  </a:lnTo>
                  <a:lnTo>
                    <a:pt x="1851359" y="546685"/>
                  </a:lnTo>
                  <a:lnTo>
                    <a:pt x="1850607" y="549693"/>
                  </a:lnTo>
                  <a:lnTo>
                    <a:pt x="1852111" y="546685"/>
                  </a:lnTo>
                  <a:lnTo>
                    <a:pt x="1855119" y="544429"/>
                  </a:lnTo>
                  <a:lnTo>
                    <a:pt x="1858127" y="542173"/>
                  </a:lnTo>
                  <a:lnTo>
                    <a:pt x="1861135" y="541421"/>
                  </a:lnTo>
                  <a:lnTo>
                    <a:pt x="1861887" y="541421"/>
                  </a:lnTo>
                  <a:lnTo>
                    <a:pt x="1864895" y="541421"/>
                  </a:lnTo>
                  <a:lnTo>
                    <a:pt x="1869406" y="540669"/>
                  </a:lnTo>
                  <a:lnTo>
                    <a:pt x="1872415" y="539917"/>
                  </a:lnTo>
                  <a:lnTo>
                    <a:pt x="1876174" y="542173"/>
                  </a:lnTo>
                  <a:lnTo>
                    <a:pt x="1878430" y="539165"/>
                  </a:lnTo>
                  <a:lnTo>
                    <a:pt x="1879183" y="536157"/>
                  </a:lnTo>
                  <a:lnTo>
                    <a:pt x="1881438" y="533901"/>
                  </a:lnTo>
                  <a:lnTo>
                    <a:pt x="1885950" y="531645"/>
                  </a:lnTo>
                  <a:lnTo>
                    <a:pt x="1888206" y="529390"/>
                  </a:lnTo>
                  <a:lnTo>
                    <a:pt x="1890462" y="528637"/>
                  </a:lnTo>
                  <a:lnTo>
                    <a:pt x="1891966" y="529390"/>
                  </a:lnTo>
                  <a:lnTo>
                    <a:pt x="1893470" y="527886"/>
                  </a:lnTo>
                  <a:lnTo>
                    <a:pt x="1896478" y="527134"/>
                  </a:lnTo>
                  <a:lnTo>
                    <a:pt x="1899485" y="527134"/>
                  </a:lnTo>
                  <a:lnTo>
                    <a:pt x="1900989" y="528637"/>
                  </a:lnTo>
                  <a:lnTo>
                    <a:pt x="1900238" y="530893"/>
                  </a:lnTo>
                  <a:lnTo>
                    <a:pt x="1897982" y="531645"/>
                  </a:lnTo>
                  <a:lnTo>
                    <a:pt x="1894222" y="532397"/>
                  </a:lnTo>
                  <a:lnTo>
                    <a:pt x="1891214" y="534653"/>
                  </a:lnTo>
                  <a:lnTo>
                    <a:pt x="1892718" y="536909"/>
                  </a:lnTo>
                  <a:lnTo>
                    <a:pt x="1891966" y="539917"/>
                  </a:lnTo>
                  <a:lnTo>
                    <a:pt x="1890462" y="541421"/>
                  </a:lnTo>
                  <a:lnTo>
                    <a:pt x="1890462" y="542925"/>
                  </a:lnTo>
                  <a:lnTo>
                    <a:pt x="1892718" y="544429"/>
                  </a:lnTo>
                  <a:lnTo>
                    <a:pt x="1891966" y="547437"/>
                  </a:lnTo>
                  <a:lnTo>
                    <a:pt x="1891214" y="550445"/>
                  </a:lnTo>
                  <a:lnTo>
                    <a:pt x="1893470" y="550445"/>
                  </a:lnTo>
                  <a:lnTo>
                    <a:pt x="1894222" y="551197"/>
                  </a:lnTo>
                  <a:lnTo>
                    <a:pt x="1891966" y="553453"/>
                  </a:lnTo>
                  <a:lnTo>
                    <a:pt x="1894222" y="553453"/>
                  </a:lnTo>
                  <a:lnTo>
                    <a:pt x="1895726" y="553453"/>
                  </a:lnTo>
                  <a:lnTo>
                    <a:pt x="1897230" y="552701"/>
                  </a:lnTo>
                  <a:lnTo>
                    <a:pt x="1897230" y="551197"/>
                  </a:lnTo>
                  <a:lnTo>
                    <a:pt x="1897982" y="550445"/>
                  </a:lnTo>
                  <a:lnTo>
                    <a:pt x="1899485" y="551197"/>
                  </a:lnTo>
                  <a:lnTo>
                    <a:pt x="1901742" y="551949"/>
                  </a:lnTo>
                  <a:lnTo>
                    <a:pt x="1902494" y="552701"/>
                  </a:lnTo>
                  <a:lnTo>
                    <a:pt x="1904749" y="551197"/>
                  </a:lnTo>
                  <a:lnTo>
                    <a:pt x="1906253" y="548189"/>
                  </a:lnTo>
                  <a:lnTo>
                    <a:pt x="1909261" y="548189"/>
                  </a:lnTo>
                  <a:lnTo>
                    <a:pt x="1908509" y="550445"/>
                  </a:lnTo>
                  <a:lnTo>
                    <a:pt x="1908509" y="553453"/>
                  </a:lnTo>
                  <a:lnTo>
                    <a:pt x="1909261" y="557213"/>
                  </a:lnTo>
                  <a:lnTo>
                    <a:pt x="1910013" y="557965"/>
                  </a:lnTo>
                  <a:lnTo>
                    <a:pt x="1910765" y="557213"/>
                  </a:lnTo>
                  <a:lnTo>
                    <a:pt x="1910765" y="554205"/>
                  </a:lnTo>
                  <a:lnTo>
                    <a:pt x="1911517" y="551949"/>
                  </a:lnTo>
                  <a:lnTo>
                    <a:pt x="1913773" y="550445"/>
                  </a:lnTo>
                  <a:lnTo>
                    <a:pt x="1915277" y="549693"/>
                  </a:lnTo>
                  <a:lnTo>
                    <a:pt x="1916029" y="551949"/>
                  </a:lnTo>
                  <a:lnTo>
                    <a:pt x="1916029" y="557965"/>
                  </a:lnTo>
                  <a:lnTo>
                    <a:pt x="1916029" y="558716"/>
                  </a:lnTo>
                  <a:lnTo>
                    <a:pt x="1915277" y="561724"/>
                  </a:lnTo>
                  <a:lnTo>
                    <a:pt x="1915277" y="563228"/>
                  </a:lnTo>
                  <a:lnTo>
                    <a:pt x="1917533" y="560972"/>
                  </a:lnTo>
                  <a:lnTo>
                    <a:pt x="1918285" y="558716"/>
                  </a:lnTo>
                  <a:lnTo>
                    <a:pt x="1919037" y="555709"/>
                  </a:lnTo>
                  <a:lnTo>
                    <a:pt x="1919037" y="551197"/>
                  </a:lnTo>
                  <a:lnTo>
                    <a:pt x="1920541" y="551197"/>
                  </a:lnTo>
                  <a:lnTo>
                    <a:pt x="1922045" y="554205"/>
                  </a:lnTo>
                  <a:lnTo>
                    <a:pt x="1925805" y="558716"/>
                  </a:lnTo>
                  <a:lnTo>
                    <a:pt x="1926557" y="560972"/>
                  </a:lnTo>
                  <a:lnTo>
                    <a:pt x="1925805" y="558716"/>
                  </a:lnTo>
                  <a:lnTo>
                    <a:pt x="1923549" y="554957"/>
                  </a:lnTo>
                  <a:lnTo>
                    <a:pt x="1922045" y="552701"/>
                  </a:lnTo>
                  <a:lnTo>
                    <a:pt x="1922045" y="551949"/>
                  </a:lnTo>
                  <a:lnTo>
                    <a:pt x="1921293" y="551197"/>
                  </a:lnTo>
                  <a:lnTo>
                    <a:pt x="1921293" y="550445"/>
                  </a:lnTo>
                  <a:lnTo>
                    <a:pt x="1924301" y="548941"/>
                  </a:lnTo>
                  <a:lnTo>
                    <a:pt x="1922797" y="547437"/>
                  </a:lnTo>
                  <a:lnTo>
                    <a:pt x="1921293" y="546685"/>
                  </a:lnTo>
                  <a:lnTo>
                    <a:pt x="1922045" y="544429"/>
                  </a:lnTo>
                  <a:lnTo>
                    <a:pt x="1923549" y="542173"/>
                  </a:lnTo>
                  <a:lnTo>
                    <a:pt x="1924301" y="539165"/>
                  </a:lnTo>
                  <a:lnTo>
                    <a:pt x="1926557" y="536157"/>
                  </a:lnTo>
                  <a:lnTo>
                    <a:pt x="1928813" y="533901"/>
                  </a:lnTo>
                  <a:lnTo>
                    <a:pt x="1934077" y="532397"/>
                  </a:lnTo>
                  <a:lnTo>
                    <a:pt x="1938588" y="534653"/>
                  </a:lnTo>
                  <a:lnTo>
                    <a:pt x="1937836" y="539917"/>
                  </a:lnTo>
                  <a:lnTo>
                    <a:pt x="1937084" y="539917"/>
                  </a:lnTo>
                  <a:lnTo>
                    <a:pt x="1935581" y="540669"/>
                  </a:lnTo>
                  <a:lnTo>
                    <a:pt x="1933324" y="542925"/>
                  </a:lnTo>
                  <a:lnTo>
                    <a:pt x="1931821" y="546685"/>
                  </a:lnTo>
                  <a:lnTo>
                    <a:pt x="1931068" y="548189"/>
                  </a:lnTo>
                  <a:lnTo>
                    <a:pt x="1933324" y="547437"/>
                  </a:lnTo>
                  <a:lnTo>
                    <a:pt x="1934077" y="548189"/>
                  </a:lnTo>
                  <a:lnTo>
                    <a:pt x="1934077" y="549693"/>
                  </a:lnTo>
                  <a:lnTo>
                    <a:pt x="1931821" y="550445"/>
                  </a:lnTo>
                  <a:lnTo>
                    <a:pt x="1931821" y="551197"/>
                  </a:lnTo>
                  <a:lnTo>
                    <a:pt x="1932572" y="551949"/>
                  </a:lnTo>
                  <a:lnTo>
                    <a:pt x="1932572" y="552701"/>
                  </a:lnTo>
                  <a:lnTo>
                    <a:pt x="1931821" y="553453"/>
                  </a:lnTo>
                  <a:lnTo>
                    <a:pt x="1931068" y="554957"/>
                  </a:lnTo>
                  <a:lnTo>
                    <a:pt x="1931068" y="555709"/>
                  </a:lnTo>
                  <a:lnTo>
                    <a:pt x="1932572" y="557965"/>
                  </a:lnTo>
                  <a:lnTo>
                    <a:pt x="1924301" y="574508"/>
                  </a:lnTo>
                  <a:lnTo>
                    <a:pt x="1929564" y="569244"/>
                  </a:lnTo>
                  <a:lnTo>
                    <a:pt x="1931068" y="568492"/>
                  </a:lnTo>
                  <a:lnTo>
                    <a:pt x="1932572" y="568492"/>
                  </a:lnTo>
                  <a:lnTo>
                    <a:pt x="1934828" y="569244"/>
                  </a:lnTo>
                  <a:lnTo>
                    <a:pt x="1936332" y="569996"/>
                  </a:lnTo>
                  <a:lnTo>
                    <a:pt x="1939340" y="569244"/>
                  </a:lnTo>
                  <a:lnTo>
                    <a:pt x="1940844" y="565484"/>
                  </a:lnTo>
                  <a:lnTo>
                    <a:pt x="1941596" y="563980"/>
                  </a:lnTo>
                  <a:lnTo>
                    <a:pt x="1943100" y="563980"/>
                  </a:lnTo>
                  <a:lnTo>
                    <a:pt x="1943852" y="565484"/>
                  </a:lnTo>
                  <a:lnTo>
                    <a:pt x="1942348" y="571500"/>
                  </a:lnTo>
                  <a:lnTo>
                    <a:pt x="1942348" y="573756"/>
                  </a:lnTo>
                  <a:lnTo>
                    <a:pt x="1943852" y="571500"/>
                  </a:lnTo>
                  <a:lnTo>
                    <a:pt x="1945356" y="568492"/>
                  </a:lnTo>
                  <a:lnTo>
                    <a:pt x="1945356" y="562476"/>
                  </a:lnTo>
                  <a:lnTo>
                    <a:pt x="1945356" y="560972"/>
                  </a:lnTo>
                  <a:lnTo>
                    <a:pt x="1946860" y="559468"/>
                  </a:lnTo>
                  <a:lnTo>
                    <a:pt x="1947612" y="558716"/>
                  </a:lnTo>
                  <a:lnTo>
                    <a:pt x="1949116" y="557965"/>
                  </a:lnTo>
                  <a:lnTo>
                    <a:pt x="1949868" y="557965"/>
                  </a:lnTo>
                  <a:lnTo>
                    <a:pt x="1950620" y="559468"/>
                  </a:lnTo>
                  <a:lnTo>
                    <a:pt x="1950620" y="560220"/>
                  </a:lnTo>
                  <a:lnTo>
                    <a:pt x="1951372" y="561724"/>
                  </a:lnTo>
                  <a:lnTo>
                    <a:pt x="1953628" y="566236"/>
                  </a:lnTo>
                  <a:lnTo>
                    <a:pt x="1954380" y="569244"/>
                  </a:lnTo>
                  <a:lnTo>
                    <a:pt x="1952876" y="569996"/>
                  </a:lnTo>
                  <a:lnTo>
                    <a:pt x="1951372" y="571500"/>
                  </a:lnTo>
                  <a:lnTo>
                    <a:pt x="1949868" y="573756"/>
                  </a:lnTo>
                  <a:lnTo>
                    <a:pt x="1949868" y="576764"/>
                  </a:lnTo>
                  <a:lnTo>
                    <a:pt x="1951372" y="578268"/>
                  </a:lnTo>
                  <a:lnTo>
                    <a:pt x="1945356" y="580524"/>
                  </a:lnTo>
                  <a:lnTo>
                    <a:pt x="1943852" y="582028"/>
                  </a:lnTo>
                  <a:lnTo>
                    <a:pt x="1943100" y="583532"/>
                  </a:lnTo>
                  <a:lnTo>
                    <a:pt x="1942348" y="585036"/>
                  </a:lnTo>
                  <a:lnTo>
                    <a:pt x="1942348" y="586540"/>
                  </a:lnTo>
                  <a:lnTo>
                    <a:pt x="1942348" y="588043"/>
                  </a:lnTo>
                  <a:lnTo>
                    <a:pt x="1941596" y="588795"/>
                  </a:lnTo>
                  <a:lnTo>
                    <a:pt x="1940844" y="589547"/>
                  </a:lnTo>
                  <a:lnTo>
                    <a:pt x="1939340" y="591051"/>
                  </a:lnTo>
                  <a:lnTo>
                    <a:pt x="1939340" y="592555"/>
                  </a:lnTo>
                  <a:lnTo>
                    <a:pt x="1940092" y="594811"/>
                  </a:lnTo>
                  <a:lnTo>
                    <a:pt x="1943852" y="597819"/>
                  </a:lnTo>
                  <a:lnTo>
                    <a:pt x="1945356" y="599323"/>
                  </a:lnTo>
                  <a:lnTo>
                    <a:pt x="1944604" y="602331"/>
                  </a:lnTo>
                  <a:lnTo>
                    <a:pt x="1940092" y="606091"/>
                  </a:lnTo>
                  <a:lnTo>
                    <a:pt x="1939340" y="609099"/>
                  </a:lnTo>
                  <a:lnTo>
                    <a:pt x="1938588" y="612859"/>
                  </a:lnTo>
                  <a:lnTo>
                    <a:pt x="1934828" y="617370"/>
                  </a:lnTo>
                  <a:lnTo>
                    <a:pt x="1934077" y="620378"/>
                  </a:lnTo>
                  <a:lnTo>
                    <a:pt x="1935581" y="629402"/>
                  </a:lnTo>
                  <a:lnTo>
                    <a:pt x="1937084" y="633914"/>
                  </a:lnTo>
                  <a:lnTo>
                    <a:pt x="1936332" y="635418"/>
                  </a:lnTo>
                  <a:lnTo>
                    <a:pt x="1934828" y="636170"/>
                  </a:lnTo>
                  <a:lnTo>
                    <a:pt x="1934077" y="637674"/>
                  </a:lnTo>
                  <a:lnTo>
                    <a:pt x="1933324" y="639178"/>
                  </a:lnTo>
                  <a:lnTo>
                    <a:pt x="1933324" y="640682"/>
                  </a:lnTo>
                  <a:lnTo>
                    <a:pt x="1934077" y="642938"/>
                  </a:lnTo>
                  <a:lnTo>
                    <a:pt x="1934077" y="649705"/>
                  </a:lnTo>
                  <a:lnTo>
                    <a:pt x="1933324" y="650457"/>
                  </a:lnTo>
                  <a:lnTo>
                    <a:pt x="1931068" y="651209"/>
                  </a:lnTo>
                  <a:lnTo>
                    <a:pt x="1931068" y="652713"/>
                  </a:lnTo>
                  <a:lnTo>
                    <a:pt x="1929564" y="654969"/>
                  </a:lnTo>
                  <a:lnTo>
                    <a:pt x="1927309" y="656473"/>
                  </a:lnTo>
                  <a:lnTo>
                    <a:pt x="1921293" y="657225"/>
                  </a:lnTo>
                  <a:lnTo>
                    <a:pt x="1918285" y="657225"/>
                  </a:lnTo>
                  <a:lnTo>
                    <a:pt x="1916781" y="657225"/>
                  </a:lnTo>
                  <a:lnTo>
                    <a:pt x="1916029" y="658729"/>
                  </a:lnTo>
                  <a:lnTo>
                    <a:pt x="1917533" y="665497"/>
                  </a:lnTo>
                  <a:lnTo>
                    <a:pt x="1918285" y="668505"/>
                  </a:lnTo>
                  <a:lnTo>
                    <a:pt x="1920541" y="668505"/>
                  </a:lnTo>
                  <a:lnTo>
                    <a:pt x="1926557" y="667001"/>
                  </a:lnTo>
                  <a:lnTo>
                    <a:pt x="1929564" y="667753"/>
                  </a:lnTo>
                  <a:lnTo>
                    <a:pt x="1931821" y="669257"/>
                  </a:lnTo>
                  <a:lnTo>
                    <a:pt x="1932572" y="671512"/>
                  </a:lnTo>
                  <a:lnTo>
                    <a:pt x="1932572" y="674520"/>
                  </a:lnTo>
                  <a:lnTo>
                    <a:pt x="1932572" y="675272"/>
                  </a:lnTo>
                  <a:lnTo>
                    <a:pt x="1931068" y="676776"/>
                  </a:lnTo>
                  <a:lnTo>
                    <a:pt x="1931068" y="678280"/>
                  </a:lnTo>
                  <a:lnTo>
                    <a:pt x="1931068" y="679032"/>
                  </a:lnTo>
                  <a:lnTo>
                    <a:pt x="1931821" y="680536"/>
                  </a:lnTo>
                  <a:lnTo>
                    <a:pt x="1931821" y="681288"/>
                  </a:lnTo>
                  <a:lnTo>
                    <a:pt x="1931821" y="687304"/>
                  </a:lnTo>
                  <a:lnTo>
                    <a:pt x="1930317" y="694072"/>
                  </a:lnTo>
                  <a:lnTo>
                    <a:pt x="1925053" y="706855"/>
                  </a:lnTo>
                  <a:lnTo>
                    <a:pt x="1922045" y="719639"/>
                  </a:lnTo>
                  <a:lnTo>
                    <a:pt x="1919037" y="724903"/>
                  </a:lnTo>
                  <a:lnTo>
                    <a:pt x="1915277" y="729415"/>
                  </a:lnTo>
                  <a:lnTo>
                    <a:pt x="1910765" y="732422"/>
                  </a:lnTo>
                  <a:lnTo>
                    <a:pt x="1912269" y="732422"/>
                  </a:lnTo>
                  <a:lnTo>
                    <a:pt x="1910765" y="733174"/>
                  </a:lnTo>
                  <a:lnTo>
                    <a:pt x="1908509" y="736182"/>
                  </a:lnTo>
                  <a:lnTo>
                    <a:pt x="1907005" y="736182"/>
                  </a:lnTo>
                  <a:lnTo>
                    <a:pt x="1904749" y="736182"/>
                  </a:lnTo>
                  <a:lnTo>
                    <a:pt x="1903245" y="734678"/>
                  </a:lnTo>
                  <a:lnTo>
                    <a:pt x="1901742" y="734678"/>
                  </a:lnTo>
                  <a:lnTo>
                    <a:pt x="1899485" y="735430"/>
                  </a:lnTo>
                  <a:lnTo>
                    <a:pt x="1899485" y="736182"/>
                  </a:lnTo>
                  <a:lnTo>
                    <a:pt x="1902494" y="738438"/>
                  </a:lnTo>
                  <a:lnTo>
                    <a:pt x="1901742" y="742198"/>
                  </a:lnTo>
                  <a:lnTo>
                    <a:pt x="1900989" y="745206"/>
                  </a:lnTo>
                  <a:lnTo>
                    <a:pt x="1900989" y="747462"/>
                  </a:lnTo>
                  <a:lnTo>
                    <a:pt x="1896478" y="752726"/>
                  </a:lnTo>
                  <a:lnTo>
                    <a:pt x="1895726" y="754982"/>
                  </a:lnTo>
                  <a:lnTo>
                    <a:pt x="1895726" y="755734"/>
                  </a:lnTo>
                  <a:lnTo>
                    <a:pt x="1897230" y="754982"/>
                  </a:lnTo>
                  <a:lnTo>
                    <a:pt x="1898734" y="754982"/>
                  </a:lnTo>
                  <a:lnTo>
                    <a:pt x="1900238" y="754230"/>
                  </a:lnTo>
                  <a:lnTo>
                    <a:pt x="1901742" y="753478"/>
                  </a:lnTo>
                  <a:lnTo>
                    <a:pt x="1902494" y="753478"/>
                  </a:lnTo>
                  <a:lnTo>
                    <a:pt x="1902494" y="755734"/>
                  </a:lnTo>
                  <a:lnTo>
                    <a:pt x="1902494" y="756486"/>
                  </a:lnTo>
                  <a:lnTo>
                    <a:pt x="1901742" y="757989"/>
                  </a:lnTo>
                  <a:lnTo>
                    <a:pt x="1900989" y="758741"/>
                  </a:lnTo>
                  <a:lnTo>
                    <a:pt x="1900238" y="759494"/>
                  </a:lnTo>
                  <a:lnTo>
                    <a:pt x="1898734" y="760245"/>
                  </a:lnTo>
                  <a:lnTo>
                    <a:pt x="1898734" y="764005"/>
                  </a:lnTo>
                  <a:lnTo>
                    <a:pt x="1899485" y="770021"/>
                  </a:lnTo>
                  <a:lnTo>
                    <a:pt x="1899485" y="775285"/>
                  </a:lnTo>
                  <a:lnTo>
                    <a:pt x="1898734" y="778293"/>
                  </a:lnTo>
                  <a:lnTo>
                    <a:pt x="1897230" y="779797"/>
                  </a:lnTo>
                  <a:lnTo>
                    <a:pt x="1895726" y="780549"/>
                  </a:lnTo>
                  <a:lnTo>
                    <a:pt x="1894222" y="780549"/>
                  </a:lnTo>
                  <a:lnTo>
                    <a:pt x="1890462" y="781301"/>
                  </a:lnTo>
                  <a:lnTo>
                    <a:pt x="1889710" y="781301"/>
                  </a:lnTo>
                  <a:lnTo>
                    <a:pt x="1888958" y="782805"/>
                  </a:lnTo>
                  <a:lnTo>
                    <a:pt x="1888958" y="784309"/>
                  </a:lnTo>
                  <a:lnTo>
                    <a:pt x="1889710" y="785061"/>
                  </a:lnTo>
                  <a:lnTo>
                    <a:pt x="1889710" y="785813"/>
                  </a:lnTo>
                  <a:lnTo>
                    <a:pt x="1887454" y="791076"/>
                  </a:lnTo>
                  <a:lnTo>
                    <a:pt x="1885950" y="792580"/>
                  </a:lnTo>
                  <a:lnTo>
                    <a:pt x="1885198" y="794084"/>
                  </a:lnTo>
                  <a:lnTo>
                    <a:pt x="1882190" y="795588"/>
                  </a:lnTo>
                  <a:lnTo>
                    <a:pt x="1881438" y="795588"/>
                  </a:lnTo>
                  <a:lnTo>
                    <a:pt x="1879183" y="795588"/>
                  </a:lnTo>
                  <a:lnTo>
                    <a:pt x="1878430" y="795588"/>
                  </a:lnTo>
                  <a:lnTo>
                    <a:pt x="1874670" y="798596"/>
                  </a:lnTo>
                  <a:lnTo>
                    <a:pt x="1873919" y="798596"/>
                  </a:lnTo>
                  <a:lnTo>
                    <a:pt x="1873166" y="799348"/>
                  </a:lnTo>
                  <a:lnTo>
                    <a:pt x="1871663" y="797844"/>
                  </a:lnTo>
                  <a:lnTo>
                    <a:pt x="1870159" y="801604"/>
                  </a:lnTo>
                  <a:lnTo>
                    <a:pt x="1864143" y="806868"/>
                  </a:lnTo>
                  <a:lnTo>
                    <a:pt x="1863391" y="809876"/>
                  </a:lnTo>
                  <a:lnTo>
                    <a:pt x="1870159" y="820403"/>
                  </a:lnTo>
                  <a:lnTo>
                    <a:pt x="1872415" y="819651"/>
                  </a:lnTo>
                  <a:lnTo>
                    <a:pt x="1873166" y="820403"/>
                  </a:lnTo>
                  <a:lnTo>
                    <a:pt x="1873166" y="822659"/>
                  </a:lnTo>
                  <a:lnTo>
                    <a:pt x="1873919" y="824915"/>
                  </a:lnTo>
                  <a:lnTo>
                    <a:pt x="1874670" y="825667"/>
                  </a:lnTo>
                  <a:lnTo>
                    <a:pt x="1876174" y="825667"/>
                  </a:lnTo>
                  <a:lnTo>
                    <a:pt x="1876926" y="825667"/>
                  </a:lnTo>
                  <a:lnTo>
                    <a:pt x="1877678" y="827171"/>
                  </a:lnTo>
                  <a:lnTo>
                    <a:pt x="1876926" y="827171"/>
                  </a:lnTo>
                  <a:lnTo>
                    <a:pt x="1875423" y="827923"/>
                  </a:lnTo>
                  <a:lnTo>
                    <a:pt x="1873166" y="828675"/>
                  </a:lnTo>
                  <a:lnTo>
                    <a:pt x="1872415" y="829427"/>
                  </a:lnTo>
                  <a:lnTo>
                    <a:pt x="1870911" y="830931"/>
                  </a:lnTo>
                  <a:lnTo>
                    <a:pt x="1870159" y="831683"/>
                  </a:lnTo>
                  <a:lnTo>
                    <a:pt x="1870159" y="833187"/>
                  </a:lnTo>
                  <a:lnTo>
                    <a:pt x="1870159" y="835443"/>
                  </a:lnTo>
                  <a:lnTo>
                    <a:pt x="1866399" y="833187"/>
                  </a:lnTo>
                  <a:lnTo>
                    <a:pt x="1865647" y="836947"/>
                  </a:lnTo>
                  <a:lnTo>
                    <a:pt x="1867903" y="848226"/>
                  </a:lnTo>
                  <a:lnTo>
                    <a:pt x="1867903" y="849730"/>
                  </a:lnTo>
                  <a:lnTo>
                    <a:pt x="1867151" y="850482"/>
                  </a:lnTo>
                  <a:lnTo>
                    <a:pt x="1867151" y="851234"/>
                  </a:lnTo>
                  <a:lnTo>
                    <a:pt x="1865647" y="851986"/>
                  </a:lnTo>
                  <a:lnTo>
                    <a:pt x="1864895" y="853490"/>
                  </a:lnTo>
                  <a:lnTo>
                    <a:pt x="1863391" y="864018"/>
                  </a:lnTo>
                  <a:lnTo>
                    <a:pt x="1858879" y="870034"/>
                  </a:lnTo>
                  <a:lnTo>
                    <a:pt x="1858127" y="872290"/>
                  </a:lnTo>
                  <a:lnTo>
                    <a:pt x="1857375" y="871538"/>
                  </a:lnTo>
                  <a:lnTo>
                    <a:pt x="1856623" y="870786"/>
                  </a:lnTo>
                  <a:lnTo>
                    <a:pt x="1855119" y="870786"/>
                  </a:lnTo>
                  <a:lnTo>
                    <a:pt x="1853615" y="871538"/>
                  </a:lnTo>
                  <a:lnTo>
                    <a:pt x="1855119" y="871538"/>
                  </a:lnTo>
                  <a:lnTo>
                    <a:pt x="1852863" y="872290"/>
                  </a:lnTo>
                  <a:lnTo>
                    <a:pt x="1852863" y="873793"/>
                  </a:lnTo>
                  <a:lnTo>
                    <a:pt x="1855871" y="873793"/>
                  </a:lnTo>
                  <a:lnTo>
                    <a:pt x="1854367" y="876801"/>
                  </a:lnTo>
                  <a:lnTo>
                    <a:pt x="1852111" y="879057"/>
                  </a:lnTo>
                  <a:lnTo>
                    <a:pt x="1848351" y="879809"/>
                  </a:lnTo>
                  <a:lnTo>
                    <a:pt x="1847600" y="881313"/>
                  </a:lnTo>
                  <a:lnTo>
                    <a:pt x="1847600" y="882817"/>
                  </a:lnTo>
                  <a:lnTo>
                    <a:pt x="1848351" y="883569"/>
                  </a:lnTo>
                  <a:lnTo>
                    <a:pt x="1849855" y="883569"/>
                  </a:lnTo>
                  <a:lnTo>
                    <a:pt x="1849104" y="884321"/>
                  </a:lnTo>
                  <a:lnTo>
                    <a:pt x="1849104" y="885073"/>
                  </a:lnTo>
                  <a:lnTo>
                    <a:pt x="1848351" y="885825"/>
                  </a:lnTo>
                  <a:lnTo>
                    <a:pt x="1846847" y="885825"/>
                  </a:lnTo>
                  <a:lnTo>
                    <a:pt x="1846847" y="886577"/>
                  </a:lnTo>
                  <a:lnTo>
                    <a:pt x="1846847" y="887329"/>
                  </a:lnTo>
                  <a:lnTo>
                    <a:pt x="1846847" y="888081"/>
                  </a:lnTo>
                  <a:lnTo>
                    <a:pt x="1846847" y="888833"/>
                  </a:lnTo>
                  <a:lnTo>
                    <a:pt x="1845344" y="890337"/>
                  </a:lnTo>
                  <a:lnTo>
                    <a:pt x="1842336" y="891841"/>
                  </a:lnTo>
                  <a:lnTo>
                    <a:pt x="1841584" y="893345"/>
                  </a:lnTo>
                  <a:lnTo>
                    <a:pt x="1840832" y="894849"/>
                  </a:lnTo>
                  <a:lnTo>
                    <a:pt x="1840080" y="897857"/>
                  </a:lnTo>
                  <a:lnTo>
                    <a:pt x="1839328" y="899361"/>
                  </a:lnTo>
                  <a:lnTo>
                    <a:pt x="1838576" y="900113"/>
                  </a:lnTo>
                  <a:lnTo>
                    <a:pt x="1836320" y="900113"/>
                  </a:lnTo>
                  <a:lnTo>
                    <a:pt x="1834816" y="900113"/>
                  </a:lnTo>
                  <a:lnTo>
                    <a:pt x="1834064" y="900113"/>
                  </a:lnTo>
                  <a:lnTo>
                    <a:pt x="1832560" y="900113"/>
                  </a:lnTo>
                  <a:lnTo>
                    <a:pt x="1831056" y="900864"/>
                  </a:lnTo>
                  <a:lnTo>
                    <a:pt x="1828800" y="903120"/>
                  </a:lnTo>
                  <a:lnTo>
                    <a:pt x="1825792" y="906128"/>
                  </a:lnTo>
                  <a:lnTo>
                    <a:pt x="1824288" y="907632"/>
                  </a:lnTo>
                  <a:lnTo>
                    <a:pt x="1823536" y="907632"/>
                  </a:lnTo>
                  <a:lnTo>
                    <a:pt x="1823536" y="908384"/>
                  </a:lnTo>
                  <a:lnTo>
                    <a:pt x="1821280" y="909888"/>
                  </a:lnTo>
                  <a:lnTo>
                    <a:pt x="1820528" y="911392"/>
                  </a:lnTo>
                  <a:lnTo>
                    <a:pt x="1820528" y="914400"/>
                  </a:lnTo>
                  <a:lnTo>
                    <a:pt x="1821280" y="915904"/>
                  </a:lnTo>
                  <a:lnTo>
                    <a:pt x="1822032" y="917408"/>
                  </a:lnTo>
                  <a:lnTo>
                    <a:pt x="1819776" y="921168"/>
                  </a:lnTo>
                  <a:lnTo>
                    <a:pt x="1819025" y="922672"/>
                  </a:lnTo>
                  <a:lnTo>
                    <a:pt x="1819776" y="924176"/>
                  </a:lnTo>
                  <a:lnTo>
                    <a:pt x="1817521" y="924928"/>
                  </a:lnTo>
                  <a:lnTo>
                    <a:pt x="1817521" y="925680"/>
                  </a:lnTo>
                  <a:lnTo>
                    <a:pt x="1818272" y="927936"/>
                  </a:lnTo>
                  <a:lnTo>
                    <a:pt x="1817521" y="929439"/>
                  </a:lnTo>
                  <a:lnTo>
                    <a:pt x="1816017" y="930192"/>
                  </a:lnTo>
                  <a:lnTo>
                    <a:pt x="1814513" y="930943"/>
                  </a:lnTo>
                  <a:lnTo>
                    <a:pt x="1813008" y="931695"/>
                  </a:lnTo>
                  <a:lnTo>
                    <a:pt x="1813761" y="933951"/>
                  </a:lnTo>
                  <a:lnTo>
                    <a:pt x="1813008" y="933951"/>
                  </a:lnTo>
                  <a:lnTo>
                    <a:pt x="1810001" y="934703"/>
                  </a:lnTo>
                  <a:lnTo>
                    <a:pt x="1809249" y="934703"/>
                  </a:lnTo>
                  <a:lnTo>
                    <a:pt x="1808497" y="936207"/>
                  </a:lnTo>
                  <a:lnTo>
                    <a:pt x="1808497" y="936959"/>
                  </a:lnTo>
                  <a:lnTo>
                    <a:pt x="1808497" y="937711"/>
                  </a:lnTo>
                  <a:lnTo>
                    <a:pt x="1808497" y="939215"/>
                  </a:lnTo>
                  <a:lnTo>
                    <a:pt x="1809249" y="939967"/>
                  </a:lnTo>
                  <a:lnTo>
                    <a:pt x="1809249" y="940719"/>
                  </a:lnTo>
                  <a:lnTo>
                    <a:pt x="1808497" y="941471"/>
                  </a:lnTo>
                  <a:lnTo>
                    <a:pt x="1807745" y="942975"/>
                  </a:lnTo>
                  <a:lnTo>
                    <a:pt x="1806993" y="942975"/>
                  </a:lnTo>
                  <a:lnTo>
                    <a:pt x="1806993" y="944479"/>
                  </a:lnTo>
                  <a:lnTo>
                    <a:pt x="1806993" y="947487"/>
                  </a:lnTo>
                  <a:lnTo>
                    <a:pt x="1806993" y="948991"/>
                  </a:lnTo>
                  <a:lnTo>
                    <a:pt x="1805489" y="950495"/>
                  </a:lnTo>
                  <a:lnTo>
                    <a:pt x="1805489" y="951999"/>
                  </a:lnTo>
                  <a:lnTo>
                    <a:pt x="1805489" y="952751"/>
                  </a:lnTo>
                  <a:lnTo>
                    <a:pt x="1806241" y="955007"/>
                  </a:lnTo>
                  <a:lnTo>
                    <a:pt x="1806241" y="956511"/>
                  </a:lnTo>
                  <a:lnTo>
                    <a:pt x="1805489" y="959518"/>
                  </a:lnTo>
                  <a:lnTo>
                    <a:pt x="1804737" y="964030"/>
                  </a:lnTo>
                  <a:lnTo>
                    <a:pt x="1802481" y="977566"/>
                  </a:lnTo>
                  <a:lnTo>
                    <a:pt x="1800977" y="982830"/>
                  </a:lnTo>
                  <a:lnTo>
                    <a:pt x="1797969" y="986590"/>
                  </a:lnTo>
                  <a:lnTo>
                    <a:pt x="1795713" y="988093"/>
                  </a:lnTo>
                  <a:lnTo>
                    <a:pt x="1791202" y="991101"/>
                  </a:lnTo>
                  <a:lnTo>
                    <a:pt x="1788946" y="992605"/>
                  </a:lnTo>
                  <a:lnTo>
                    <a:pt x="1785186" y="996365"/>
                  </a:lnTo>
                  <a:lnTo>
                    <a:pt x="1782178" y="1001629"/>
                  </a:lnTo>
                  <a:lnTo>
                    <a:pt x="1773154" y="1009901"/>
                  </a:lnTo>
                  <a:lnTo>
                    <a:pt x="1771650" y="1009149"/>
                  </a:lnTo>
                  <a:lnTo>
                    <a:pt x="1770146" y="1009901"/>
                  </a:lnTo>
                  <a:lnTo>
                    <a:pt x="1769394" y="1011405"/>
                  </a:lnTo>
                  <a:lnTo>
                    <a:pt x="1768642" y="1013661"/>
                  </a:lnTo>
                  <a:lnTo>
                    <a:pt x="1766386" y="1012157"/>
                  </a:lnTo>
                  <a:lnTo>
                    <a:pt x="1765634" y="1011405"/>
                  </a:lnTo>
                  <a:lnTo>
                    <a:pt x="1764130" y="1013661"/>
                  </a:lnTo>
                  <a:lnTo>
                    <a:pt x="1762627" y="1017420"/>
                  </a:lnTo>
                  <a:lnTo>
                    <a:pt x="1762627" y="1021180"/>
                  </a:lnTo>
                  <a:lnTo>
                    <a:pt x="1762627" y="1023436"/>
                  </a:lnTo>
                  <a:lnTo>
                    <a:pt x="1760370" y="1023436"/>
                  </a:lnTo>
                  <a:lnTo>
                    <a:pt x="1762627" y="1026444"/>
                  </a:lnTo>
                  <a:lnTo>
                    <a:pt x="1761123" y="1029452"/>
                  </a:lnTo>
                  <a:lnTo>
                    <a:pt x="1758867" y="1032460"/>
                  </a:lnTo>
                  <a:lnTo>
                    <a:pt x="1757363" y="1035468"/>
                  </a:lnTo>
                  <a:lnTo>
                    <a:pt x="1757363" y="1037724"/>
                  </a:lnTo>
                  <a:lnTo>
                    <a:pt x="1757363" y="1039228"/>
                  </a:lnTo>
                  <a:lnTo>
                    <a:pt x="1757363" y="1039980"/>
                  </a:lnTo>
                  <a:lnTo>
                    <a:pt x="1756610" y="1042236"/>
                  </a:lnTo>
                  <a:lnTo>
                    <a:pt x="1755107" y="1042988"/>
                  </a:lnTo>
                  <a:lnTo>
                    <a:pt x="1749843" y="1045995"/>
                  </a:lnTo>
                  <a:lnTo>
                    <a:pt x="1747587" y="1048251"/>
                  </a:lnTo>
                  <a:lnTo>
                    <a:pt x="1744579" y="1052011"/>
                  </a:lnTo>
                  <a:lnTo>
                    <a:pt x="1743827" y="1052763"/>
                  </a:lnTo>
                  <a:lnTo>
                    <a:pt x="1743075" y="1054267"/>
                  </a:lnTo>
                  <a:lnTo>
                    <a:pt x="1743075" y="1056523"/>
                  </a:lnTo>
                  <a:lnTo>
                    <a:pt x="1743075" y="1057275"/>
                  </a:lnTo>
                  <a:lnTo>
                    <a:pt x="1742323" y="1058027"/>
                  </a:lnTo>
                  <a:lnTo>
                    <a:pt x="1740067" y="1061787"/>
                  </a:lnTo>
                  <a:lnTo>
                    <a:pt x="1739315" y="1064795"/>
                  </a:lnTo>
                  <a:lnTo>
                    <a:pt x="1739315" y="1065547"/>
                  </a:lnTo>
                  <a:lnTo>
                    <a:pt x="1738563" y="1065547"/>
                  </a:lnTo>
                  <a:lnTo>
                    <a:pt x="1734803" y="1070059"/>
                  </a:lnTo>
                  <a:lnTo>
                    <a:pt x="1734051" y="1070811"/>
                  </a:lnTo>
                  <a:lnTo>
                    <a:pt x="1733299" y="1073067"/>
                  </a:lnTo>
                  <a:lnTo>
                    <a:pt x="1732548" y="1073818"/>
                  </a:lnTo>
                  <a:lnTo>
                    <a:pt x="1730291" y="1076074"/>
                  </a:lnTo>
                  <a:lnTo>
                    <a:pt x="1729540" y="1076826"/>
                  </a:lnTo>
                  <a:lnTo>
                    <a:pt x="1729540" y="1077578"/>
                  </a:lnTo>
                  <a:lnTo>
                    <a:pt x="1728788" y="1079834"/>
                  </a:lnTo>
                  <a:lnTo>
                    <a:pt x="1728036" y="1080586"/>
                  </a:lnTo>
                  <a:lnTo>
                    <a:pt x="1725028" y="1084346"/>
                  </a:lnTo>
                  <a:lnTo>
                    <a:pt x="1713748" y="1093370"/>
                  </a:lnTo>
                  <a:lnTo>
                    <a:pt x="1712996" y="1094122"/>
                  </a:lnTo>
                  <a:lnTo>
                    <a:pt x="1710740" y="1094122"/>
                  </a:lnTo>
                  <a:lnTo>
                    <a:pt x="1706980" y="1094122"/>
                  </a:lnTo>
                  <a:lnTo>
                    <a:pt x="1706229" y="1094122"/>
                  </a:lnTo>
                  <a:lnTo>
                    <a:pt x="1703972" y="1093370"/>
                  </a:lnTo>
                  <a:lnTo>
                    <a:pt x="1703220" y="1092618"/>
                  </a:lnTo>
                  <a:lnTo>
                    <a:pt x="1702469" y="1092618"/>
                  </a:lnTo>
                  <a:lnTo>
                    <a:pt x="1702469" y="1091866"/>
                  </a:lnTo>
                  <a:lnTo>
                    <a:pt x="1701716" y="1091114"/>
                  </a:lnTo>
                  <a:lnTo>
                    <a:pt x="1700965" y="1091114"/>
                  </a:lnTo>
                  <a:lnTo>
                    <a:pt x="1699461" y="1091866"/>
                  </a:lnTo>
                  <a:lnTo>
                    <a:pt x="1697205" y="1092618"/>
                  </a:lnTo>
                  <a:lnTo>
                    <a:pt x="1694949" y="1092618"/>
                  </a:lnTo>
                  <a:lnTo>
                    <a:pt x="1694197" y="1092618"/>
                  </a:lnTo>
                  <a:lnTo>
                    <a:pt x="1693445" y="1092618"/>
                  </a:lnTo>
                  <a:lnTo>
                    <a:pt x="1691189" y="1091866"/>
                  </a:lnTo>
                  <a:lnTo>
                    <a:pt x="1622759" y="1146008"/>
                  </a:lnTo>
                  <a:lnTo>
                    <a:pt x="1550570" y="1204662"/>
                  </a:lnTo>
                  <a:lnTo>
                    <a:pt x="1549066" y="1206166"/>
                  </a:lnTo>
                  <a:lnTo>
                    <a:pt x="1549066" y="1206918"/>
                  </a:lnTo>
                  <a:lnTo>
                    <a:pt x="1552074" y="1207670"/>
                  </a:lnTo>
                  <a:lnTo>
                    <a:pt x="1557337" y="1207670"/>
                  </a:lnTo>
                  <a:lnTo>
                    <a:pt x="1565609" y="1212934"/>
                  </a:lnTo>
                  <a:lnTo>
                    <a:pt x="1572377" y="1214438"/>
                  </a:lnTo>
                  <a:lnTo>
                    <a:pt x="1574633" y="1215190"/>
                  </a:lnTo>
                  <a:lnTo>
                    <a:pt x="1576889" y="1215941"/>
                  </a:lnTo>
                  <a:lnTo>
                    <a:pt x="1581401" y="1214438"/>
                  </a:lnTo>
                  <a:lnTo>
                    <a:pt x="1600952" y="1212934"/>
                  </a:lnTo>
                  <a:lnTo>
                    <a:pt x="1603960" y="1212934"/>
                  </a:lnTo>
                  <a:lnTo>
                    <a:pt x="1605464" y="1214438"/>
                  </a:lnTo>
                  <a:lnTo>
                    <a:pt x="1612984" y="1227973"/>
                  </a:lnTo>
                  <a:lnTo>
                    <a:pt x="1615992" y="1231733"/>
                  </a:lnTo>
                  <a:lnTo>
                    <a:pt x="1620503" y="1234741"/>
                  </a:lnTo>
                  <a:lnTo>
                    <a:pt x="1623511" y="1234741"/>
                  </a:lnTo>
                  <a:lnTo>
                    <a:pt x="1626519" y="1234741"/>
                  </a:lnTo>
                  <a:lnTo>
                    <a:pt x="1629527" y="1235493"/>
                  </a:lnTo>
                  <a:lnTo>
                    <a:pt x="1631031" y="1236997"/>
                  </a:lnTo>
                  <a:lnTo>
                    <a:pt x="1631783" y="1239253"/>
                  </a:lnTo>
                  <a:lnTo>
                    <a:pt x="1633287" y="1241509"/>
                  </a:lnTo>
                  <a:lnTo>
                    <a:pt x="1637047" y="1243765"/>
                  </a:lnTo>
                  <a:lnTo>
                    <a:pt x="1638551" y="1246020"/>
                  </a:lnTo>
                  <a:lnTo>
                    <a:pt x="1640055" y="1249028"/>
                  </a:lnTo>
                  <a:lnTo>
                    <a:pt x="1640055" y="1252036"/>
                  </a:lnTo>
                  <a:lnTo>
                    <a:pt x="1637799" y="1255044"/>
                  </a:lnTo>
                  <a:lnTo>
                    <a:pt x="1633287" y="1260308"/>
                  </a:lnTo>
                  <a:lnTo>
                    <a:pt x="1631031" y="1261812"/>
                  </a:lnTo>
                  <a:lnTo>
                    <a:pt x="1626519" y="1262564"/>
                  </a:lnTo>
                  <a:lnTo>
                    <a:pt x="1620503" y="1262564"/>
                  </a:lnTo>
                  <a:lnTo>
                    <a:pt x="1617495" y="1264068"/>
                  </a:lnTo>
                  <a:lnTo>
                    <a:pt x="1615992" y="1267076"/>
                  </a:lnTo>
                  <a:lnTo>
                    <a:pt x="1616744" y="1276099"/>
                  </a:lnTo>
                  <a:lnTo>
                    <a:pt x="1617495" y="1279107"/>
                  </a:lnTo>
                  <a:lnTo>
                    <a:pt x="1619752" y="1282867"/>
                  </a:lnTo>
                  <a:lnTo>
                    <a:pt x="1626519" y="1288883"/>
                  </a:lnTo>
                  <a:lnTo>
                    <a:pt x="1627271" y="1292643"/>
                  </a:lnTo>
                  <a:lnTo>
                    <a:pt x="1626519" y="1295651"/>
                  </a:lnTo>
                  <a:lnTo>
                    <a:pt x="1625015" y="1297155"/>
                  </a:lnTo>
                  <a:lnTo>
                    <a:pt x="1615239" y="1298659"/>
                  </a:lnTo>
                  <a:lnTo>
                    <a:pt x="1612984" y="1300163"/>
                  </a:lnTo>
                  <a:lnTo>
                    <a:pt x="1610728" y="1301667"/>
                  </a:lnTo>
                  <a:lnTo>
                    <a:pt x="1609976" y="1304674"/>
                  </a:lnTo>
                  <a:lnTo>
                    <a:pt x="1610728" y="1309186"/>
                  </a:lnTo>
                  <a:lnTo>
                    <a:pt x="1612984" y="1310690"/>
                  </a:lnTo>
                  <a:lnTo>
                    <a:pt x="1615992" y="1311442"/>
                  </a:lnTo>
                  <a:lnTo>
                    <a:pt x="1618248" y="1313698"/>
                  </a:lnTo>
                  <a:lnTo>
                    <a:pt x="1618248" y="1320466"/>
                  </a:lnTo>
                  <a:lnTo>
                    <a:pt x="1612232" y="1324226"/>
                  </a:lnTo>
                  <a:lnTo>
                    <a:pt x="1598696" y="1327234"/>
                  </a:lnTo>
                  <a:lnTo>
                    <a:pt x="1597192" y="1329490"/>
                  </a:lnTo>
                  <a:lnTo>
                    <a:pt x="1596440" y="1331746"/>
                  </a:lnTo>
                  <a:lnTo>
                    <a:pt x="1597192" y="1343025"/>
                  </a:lnTo>
                  <a:lnTo>
                    <a:pt x="1598696" y="1349041"/>
                  </a:lnTo>
                  <a:lnTo>
                    <a:pt x="1599448" y="1351297"/>
                  </a:lnTo>
                  <a:lnTo>
                    <a:pt x="1600952" y="1352049"/>
                  </a:lnTo>
                  <a:lnTo>
                    <a:pt x="1603208" y="1354305"/>
                  </a:lnTo>
                  <a:lnTo>
                    <a:pt x="1603960" y="1355809"/>
                  </a:lnTo>
                  <a:lnTo>
                    <a:pt x="1603960" y="1357313"/>
                  </a:lnTo>
                  <a:lnTo>
                    <a:pt x="1603960" y="1360320"/>
                  </a:lnTo>
                  <a:lnTo>
                    <a:pt x="1602456" y="1361072"/>
                  </a:lnTo>
                  <a:lnTo>
                    <a:pt x="1591176" y="1358065"/>
                  </a:lnTo>
                  <a:lnTo>
                    <a:pt x="1585161" y="1358816"/>
                  </a:lnTo>
                  <a:lnTo>
                    <a:pt x="1581401" y="1361825"/>
                  </a:lnTo>
                  <a:lnTo>
                    <a:pt x="1573881" y="1369344"/>
                  </a:lnTo>
                  <a:lnTo>
                    <a:pt x="1569369" y="1371600"/>
                  </a:lnTo>
                  <a:lnTo>
                    <a:pt x="1569369" y="1373104"/>
                  </a:lnTo>
                  <a:lnTo>
                    <a:pt x="1568617" y="1374608"/>
                  </a:lnTo>
                  <a:lnTo>
                    <a:pt x="1567865" y="1376112"/>
                  </a:lnTo>
                  <a:lnTo>
                    <a:pt x="1563354" y="1382128"/>
                  </a:lnTo>
                  <a:lnTo>
                    <a:pt x="1561097" y="1385136"/>
                  </a:lnTo>
                  <a:lnTo>
                    <a:pt x="1560345" y="1388144"/>
                  </a:lnTo>
                  <a:lnTo>
                    <a:pt x="1561097" y="1388895"/>
                  </a:lnTo>
                  <a:lnTo>
                    <a:pt x="1561850" y="1391151"/>
                  </a:lnTo>
                  <a:lnTo>
                    <a:pt x="1562601" y="1397919"/>
                  </a:lnTo>
                  <a:lnTo>
                    <a:pt x="1561850" y="1401679"/>
                  </a:lnTo>
                  <a:lnTo>
                    <a:pt x="1560345" y="1404687"/>
                  </a:lnTo>
                  <a:lnTo>
                    <a:pt x="1558090" y="1406191"/>
                  </a:lnTo>
                  <a:lnTo>
                    <a:pt x="1537786" y="1415214"/>
                  </a:lnTo>
                  <a:lnTo>
                    <a:pt x="1533275" y="1418223"/>
                  </a:lnTo>
                  <a:lnTo>
                    <a:pt x="1530267" y="1418223"/>
                  </a:lnTo>
                  <a:lnTo>
                    <a:pt x="1525755" y="1418974"/>
                  </a:lnTo>
                  <a:lnTo>
                    <a:pt x="1508459" y="1424238"/>
                  </a:lnTo>
                  <a:lnTo>
                    <a:pt x="1505452" y="1426494"/>
                  </a:lnTo>
                  <a:lnTo>
                    <a:pt x="1502443" y="1428750"/>
                  </a:lnTo>
                  <a:lnTo>
                    <a:pt x="1479884" y="1443038"/>
                  </a:lnTo>
                  <a:lnTo>
                    <a:pt x="1476877" y="1446797"/>
                  </a:lnTo>
                  <a:lnTo>
                    <a:pt x="1476124" y="1452813"/>
                  </a:lnTo>
                  <a:lnTo>
                    <a:pt x="1481388" y="1470861"/>
                  </a:lnTo>
                  <a:lnTo>
                    <a:pt x="1482140" y="1492668"/>
                  </a:lnTo>
                  <a:lnTo>
                    <a:pt x="1481388" y="1495676"/>
                  </a:lnTo>
                  <a:lnTo>
                    <a:pt x="1476877" y="1505451"/>
                  </a:lnTo>
                  <a:lnTo>
                    <a:pt x="1452813" y="1534026"/>
                  </a:lnTo>
                  <a:lnTo>
                    <a:pt x="1452061" y="1537786"/>
                  </a:lnTo>
                  <a:lnTo>
                    <a:pt x="1450558" y="1541546"/>
                  </a:lnTo>
                  <a:lnTo>
                    <a:pt x="1450558" y="1549066"/>
                  </a:lnTo>
                  <a:lnTo>
                    <a:pt x="1452813" y="1555834"/>
                  </a:lnTo>
                  <a:lnTo>
                    <a:pt x="1457325" y="1561849"/>
                  </a:lnTo>
                  <a:lnTo>
                    <a:pt x="1463341" y="1567113"/>
                  </a:lnTo>
                  <a:lnTo>
                    <a:pt x="1476124" y="1576137"/>
                  </a:lnTo>
                  <a:lnTo>
                    <a:pt x="1482140" y="1578393"/>
                  </a:lnTo>
                  <a:lnTo>
                    <a:pt x="1484396" y="1579897"/>
                  </a:lnTo>
                  <a:lnTo>
                    <a:pt x="1485148" y="1580649"/>
                  </a:lnTo>
                  <a:lnTo>
                    <a:pt x="1485148" y="1581401"/>
                  </a:lnTo>
                  <a:lnTo>
                    <a:pt x="1484396" y="1584409"/>
                  </a:lnTo>
                  <a:lnTo>
                    <a:pt x="1484396" y="1585913"/>
                  </a:lnTo>
                  <a:lnTo>
                    <a:pt x="1484396" y="1591176"/>
                  </a:lnTo>
                  <a:lnTo>
                    <a:pt x="1484396" y="1595688"/>
                  </a:lnTo>
                  <a:lnTo>
                    <a:pt x="1483644" y="1598696"/>
                  </a:lnTo>
                  <a:lnTo>
                    <a:pt x="1481388" y="1604712"/>
                  </a:lnTo>
                  <a:lnTo>
                    <a:pt x="1480636" y="1607720"/>
                  </a:lnTo>
                  <a:lnTo>
                    <a:pt x="1480636" y="1617496"/>
                  </a:lnTo>
                  <a:lnTo>
                    <a:pt x="1479884" y="1619751"/>
                  </a:lnTo>
                  <a:lnTo>
                    <a:pt x="1478380" y="1621255"/>
                  </a:lnTo>
                  <a:lnTo>
                    <a:pt x="1477628" y="1622007"/>
                  </a:lnTo>
                  <a:lnTo>
                    <a:pt x="1476124" y="1623511"/>
                  </a:lnTo>
                  <a:lnTo>
                    <a:pt x="1475373" y="1625015"/>
                  </a:lnTo>
                  <a:lnTo>
                    <a:pt x="1475373" y="1629527"/>
                  </a:lnTo>
                  <a:lnTo>
                    <a:pt x="1464093" y="1664118"/>
                  </a:lnTo>
                  <a:lnTo>
                    <a:pt x="1464093" y="1667126"/>
                  </a:lnTo>
                  <a:lnTo>
                    <a:pt x="1462589" y="1669382"/>
                  </a:lnTo>
                  <a:lnTo>
                    <a:pt x="1461085" y="1670886"/>
                  </a:lnTo>
                  <a:lnTo>
                    <a:pt x="1456573" y="1673894"/>
                  </a:lnTo>
                  <a:lnTo>
                    <a:pt x="1452061" y="1677653"/>
                  </a:lnTo>
                  <a:lnTo>
                    <a:pt x="1449805" y="1682165"/>
                  </a:lnTo>
                  <a:lnTo>
                    <a:pt x="1445294" y="1694949"/>
                  </a:lnTo>
                  <a:lnTo>
                    <a:pt x="1439278" y="1703973"/>
                  </a:lnTo>
                  <a:lnTo>
                    <a:pt x="1437774" y="1705476"/>
                  </a:lnTo>
                  <a:lnTo>
                    <a:pt x="1433262" y="1713748"/>
                  </a:lnTo>
                  <a:lnTo>
                    <a:pt x="1434766" y="1715252"/>
                  </a:lnTo>
                  <a:lnTo>
                    <a:pt x="1434766" y="1717508"/>
                  </a:lnTo>
                  <a:lnTo>
                    <a:pt x="1434014" y="1719012"/>
                  </a:lnTo>
                  <a:lnTo>
                    <a:pt x="1425742" y="1729540"/>
                  </a:lnTo>
                  <a:lnTo>
                    <a:pt x="1425742" y="1731043"/>
                  </a:lnTo>
                  <a:lnTo>
                    <a:pt x="1424238" y="1734803"/>
                  </a:lnTo>
                  <a:lnTo>
                    <a:pt x="1421982" y="1737811"/>
                  </a:lnTo>
                  <a:lnTo>
                    <a:pt x="1418975" y="1740819"/>
                  </a:lnTo>
                  <a:lnTo>
                    <a:pt x="1415966" y="1742323"/>
                  </a:lnTo>
                  <a:lnTo>
                    <a:pt x="1406943" y="1743827"/>
                  </a:lnTo>
                  <a:lnTo>
                    <a:pt x="1403935" y="1745331"/>
                  </a:lnTo>
                  <a:lnTo>
                    <a:pt x="1395663" y="1752099"/>
                  </a:lnTo>
                  <a:lnTo>
                    <a:pt x="1393407" y="1755107"/>
                  </a:lnTo>
                  <a:lnTo>
                    <a:pt x="1391903" y="1756611"/>
                  </a:lnTo>
                  <a:lnTo>
                    <a:pt x="1391151" y="1758115"/>
                  </a:lnTo>
                  <a:lnTo>
                    <a:pt x="1391151" y="1759619"/>
                  </a:lnTo>
                  <a:lnTo>
                    <a:pt x="1390400" y="1760371"/>
                  </a:lnTo>
                  <a:lnTo>
                    <a:pt x="1387392" y="1763378"/>
                  </a:lnTo>
                  <a:lnTo>
                    <a:pt x="1386640" y="1764882"/>
                  </a:lnTo>
                  <a:lnTo>
                    <a:pt x="1385887" y="1767890"/>
                  </a:lnTo>
                  <a:lnTo>
                    <a:pt x="1383632" y="1770898"/>
                  </a:lnTo>
                  <a:lnTo>
                    <a:pt x="1378368" y="1776914"/>
                  </a:lnTo>
                  <a:lnTo>
                    <a:pt x="1369344" y="1789697"/>
                  </a:lnTo>
                  <a:lnTo>
                    <a:pt x="1366336" y="1793457"/>
                  </a:lnTo>
                  <a:lnTo>
                    <a:pt x="1361824" y="1797217"/>
                  </a:lnTo>
                  <a:lnTo>
                    <a:pt x="1359568" y="1799473"/>
                  </a:lnTo>
                  <a:lnTo>
                    <a:pt x="1358817" y="1802481"/>
                  </a:lnTo>
                  <a:lnTo>
                    <a:pt x="1358064" y="1803985"/>
                  </a:lnTo>
                  <a:lnTo>
                    <a:pt x="1353553" y="1808497"/>
                  </a:lnTo>
                  <a:lnTo>
                    <a:pt x="1350545" y="1813009"/>
                  </a:lnTo>
                  <a:lnTo>
                    <a:pt x="1349793" y="1814513"/>
                  </a:lnTo>
                  <a:lnTo>
                    <a:pt x="1349041" y="1817520"/>
                  </a:lnTo>
                  <a:lnTo>
                    <a:pt x="1348289" y="1821280"/>
                  </a:lnTo>
                  <a:lnTo>
                    <a:pt x="1348289" y="1822784"/>
                  </a:lnTo>
                  <a:lnTo>
                    <a:pt x="1346785" y="1825792"/>
                  </a:lnTo>
                  <a:lnTo>
                    <a:pt x="1343025" y="1837824"/>
                  </a:lnTo>
                  <a:lnTo>
                    <a:pt x="1342273" y="1850607"/>
                  </a:lnTo>
                  <a:lnTo>
                    <a:pt x="1341521" y="1853615"/>
                  </a:lnTo>
                  <a:lnTo>
                    <a:pt x="1338513" y="1860383"/>
                  </a:lnTo>
                  <a:lnTo>
                    <a:pt x="1337009" y="1864895"/>
                  </a:lnTo>
                  <a:lnTo>
                    <a:pt x="1336257" y="1867903"/>
                  </a:lnTo>
                  <a:lnTo>
                    <a:pt x="1336257" y="1869407"/>
                  </a:lnTo>
                  <a:lnTo>
                    <a:pt x="1335505" y="1871663"/>
                  </a:lnTo>
                  <a:lnTo>
                    <a:pt x="1334753" y="1872415"/>
                  </a:lnTo>
                  <a:lnTo>
                    <a:pt x="1334002" y="1873167"/>
                  </a:lnTo>
                  <a:lnTo>
                    <a:pt x="1333249" y="1874670"/>
                  </a:lnTo>
                  <a:lnTo>
                    <a:pt x="1330994" y="1876926"/>
                  </a:lnTo>
                  <a:lnTo>
                    <a:pt x="1329489" y="1877678"/>
                  </a:lnTo>
                  <a:lnTo>
                    <a:pt x="1329489" y="1879182"/>
                  </a:lnTo>
                  <a:lnTo>
                    <a:pt x="1327985" y="1883694"/>
                  </a:lnTo>
                  <a:lnTo>
                    <a:pt x="1324978" y="1889710"/>
                  </a:lnTo>
                  <a:lnTo>
                    <a:pt x="1322722" y="1893470"/>
                  </a:lnTo>
                  <a:lnTo>
                    <a:pt x="1181351" y="1885950"/>
                  </a:lnTo>
                  <a:lnTo>
                    <a:pt x="1161799" y="1885198"/>
                  </a:lnTo>
                  <a:lnTo>
                    <a:pt x="587292" y="1850607"/>
                  </a:lnTo>
                  <a:lnTo>
                    <a:pt x="379747" y="1835568"/>
                  </a:lnTo>
                  <a:lnTo>
                    <a:pt x="378995" y="1837072"/>
                  </a:lnTo>
                  <a:lnTo>
                    <a:pt x="375987" y="1835568"/>
                  </a:lnTo>
                  <a:lnTo>
                    <a:pt x="366963" y="1831808"/>
                  </a:lnTo>
                  <a:lnTo>
                    <a:pt x="361699" y="1827296"/>
                  </a:lnTo>
                  <a:lnTo>
                    <a:pt x="359443" y="1826544"/>
                  </a:lnTo>
                  <a:lnTo>
                    <a:pt x="352676" y="1825040"/>
                  </a:lnTo>
                  <a:lnTo>
                    <a:pt x="350420" y="1823536"/>
                  </a:lnTo>
                  <a:lnTo>
                    <a:pt x="348916" y="1822784"/>
                  </a:lnTo>
                  <a:lnTo>
                    <a:pt x="347412" y="1822032"/>
                  </a:lnTo>
                  <a:lnTo>
                    <a:pt x="345156" y="1821280"/>
                  </a:lnTo>
                  <a:lnTo>
                    <a:pt x="343652" y="1822032"/>
                  </a:lnTo>
                  <a:lnTo>
                    <a:pt x="342148" y="1822032"/>
                  </a:lnTo>
                  <a:lnTo>
                    <a:pt x="338388" y="1824288"/>
                  </a:lnTo>
                  <a:lnTo>
                    <a:pt x="336132" y="1825040"/>
                  </a:lnTo>
                  <a:lnTo>
                    <a:pt x="333124" y="1825040"/>
                  </a:lnTo>
                  <a:lnTo>
                    <a:pt x="331620" y="1824288"/>
                  </a:lnTo>
                  <a:lnTo>
                    <a:pt x="330116" y="1822784"/>
                  </a:lnTo>
                  <a:lnTo>
                    <a:pt x="329364" y="1821280"/>
                  </a:lnTo>
                  <a:lnTo>
                    <a:pt x="327861" y="1816769"/>
                  </a:lnTo>
                  <a:lnTo>
                    <a:pt x="327109" y="1812257"/>
                  </a:lnTo>
                  <a:lnTo>
                    <a:pt x="326357" y="1810001"/>
                  </a:lnTo>
                  <a:lnTo>
                    <a:pt x="325605" y="1808497"/>
                  </a:lnTo>
                  <a:lnTo>
                    <a:pt x="324853" y="1806993"/>
                  </a:lnTo>
                  <a:lnTo>
                    <a:pt x="323349" y="1805489"/>
                  </a:lnTo>
                  <a:lnTo>
                    <a:pt x="320341" y="1803985"/>
                  </a:lnTo>
                  <a:lnTo>
                    <a:pt x="309813" y="1801729"/>
                  </a:lnTo>
                  <a:lnTo>
                    <a:pt x="306053" y="1800977"/>
                  </a:lnTo>
                  <a:lnTo>
                    <a:pt x="303797" y="1800225"/>
                  </a:lnTo>
                  <a:lnTo>
                    <a:pt x="301542" y="1800977"/>
                  </a:lnTo>
                  <a:lnTo>
                    <a:pt x="300789" y="1800977"/>
                  </a:lnTo>
                  <a:lnTo>
                    <a:pt x="298534" y="1801729"/>
                  </a:lnTo>
                  <a:lnTo>
                    <a:pt x="296278" y="1800977"/>
                  </a:lnTo>
                  <a:lnTo>
                    <a:pt x="291766" y="1799473"/>
                  </a:lnTo>
                  <a:lnTo>
                    <a:pt x="289510" y="1797217"/>
                  </a:lnTo>
                  <a:lnTo>
                    <a:pt x="288006" y="1795713"/>
                  </a:lnTo>
                  <a:lnTo>
                    <a:pt x="287254" y="1794209"/>
                  </a:lnTo>
                  <a:lnTo>
                    <a:pt x="287254" y="1792705"/>
                  </a:lnTo>
                  <a:lnTo>
                    <a:pt x="287254" y="1782930"/>
                  </a:lnTo>
                  <a:lnTo>
                    <a:pt x="285750" y="1775410"/>
                  </a:lnTo>
                  <a:lnTo>
                    <a:pt x="284998" y="1773906"/>
                  </a:lnTo>
                  <a:lnTo>
                    <a:pt x="284246" y="1772402"/>
                  </a:lnTo>
                  <a:lnTo>
                    <a:pt x="282742" y="1771650"/>
                  </a:lnTo>
                  <a:lnTo>
                    <a:pt x="271463" y="1767138"/>
                  </a:lnTo>
                  <a:lnTo>
                    <a:pt x="269959" y="1765634"/>
                  </a:lnTo>
                  <a:lnTo>
                    <a:pt x="268455" y="1764130"/>
                  </a:lnTo>
                  <a:lnTo>
                    <a:pt x="263943" y="1761874"/>
                  </a:lnTo>
                  <a:lnTo>
                    <a:pt x="253415" y="1757362"/>
                  </a:lnTo>
                  <a:lnTo>
                    <a:pt x="251911" y="1756611"/>
                  </a:lnTo>
                  <a:lnTo>
                    <a:pt x="244391" y="1750595"/>
                  </a:lnTo>
                  <a:lnTo>
                    <a:pt x="243639" y="1749091"/>
                  </a:lnTo>
                  <a:lnTo>
                    <a:pt x="242887" y="1746083"/>
                  </a:lnTo>
                  <a:lnTo>
                    <a:pt x="241384" y="1744579"/>
                  </a:lnTo>
                  <a:lnTo>
                    <a:pt x="239880" y="1743075"/>
                  </a:lnTo>
                  <a:lnTo>
                    <a:pt x="233864" y="1739315"/>
                  </a:lnTo>
                  <a:lnTo>
                    <a:pt x="230856" y="1737059"/>
                  </a:lnTo>
                  <a:lnTo>
                    <a:pt x="225592" y="1731795"/>
                  </a:lnTo>
                  <a:lnTo>
                    <a:pt x="222584" y="1730292"/>
                  </a:lnTo>
                  <a:lnTo>
                    <a:pt x="221080" y="1729540"/>
                  </a:lnTo>
                  <a:lnTo>
                    <a:pt x="210553" y="1726532"/>
                  </a:lnTo>
                  <a:lnTo>
                    <a:pt x="209049" y="1725028"/>
                  </a:lnTo>
                  <a:lnTo>
                    <a:pt x="208297" y="1722772"/>
                  </a:lnTo>
                  <a:lnTo>
                    <a:pt x="208297" y="1719012"/>
                  </a:lnTo>
                  <a:lnTo>
                    <a:pt x="208297" y="1717508"/>
                  </a:lnTo>
                  <a:lnTo>
                    <a:pt x="207545" y="1713748"/>
                  </a:lnTo>
                  <a:lnTo>
                    <a:pt x="206041" y="1710740"/>
                  </a:lnTo>
                  <a:lnTo>
                    <a:pt x="205289" y="1709236"/>
                  </a:lnTo>
                  <a:lnTo>
                    <a:pt x="203785" y="1707732"/>
                  </a:lnTo>
                  <a:lnTo>
                    <a:pt x="203033" y="1706228"/>
                  </a:lnTo>
                  <a:lnTo>
                    <a:pt x="201529" y="1704724"/>
                  </a:lnTo>
                  <a:lnTo>
                    <a:pt x="200777" y="1703221"/>
                  </a:lnTo>
                  <a:lnTo>
                    <a:pt x="200777" y="1700964"/>
                  </a:lnTo>
                  <a:lnTo>
                    <a:pt x="201529" y="1697957"/>
                  </a:lnTo>
                  <a:lnTo>
                    <a:pt x="201529" y="1696453"/>
                  </a:lnTo>
                  <a:lnTo>
                    <a:pt x="200025" y="1691189"/>
                  </a:lnTo>
                  <a:lnTo>
                    <a:pt x="199273" y="1689685"/>
                  </a:lnTo>
                  <a:lnTo>
                    <a:pt x="200025" y="1688933"/>
                  </a:lnTo>
                  <a:lnTo>
                    <a:pt x="200025" y="1686677"/>
                  </a:lnTo>
                  <a:lnTo>
                    <a:pt x="199273" y="1685925"/>
                  </a:lnTo>
                  <a:lnTo>
                    <a:pt x="199273" y="1685173"/>
                  </a:lnTo>
                  <a:lnTo>
                    <a:pt x="196265" y="1680661"/>
                  </a:lnTo>
                  <a:lnTo>
                    <a:pt x="195513" y="1679157"/>
                  </a:lnTo>
                  <a:lnTo>
                    <a:pt x="195513" y="1677653"/>
                  </a:lnTo>
                  <a:lnTo>
                    <a:pt x="195513" y="1676149"/>
                  </a:lnTo>
                  <a:lnTo>
                    <a:pt x="196265" y="1674645"/>
                  </a:lnTo>
                  <a:lnTo>
                    <a:pt x="197017" y="1672390"/>
                  </a:lnTo>
                  <a:lnTo>
                    <a:pt x="197017" y="1670886"/>
                  </a:lnTo>
                  <a:lnTo>
                    <a:pt x="197017" y="1664118"/>
                  </a:lnTo>
                  <a:lnTo>
                    <a:pt x="197017" y="1661110"/>
                  </a:lnTo>
                  <a:lnTo>
                    <a:pt x="197769" y="1659606"/>
                  </a:lnTo>
                  <a:lnTo>
                    <a:pt x="198521" y="1656598"/>
                  </a:lnTo>
                  <a:lnTo>
                    <a:pt x="199273" y="1655094"/>
                  </a:lnTo>
                  <a:lnTo>
                    <a:pt x="199273" y="1650582"/>
                  </a:lnTo>
                  <a:lnTo>
                    <a:pt x="201529" y="1646070"/>
                  </a:lnTo>
                  <a:lnTo>
                    <a:pt x="200777" y="1643815"/>
                  </a:lnTo>
                  <a:lnTo>
                    <a:pt x="199273" y="1641559"/>
                  </a:lnTo>
                  <a:lnTo>
                    <a:pt x="192505" y="1634791"/>
                  </a:lnTo>
                  <a:lnTo>
                    <a:pt x="191001" y="1633287"/>
                  </a:lnTo>
                  <a:lnTo>
                    <a:pt x="190249" y="1631783"/>
                  </a:lnTo>
                  <a:lnTo>
                    <a:pt x="189497" y="1628775"/>
                  </a:lnTo>
                  <a:lnTo>
                    <a:pt x="188745" y="1626519"/>
                  </a:lnTo>
                  <a:lnTo>
                    <a:pt x="187241" y="1625015"/>
                  </a:lnTo>
                  <a:lnTo>
                    <a:pt x="180474" y="1617496"/>
                  </a:lnTo>
                  <a:lnTo>
                    <a:pt x="178970" y="1615992"/>
                  </a:lnTo>
                  <a:lnTo>
                    <a:pt x="178218" y="1614487"/>
                  </a:lnTo>
                  <a:lnTo>
                    <a:pt x="177466" y="1612984"/>
                  </a:lnTo>
                  <a:lnTo>
                    <a:pt x="176714" y="1608472"/>
                  </a:lnTo>
                  <a:lnTo>
                    <a:pt x="174458" y="1603960"/>
                  </a:lnTo>
                  <a:lnTo>
                    <a:pt x="172954" y="1600200"/>
                  </a:lnTo>
                  <a:lnTo>
                    <a:pt x="172202" y="1597192"/>
                  </a:lnTo>
                  <a:lnTo>
                    <a:pt x="172202" y="1591928"/>
                  </a:lnTo>
                  <a:lnTo>
                    <a:pt x="171450" y="1590424"/>
                  </a:lnTo>
                  <a:lnTo>
                    <a:pt x="167690" y="1582905"/>
                  </a:lnTo>
                  <a:lnTo>
                    <a:pt x="165434" y="1575385"/>
                  </a:lnTo>
                  <a:lnTo>
                    <a:pt x="163178" y="1564105"/>
                  </a:lnTo>
                  <a:lnTo>
                    <a:pt x="161674" y="1561849"/>
                  </a:lnTo>
                  <a:lnTo>
                    <a:pt x="160170" y="1559593"/>
                  </a:lnTo>
                  <a:lnTo>
                    <a:pt x="157162" y="1556586"/>
                  </a:lnTo>
                  <a:lnTo>
                    <a:pt x="155659" y="1554330"/>
                  </a:lnTo>
                  <a:lnTo>
                    <a:pt x="154907" y="1552826"/>
                  </a:lnTo>
                  <a:lnTo>
                    <a:pt x="153403" y="1545306"/>
                  </a:lnTo>
                  <a:lnTo>
                    <a:pt x="150395" y="1539290"/>
                  </a:lnTo>
                  <a:lnTo>
                    <a:pt x="138363" y="1520491"/>
                  </a:lnTo>
                  <a:lnTo>
                    <a:pt x="126331" y="1509963"/>
                  </a:lnTo>
                  <a:lnTo>
                    <a:pt x="123324" y="1506955"/>
                  </a:lnTo>
                  <a:lnTo>
                    <a:pt x="121068" y="1503947"/>
                  </a:lnTo>
                  <a:lnTo>
                    <a:pt x="120316" y="1500940"/>
                  </a:lnTo>
                  <a:lnTo>
                    <a:pt x="120316" y="1499436"/>
                  </a:lnTo>
                  <a:lnTo>
                    <a:pt x="120316" y="1497932"/>
                  </a:lnTo>
                  <a:lnTo>
                    <a:pt x="120316" y="1494924"/>
                  </a:lnTo>
                  <a:lnTo>
                    <a:pt x="120316" y="1491916"/>
                  </a:lnTo>
                  <a:lnTo>
                    <a:pt x="118812" y="1483644"/>
                  </a:lnTo>
                  <a:lnTo>
                    <a:pt x="118060" y="1481388"/>
                  </a:lnTo>
                  <a:lnTo>
                    <a:pt x="114300" y="1474621"/>
                  </a:lnTo>
                  <a:lnTo>
                    <a:pt x="111292" y="1472365"/>
                  </a:lnTo>
                  <a:lnTo>
                    <a:pt x="106780" y="1468605"/>
                  </a:lnTo>
                  <a:lnTo>
                    <a:pt x="98509" y="1459581"/>
                  </a:lnTo>
                  <a:lnTo>
                    <a:pt x="95501" y="1457325"/>
                  </a:lnTo>
                  <a:lnTo>
                    <a:pt x="90237" y="1453565"/>
                  </a:lnTo>
                  <a:lnTo>
                    <a:pt x="87981" y="1451309"/>
                  </a:lnTo>
                  <a:lnTo>
                    <a:pt x="84973" y="1447549"/>
                  </a:lnTo>
                  <a:lnTo>
                    <a:pt x="83469" y="1444542"/>
                  </a:lnTo>
                  <a:lnTo>
                    <a:pt x="81213" y="1440782"/>
                  </a:lnTo>
                  <a:lnTo>
                    <a:pt x="75949" y="1424990"/>
                  </a:lnTo>
                  <a:lnTo>
                    <a:pt x="75949" y="1421982"/>
                  </a:lnTo>
                  <a:lnTo>
                    <a:pt x="75197" y="1418974"/>
                  </a:lnTo>
                  <a:lnTo>
                    <a:pt x="75949" y="1415966"/>
                  </a:lnTo>
                  <a:lnTo>
                    <a:pt x="76701" y="1412207"/>
                  </a:lnTo>
                  <a:lnTo>
                    <a:pt x="78957" y="1407695"/>
                  </a:lnTo>
                  <a:lnTo>
                    <a:pt x="81213" y="1404687"/>
                  </a:lnTo>
                  <a:lnTo>
                    <a:pt x="83469" y="1402431"/>
                  </a:lnTo>
                  <a:lnTo>
                    <a:pt x="94749" y="1392655"/>
                  </a:lnTo>
                  <a:lnTo>
                    <a:pt x="96253" y="1391151"/>
                  </a:lnTo>
                  <a:lnTo>
                    <a:pt x="102268" y="1381376"/>
                  </a:lnTo>
                  <a:lnTo>
                    <a:pt x="335380" y="878305"/>
                  </a:lnTo>
                  <a:lnTo>
                    <a:pt x="391026" y="757238"/>
                  </a:lnTo>
                  <a:lnTo>
                    <a:pt x="391778" y="752726"/>
                  </a:lnTo>
                  <a:lnTo>
                    <a:pt x="392530" y="749718"/>
                  </a:lnTo>
                  <a:lnTo>
                    <a:pt x="390274" y="747462"/>
                  </a:lnTo>
                  <a:lnTo>
                    <a:pt x="389522" y="745958"/>
                  </a:lnTo>
                  <a:lnTo>
                    <a:pt x="389522" y="745206"/>
                  </a:lnTo>
                  <a:lnTo>
                    <a:pt x="389522" y="744454"/>
                  </a:lnTo>
                  <a:lnTo>
                    <a:pt x="389522" y="743702"/>
                  </a:lnTo>
                  <a:lnTo>
                    <a:pt x="390274" y="742950"/>
                  </a:lnTo>
                  <a:lnTo>
                    <a:pt x="391026" y="742198"/>
                  </a:lnTo>
                  <a:lnTo>
                    <a:pt x="392530" y="740694"/>
                  </a:lnTo>
                  <a:lnTo>
                    <a:pt x="397794" y="738438"/>
                  </a:lnTo>
                  <a:lnTo>
                    <a:pt x="400802" y="736182"/>
                  </a:lnTo>
                  <a:lnTo>
                    <a:pt x="402306" y="734678"/>
                  </a:lnTo>
                  <a:lnTo>
                    <a:pt x="402306" y="733926"/>
                  </a:lnTo>
                  <a:lnTo>
                    <a:pt x="394034" y="736182"/>
                  </a:lnTo>
                  <a:lnTo>
                    <a:pt x="392530" y="737686"/>
                  </a:lnTo>
                  <a:lnTo>
                    <a:pt x="391026" y="738438"/>
                  </a:lnTo>
                  <a:lnTo>
                    <a:pt x="390274" y="739190"/>
                  </a:lnTo>
                  <a:lnTo>
                    <a:pt x="389522" y="739190"/>
                  </a:lnTo>
                  <a:lnTo>
                    <a:pt x="388771" y="739190"/>
                  </a:lnTo>
                  <a:lnTo>
                    <a:pt x="385011" y="738438"/>
                  </a:lnTo>
                  <a:lnTo>
                    <a:pt x="382755" y="738438"/>
                  </a:lnTo>
                  <a:lnTo>
                    <a:pt x="378995" y="737686"/>
                  </a:lnTo>
                  <a:lnTo>
                    <a:pt x="377491" y="736934"/>
                  </a:lnTo>
                  <a:lnTo>
                    <a:pt x="376739" y="736934"/>
                  </a:lnTo>
                  <a:lnTo>
                    <a:pt x="376739" y="736182"/>
                  </a:lnTo>
                  <a:lnTo>
                    <a:pt x="375987" y="734678"/>
                  </a:lnTo>
                  <a:lnTo>
                    <a:pt x="375987" y="733926"/>
                  </a:lnTo>
                  <a:lnTo>
                    <a:pt x="375987" y="733174"/>
                  </a:lnTo>
                  <a:lnTo>
                    <a:pt x="377491" y="728663"/>
                  </a:lnTo>
                  <a:lnTo>
                    <a:pt x="377491" y="727911"/>
                  </a:lnTo>
                  <a:lnTo>
                    <a:pt x="377491" y="727159"/>
                  </a:lnTo>
                  <a:lnTo>
                    <a:pt x="376739" y="725655"/>
                  </a:lnTo>
                  <a:lnTo>
                    <a:pt x="376739" y="724151"/>
                  </a:lnTo>
                  <a:lnTo>
                    <a:pt x="375987" y="723399"/>
                  </a:lnTo>
                  <a:lnTo>
                    <a:pt x="375235" y="723399"/>
                  </a:lnTo>
                  <a:lnTo>
                    <a:pt x="374483" y="722647"/>
                  </a:lnTo>
                  <a:lnTo>
                    <a:pt x="373731" y="722647"/>
                  </a:lnTo>
                  <a:lnTo>
                    <a:pt x="372227" y="722647"/>
                  </a:lnTo>
                  <a:lnTo>
                    <a:pt x="370723" y="723399"/>
                  </a:lnTo>
                  <a:lnTo>
                    <a:pt x="363203" y="725655"/>
                  </a:lnTo>
                  <a:lnTo>
                    <a:pt x="362451" y="726407"/>
                  </a:lnTo>
                  <a:lnTo>
                    <a:pt x="355683" y="730918"/>
                  </a:lnTo>
                  <a:lnTo>
                    <a:pt x="354932" y="731670"/>
                  </a:lnTo>
                  <a:lnTo>
                    <a:pt x="353428" y="731670"/>
                  </a:lnTo>
                  <a:lnTo>
                    <a:pt x="352676" y="731670"/>
                  </a:lnTo>
                  <a:lnTo>
                    <a:pt x="349668" y="730166"/>
                  </a:lnTo>
                  <a:lnTo>
                    <a:pt x="345908" y="729415"/>
                  </a:lnTo>
                  <a:lnTo>
                    <a:pt x="344404" y="729415"/>
                  </a:lnTo>
                  <a:lnTo>
                    <a:pt x="343652" y="728663"/>
                  </a:lnTo>
                  <a:lnTo>
                    <a:pt x="340644" y="727159"/>
                  </a:lnTo>
                  <a:lnTo>
                    <a:pt x="339140" y="726407"/>
                  </a:lnTo>
                  <a:lnTo>
                    <a:pt x="337636" y="725655"/>
                  </a:lnTo>
                  <a:lnTo>
                    <a:pt x="336132" y="724903"/>
                  </a:lnTo>
                  <a:lnTo>
                    <a:pt x="335380" y="723399"/>
                  </a:lnTo>
                  <a:lnTo>
                    <a:pt x="334628" y="721143"/>
                  </a:lnTo>
                  <a:lnTo>
                    <a:pt x="334628" y="719639"/>
                  </a:lnTo>
                  <a:lnTo>
                    <a:pt x="334628" y="717383"/>
                  </a:lnTo>
                  <a:lnTo>
                    <a:pt x="336884" y="709863"/>
                  </a:lnTo>
                  <a:lnTo>
                    <a:pt x="337636" y="708359"/>
                  </a:lnTo>
                  <a:lnTo>
                    <a:pt x="337636" y="706103"/>
                  </a:lnTo>
                  <a:lnTo>
                    <a:pt x="336884" y="704599"/>
                  </a:lnTo>
                  <a:lnTo>
                    <a:pt x="336132" y="703847"/>
                  </a:lnTo>
                  <a:lnTo>
                    <a:pt x="333876" y="703095"/>
                  </a:lnTo>
                  <a:lnTo>
                    <a:pt x="332372" y="703095"/>
                  </a:lnTo>
                  <a:lnTo>
                    <a:pt x="328613" y="703847"/>
                  </a:lnTo>
                  <a:lnTo>
                    <a:pt x="327109" y="703847"/>
                  </a:lnTo>
                  <a:lnTo>
                    <a:pt x="324853" y="703847"/>
                  </a:lnTo>
                  <a:lnTo>
                    <a:pt x="323349" y="703095"/>
                  </a:lnTo>
                  <a:lnTo>
                    <a:pt x="321845" y="702343"/>
                  </a:lnTo>
                  <a:lnTo>
                    <a:pt x="320341" y="701591"/>
                  </a:lnTo>
                  <a:lnTo>
                    <a:pt x="311317" y="694824"/>
                  </a:lnTo>
                  <a:lnTo>
                    <a:pt x="308309" y="693320"/>
                  </a:lnTo>
                  <a:lnTo>
                    <a:pt x="302294" y="691064"/>
                  </a:lnTo>
                  <a:lnTo>
                    <a:pt x="299285" y="690312"/>
                  </a:lnTo>
                  <a:lnTo>
                    <a:pt x="297782" y="688056"/>
                  </a:lnTo>
                  <a:lnTo>
                    <a:pt x="290262" y="680536"/>
                  </a:lnTo>
                  <a:lnTo>
                    <a:pt x="287254" y="676024"/>
                  </a:lnTo>
                  <a:lnTo>
                    <a:pt x="285750" y="670761"/>
                  </a:lnTo>
                  <a:lnTo>
                    <a:pt x="284998" y="670009"/>
                  </a:lnTo>
                  <a:lnTo>
                    <a:pt x="283494" y="668505"/>
                  </a:lnTo>
                  <a:lnTo>
                    <a:pt x="279734" y="667753"/>
                  </a:lnTo>
                  <a:lnTo>
                    <a:pt x="278230" y="667001"/>
                  </a:lnTo>
                  <a:lnTo>
                    <a:pt x="272966" y="663241"/>
                  </a:lnTo>
                  <a:lnTo>
                    <a:pt x="270711" y="662489"/>
                  </a:lnTo>
                  <a:lnTo>
                    <a:pt x="268455" y="662489"/>
                  </a:lnTo>
                  <a:lnTo>
                    <a:pt x="263191" y="663241"/>
                  </a:lnTo>
                  <a:lnTo>
                    <a:pt x="261687" y="662489"/>
                  </a:lnTo>
                  <a:lnTo>
                    <a:pt x="260935" y="661737"/>
                  </a:lnTo>
                  <a:lnTo>
                    <a:pt x="260183" y="659481"/>
                  </a:lnTo>
                  <a:lnTo>
                    <a:pt x="260183" y="656473"/>
                  </a:lnTo>
                  <a:lnTo>
                    <a:pt x="260183" y="654969"/>
                  </a:lnTo>
                  <a:lnTo>
                    <a:pt x="258679" y="654969"/>
                  </a:lnTo>
                  <a:lnTo>
                    <a:pt x="257175" y="654969"/>
                  </a:lnTo>
                  <a:lnTo>
                    <a:pt x="254167" y="656473"/>
                  </a:lnTo>
                  <a:lnTo>
                    <a:pt x="251159" y="657225"/>
                  </a:lnTo>
                  <a:lnTo>
                    <a:pt x="248903" y="657225"/>
                  </a:lnTo>
                  <a:lnTo>
                    <a:pt x="247399" y="657225"/>
                  </a:lnTo>
                  <a:lnTo>
                    <a:pt x="245895" y="656473"/>
                  </a:lnTo>
                  <a:lnTo>
                    <a:pt x="242887" y="655721"/>
                  </a:lnTo>
                  <a:lnTo>
                    <a:pt x="241384" y="654969"/>
                  </a:lnTo>
                  <a:lnTo>
                    <a:pt x="238376" y="654217"/>
                  </a:lnTo>
                  <a:lnTo>
                    <a:pt x="236872" y="654217"/>
                  </a:lnTo>
                  <a:lnTo>
                    <a:pt x="230856" y="651209"/>
                  </a:lnTo>
                  <a:lnTo>
                    <a:pt x="228600" y="650457"/>
                  </a:lnTo>
                  <a:lnTo>
                    <a:pt x="224840" y="647449"/>
                  </a:lnTo>
                  <a:lnTo>
                    <a:pt x="221080" y="645945"/>
                  </a:lnTo>
                  <a:lnTo>
                    <a:pt x="216568" y="642938"/>
                  </a:lnTo>
                  <a:lnTo>
                    <a:pt x="212808" y="640682"/>
                  </a:lnTo>
                  <a:lnTo>
                    <a:pt x="199273" y="636170"/>
                  </a:lnTo>
                  <a:lnTo>
                    <a:pt x="197769" y="635418"/>
                  </a:lnTo>
                  <a:lnTo>
                    <a:pt x="195513" y="633914"/>
                  </a:lnTo>
                  <a:lnTo>
                    <a:pt x="194009" y="630906"/>
                  </a:lnTo>
                  <a:lnTo>
                    <a:pt x="193257" y="628650"/>
                  </a:lnTo>
                  <a:lnTo>
                    <a:pt x="191753" y="627898"/>
                  </a:lnTo>
                  <a:lnTo>
                    <a:pt x="190249" y="627146"/>
                  </a:lnTo>
                  <a:lnTo>
                    <a:pt x="187241" y="627146"/>
                  </a:lnTo>
                  <a:lnTo>
                    <a:pt x="184986" y="625642"/>
                  </a:lnTo>
                  <a:lnTo>
                    <a:pt x="182730" y="623386"/>
                  </a:lnTo>
                  <a:lnTo>
                    <a:pt x="178218" y="618122"/>
                  </a:lnTo>
                  <a:lnTo>
                    <a:pt x="175210" y="615114"/>
                  </a:lnTo>
                  <a:lnTo>
                    <a:pt x="172954" y="613611"/>
                  </a:lnTo>
                  <a:lnTo>
                    <a:pt x="161674" y="610603"/>
                  </a:lnTo>
                  <a:lnTo>
                    <a:pt x="160170" y="609851"/>
                  </a:lnTo>
                  <a:lnTo>
                    <a:pt x="157914" y="607595"/>
                  </a:lnTo>
                  <a:lnTo>
                    <a:pt x="154155" y="603083"/>
                  </a:lnTo>
                  <a:lnTo>
                    <a:pt x="151899" y="600827"/>
                  </a:lnTo>
                  <a:lnTo>
                    <a:pt x="149643" y="599323"/>
                  </a:lnTo>
                  <a:lnTo>
                    <a:pt x="145883" y="597819"/>
                  </a:lnTo>
                  <a:lnTo>
                    <a:pt x="134603" y="591803"/>
                  </a:lnTo>
                  <a:lnTo>
                    <a:pt x="133099" y="590299"/>
                  </a:lnTo>
                  <a:lnTo>
                    <a:pt x="131595" y="588795"/>
                  </a:lnTo>
                  <a:lnTo>
                    <a:pt x="130091" y="585788"/>
                  </a:lnTo>
                  <a:lnTo>
                    <a:pt x="128588" y="583532"/>
                  </a:lnTo>
                  <a:lnTo>
                    <a:pt x="127084" y="582780"/>
                  </a:lnTo>
                  <a:lnTo>
                    <a:pt x="124076" y="582780"/>
                  </a:lnTo>
                  <a:lnTo>
                    <a:pt x="122572" y="582780"/>
                  </a:lnTo>
                  <a:lnTo>
                    <a:pt x="121068" y="581276"/>
                  </a:lnTo>
                  <a:lnTo>
                    <a:pt x="118812" y="579772"/>
                  </a:lnTo>
                  <a:lnTo>
                    <a:pt x="117308" y="577516"/>
                  </a:lnTo>
                  <a:lnTo>
                    <a:pt x="111292" y="568492"/>
                  </a:lnTo>
                  <a:lnTo>
                    <a:pt x="109788" y="566988"/>
                  </a:lnTo>
                  <a:lnTo>
                    <a:pt x="108284" y="566236"/>
                  </a:lnTo>
                  <a:lnTo>
                    <a:pt x="106780" y="566236"/>
                  </a:lnTo>
                  <a:lnTo>
                    <a:pt x="103772" y="566236"/>
                  </a:lnTo>
                  <a:lnTo>
                    <a:pt x="102268" y="566236"/>
                  </a:lnTo>
                  <a:lnTo>
                    <a:pt x="100764" y="565484"/>
                  </a:lnTo>
                  <a:lnTo>
                    <a:pt x="99261" y="564732"/>
                  </a:lnTo>
                  <a:lnTo>
                    <a:pt x="87981" y="554205"/>
                  </a:lnTo>
                  <a:lnTo>
                    <a:pt x="86477" y="552701"/>
                  </a:lnTo>
                  <a:lnTo>
                    <a:pt x="85725" y="550445"/>
                  </a:lnTo>
                  <a:lnTo>
                    <a:pt x="84973" y="548941"/>
                  </a:lnTo>
                  <a:lnTo>
                    <a:pt x="84221" y="545933"/>
                  </a:lnTo>
                  <a:lnTo>
                    <a:pt x="84221" y="541421"/>
                  </a:lnTo>
                  <a:lnTo>
                    <a:pt x="84221" y="539917"/>
                  </a:lnTo>
                  <a:lnTo>
                    <a:pt x="83469" y="537661"/>
                  </a:lnTo>
                  <a:lnTo>
                    <a:pt x="82717" y="534653"/>
                  </a:lnTo>
                  <a:lnTo>
                    <a:pt x="81965" y="531645"/>
                  </a:lnTo>
                  <a:lnTo>
                    <a:pt x="80461" y="525630"/>
                  </a:lnTo>
                  <a:lnTo>
                    <a:pt x="78957" y="523374"/>
                  </a:lnTo>
                  <a:lnTo>
                    <a:pt x="77453" y="521870"/>
                  </a:lnTo>
                  <a:lnTo>
                    <a:pt x="75197" y="521118"/>
                  </a:lnTo>
                  <a:lnTo>
                    <a:pt x="72190" y="519614"/>
                  </a:lnTo>
                  <a:lnTo>
                    <a:pt x="71438" y="518862"/>
                  </a:lnTo>
                  <a:lnTo>
                    <a:pt x="63918" y="512846"/>
                  </a:lnTo>
                  <a:lnTo>
                    <a:pt x="62414" y="511342"/>
                  </a:lnTo>
                  <a:lnTo>
                    <a:pt x="60910" y="511342"/>
                  </a:lnTo>
                  <a:lnTo>
                    <a:pt x="58654" y="511342"/>
                  </a:lnTo>
                  <a:lnTo>
                    <a:pt x="55646" y="512094"/>
                  </a:lnTo>
                  <a:lnTo>
                    <a:pt x="53390" y="512094"/>
                  </a:lnTo>
                  <a:lnTo>
                    <a:pt x="51886" y="511342"/>
                  </a:lnTo>
                  <a:lnTo>
                    <a:pt x="40607" y="500814"/>
                  </a:lnTo>
                  <a:lnTo>
                    <a:pt x="35343" y="494047"/>
                  </a:lnTo>
                  <a:lnTo>
                    <a:pt x="33839" y="491791"/>
                  </a:lnTo>
                  <a:lnTo>
                    <a:pt x="33087" y="489535"/>
                  </a:lnTo>
                  <a:lnTo>
                    <a:pt x="33087" y="485023"/>
                  </a:lnTo>
                  <a:lnTo>
                    <a:pt x="34591" y="478255"/>
                  </a:lnTo>
                  <a:lnTo>
                    <a:pt x="34591" y="471488"/>
                  </a:lnTo>
                  <a:lnTo>
                    <a:pt x="35343" y="469232"/>
                  </a:lnTo>
                  <a:lnTo>
                    <a:pt x="36095" y="466976"/>
                  </a:lnTo>
                  <a:lnTo>
                    <a:pt x="36847" y="464720"/>
                  </a:lnTo>
                  <a:lnTo>
                    <a:pt x="36095" y="463216"/>
                  </a:lnTo>
                  <a:lnTo>
                    <a:pt x="34591" y="460208"/>
                  </a:lnTo>
                  <a:lnTo>
                    <a:pt x="33087" y="459456"/>
                  </a:lnTo>
                  <a:lnTo>
                    <a:pt x="31583" y="457952"/>
                  </a:lnTo>
                  <a:lnTo>
                    <a:pt x="23311" y="454944"/>
                  </a:lnTo>
                  <a:lnTo>
                    <a:pt x="21807" y="454192"/>
                  </a:lnTo>
                  <a:lnTo>
                    <a:pt x="20303" y="452688"/>
                  </a:lnTo>
                  <a:lnTo>
                    <a:pt x="19551" y="451936"/>
                  </a:lnTo>
                  <a:lnTo>
                    <a:pt x="18047" y="450432"/>
                  </a:lnTo>
                  <a:lnTo>
                    <a:pt x="18047" y="448928"/>
                  </a:lnTo>
                  <a:lnTo>
                    <a:pt x="16544" y="443665"/>
                  </a:lnTo>
                  <a:lnTo>
                    <a:pt x="15791" y="439153"/>
                  </a:lnTo>
                  <a:lnTo>
                    <a:pt x="16544" y="421857"/>
                  </a:lnTo>
                  <a:lnTo>
                    <a:pt x="17295" y="412834"/>
                  </a:lnTo>
                  <a:lnTo>
                    <a:pt x="18047" y="411330"/>
                  </a:lnTo>
                  <a:lnTo>
                    <a:pt x="18047" y="407570"/>
                  </a:lnTo>
                  <a:lnTo>
                    <a:pt x="15039" y="360947"/>
                  </a:lnTo>
                  <a:lnTo>
                    <a:pt x="0" y="196265"/>
                  </a:lnTo>
                  <a:lnTo>
                    <a:pt x="752" y="197017"/>
                  </a:lnTo>
                  <a:lnTo>
                    <a:pt x="3760" y="198521"/>
                  </a:lnTo>
                  <a:lnTo>
                    <a:pt x="6768" y="200777"/>
                  </a:lnTo>
                  <a:lnTo>
                    <a:pt x="9024" y="204537"/>
                  </a:lnTo>
                  <a:lnTo>
                    <a:pt x="9776" y="207545"/>
                  </a:lnTo>
                  <a:lnTo>
                    <a:pt x="11280" y="210553"/>
                  </a:lnTo>
                  <a:lnTo>
                    <a:pt x="15039" y="214313"/>
                  </a:lnTo>
                  <a:lnTo>
                    <a:pt x="18047" y="215064"/>
                  </a:lnTo>
                  <a:lnTo>
                    <a:pt x="21055" y="215816"/>
                  </a:lnTo>
                  <a:lnTo>
                    <a:pt x="23311" y="215816"/>
                  </a:lnTo>
                  <a:lnTo>
                    <a:pt x="26319" y="215064"/>
                  </a:lnTo>
                  <a:lnTo>
                    <a:pt x="30079" y="213561"/>
                  </a:lnTo>
                  <a:lnTo>
                    <a:pt x="33087" y="211305"/>
                  </a:lnTo>
                  <a:lnTo>
                    <a:pt x="35343" y="208297"/>
                  </a:lnTo>
                  <a:lnTo>
                    <a:pt x="39855" y="202281"/>
                  </a:lnTo>
                  <a:lnTo>
                    <a:pt x="41359" y="201529"/>
                  </a:lnTo>
                  <a:lnTo>
                    <a:pt x="43614" y="200777"/>
                  </a:lnTo>
                  <a:lnTo>
                    <a:pt x="59406" y="202281"/>
                  </a:lnTo>
                  <a:lnTo>
                    <a:pt x="60158" y="202281"/>
                  </a:lnTo>
                  <a:lnTo>
                    <a:pt x="61662" y="200777"/>
                  </a:lnTo>
                  <a:lnTo>
                    <a:pt x="62414" y="200025"/>
                  </a:lnTo>
                  <a:lnTo>
                    <a:pt x="63166" y="200777"/>
                  </a:lnTo>
                  <a:lnTo>
                    <a:pt x="63918" y="201529"/>
                  </a:lnTo>
                  <a:lnTo>
                    <a:pt x="64670" y="202281"/>
                  </a:lnTo>
                  <a:lnTo>
                    <a:pt x="66174" y="203033"/>
                  </a:lnTo>
                  <a:lnTo>
                    <a:pt x="66926" y="203785"/>
                  </a:lnTo>
                  <a:lnTo>
                    <a:pt x="68430" y="203033"/>
                  </a:lnTo>
                  <a:lnTo>
                    <a:pt x="72942" y="196265"/>
                  </a:lnTo>
                  <a:lnTo>
                    <a:pt x="74445" y="193257"/>
                  </a:lnTo>
                  <a:lnTo>
                    <a:pt x="73693" y="189497"/>
                  </a:lnTo>
                  <a:lnTo>
                    <a:pt x="72942" y="186490"/>
                  </a:lnTo>
                  <a:lnTo>
                    <a:pt x="69933" y="180474"/>
                  </a:lnTo>
                  <a:lnTo>
                    <a:pt x="69182" y="177466"/>
                  </a:lnTo>
                  <a:lnTo>
                    <a:pt x="70685" y="175210"/>
                  </a:lnTo>
                  <a:lnTo>
                    <a:pt x="71438" y="174458"/>
                  </a:lnTo>
                  <a:lnTo>
                    <a:pt x="82717" y="172954"/>
                  </a:lnTo>
                  <a:lnTo>
                    <a:pt x="84221" y="172202"/>
                  </a:lnTo>
                  <a:lnTo>
                    <a:pt x="88733" y="169946"/>
                  </a:lnTo>
                  <a:lnTo>
                    <a:pt x="88733" y="168442"/>
                  </a:lnTo>
                  <a:lnTo>
                    <a:pt x="87981" y="164682"/>
                  </a:lnTo>
                  <a:lnTo>
                    <a:pt x="87981" y="163178"/>
                  </a:lnTo>
                  <a:lnTo>
                    <a:pt x="88733" y="162426"/>
                  </a:lnTo>
                  <a:lnTo>
                    <a:pt x="92493" y="160922"/>
                  </a:lnTo>
                  <a:lnTo>
                    <a:pt x="93997" y="160170"/>
                  </a:lnTo>
                  <a:lnTo>
                    <a:pt x="94749" y="157914"/>
                  </a:lnTo>
                  <a:lnTo>
                    <a:pt x="95501" y="155659"/>
                  </a:lnTo>
                  <a:lnTo>
                    <a:pt x="97005" y="154155"/>
                  </a:lnTo>
                  <a:lnTo>
                    <a:pt x="98509" y="152651"/>
                  </a:lnTo>
                  <a:lnTo>
                    <a:pt x="99261" y="153403"/>
                  </a:lnTo>
                  <a:lnTo>
                    <a:pt x="100764" y="155659"/>
                  </a:lnTo>
                  <a:lnTo>
                    <a:pt x="101516" y="156411"/>
                  </a:lnTo>
                  <a:lnTo>
                    <a:pt x="104524" y="157914"/>
                  </a:lnTo>
                  <a:lnTo>
                    <a:pt x="107532" y="158666"/>
                  </a:lnTo>
                  <a:lnTo>
                    <a:pt x="110540" y="159418"/>
                  </a:lnTo>
                  <a:lnTo>
                    <a:pt x="113548" y="159418"/>
                  </a:lnTo>
                  <a:lnTo>
                    <a:pt x="115804" y="158666"/>
                  </a:lnTo>
                  <a:lnTo>
                    <a:pt x="117308" y="157914"/>
                  </a:lnTo>
                  <a:lnTo>
                    <a:pt x="118812" y="157914"/>
                  </a:lnTo>
                  <a:lnTo>
                    <a:pt x="121068" y="159418"/>
                  </a:lnTo>
                  <a:lnTo>
                    <a:pt x="122572" y="160922"/>
                  </a:lnTo>
                  <a:lnTo>
                    <a:pt x="123324" y="163930"/>
                  </a:lnTo>
                  <a:lnTo>
                    <a:pt x="124828" y="165434"/>
                  </a:lnTo>
                  <a:lnTo>
                    <a:pt x="129340" y="166186"/>
                  </a:lnTo>
                  <a:lnTo>
                    <a:pt x="136859" y="166938"/>
                  </a:lnTo>
                  <a:lnTo>
                    <a:pt x="142875" y="165434"/>
                  </a:lnTo>
                  <a:lnTo>
                    <a:pt x="145131" y="162426"/>
                  </a:lnTo>
                  <a:lnTo>
                    <a:pt x="148139" y="157914"/>
                  </a:lnTo>
                  <a:lnTo>
                    <a:pt x="148891" y="154907"/>
                  </a:lnTo>
                  <a:lnTo>
                    <a:pt x="149643" y="152651"/>
                  </a:lnTo>
                  <a:lnTo>
                    <a:pt x="148891" y="147387"/>
                  </a:lnTo>
                  <a:lnTo>
                    <a:pt x="148139" y="145131"/>
                  </a:lnTo>
                  <a:lnTo>
                    <a:pt x="148891" y="144379"/>
                  </a:lnTo>
                  <a:lnTo>
                    <a:pt x="151899" y="144379"/>
                  </a:lnTo>
                  <a:lnTo>
                    <a:pt x="156410" y="146635"/>
                  </a:lnTo>
                  <a:lnTo>
                    <a:pt x="158667" y="146635"/>
                  </a:lnTo>
                  <a:lnTo>
                    <a:pt x="161674" y="145883"/>
                  </a:lnTo>
                  <a:lnTo>
                    <a:pt x="166186" y="142123"/>
                  </a:lnTo>
                  <a:lnTo>
                    <a:pt x="178970" y="136859"/>
                  </a:lnTo>
                  <a:lnTo>
                    <a:pt x="183482" y="136107"/>
                  </a:lnTo>
                  <a:lnTo>
                    <a:pt x="188745" y="136107"/>
                  </a:lnTo>
                  <a:lnTo>
                    <a:pt x="201529" y="138363"/>
                  </a:lnTo>
                  <a:lnTo>
                    <a:pt x="206041" y="138363"/>
                  </a:lnTo>
                  <a:lnTo>
                    <a:pt x="213560" y="136107"/>
                  </a:lnTo>
                  <a:lnTo>
                    <a:pt x="218072" y="133099"/>
                  </a:lnTo>
                  <a:lnTo>
                    <a:pt x="227848" y="120316"/>
                  </a:lnTo>
                  <a:lnTo>
                    <a:pt x="229352" y="117308"/>
                  </a:lnTo>
                  <a:lnTo>
                    <a:pt x="233112" y="107532"/>
                  </a:lnTo>
                  <a:lnTo>
                    <a:pt x="234616" y="106028"/>
                  </a:lnTo>
                  <a:lnTo>
                    <a:pt x="236872" y="105276"/>
                  </a:lnTo>
                  <a:lnTo>
                    <a:pt x="239880" y="103772"/>
                  </a:lnTo>
                  <a:lnTo>
                    <a:pt x="242887" y="101516"/>
                  </a:lnTo>
                  <a:lnTo>
                    <a:pt x="244391" y="99261"/>
                  </a:lnTo>
                  <a:lnTo>
                    <a:pt x="246647" y="97005"/>
                  </a:lnTo>
                  <a:lnTo>
                    <a:pt x="250407" y="95501"/>
                  </a:lnTo>
                  <a:lnTo>
                    <a:pt x="253415" y="96253"/>
                  </a:lnTo>
                  <a:lnTo>
                    <a:pt x="259431" y="99261"/>
                  </a:lnTo>
                  <a:lnTo>
                    <a:pt x="262439" y="100013"/>
                  </a:lnTo>
                  <a:lnTo>
                    <a:pt x="275222" y="91741"/>
                  </a:lnTo>
                  <a:lnTo>
                    <a:pt x="282742" y="88733"/>
                  </a:lnTo>
                  <a:lnTo>
                    <a:pt x="287254" y="92493"/>
                  </a:lnTo>
                  <a:lnTo>
                    <a:pt x="288006" y="97005"/>
                  </a:lnTo>
                  <a:lnTo>
                    <a:pt x="290262" y="100013"/>
                  </a:lnTo>
                  <a:lnTo>
                    <a:pt x="292518" y="102268"/>
                  </a:lnTo>
                  <a:lnTo>
                    <a:pt x="297030" y="104524"/>
                  </a:lnTo>
                  <a:lnTo>
                    <a:pt x="299285" y="105276"/>
                  </a:lnTo>
                  <a:lnTo>
                    <a:pt x="302294" y="105276"/>
                  </a:lnTo>
                  <a:lnTo>
                    <a:pt x="306805" y="104524"/>
                  </a:lnTo>
                  <a:lnTo>
                    <a:pt x="310565" y="104524"/>
                  </a:lnTo>
                  <a:lnTo>
                    <a:pt x="311317" y="105276"/>
                  </a:lnTo>
                  <a:lnTo>
                    <a:pt x="312821" y="106780"/>
                  </a:lnTo>
                  <a:lnTo>
                    <a:pt x="315077" y="109036"/>
                  </a:lnTo>
                  <a:lnTo>
                    <a:pt x="316581" y="109788"/>
                  </a:lnTo>
                  <a:lnTo>
                    <a:pt x="327861" y="111292"/>
                  </a:lnTo>
                  <a:lnTo>
                    <a:pt x="330116" y="111292"/>
                  </a:lnTo>
                  <a:lnTo>
                    <a:pt x="331620" y="110540"/>
                  </a:lnTo>
                  <a:lnTo>
                    <a:pt x="338388" y="105276"/>
                  </a:lnTo>
                  <a:lnTo>
                    <a:pt x="339892" y="105276"/>
                  </a:lnTo>
                  <a:lnTo>
                    <a:pt x="342900" y="105276"/>
                  </a:lnTo>
                  <a:lnTo>
                    <a:pt x="345908" y="106028"/>
                  </a:lnTo>
                  <a:lnTo>
                    <a:pt x="348164" y="104524"/>
                  </a:lnTo>
                  <a:lnTo>
                    <a:pt x="350420" y="103020"/>
                  </a:lnTo>
                  <a:lnTo>
                    <a:pt x="352676" y="102268"/>
                  </a:lnTo>
                  <a:lnTo>
                    <a:pt x="355683" y="102268"/>
                  </a:lnTo>
                  <a:lnTo>
                    <a:pt x="358692" y="103772"/>
                  </a:lnTo>
                  <a:lnTo>
                    <a:pt x="360195" y="105276"/>
                  </a:lnTo>
                  <a:lnTo>
                    <a:pt x="362451" y="106780"/>
                  </a:lnTo>
                  <a:lnTo>
                    <a:pt x="365459" y="106780"/>
                  </a:lnTo>
                  <a:lnTo>
                    <a:pt x="369971" y="103772"/>
                  </a:lnTo>
                  <a:lnTo>
                    <a:pt x="376739" y="101516"/>
                  </a:lnTo>
                  <a:lnTo>
                    <a:pt x="385011" y="103772"/>
                  </a:lnTo>
                  <a:lnTo>
                    <a:pt x="387266" y="104524"/>
                  </a:lnTo>
                  <a:lnTo>
                    <a:pt x="389522" y="104524"/>
                  </a:lnTo>
                  <a:lnTo>
                    <a:pt x="394034" y="103020"/>
                  </a:lnTo>
                  <a:lnTo>
                    <a:pt x="397042" y="103772"/>
                  </a:lnTo>
                  <a:lnTo>
                    <a:pt x="400050" y="104524"/>
                  </a:lnTo>
                  <a:lnTo>
                    <a:pt x="405314" y="108284"/>
                  </a:lnTo>
                  <a:lnTo>
                    <a:pt x="408322" y="109036"/>
                  </a:lnTo>
                  <a:lnTo>
                    <a:pt x="410578" y="109788"/>
                  </a:lnTo>
                  <a:lnTo>
                    <a:pt x="418097" y="109036"/>
                  </a:lnTo>
                  <a:lnTo>
                    <a:pt x="427873" y="112044"/>
                  </a:lnTo>
                  <a:lnTo>
                    <a:pt x="437649" y="115804"/>
                  </a:lnTo>
                  <a:lnTo>
                    <a:pt x="446672" y="117308"/>
                  </a:lnTo>
                  <a:lnTo>
                    <a:pt x="457200" y="114300"/>
                  </a:lnTo>
                  <a:lnTo>
                    <a:pt x="461712" y="109788"/>
                  </a:lnTo>
                  <a:lnTo>
                    <a:pt x="462464" y="103772"/>
                  </a:lnTo>
                  <a:lnTo>
                    <a:pt x="461712" y="97757"/>
                  </a:lnTo>
                  <a:lnTo>
                    <a:pt x="461712" y="90989"/>
                  </a:lnTo>
                  <a:lnTo>
                    <a:pt x="461712" y="89485"/>
                  </a:lnTo>
                  <a:lnTo>
                    <a:pt x="462464" y="87981"/>
                  </a:lnTo>
                  <a:lnTo>
                    <a:pt x="462464" y="86477"/>
                  </a:lnTo>
                  <a:lnTo>
                    <a:pt x="462464" y="84973"/>
                  </a:lnTo>
                  <a:lnTo>
                    <a:pt x="460960" y="82717"/>
                  </a:lnTo>
                  <a:lnTo>
                    <a:pt x="455696" y="78205"/>
                  </a:lnTo>
                  <a:lnTo>
                    <a:pt x="450432" y="71438"/>
                  </a:lnTo>
                  <a:lnTo>
                    <a:pt x="448928" y="70686"/>
                  </a:lnTo>
                  <a:lnTo>
                    <a:pt x="445169" y="67678"/>
                  </a:lnTo>
                  <a:lnTo>
                    <a:pt x="442912" y="64670"/>
                  </a:lnTo>
                  <a:lnTo>
                    <a:pt x="441409" y="58654"/>
                  </a:lnTo>
                  <a:lnTo>
                    <a:pt x="439153" y="55646"/>
                  </a:lnTo>
                  <a:lnTo>
                    <a:pt x="436145" y="54894"/>
                  </a:lnTo>
                  <a:lnTo>
                    <a:pt x="429377" y="54894"/>
                  </a:lnTo>
                  <a:lnTo>
                    <a:pt x="427873" y="53390"/>
                  </a:lnTo>
                  <a:lnTo>
                    <a:pt x="427873" y="50382"/>
                  </a:lnTo>
                  <a:lnTo>
                    <a:pt x="430129" y="45870"/>
                  </a:lnTo>
                  <a:lnTo>
                    <a:pt x="432385" y="42111"/>
                  </a:lnTo>
                  <a:lnTo>
                    <a:pt x="433889" y="39103"/>
                  </a:lnTo>
                  <a:lnTo>
                    <a:pt x="436145" y="39103"/>
                  </a:lnTo>
                  <a:lnTo>
                    <a:pt x="437649" y="39855"/>
                  </a:lnTo>
                  <a:lnTo>
                    <a:pt x="438401" y="40607"/>
                  </a:lnTo>
                  <a:lnTo>
                    <a:pt x="440657" y="40607"/>
                  </a:lnTo>
                  <a:lnTo>
                    <a:pt x="442160" y="39855"/>
                  </a:lnTo>
                  <a:lnTo>
                    <a:pt x="443664" y="38351"/>
                  </a:lnTo>
                  <a:lnTo>
                    <a:pt x="448176" y="31583"/>
                  </a:lnTo>
                  <a:lnTo>
                    <a:pt x="448928" y="29327"/>
                  </a:lnTo>
                  <a:lnTo>
                    <a:pt x="448928" y="22559"/>
                  </a:lnTo>
                  <a:lnTo>
                    <a:pt x="450432" y="15791"/>
                  </a:lnTo>
                  <a:lnTo>
                    <a:pt x="451184" y="13536"/>
                  </a:lnTo>
                  <a:lnTo>
                    <a:pt x="452688" y="12784"/>
                  </a:lnTo>
                  <a:lnTo>
                    <a:pt x="454192" y="12032"/>
                  </a:lnTo>
                  <a:lnTo>
                    <a:pt x="457952" y="12032"/>
                  </a:lnTo>
                  <a:lnTo>
                    <a:pt x="460960" y="14288"/>
                  </a:lnTo>
                  <a:lnTo>
                    <a:pt x="469232" y="21055"/>
                  </a:lnTo>
                  <a:lnTo>
                    <a:pt x="472239" y="22559"/>
                  </a:lnTo>
                  <a:lnTo>
                    <a:pt x="482767" y="24815"/>
                  </a:lnTo>
                  <a:lnTo>
                    <a:pt x="484271" y="25567"/>
                  </a:lnTo>
                  <a:lnTo>
                    <a:pt x="485023" y="27071"/>
                  </a:lnTo>
                  <a:lnTo>
                    <a:pt x="487279" y="30079"/>
                  </a:lnTo>
                  <a:lnTo>
                    <a:pt x="488783" y="31583"/>
                  </a:lnTo>
                  <a:lnTo>
                    <a:pt x="491791" y="32335"/>
                  </a:lnTo>
                  <a:lnTo>
                    <a:pt x="503822" y="29327"/>
                  </a:lnTo>
                  <a:lnTo>
                    <a:pt x="509086" y="26319"/>
                  </a:lnTo>
                  <a:lnTo>
                    <a:pt x="512094" y="26319"/>
                  </a:lnTo>
                  <a:lnTo>
                    <a:pt x="515102" y="27071"/>
                  </a:lnTo>
                  <a:lnTo>
                    <a:pt x="524126" y="26319"/>
                  </a:lnTo>
                  <a:lnTo>
                    <a:pt x="529389" y="26319"/>
                  </a:lnTo>
                  <a:lnTo>
                    <a:pt x="535405" y="27071"/>
                  </a:lnTo>
                  <a:lnTo>
                    <a:pt x="540669" y="27071"/>
                  </a:lnTo>
                  <a:lnTo>
                    <a:pt x="545181" y="25567"/>
                  </a:lnTo>
                  <a:lnTo>
                    <a:pt x="546685" y="23311"/>
                  </a:lnTo>
                  <a:lnTo>
                    <a:pt x="546685" y="20303"/>
                  </a:lnTo>
                  <a:lnTo>
                    <a:pt x="547437" y="17295"/>
                  </a:lnTo>
                  <a:lnTo>
                    <a:pt x="550445" y="15039"/>
                  </a:lnTo>
                  <a:lnTo>
                    <a:pt x="552701" y="13536"/>
                  </a:lnTo>
                  <a:lnTo>
                    <a:pt x="555709" y="13536"/>
                  </a:lnTo>
                  <a:lnTo>
                    <a:pt x="557965" y="14288"/>
                  </a:lnTo>
                  <a:lnTo>
                    <a:pt x="559468" y="16543"/>
                  </a:lnTo>
                  <a:lnTo>
                    <a:pt x="563228" y="16543"/>
                  </a:lnTo>
                  <a:lnTo>
                    <a:pt x="575260" y="7520"/>
                  </a:lnTo>
                  <a:lnTo>
                    <a:pt x="580524" y="6768"/>
                  </a:lnTo>
                  <a:lnTo>
                    <a:pt x="581276" y="8272"/>
                  </a:lnTo>
                  <a:lnTo>
                    <a:pt x="580524" y="11280"/>
                  </a:lnTo>
                  <a:lnTo>
                    <a:pt x="582028" y="12784"/>
                  </a:lnTo>
                  <a:lnTo>
                    <a:pt x="582780" y="12784"/>
                  </a:lnTo>
                  <a:lnTo>
                    <a:pt x="584284" y="12032"/>
                  </a:lnTo>
                  <a:lnTo>
                    <a:pt x="589547" y="9776"/>
                  </a:lnTo>
                  <a:lnTo>
                    <a:pt x="595563" y="4512"/>
                  </a:lnTo>
                  <a:lnTo>
                    <a:pt x="598571" y="3008"/>
                  </a:lnTo>
                  <a:lnTo>
                    <a:pt x="604587" y="0"/>
                  </a:lnTo>
                  <a:lnTo>
                    <a:pt x="607595" y="0"/>
                  </a:lnTo>
                  <a:lnTo>
                    <a:pt x="608347" y="1504"/>
                  </a:lnTo>
                  <a:lnTo>
                    <a:pt x="607595" y="3760"/>
                  </a:lnTo>
                  <a:lnTo>
                    <a:pt x="604587" y="6768"/>
                  </a:lnTo>
                  <a:lnTo>
                    <a:pt x="603835" y="8272"/>
                  </a:lnTo>
                  <a:lnTo>
                    <a:pt x="604587" y="9776"/>
                  </a:lnTo>
                  <a:lnTo>
                    <a:pt x="619626" y="24815"/>
                  </a:lnTo>
                  <a:lnTo>
                    <a:pt x="624890" y="26319"/>
                  </a:lnTo>
                  <a:lnTo>
                    <a:pt x="632410" y="24063"/>
                  </a:lnTo>
                  <a:lnTo>
                    <a:pt x="635418" y="23311"/>
                  </a:lnTo>
                  <a:close/>
                  <a:moveTo>
                    <a:pt x="1466349" y="661737"/>
                  </a:moveTo>
                  <a:lnTo>
                    <a:pt x="1467853" y="663241"/>
                  </a:lnTo>
                  <a:lnTo>
                    <a:pt x="1467101" y="665497"/>
                  </a:lnTo>
                  <a:lnTo>
                    <a:pt x="1465597" y="668505"/>
                  </a:lnTo>
                  <a:lnTo>
                    <a:pt x="1464093" y="670009"/>
                  </a:lnTo>
                  <a:lnTo>
                    <a:pt x="1462589" y="670761"/>
                  </a:lnTo>
                  <a:lnTo>
                    <a:pt x="1459581" y="676024"/>
                  </a:lnTo>
                  <a:lnTo>
                    <a:pt x="1455821" y="680536"/>
                  </a:lnTo>
                  <a:lnTo>
                    <a:pt x="1454317" y="682040"/>
                  </a:lnTo>
                  <a:lnTo>
                    <a:pt x="1451309" y="681288"/>
                  </a:lnTo>
                  <a:lnTo>
                    <a:pt x="1445294" y="679784"/>
                  </a:lnTo>
                  <a:lnTo>
                    <a:pt x="1443038" y="678280"/>
                  </a:lnTo>
                  <a:lnTo>
                    <a:pt x="1441534" y="675272"/>
                  </a:lnTo>
                  <a:lnTo>
                    <a:pt x="1442286" y="673768"/>
                  </a:lnTo>
                  <a:lnTo>
                    <a:pt x="1446045" y="670009"/>
                  </a:lnTo>
                  <a:lnTo>
                    <a:pt x="1446798" y="668505"/>
                  </a:lnTo>
                  <a:lnTo>
                    <a:pt x="1446798" y="665497"/>
                  </a:lnTo>
                  <a:lnTo>
                    <a:pt x="1447549" y="663993"/>
                  </a:lnTo>
                  <a:lnTo>
                    <a:pt x="1449053" y="663241"/>
                  </a:lnTo>
                  <a:lnTo>
                    <a:pt x="1453565" y="660233"/>
                  </a:lnTo>
                  <a:lnTo>
                    <a:pt x="1456573" y="656473"/>
                  </a:lnTo>
                  <a:lnTo>
                    <a:pt x="1458829" y="654969"/>
                  </a:lnTo>
                  <a:lnTo>
                    <a:pt x="1461837" y="655721"/>
                  </a:lnTo>
                  <a:lnTo>
                    <a:pt x="1461837" y="657225"/>
                  </a:lnTo>
                  <a:lnTo>
                    <a:pt x="1463341" y="659481"/>
                  </a:lnTo>
                  <a:lnTo>
                    <a:pt x="1464845" y="660985"/>
                  </a:lnTo>
                  <a:lnTo>
                    <a:pt x="1466349" y="661737"/>
                  </a:lnTo>
                  <a:close/>
                  <a:moveTo>
                    <a:pt x="1609976" y="556461"/>
                  </a:moveTo>
                  <a:lnTo>
                    <a:pt x="1612232" y="557965"/>
                  </a:lnTo>
                  <a:lnTo>
                    <a:pt x="1614488" y="563980"/>
                  </a:lnTo>
                  <a:lnTo>
                    <a:pt x="1615992" y="566236"/>
                  </a:lnTo>
                  <a:lnTo>
                    <a:pt x="1613735" y="569996"/>
                  </a:lnTo>
                  <a:lnTo>
                    <a:pt x="1612984" y="570748"/>
                  </a:lnTo>
                  <a:lnTo>
                    <a:pt x="1612984" y="574508"/>
                  </a:lnTo>
                  <a:lnTo>
                    <a:pt x="1612984" y="575260"/>
                  </a:lnTo>
                  <a:lnTo>
                    <a:pt x="1610728" y="577516"/>
                  </a:lnTo>
                  <a:lnTo>
                    <a:pt x="1608472" y="578268"/>
                  </a:lnTo>
                  <a:lnTo>
                    <a:pt x="1606216" y="578268"/>
                  </a:lnTo>
                  <a:lnTo>
                    <a:pt x="1603960" y="579772"/>
                  </a:lnTo>
                  <a:lnTo>
                    <a:pt x="1602456" y="579020"/>
                  </a:lnTo>
                  <a:lnTo>
                    <a:pt x="1601704" y="577516"/>
                  </a:lnTo>
                  <a:lnTo>
                    <a:pt x="1601704" y="576764"/>
                  </a:lnTo>
                  <a:lnTo>
                    <a:pt x="1601704" y="575260"/>
                  </a:lnTo>
                  <a:lnTo>
                    <a:pt x="1600200" y="577516"/>
                  </a:lnTo>
                  <a:lnTo>
                    <a:pt x="1598696" y="576764"/>
                  </a:lnTo>
                  <a:lnTo>
                    <a:pt x="1595688" y="573756"/>
                  </a:lnTo>
                  <a:lnTo>
                    <a:pt x="1593433" y="572252"/>
                  </a:lnTo>
                  <a:lnTo>
                    <a:pt x="1591176" y="571500"/>
                  </a:lnTo>
                  <a:lnTo>
                    <a:pt x="1591176" y="570748"/>
                  </a:lnTo>
                  <a:lnTo>
                    <a:pt x="1592680" y="568492"/>
                  </a:lnTo>
                  <a:lnTo>
                    <a:pt x="1595688" y="565484"/>
                  </a:lnTo>
                  <a:lnTo>
                    <a:pt x="1596440" y="564732"/>
                  </a:lnTo>
                  <a:lnTo>
                    <a:pt x="1597192" y="558716"/>
                  </a:lnTo>
                  <a:lnTo>
                    <a:pt x="1600200" y="557213"/>
                  </a:lnTo>
                  <a:lnTo>
                    <a:pt x="1603208" y="556461"/>
                  </a:lnTo>
                  <a:lnTo>
                    <a:pt x="1609976" y="556461"/>
                  </a:lnTo>
                  <a:close/>
                  <a:moveTo>
                    <a:pt x="1631783" y="519614"/>
                  </a:moveTo>
                  <a:lnTo>
                    <a:pt x="1637047" y="524126"/>
                  </a:lnTo>
                  <a:lnTo>
                    <a:pt x="1637799" y="526382"/>
                  </a:lnTo>
                  <a:lnTo>
                    <a:pt x="1634039" y="526382"/>
                  </a:lnTo>
                  <a:lnTo>
                    <a:pt x="1634039" y="527886"/>
                  </a:lnTo>
                  <a:lnTo>
                    <a:pt x="1637799" y="529390"/>
                  </a:lnTo>
                  <a:lnTo>
                    <a:pt x="1637047" y="534653"/>
                  </a:lnTo>
                  <a:lnTo>
                    <a:pt x="1631783" y="544429"/>
                  </a:lnTo>
                  <a:lnTo>
                    <a:pt x="1631031" y="548189"/>
                  </a:lnTo>
                  <a:lnTo>
                    <a:pt x="1630279" y="549693"/>
                  </a:lnTo>
                  <a:lnTo>
                    <a:pt x="1627271" y="550445"/>
                  </a:lnTo>
                  <a:lnTo>
                    <a:pt x="1625015" y="551197"/>
                  </a:lnTo>
                  <a:lnTo>
                    <a:pt x="1617495" y="550445"/>
                  </a:lnTo>
                  <a:lnTo>
                    <a:pt x="1614488" y="549693"/>
                  </a:lnTo>
                  <a:lnTo>
                    <a:pt x="1613735" y="548189"/>
                  </a:lnTo>
                  <a:lnTo>
                    <a:pt x="1612984" y="545933"/>
                  </a:lnTo>
                  <a:lnTo>
                    <a:pt x="1612984" y="542925"/>
                  </a:lnTo>
                  <a:lnTo>
                    <a:pt x="1613735" y="539917"/>
                  </a:lnTo>
                  <a:lnTo>
                    <a:pt x="1618248" y="534653"/>
                  </a:lnTo>
                  <a:lnTo>
                    <a:pt x="1619752" y="530893"/>
                  </a:lnTo>
                  <a:lnTo>
                    <a:pt x="1622759" y="525630"/>
                  </a:lnTo>
                  <a:lnTo>
                    <a:pt x="1623511" y="524126"/>
                  </a:lnTo>
                  <a:lnTo>
                    <a:pt x="1624263" y="522622"/>
                  </a:lnTo>
                  <a:lnTo>
                    <a:pt x="1631783" y="519614"/>
                  </a:lnTo>
                  <a:close/>
                  <a:moveTo>
                    <a:pt x="1669382" y="492543"/>
                  </a:moveTo>
                  <a:lnTo>
                    <a:pt x="1670886" y="491791"/>
                  </a:lnTo>
                  <a:lnTo>
                    <a:pt x="1674646" y="492543"/>
                  </a:lnTo>
                  <a:lnTo>
                    <a:pt x="1676901" y="494047"/>
                  </a:lnTo>
                  <a:lnTo>
                    <a:pt x="1678405" y="496303"/>
                  </a:lnTo>
                  <a:lnTo>
                    <a:pt x="1676901" y="500063"/>
                  </a:lnTo>
                  <a:lnTo>
                    <a:pt x="1673893" y="502318"/>
                  </a:lnTo>
                  <a:lnTo>
                    <a:pt x="1667126" y="506078"/>
                  </a:lnTo>
                  <a:lnTo>
                    <a:pt x="1667126" y="503822"/>
                  </a:lnTo>
                  <a:lnTo>
                    <a:pt x="1664870" y="500063"/>
                  </a:lnTo>
                  <a:lnTo>
                    <a:pt x="1664118" y="497807"/>
                  </a:lnTo>
                  <a:lnTo>
                    <a:pt x="1664870" y="497055"/>
                  </a:lnTo>
                  <a:lnTo>
                    <a:pt x="1665622" y="496303"/>
                  </a:lnTo>
                  <a:lnTo>
                    <a:pt x="1666374" y="494799"/>
                  </a:lnTo>
                  <a:lnTo>
                    <a:pt x="1664870" y="494047"/>
                  </a:lnTo>
                  <a:lnTo>
                    <a:pt x="1664870" y="492543"/>
                  </a:lnTo>
                  <a:lnTo>
                    <a:pt x="1665622" y="491791"/>
                  </a:lnTo>
                  <a:lnTo>
                    <a:pt x="1666374" y="491039"/>
                  </a:lnTo>
                  <a:lnTo>
                    <a:pt x="1667126" y="491039"/>
                  </a:lnTo>
                  <a:lnTo>
                    <a:pt x="1667878" y="491039"/>
                  </a:lnTo>
                  <a:lnTo>
                    <a:pt x="1668630" y="491791"/>
                  </a:lnTo>
                  <a:lnTo>
                    <a:pt x="1669382" y="492543"/>
                  </a:lnTo>
                  <a:close/>
                  <a:moveTo>
                    <a:pt x="1234741" y="489535"/>
                  </a:moveTo>
                  <a:lnTo>
                    <a:pt x="1235493" y="494799"/>
                  </a:lnTo>
                  <a:lnTo>
                    <a:pt x="1235493" y="496303"/>
                  </a:lnTo>
                  <a:lnTo>
                    <a:pt x="1233989" y="501566"/>
                  </a:lnTo>
                  <a:lnTo>
                    <a:pt x="1230981" y="503822"/>
                  </a:lnTo>
                  <a:lnTo>
                    <a:pt x="1226469" y="504574"/>
                  </a:lnTo>
                  <a:lnTo>
                    <a:pt x="1221205" y="504574"/>
                  </a:lnTo>
                  <a:lnTo>
                    <a:pt x="1216693" y="506078"/>
                  </a:lnTo>
                  <a:lnTo>
                    <a:pt x="1210678" y="512094"/>
                  </a:lnTo>
                  <a:lnTo>
                    <a:pt x="1206918" y="512846"/>
                  </a:lnTo>
                  <a:lnTo>
                    <a:pt x="1203158" y="514350"/>
                  </a:lnTo>
                  <a:lnTo>
                    <a:pt x="1198646" y="515854"/>
                  </a:lnTo>
                  <a:lnTo>
                    <a:pt x="1194886" y="518110"/>
                  </a:lnTo>
                  <a:lnTo>
                    <a:pt x="1192630" y="520366"/>
                  </a:lnTo>
                  <a:lnTo>
                    <a:pt x="1191878" y="520366"/>
                  </a:lnTo>
                  <a:lnTo>
                    <a:pt x="1190374" y="517358"/>
                  </a:lnTo>
                  <a:lnTo>
                    <a:pt x="1190374" y="513598"/>
                  </a:lnTo>
                  <a:lnTo>
                    <a:pt x="1190374" y="509838"/>
                  </a:lnTo>
                  <a:lnTo>
                    <a:pt x="1191878" y="506078"/>
                  </a:lnTo>
                  <a:lnTo>
                    <a:pt x="1194886" y="501566"/>
                  </a:lnTo>
                  <a:lnTo>
                    <a:pt x="1195638" y="500814"/>
                  </a:lnTo>
                  <a:lnTo>
                    <a:pt x="1195638" y="500063"/>
                  </a:lnTo>
                  <a:lnTo>
                    <a:pt x="1196390" y="498559"/>
                  </a:lnTo>
                  <a:lnTo>
                    <a:pt x="1197142" y="497807"/>
                  </a:lnTo>
                  <a:lnTo>
                    <a:pt x="1197894" y="497807"/>
                  </a:lnTo>
                  <a:lnTo>
                    <a:pt x="1200150" y="498559"/>
                  </a:lnTo>
                  <a:lnTo>
                    <a:pt x="1200902" y="498559"/>
                  </a:lnTo>
                  <a:lnTo>
                    <a:pt x="1204662" y="496303"/>
                  </a:lnTo>
                  <a:lnTo>
                    <a:pt x="1209926" y="490287"/>
                  </a:lnTo>
                  <a:lnTo>
                    <a:pt x="1213686" y="487279"/>
                  </a:lnTo>
                  <a:lnTo>
                    <a:pt x="1220453" y="483519"/>
                  </a:lnTo>
                  <a:lnTo>
                    <a:pt x="1227973" y="481263"/>
                  </a:lnTo>
                  <a:lnTo>
                    <a:pt x="1225717" y="486527"/>
                  </a:lnTo>
                  <a:lnTo>
                    <a:pt x="1224965" y="488031"/>
                  </a:lnTo>
                  <a:lnTo>
                    <a:pt x="1225717" y="488031"/>
                  </a:lnTo>
                  <a:lnTo>
                    <a:pt x="1230981" y="479759"/>
                  </a:lnTo>
                  <a:lnTo>
                    <a:pt x="1231733" y="480511"/>
                  </a:lnTo>
                  <a:lnTo>
                    <a:pt x="1232485" y="482015"/>
                  </a:lnTo>
                  <a:lnTo>
                    <a:pt x="1233237" y="483519"/>
                  </a:lnTo>
                  <a:lnTo>
                    <a:pt x="1234741" y="489535"/>
                  </a:lnTo>
                  <a:close/>
                  <a:moveTo>
                    <a:pt x="1712996" y="482767"/>
                  </a:moveTo>
                  <a:lnTo>
                    <a:pt x="1714500" y="485023"/>
                  </a:lnTo>
                  <a:lnTo>
                    <a:pt x="1716004" y="487279"/>
                  </a:lnTo>
                  <a:lnTo>
                    <a:pt x="1716004" y="490287"/>
                  </a:lnTo>
                  <a:lnTo>
                    <a:pt x="1714500" y="493295"/>
                  </a:lnTo>
                  <a:lnTo>
                    <a:pt x="1715252" y="494799"/>
                  </a:lnTo>
                  <a:lnTo>
                    <a:pt x="1715252" y="497807"/>
                  </a:lnTo>
                  <a:lnTo>
                    <a:pt x="1715252" y="500063"/>
                  </a:lnTo>
                  <a:lnTo>
                    <a:pt x="1714500" y="501566"/>
                  </a:lnTo>
                  <a:lnTo>
                    <a:pt x="1712996" y="502318"/>
                  </a:lnTo>
                  <a:lnTo>
                    <a:pt x="1709236" y="502318"/>
                  </a:lnTo>
                  <a:lnTo>
                    <a:pt x="1706229" y="503070"/>
                  </a:lnTo>
                  <a:lnTo>
                    <a:pt x="1706980" y="500063"/>
                  </a:lnTo>
                  <a:lnTo>
                    <a:pt x="1706229" y="497807"/>
                  </a:lnTo>
                  <a:lnTo>
                    <a:pt x="1704725" y="491791"/>
                  </a:lnTo>
                  <a:lnTo>
                    <a:pt x="1698709" y="489535"/>
                  </a:lnTo>
                  <a:lnTo>
                    <a:pt x="1699461" y="487279"/>
                  </a:lnTo>
                  <a:lnTo>
                    <a:pt x="1697205" y="482767"/>
                  </a:lnTo>
                  <a:lnTo>
                    <a:pt x="1698709" y="481263"/>
                  </a:lnTo>
                  <a:lnTo>
                    <a:pt x="1700212" y="480511"/>
                  </a:lnTo>
                  <a:lnTo>
                    <a:pt x="1700212" y="478255"/>
                  </a:lnTo>
                  <a:lnTo>
                    <a:pt x="1701716" y="477503"/>
                  </a:lnTo>
                  <a:lnTo>
                    <a:pt x="1704725" y="478255"/>
                  </a:lnTo>
                  <a:lnTo>
                    <a:pt x="1705476" y="479759"/>
                  </a:lnTo>
                  <a:lnTo>
                    <a:pt x="1706229" y="482767"/>
                  </a:lnTo>
                  <a:lnTo>
                    <a:pt x="1708484" y="483519"/>
                  </a:lnTo>
                  <a:lnTo>
                    <a:pt x="1712996" y="482767"/>
                  </a:lnTo>
                  <a:close/>
                  <a:moveTo>
                    <a:pt x="1179095" y="488031"/>
                  </a:moveTo>
                  <a:lnTo>
                    <a:pt x="1182103" y="489535"/>
                  </a:lnTo>
                  <a:lnTo>
                    <a:pt x="1184359" y="491791"/>
                  </a:lnTo>
                  <a:lnTo>
                    <a:pt x="1184359" y="494799"/>
                  </a:lnTo>
                  <a:lnTo>
                    <a:pt x="1183607" y="498559"/>
                  </a:lnTo>
                  <a:lnTo>
                    <a:pt x="1173831" y="516606"/>
                  </a:lnTo>
                  <a:lnTo>
                    <a:pt x="1172327" y="522622"/>
                  </a:lnTo>
                  <a:lnTo>
                    <a:pt x="1168567" y="540669"/>
                  </a:lnTo>
                  <a:lnTo>
                    <a:pt x="1166311" y="549693"/>
                  </a:lnTo>
                  <a:lnTo>
                    <a:pt x="1165559" y="550445"/>
                  </a:lnTo>
                  <a:lnTo>
                    <a:pt x="1164055" y="551197"/>
                  </a:lnTo>
                  <a:lnTo>
                    <a:pt x="1160295" y="546685"/>
                  </a:lnTo>
                  <a:lnTo>
                    <a:pt x="1156536" y="548189"/>
                  </a:lnTo>
                  <a:lnTo>
                    <a:pt x="1145256" y="569996"/>
                  </a:lnTo>
                  <a:lnTo>
                    <a:pt x="1141496" y="575260"/>
                  </a:lnTo>
                  <a:lnTo>
                    <a:pt x="1122697" y="590299"/>
                  </a:lnTo>
                  <a:lnTo>
                    <a:pt x="1116681" y="594059"/>
                  </a:lnTo>
                  <a:lnTo>
                    <a:pt x="1114425" y="594811"/>
                  </a:lnTo>
                  <a:lnTo>
                    <a:pt x="1113673" y="595563"/>
                  </a:lnTo>
                  <a:lnTo>
                    <a:pt x="1112169" y="597067"/>
                  </a:lnTo>
                  <a:lnTo>
                    <a:pt x="1110665" y="598571"/>
                  </a:lnTo>
                  <a:lnTo>
                    <a:pt x="1106905" y="600075"/>
                  </a:lnTo>
                  <a:lnTo>
                    <a:pt x="1105401" y="600075"/>
                  </a:lnTo>
                  <a:lnTo>
                    <a:pt x="1105401" y="600827"/>
                  </a:lnTo>
                  <a:lnTo>
                    <a:pt x="1104649" y="603083"/>
                  </a:lnTo>
                  <a:lnTo>
                    <a:pt x="1103897" y="603835"/>
                  </a:lnTo>
                  <a:lnTo>
                    <a:pt x="1101642" y="604587"/>
                  </a:lnTo>
                  <a:lnTo>
                    <a:pt x="1100890" y="604587"/>
                  </a:lnTo>
                  <a:lnTo>
                    <a:pt x="1094874" y="610603"/>
                  </a:lnTo>
                  <a:lnTo>
                    <a:pt x="1088106" y="615114"/>
                  </a:lnTo>
                  <a:lnTo>
                    <a:pt x="1085098" y="615866"/>
                  </a:lnTo>
                  <a:lnTo>
                    <a:pt x="1078330" y="617370"/>
                  </a:lnTo>
                  <a:lnTo>
                    <a:pt x="1071563" y="619626"/>
                  </a:lnTo>
                  <a:lnTo>
                    <a:pt x="1068555" y="619626"/>
                  </a:lnTo>
                  <a:lnTo>
                    <a:pt x="1066299" y="618122"/>
                  </a:lnTo>
                  <a:lnTo>
                    <a:pt x="1064043" y="615866"/>
                  </a:lnTo>
                  <a:lnTo>
                    <a:pt x="1062539" y="610603"/>
                  </a:lnTo>
                  <a:lnTo>
                    <a:pt x="1064043" y="606091"/>
                  </a:lnTo>
                  <a:lnTo>
                    <a:pt x="1070059" y="598571"/>
                  </a:lnTo>
                  <a:lnTo>
                    <a:pt x="1070811" y="596315"/>
                  </a:lnTo>
                  <a:lnTo>
                    <a:pt x="1071563" y="593307"/>
                  </a:lnTo>
                  <a:lnTo>
                    <a:pt x="1072315" y="587291"/>
                  </a:lnTo>
                  <a:lnTo>
                    <a:pt x="1073067" y="585788"/>
                  </a:lnTo>
                  <a:lnTo>
                    <a:pt x="1074570" y="583532"/>
                  </a:lnTo>
                  <a:lnTo>
                    <a:pt x="1085098" y="576012"/>
                  </a:lnTo>
                  <a:lnTo>
                    <a:pt x="1086602" y="575260"/>
                  </a:lnTo>
                  <a:lnTo>
                    <a:pt x="1086602" y="574508"/>
                  </a:lnTo>
                  <a:lnTo>
                    <a:pt x="1088106" y="571500"/>
                  </a:lnTo>
                  <a:lnTo>
                    <a:pt x="1088106" y="570748"/>
                  </a:lnTo>
                  <a:lnTo>
                    <a:pt x="1088858" y="569996"/>
                  </a:lnTo>
                  <a:lnTo>
                    <a:pt x="1090362" y="569996"/>
                  </a:lnTo>
                  <a:lnTo>
                    <a:pt x="1093370" y="569244"/>
                  </a:lnTo>
                  <a:lnTo>
                    <a:pt x="1098634" y="566236"/>
                  </a:lnTo>
                  <a:lnTo>
                    <a:pt x="1103146" y="561724"/>
                  </a:lnTo>
                  <a:lnTo>
                    <a:pt x="1106153" y="555709"/>
                  </a:lnTo>
                  <a:lnTo>
                    <a:pt x="1102394" y="549693"/>
                  </a:lnTo>
                  <a:lnTo>
                    <a:pt x="1103146" y="529390"/>
                  </a:lnTo>
                  <a:lnTo>
                    <a:pt x="1104649" y="523374"/>
                  </a:lnTo>
                  <a:lnTo>
                    <a:pt x="1112921" y="515102"/>
                  </a:lnTo>
                  <a:lnTo>
                    <a:pt x="1118937" y="500814"/>
                  </a:lnTo>
                  <a:lnTo>
                    <a:pt x="1121945" y="496303"/>
                  </a:lnTo>
                  <a:lnTo>
                    <a:pt x="1126457" y="491039"/>
                  </a:lnTo>
                  <a:lnTo>
                    <a:pt x="1130216" y="487279"/>
                  </a:lnTo>
                  <a:lnTo>
                    <a:pt x="1138488" y="482015"/>
                  </a:lnTo>
                  <a:lnTo>
                    <a:pt x="1140744" y="480511"/>
                  </a:lnTo>
                  <a:lnTo>
                    <a:pt x="1143000" y="479007"/>
                  </a:lnTo>
                  <a:lnTo>
                    <a:pt x="1151272" y="475999"/>
                  </a:lnTo>
                  <a:lnTo>
                    <a:pt x="1153528" y="475999"/>
                  </a:lnTo>
                  <a:lnTo>
                    <a:pt x="1154280" y="475999"/>
                  </a:lnTo>
                  <a:lnTo>
                    <a:pt x="1152776" y="477503"/>
                  </a:lnTo>
                  <a:lnTo>
                    <a:pt x="1152024" y="480511"/>
                  </a:lnTo>
                  <a:lnTo>
                    <a:pt x="1151272" y="483519"/>
                  </a:lnTo>
                  <a:lnTo>
                    <a:pt x="1151272" y="485775"/>
                  </a:lnTo>
                  <a:lnTo>
                    <a:pt x="1151272" y="486527"/>
                  </a:lnTo>
                  <a:lnTo>
                    <a:pt x="1152024" y="487279"/>
                  </a:lnTo>
                  <a:lnTo>
                    <a:pt x="1152024" y="488031"/>
                  </a:lnTo>
                  <a:lnTo>
                    <a:pt x="1151272" y="489535"/>
                  </a:lnTo>
                  <a:lnTo>
                    <a:pt x="1150520" y="490287"/>
                  </a:lnTo>
                  <a:lnTo>
                    <a:pt x="1149016" y="493295"/>
                  </a:lnTo>
                  <a:lnTo>
                    <a:pt x="1148264" y="494799"/>
                  </a:lnTo>
                  <a:lnTo>
                    <a:pt x="1149016" y="494799"/>
                  </a:lnTo>
                  <a:lnTo>
                    <a:pt x="1150520" y="492543"/>
                  </a:lnTo>
                  <a:lnTo>
                    <a:pt x="1153528" y="490287"/>
                  </a:lnTo>
                  <a:lnTo>
                    <a:pt x="1154280" y="488031"/>
                  </a:lnTo>
                  <a:lnTo>
                    <a:pt x="1154280" y="486527"/>
                  </a:lnTo>
                  <a:lnTo>
                    <a:pt x="1153528" y="484271"/>
                  </a:lnTo>
                  <a:lnTo>
                    <a:pt x="1153528" y="483519"/>
                  </a:lnTo>
                  <a:lnTo>
                    <a:pt x="1155784" y="482015"/>
                  </a:lnTo>
                  <a:lnTo>
                    <a:pt x="1155784" y="485023"/>
                  </a:lnTo>
                  <a:lnTo>
                    <a:pt x="1156536" y="485023"/>
                  </a:lnTo>
                  <a:lnTo>
                    <a:pt x="1156536" y="482015"/>
                  </a:lnTo>
                  <a:lnTo>
                    <a:pt x="1158040" y="483519"/>
                  </a:lnTo>
                  <a:lnTo>
                    <a:pt x="1158792" y="484271"/>
                  </a:lnTo>
                  <a:lnTo>
                    <a:pt x="1160295" y="485023"/>
                  </a:lnTo>
                  <a:lnTo>
                    <a:pt x="1161799" y="485023"/>
                  </a:lnTo>
                  <a:lnTo>
                    <a:pt x="1158040" y="480511"/>
                  </a:lnTo>
                  <a:lnTo>
                    <a:pt x="1157288" y="479007"/>
                  </a:lnTo>
                  <a:lnTo>
                    <a:pt x="1157288" y="476751"/>
                  </a:lnTo>
                  <a:lnTo>
                    <a:pt x="1157288" y="475999"/>
                  </a:lnTo>
                  <a:lnTo>
                    <a:pt x="1158040" y="475247"/>
                  </a:lnTo>
                  <a:lnTo>
                    <a:pt x="1158792" y="474495"/>
                  </a:lnTo>
                  <a:lnTo>
                    <a:pt x="1160295" y="473743"/>
                  </a:lnTo>
                  <a:lnTo>
                    <a:pt x="1168567" y="475999"/>
                  </a:lnTo>
                  <a:lnTo>
                    <a:pt x="1170823" y="476751"/>
                  </a:lnTo>
                  <a:lnTo>
                    <a:pt x="1173079" y="479759"/>
                  </a:lnTo>
                  <a:lnTo>
                    <a:pt x="1176087" y="486527"/>
                  </a:lnTo>
                  <a:lnTo>
                    <a:pt x="1179095" y="488031"/>
                  </a:lnTo>
                  <a:close/>
                  <a:moveTo>
                    <a:pt x="1182103" y="416593"/>
                  </a:moveTo>
                  <a:lnTo>
                    <a:pt x="1188871" y="416593"/>
                  </a:lnTo>
                  <a:lnTo>
                    <a:pt x="1188871" y="417345"/>
                  </a:lnTo>
                  <a:lnTo>
                    <a:pt x="1188119" y="417345"/>
                  </a:lnTo>
                  <a:lnTo>
                    <a:pt x="1187366" y="417345"/>
                  </a:lnTo>
                  <a:lnTo>
                    <a:pt x="1186614" y="419601"/>
                  </a:lnTo>
                  <a:lnTo>
                    <a:pt x="1186614" y="422609"/>
                  </a:lnTo>
                  <a:lnTo>
                    <a:pt x="1186614" y="424865"/>
                  </a:lnTo>
                  <a:lnTo>
                    <a:pt x="1187366" y="426369"/>
                  </a:lnTo>
                  <a:lnTo>
                    <a:pt x="1185111" y="427121"/>
                  </a:lnTo>
                  <a:lnTo>
                    <a:pt x="1184359" y="430129"/>
                  </a:lnTo>
                  <a:lnTo>
                    <a:pt x="1184359" y="435393"/>
                  </a:lnTo>
                  <a:lnTo>
                    <a:pt x="1182103" y="441409"/>
                  </a:lnTo>
                  <a:lnTo>
                    <a:pt x="1176839" y="447424"/>
                  </a:lnTo>
                  <a:lnTo>
                    <a:pt x="1164807" y="455696"/>
                  </a:lnTo>
                  <a:lnTo>
                    <a:pt x="1155032" y="460960"/>
                  </a:lnTo>
                  <a:lnTo>
                    <a:pt x="1150520" y="464720"/>
                  </a:lnTo>
                  <a:lnTo>
                    <a:pt x="1147512" y="466224"/>
                  </a:lnTo>
                  <a:lnTo>
                    <a:pt x="1146008" y="464720"/>
                  </a:lnTo>
                  <a:lnTo>
                    <a:pt x="1146008" y="460960"/>
                  </a:lnTo>
                  <a:lnTo>
                    <a:pt x="1147512" y="459456"/>
                  </a:lnTo>
                  <a:lnTo>
                    <a:pt x="1150520" y="458704"/>
                  </a:lnTo>
                  <a:lnTo>
                    <a:pt x="1152024" y="457200"/>
                  </a:lnTo>
                  <a:lnTo>
                    <a:pt x="1153528" y="454192"/>
                  </a:lnTo>
                  <a:lnTo>
                    <a:pt x="1153528" y="453440"/>
                  </a:lnTo>
                  <a:lnTo>
                    <a:pt x="1155784" y="451936"/>
                  </a:lnTo>
                  <a:lnTo>
                    <a:pt x="1157288" y="450432"/>
                  </a:lnTo>
                  <a:lnTo>
                    <a:pt x="1167063" y="428625"/>
                  </a:lnTo>
                  <a:lnTo>
                    <a:pt x="1170071" y="425617"/>
                  </a:lnTo>
                  <a:lnTo>
                    <a:pt x="1171575" y="422609"/>
                  </a:lnTo>
                  <a:lnTo>
                    <a:pt x="1172327" y="421857"/>
                  </a:lnTo>
                  <a:lnTo>
                    <a:pt x="1176839" y="421105"/>
                  </a:lnTo>
                  <a:lnTo>
                    <a:pt x="1178343" y="421105"/>
                  </a:lnTo>
                  <a:lnTo>
                    <a:pt x="1179095" y="420353"/>
                  </a:lnTo>
                  <a:lnTo>
                    <a:pt x="1182103" y="417345"/>
                  </a:lnTo>
                  <a:lnTo>
                    <a:pt x="1182103" y="416593"/>
                  </a:lnTo>
                  <a:close/>
                  <a:moveTo>
                    <a:pt x="1591176" y="482767"/>
                  </a:moveTo>
                  <a:lnTo>
                    <a:pt x="1591176" y="485023"/>
                  </a:lnTo>
                  <a:lnTo>
                    <a:pt x="1588169" y="490287"/>
                  </a:lnTo>
                  <a:lnTo>
                    <a:pt x="1588169" y="494047"/>
                  </a:lnTo>
                  <a:lnTo>
                    <a:pt x="1587416" y="496303"/>
                  </a:lnTo>
                  <a:lnTo>
                    <a:pt x="1585913" y="497807"/>
                  </a:lnTo>
                  <a:lnTo>
                    <a:pt x="1587416" y="499311"/>
                  </a:lnTo>
                  <a:lnTo>
                    <a:pt x="1587416" y="501566"/>
                  </a:lnTo>
                  <a:lnTo>
                    <a:pt x="1586665" y="504574"/>
                  </a:lnTo>
                  <a:lnTo>
                    <a:pt x="1585913" y="507582"/>
                  </a:lnTo>
                  <a:lnTo>
                    <a:pt x="1582905" y="506830"/>
                  </a:lnTo>
                  <a:lnTo>
                    <a:pt x="1579897" y="503822"/>
                  </a:lnTo>
                  <a:lnTo>
                    <a:pt x="1574633" y="498559"/>
                  </a:lnTo>
                  <a:lnTo>
                    <a:pt x="1576137" y="503070"/>
                  </a:lnTo>
                  <a:lnTo>
                    <a:pt x="1579897" y="508334"/>
                  </a:lnTo>
                  <a:lnTo>
                    <a:pt x="1582153" y="512094"/>
                  </a:lnTo>
                  <a:lnTo>
                    <a:pt x="1579897" y="516606"/>
                  </a:lnTo>
                  <a:lnTo>
                    <a:pt x="1581401" y="519614"/>
                  </a:lnTo>
                  <a:lnTo>
                    <a:pt x="1582153" y="523374"/>
                  </a:lnTo>
                  <a:lnTo>
                    <a:pt x="1581401" y="527134"/>
                  </a:lnTo>
                  <a:lnTo>
                    <a:pt x="1579897" y="530893"/>
                  </a:lnTo>
                  <a:lnTo>
                    <a:pt x="1576889" y="533901"/>
                  </a:lnTo>
                  <a:lnTo>
                    <a:pt x="1568617" y="536909"/>
                  </a:lnTo>
                  <a:lnTo>
                    <a:pt x="1565609" y="539165"/>
                  </a:lnTo>
                  <a:lnTo>
                    <a:pt x="1566361" y="540669"/>
                  </a:lnTo>
                  <a:lnTo>
                    <a:pt x="1565609" y="542173"/>
                  </a:lnTo>
                  <a:lnTo>
                    <a:pt x="1563354" y="545181"/>
                  </a:lnTo>
                  <a:lnTo>
                    <a:pt x="1561850" y="546685"/>
                  </a:lnTo>
                  <a:lnTo>
                    <a:pt x="1560345" y="546685"/>
                  </a:lnTo>
                  <a:lnTo>
                    <a:pt x="1560345" y="547437"/>
                  </a:lnTo>
                  <a:lnTo>
                    <a:pt x="1562601" y="548189"/>
                  </a:lnTo>
                  <a:lnTo>
                    <a:pt x="1563354" y="548189"/>
                  </a:lnTo>
                  <a:lnTo>
                    <a:pt x="1564857" y="548189"/>
                  </a:lnTo>
                  <a:lnTo>
                    <a:pt x="1566361" y="548189"/>
                  </a:lnTo>
                  <a:lnTo>
                    <a:pt x="1566361" y="550445"/>
                  </a:lnTo>
                  <a:lnTo>
                    <a:pt x="1565609" y="551197"/>
                  </a:lnTo>
                  <a:lnTo>
                    <a:pt x="1562601" y="553453"/>
                  </a:lnTo>
                  <a:lnTo>
                    <a:pt x="1562601" y="554957"/>
                  </a:lnTo>
                  <a:lnTo>
                    <a:pt x="1566361" y="554205"/>
                  </a:lnTo>
                  <a:lnTo>
                    <a:pt x="1566361" y="556461"/>
                  </a:lnTo>
                  <a:lnTo>
                    <a:pt x="1564105" y="559468"/>
                  </a:lnTo>
                  <a:lnTo>
                    <a:pt x="1561850" y="560972"/>
                  </a:lnTo>
                  <a:lnTo>
                    <a:pt x="1559594" y="561724"/>
                  </a:lnTo>
                  <a:lnTo>
                    <a:pt x="1552826" y="566988"/>
                  </a:lnTo>
                  <a:lnTo>
                    <a:pt x="1549066" y="568492"/>
                  </a:lnTo>
                  <a:lnTo>
                    <a:pt x="1546810" y="569244"/>
                  </a:lnTo>
                  <a:lnTo>
                    <a:pt x="1540794" y="576012"/>
                  </a:lnTo>
                  <a:lnTo>
                    <a:pt x="1537034" y="577516"/>
                  </a:lnTo>
                  <a:lnTo>
                    <a:pt x="1532522" y="576764"/>
                  </a:lnTo>
                  <a:lnTo>
                    <a:pt x="1528763" y="574508"/>
                  </a:lnTo>
                  <a:lnTo>
                    <a:pt x="1525755" y="570748"/>
                  </a:lnTo>
                  <a:lnTo>
                    <a:pt x="1522747" y="566988"/>
                  </a:lnTo>
                  <a:lnTo>
                    <a:pt x="1521995" y="568492"/>
                  </a:lnTo>
                  <a:lnTo>
                    <a:pt x="1523499" y="571500"/>
                  </a:lnTo>
                  <a:lnTo>
                    <a:pt x="1525755" y="574508"/>
                  </a:lnTo>
                  <a:lnTo>
                    <a:pt x="1528763" y="576764"/>
                  </a:lnTo>
                  <a:lnTo>
                    <a:pt x="1531771" y="577516"/>
                  </a:lnTo>
                  <a:lnTo>
                    <a:pt x="1534026" y="579020"/>
                  </a:lnTo>
                  <a:lnTo>
                    <a:pt x="1534778" y="582028"/>
                  </a:lnTo>
                  <a:lnTo>
                    <a:pt x="1533275" y="584284"/>
                  </a:lnTo>
                  <a:lnTo>
                    <a:pt x="1530267" y="583532"/>
                  </a:lnTo>
                  <a:lnTo>
                    <a:pt x="1530267" y="585036"/>
                  </a:lnTo>
                  <a:lnTo>
                    <a:pt x="1531771" y="585036"/>
                  </a:lnTo>
                  <a:lnTo>
                    <a:pt x="1536282" y="585036"/>
                  </a:lnTo>
                  <a:lnTo>
                    <a:pt x="1538538" y="585788"/>
                  </a:lnTo>
                  <a:lnTo>
                    <a:pt x="1540794" y="587291"/>
                  </a:lnTo>
                  <a:lnTo>
                    <a:pt x="1541546" y="588795"/>
                  </a:lnTo>
                  <a:lnTo>
                    <a:pt x="1540042" y="597819"/>
                  </a:lnTo>
                  <a:lnTo>
                    <a:pt x="1535530" y="609851"/>
                  </a:lnTo>
                  <a:lnTo>
                    <a:pt x="1534026" y="609851"/>
                  </a:lnTo>
                  <a:lnTo>
                    <a:pt x="1531018" y="606843"/>
                  </a:lnTo>
                  <a:lnTo>
                    <a:pt x="1518987" y="591803"/>
                  </a:lnTo>
                  <a:lnTo>
                    <a:pt x="1515227" y="589547"/>
                  </a:lnTo>
                  <a:lnTo>
                    <a:pt x="1511467" y="591051"/>
                  </a:lnTo>
                  <a:lnTo>
                    <a:pt x="1516731" y="591803"/>
                  </a:lnTo>
                  <a:lnTo>
                    <a:pt x="1518235" y="593307"/>
                  </a:lnTo>
                  <a:lnTo>
                    <a:pt x="1516731" y="595563"/>
                  </a:lnTo>
                  <a:lnTo>
                    <a:pt x="1512219" y="597067"/>
                  </a:lnTo>
                  <a:lnTo>
                    <a:pt x="1512219" y="598571"/>
                  </a:lnTo>
                  <a:lnTo>
                    <a:pt x="1513723" y="599323"/>
                  </a:lnTo>
                  <a:lnTo>
                    <a:pt x="1513723" y="600827"/>
                  </a:lnTo>
                  <a:lnTo>
                    <a:pt x="1512971" y="602331"/>
                  </a:lnTo>
                  <a:lnTo>
                    <a:pt x="1511467" y="603083"/>
                  </a:lnTo>
                  <a:lnTo>
                    <a:pt x="1513723" y="602331"/>
                  </a:lnTo>
                  <a:lnTo>
                    <a:pt x="1516731" y="600075"/>
                  </a:lnTo>
                  <a:lnTo>
                    <a:pt x="1518235" y="599323"/>
                  </a:lnTo>
                  <a:lnTo>
                    <a:pt x="1519739" y="600075"/>
                  </a:lnTo>
                  <a:lnTo>
                    <a:pt x="1520491" y="601579"/>
                  </a:lnTo>
                  <a:lnTo>
                    <a:pt x="1521243" y="603835"/>
                  </a:lnTo>
                  <a:lnTo>
                    <a:pt x="1521995" y="605339"/>
                  </a:lnTo>
                  <a:lnTo>
                    <a:pt x="1525003" y="606091"/>
                  </a:lnTo>
                  <a:lnTo>
                    <a:pt x="1525755" y="606843"/>
                  </a:lnTo>
                  <a:lnTo>
                    <a:pt x="1526507" y="606843"/>
                  </a:lnTo>
                  <a:lnTo>
                    <a:pt x="1527258" y="609099"/>
                  </a:lnTo>
                  <a:lnTo>
                    <a:pt x="1527258" y="609851"/>
                  </a:lnTo>
                  <a:lnTo>
                    <a:pt x="1528763" y="610603"/>
                  </a:lnTo>
                  <a:lnTo>
                    <a:pt x="1534026" y="613611"/>
                  </a:lnTo>
                  <a:lnTo>
                    <a:pt x="1534026" y="615114"/>
                  </a:lnTo>
                  <a:lnTo>
                    <a:pt x="1531771" y="615114"/>
                  </a:lnTo>
                  <a:lnTo>
                    <a:pt x="1529515" y="615866"/>
                  </a:lnTo>
                  <a:lnTo>
                    <a:pt x="1527258" y="617370"/>
                  </a:lnTo>
                  <a:lnTo>
                    <a:pt x="1525003" y="618874"/>
                  </a:lnTo>
                  <a:lnTo>
                    <a:pt x="1524251" y="619626"/>
                  </a:lnTo>
                  <a:lnTo>
                    <a:pt x="1524251" y="621130"/>
                  </a:lnTo>
                  <a:lnTo>
                    <a:pt x="1523499" y="622634"/>
                  </a:lnTo>
                  <a:lnTo>
                    <a:pt x="1521995" y="623386"/>
                  </a:lnTo>
                  <a:lnTo>
                    <a:pt x="1519739" y="621130"/>
                  </a:lnTo>
                  <a:lnTo>
                    <a:pt x="1518235" y="621130"/>
                  </a:lnTo>
                  <a:lnTo>
                    <a:pt x="1517483" y="622634"/>
                  </a:lnTo>
                  <a:lnTo>
                    <a:pt x="1516731" y="624138"/>
                  </a:lnTo>
                  <a:lnTo>
                    <a:pt x="1513723" y="624890"/>
                  </a:lnTo>
                  <a:lnTo>
                    <a:pt x="1506203" y="625642"/>
                  </a:lnTo>
                  <a:lnTo>
                    <a:pt x="1504699" y="626394"/>
                  </a:lnTo>
                  <a:lnTo>
                    <a:pt x="1502443" y="627146"/>
                  </a:lnTo>
                  <a:lnTo>
                    <a:pt x="1500188" y="627146"/>
                  </a:lnTo>
                  <a:lnTo>
                    <a:pt x="1498684" y="626394"/>
                  </a:lnTo>
                  <a:lnTo>
                    <a:pt x="1498684" y="625642"/>
                  </a:lnTo>
                  <a:lnTo>
                    <a:pt x="1498684" y="624890"/>
                  </a:lnTo>
                  <a:lnTo>
                    <a:pt x="1497180" y="624138"/>
                  </a:lnTo>
                  <a:lnTo>
                    <a:pt x="1496428" y="624138"/>
                  </a:lnTo>
                  <a:lnTo>
                    <a:pt x="1494924" y="624138"/>
                  </a:lnTo>
                  <a:lnTo>
                    <a:pt x="1494172" y="623386"/>
                  </a:lnTo>
                  <a:lnTo>
                    <a:pt x="1493420" y="623386"/>
                  </a:lnTo>
                  <a:lnTo>
                    <a:pt x="1492668" y="621882"/>
                  </a:lnTo>
                  <a:lnTo>
                    <a:pt x="1491164" y="616619"/>
                  </a:lnTo>
                  <a:lnTo>
                    <a:pt x="1490412" y="615114"/>
                  </a:lnTo>
                  <a:lnTo>
                    <a:pt x="1487404" y="608347"/>
                  </a:lnTo>
                  <a:lnTo>
                    <a:pt x="1486652" y="607595"/>
                  </a:lnTo>
                  <a:lnTo>
                    <a:pt x="1482140" y="607595"/>
                  </a:lnTo>
                  <a:lnTo>
                    <a:pt x="1481388" y="606843"/>
                  </a:lnTo>
                  <a:lnTo>
                    <a:pt x="1480636" y="606091"/>
                  </a:lnTo>
                  <a:lnTo>
                    <a:pt x="1479884" y="605339"/>
                  </a:lnTo>
                  <a:lnTo>
                    <a:pt x="1478380" y="606843"/>
                  </a:lnTo>
                  <a:lnTo>
                    <a:pt x="1480636" y="608347"/>
                  </a:lnTo>
                  <a:lnTo>
                    <a:pt x="1482140" y="612107"/>
                  </a:lnTo>
                  <a:lnTo>
                    <a:pt x="1482140" y="615114"/>
                  </a:lnTo>
                  <a:lnTo>
                    <a:pt x="1479132" y="627146"/>
                  </a:lnTo>
                  <a:lnTo>
                    <a:pt x="1479132" y="630154"/>
                  </a:lnTo>
                  <a:lnTo>
                    <a:pt x="1482140" y="632410"/>
                  </a:lnTo>
                  <a:lnTo>
                    <a:pt x="1480636" y="633162"/>
                  </a:lnTo>
                  <a:lnTo>
                    <a:pt x="1480636" y="633914"/>
                  </a:lnTo>
                  <a:lnTo>
                    <a:pt x="1479884" y="633162"/>
                  </a:lnTo>
                  <a:lnTo>
                    <a:pt x="1479884" y="632410"/>
                  </a:lnTo>
                  <a:lnTo>
                    <a:pt x="1479132" y="631658"/>
                  </a:lnTo>
                  <a:lnTo>
                    <a:pt x="1478380" y="632410"/>
                  </a:lnTo>
                  <a:lnTo>
                    <a:pt x="1477628" y="633162"/>
                  </a:lnTo>
                  <a:lnTo>
                    <a:pt x="1476877" y="633162"/>
                  </a:lnTo>
                  <a:lnTo>
                    <a:pt x="1475373" y="633914"/>
                  </a:lnTo>
                  <a:lnTo>
                    <a:pt x="1476124" y="635418"/>
                  </a:lnTo>
                  <a:lnTo>
                    <a:pt x="1477628" y="635418"/>
                  </a:lnTo>
                  <a:lnTo>
                    <a:pt x="1479132" y="635418"/>
                  </a:lnTo>
                  <a:lnTo>
                    <a:pt x="1480636" y="637674"/>
                  </a:lnTo>
                  <a:lnTo>
                    <a:pt x="1481388" y="636922"/>
                  </a:lnTo>
                  <a:lnTo>
                    <a:pt x="1482140" y="636170"/>
                  </a:lnTo>
                  <a:lnTo>
                    <a:pt x="1484396" y="635418"/>
                  </a:lnTo>
                  <a:lnTo>
                    <a:pt x="1481388" y="638426"/>
                  </a:lnTo>
                  <a:lnTo>
                    <a:pt x="1476124" y="640682"/>
                  </a:lnTo>
                  <a:lnTo>
                    <a:pt x="1470860" y="640682"/>
                  </a:lnTo>
                  <a:lnTo>
                    <a:pt x="1468605" y="640682"/>
                  </a:lnTo>
                  <a:lnTo>
                    <a:pt x="1465597" y="639930"/>
                  </a:lnTo>
                  <a:lnTo>
                    <a:pt x="1462589" y="638426"/>
                  </a:lnTo>
                  <a:lnTo>
                    <a:pt x="1459581" y="636170"/>
                  </a:lnTo>
                  <a:lnTo>
                    <a:pt x="1456573" y="633914"/>
                  </a:lnTo>
                  <a:lnTo>
                    <a:pt x="1451309" y="628650"/>
                  </a:lnTo>
                  <a:lnTo>
                    <a:pt x="1450558" y="627146"/>
                  </a:lnTo>
                  <a:lnTo>
                    <a:pt x="1450558" y="624890"/>
                  </a:lnTo>
                  <a:lnTo>
                    <a:pt x="1451309" y="623386"/>
                  </a:lnTo>
                  <a:lnTo>
                    <a:pt x="1452061" y="621882"/>
                  </a:lnTo>
                  <a:lnTo>
                    <a:pt x="1451309" y="620378"/>
                  </a:lnTo>
                  <a:lnTo>
                    <a:pt x="1450558" y="621882"/>
                  </a:lnTo>
                  <a:lnTo>
                    <a:pt x="1448301" y="624890"/>
                  </a:lnTo>
                  <a:lnTo>
                    <a:pt x="1446798" y="628650"/>
                  </a:lnTo>
                  <a:lnTo>
                    <a:pt x="1447549" y="632410"/>
                  </a:lnTo>
                  <a:lnTo>
                    <a:pt x="1452813" y="635418"/>
                  </a:lnTo>
                  <a:lnTo>
                    <a:pt x="1456573" y="639930"/>
                  </a:lnTo>
                  <a:lnTo>
                    <a:pt x="1455821" y="642938"/>
                  </a:lnTo>
                  <a:lnTo>
                    <a:pt x="1453565" y="644442"/>
                  </a:lnTo>
                  <a:lnTo>
                    <a:pt x="1448301" y="642938"/>
                  </a:lnTo>
                  <a:lnTo>
                    <a:pt x="1445294" y="642186"/>
                  </a:lnTo>
                  <a:lnTo>
                    <a:pt x="1443038" y="642938"/>
                  </a:lnTo>
                  <a:lnTo>
                    <a:pt x="1439278" y="641434"/>
                  </a:lnTo>
                  <a:lnTo>
                    <a:pt x="1437022" y="637674"/>
                  </a:lnTo>
                  <a:lnTo>
                    <a:pt x="1436270" y="632410"/>
                  </a:lnTo>
                  <a:lnTo>
                    <a:pt x="1435518" y="630906"/>
                  </a:lnTo>
                  <a:lnTo>
                    <a:pt x="1434766" y="621882"/>
                  </a:lnTo>
                  <a:lnTo>
                    <a:pt x="1433262" y="622634"/>
                  </a:lnTo>
                  <a:lnTo>
                    <a:pt x="1432510" y="622634"/>
                  </a:lnTo>
                  <a:lnTo>
                    <a:pt x="1431006" y="622634"/>
                  </a:lnTo>
                  <a:lnTo>
                    <a:pt x="1429502" y="621882"/>
                  </a:lnTo>
                  <a:lnTo>
                    <a:pt x="1430254" y="623386"/>
                  </a:lnTo>
                  <a:lnTo>
                    <a:pt x="1431758" y="624138"/>
                  </a:lnTo>
                  <a:lnTo>
                    <a:pt x="1433262" y="625642"/>
                  </a:lnTo>
                  <a:lnTo>
                    <a:pt x="1433262" y="627898"/>
                  </a:lnTo>
                  <a:lnTo>
                    <a:pt x="1433262" y="635418"/>
                  </a:lnTo>
                  <a:lnTo>
                    <a:pt x="1432510" y="634666"/>
                  </a:lnTo>
                  <a:lnTo>
                    <a:pt x="1431758" y="634666"/>
                  </a:lnTo>
                  <a:lnTo>
                    <a:pt x="1431006" y="634666"/>
                  </a:lnTo>
                  <a:lnTo>
                    <a:pt x="1430254" y="634666"/>
                  </a:lnTo>
                  <a:lnTo>
                    <a:pt x="1431758" y="636170"/>
                  </a:lnTo>
                  <a:lnTo>
                    <a:pt x="1431758" y="639178"/>
                  </a:lnTo>
                  <a:lnTo>
                    <a:pt x="1431006" y="640682"/>
                  </a:lnTo>
                  <a:lnTo>
                    <a:pt x="1428750" y="642186"/>
                  </a:lnTo>
                  <a:lnTo>
                    <a:pt x="1426494" y="642938"/>
                  </a:lnTo>
                  <a:lnTo>
                    <a:pt x="1425742" y="644442"/>
                  </a:lnTo>
                  <a:lnTo>
                    <a:pt x="1425742" y="646697"/>
                  </a:lnTo>
                  <a:lnTo>
                    <a:pt x="1427246" y="648953"/>
                  </a:lnTo>
                  <a:lnTo>
                    <a:pt x="1424990" y="648953"/>
                  </a:lnTo>
                  <a:lnTo>
                    <a:pt x="1424990" y="650457"/>
                  </a:lnTo>
                  <a:lnTo>
                    <a:pt x="1427246" y="650457"/>
                  </a:lnTo>
                  <a:lnTo>
                    <a:pt x="1427246" y="652713"/>
                  </a:lnTo>
                  <a:lnTo>
                    <a:pt x="1426494" y="655721"/>
                  </a:lnTo>
                  <a:lnTo>
                    <a:pt x="1424990" y="656473"/>
                  </a:lnTo>
                  <a:lnTo>
                    <a:pt x="1418222" y="655721"/>
                  </a:lnTo>
                  <a:lnTo>
                    <a:pt x="1415215" y="656473"/>
                  </a:lnTo>
                  <a:lnTo>
                    <a:pt x="1410703" y="661737"/>
                  </a:lnTo>
                  <a:lnTo>
                    <a:pt x="1408447" y="663993"/>
                  </a:lnTo>
                  <a:lnTo>
                    <a:pt x="1405439" y="663241"/>
                  </a:lnTo>
                  <a:lnTo>
                    <a:pt x="1403183" y="660233"/>
                  </a:lnTo>
                  <a:lnTo>
                    <a:pt x="1400927" y="656473"/>
                  </a:lnTo>
                  <a:lnTo>
                    <a:pt x="1399423" y="649705"/>
                  </a:lnTo>
                  <a:lnTo>
                    <a:pt x="1397167" y="645945"/>
                  </a:lnTo>
                  <a:lnTo>
                    <a:pt x="1396415" y="643689"/>
                  </a:lnTo>
                  <a:lnTo>
                    <a:pt x="1396415" y="641434"/>
                  </a:lnTo>
                  <a:lnTo>
                    <a:pt x="1397919" y="636922"/>
                  </a:lnTo>
                  <a:lnTo>
                    <a:pt x="1397167" y="634666"/>
                  </a:lnTo>
                  <a:lnTo>
                    <a:pt x="1396415" y="637674"/>
                  </a:lnTo>
                  <a:lnTo>
                    <a:pt x="1394911" y="642186"/>
                  </a:lnTo>
                  <a:lnTo>
                    <a:pt x="1394159" y="644442"/>
                  </a:lnTo>
                  <a:lnTo>
                    <a:pt x="1394911" y="648201"/>
                  </a:lnTo>
                  <a:lnTo>
                    <a:pt x="1399423" y="657225"/>
                  </a:lnTo>
                  <a:lnTo>
                    <a:pt x="1399423" y="658729"/>
                  </a:lnTo>
                  <a:lnTo>
                    <a:pt x="1399423" y="660985"/>
                  </a:lnTo>
                  <a:lnTo>
                    <a:pt x="1398671" y="662489"/>
                  </a:lnTo>
                  <a:lnTo>
                    <a:pt x="1398671" y="663993"/>
                  </a:lnTo>
                  <a:lnTo>
                    <a:pt x="1397167" y="664745"/>
                  </a:lnTo>
                  <a:lnTo>
                    <a:pt x="1392655" y="669257"/>
                  </a:lnTo>
                  <a:lnTo>
                    <a:pt x="1388896" y="670761"/>
                  </a:lnTo>
                  <a:lnTo>
                    <a:pt x="1387392" y="670761"/>
                  </a:lnTo>
                  <a:lnTo>
                    <a:pt x="1385136" y="670761"/>
                  </a:lnTo>
                  <a:lnTo>
                    <a:pt x="1383632" y="669257"/>
                  </a:lnTo>
                  <a:lnTo>
                    <a:pt x="1382128" y="667753"/>
                  </a:lnTo>
                  <a:lnTo>
                    <a:pt x="1380624" y="667001"/>
                  </a:lnTo>
                  <a:lnTo>
                    <a:pt x="1379120" y="666249"/>
                  </a:lnTo>
                  <a:lnTo>
                    <a:pt x="1376112" y="666249"/>
                  </a:lnTo>
                  <a:lnTo>
                    <a:pt x="1374608" y="665497"/>
                  </a:lnTo>
                  <a:lnTo>
                    <a:pt x="1372352" y="664745"/>
                  </a:lnTo>
                  <a:lnTo>
                    <a:pt x="1371600" y="663241"/>
                  </a:lnTo>
                  <a:lnTo>
                    <a:pt x="1370096" y="661737"/>
                  </a:lnTo>
                  <a:lnTo>
                    <a:pt x="1366336" y="660985"/>
                  </a:lnTo>
                  <a:lnTo>
                    <a:pt x="1363328" y="660233"/>
                  </a:lnTo>
                  <a:lnTo>
                    <a:pt x="1361824" y="659481"/>
                  </a:lnTo>
                  <a:lnTo>
                    <a:pt x="1358064" y="659481"/>
                  </a:lnTo>
                  <a:lnTo>
                    <a:pt x="1357313" y="658729"/>
                  </a:lnTo>
                  <a:lnTo>
                    <a:pt x="1354305" y="655721"/>
                  </a:lnTo>
                  <a:lnTo>
                    <a:pt x="1353553" y="654969"/>
                  </a:lnTo>
                  <a:lnTo>
                    <a:pt x="1353553" y="654217"/>
                  </a:lnTo>
                  <a:lnTo>
                    <a:pt x="1354305" y="646697"/>
                  </a:lnTo>
                  <a:lnTo>
                    <a:pt x="1354305" y="645945"/>
                  </a:lnTo>
                  <a:lnTo>
                    <a:pt x="1350545" y="645945"/>
                  </a:lnTo>
                  <a:lnTo>
                    <a:pt x="1350545" y="647449"/>
                  </a:lnTo>
                  <a:lnTo>
                    <a:pt x="1350545" y="649705"/>
                  </a:lnTo>
                  <a:lnTo>
                    <a:pt x="1350545" y="653465"/>
                  </a:lnTo>
                  <a:lnTo>
                    <a:pt x="1349793" y="655721"/>
                  </a:lnTo>
                  <a:lnTo>
                    <a:pt x="1345281" y="658729"/>
                  </a:lnTo>
                  <a:lnTo>
                    <a:pt x="1344529" y="660233"/>
                  </a:lnTo>
                  <a:lnTo>
                    <a:pt x="1334753" y="664745"/>
                  </a:lnTo>
                  <a:lnTo>
                    <a:pt x="1332498" y="663241"/>
                  </a:lnTo>
                  <a:lnTo>
                    <a:pt x="1331745" y="661737"/>
                  </a:lnTo>
                  <a:lnTo>
                    <a:pt x="1330242" y="660233"/>
                  </a:lnTo>
                  <a:lnTo>
                    <a:pt x="1324226" y="658729"/>
                  </a:lnTo>
                  <a:lnTo>
                    <a:pt x="1322722" y="656473"/>
                  </a:lnTo>
                  <a:lnTo>
                    <a:pt x="1322722" y="653465"/>
                  </a:lnTo>
                  <a:lnTo>
                    <a:pt x="1322722" y="642938"/>
                  </a:lnTo>
                  <a:lnTo>
                    <a:pt x="1322722" y="640682"/>
                  </a:lnTo>
                  <a:lnTo>
                    <a:pt x="1321218" y="639930"/>
                  </a:lnTo>
                  <a:lnTo>
                    <a:pt x="1318962" y="639930"/>
                  </a:lnTo>
                  <a:lnTo>
                    <a:pt x="1316706" y="639178"/>
                  </a:lnTo>
                  <a:lnTo>
                    <a:pt x="1315954" y="636922"/>
                  </a:lnTo>
                  <a:lnTo>
                    <a:pt x="1316706" y="636170"/>
                  </a:lnTo>
                  <a:lnTo>
                    <a:pt x="1317458" y="635418"/>
                  </a:lnTo>
                  <a:lnTo>
                    <a:pt x="1318210" y="635418"/>
                  </a:lnTo>
                  <a:lnTo>
                    <a:pt x="1319714" y="634666"/>
                  </a:lnTo>
                  <a:lnTo>
                    <a:pt x="1320466" y="631658"/>
                  </a:lnTo>
                  <a:lnTo>
                    <a:pt x="1319714" y="629402"/>
                  </a:lnTo>
                  <a:lnTo>
                    <a:pt x="1318962" y="626394"/>
                  </a:lnTo>
                  <a:lnTo>
                    <a:pt x="1318210" y="624890"/>
                  </a:lnTo>
                  <a:lnTo>
                    <a:pt x="1318210" y="624138"/>
                  </a:lnTo>
                  <a:lnTo>
                    <a:pt x="1318962" y="621130"/>
                  </a:lnTo>
                  <a:lnTo>
                    <a:pt x="1319714" y="620378"/>
                  </a:lnTo>
                  <a:lnTo>
                    <a:pt x="1316706" y="621882"/>
                  </a:lnTo>
                  <a:lnTo>
                    <a:pt x="1316706" y="624890"/>
                  </a:lnTo>
                  <a:lnTo>
                    <a:pt x="1318962" y="630154"/>
                  </a:lnTo>
                  <a:lnTo>
                    <a:pt x="1319714" y="630906"/>
                  </a:lnTo>
                  <a:lnTo>
                    <a:pt x="1319714" y="631658"/>
                  </a:lnTo>
                  <a:lnTo>
                    <a:pt x="1318962" y="632410"/>
                  </a:lnTo>
                  <a:lnTo>
                    <a:pt x="1318210" y="632410"/>
                  </a:lnTo>
                  <a:lnTo>
                    <a:pt x="1317458" y="632410"/>
                  </a:lnTo>
                  <a:lnTo>
                    <a:pt x="1315954" y="633914"/>
                  </a:lnTo>
                  <a:lnTo>
                    <a:pt x="1315202" y="634666"/>
                  </a:lnTo>
                  <a:lnTo>
                    <a:pt x="1314450" y="635418"/>
                  </a:lnTo>
                  <a:lnTo>
                    <a:pt x="1314450" y="636922"/>
                  </a:lnTo>
                  <a:lnTo>
                    <a:pt x="1315954" y="639930"/>
                  </a:lnTo>
                  <a:lnTo>
                    <a:pt x="1318962" y="641434"/>
                  </a:lnTo>
                  <a:lnTo>
                    <a:pt x="1321970" y="643689"/>
                  </a:lnTo>
                  <a:lnTo>
                    <a:pt x="1321218" y="646697"/>
                  </a:lnTo>
                  <a:lnTo>
                    <a:pt x="1319714" y="648953"/>
                  </a:lnTo>
                  <a:lnTo>
                    <a:pt x="1318962" y="656473"/>
                  </a:lnTo>
                  <a:lnTo>
                    <a:pt x="1318210" y="659481"/>
                  </a:lnTo>
                  <a:lnTo>
                    <a:pt x="1317458" y="659481"/>
                  </a:lnTo>
                  <a:lnTo>
                    <a:pt x="1316706" y="656473"/>
                  </a:lnTo>
                  <a:lnTo>
                    <a:pt x="1312946" y="645945"/>
                  </a:lnTo>
                  <a:lnTo>
                    <a:pt x="1312194" y="645945"/>
                  </a:lnTo>
                  <a:lnTo>
                    <a:pt x="1315202" y="657225"/>
                  </a:lnTo>
                  <a:lnTo>
                    <a:pt x="1315202" y="660985"/>
                  </a:lnTo>
                  <a:lnTo>
                    <a:pt x="1313698" y="663993"/>
                  </a:lnTo>
                  <a:lnTo>
                    <a:pt x="1310690" y="664745"/>
                  </a:lnTo>
                  <a:lnTo>
                    <a:pt x="1306178" y="664745"/>
                  </a:lnTo>
                  <a:lnTo>
                    <a:pt x="1303170" y="663993"/>
                  </a:lnTo>
                  <a:lnTo>
                    <a:pt x="1306930" y="665497"/>
                  </a:lnTo>
                  <a:lnTo>
                    <a:pt x="1311442" y="667001"/>
                  </a:lnTo>
                  <a:lnTo>
                    <a:pt x="1313698" y="668505"/>
                  </a:lnTo>
                  <a:lnTo>
                    <a:pt x="1309938" y="670761"/>
                  </a:lnTo>
                  <a:lnTo>
                    <a:pt x="1305426" y="672265"/>
                  </a:lnTo>
                  <a:lnTo>
                    <a:pt x="1301666" y="673017"/>
                  </a:lnTo>
                  <a:lnTo>
                    <a:pt x="1297155" y="672265"/>
                  </a:lnTo>
                  <a:lnTo>
                    <a:pt x="1273844" y="667753"/>
                  </a:lnTo>
                  <a:lnTo>
                    <a:pt x="1271587" y="667001"/>
                  </a:lnTo>
                  <a:lnTo>
                    <a:pt x="1267828" y="663993"/>
                  </a:lnTo>
                  <a:lnTo>
                    <a:pt x="1267076" y="663993"/>
                  </a:lnTo>
                  <a:lnTo>
                    <a:pt x="1266324" y="662489"/>
                  </a:lnTo>
                  <a:lnTo>
                    <a:pt x="1267828" y="660233"/>
                  </a:lnTo>
                  <a:lnTo>
                    <a:pt x="1270084" y="657977"/>
                  </a:lnTo>
                  <a:lnTo>
                    <a:pt x="1272340" y="657225"/>
                  </a:lnTo>
                  <a:lnTo>
                    <a:pt x="1269332" y="650457"/>
                  </a:lnTo>
                  <a:lnTo>
                    <a:pt x="1246021" y="627146"/>
                  </a:lnTo>
                  <a:lnTo>
                    <a:pt x="1243765" y="623386"/>
                  </a:lnTo>
                  <a:lnTo>
                    <a:pt x="1243012" y="620378"/>
                  </a:lnTo>
                  <a:lnTo>
                    <a:pt x="1242261" y="618874"/>
                  </a:lnTo>
                  <a:lnTo>
                    <a:pt x="1237749" y="614363"/>
                  </a:lnTo>
                  <a:lnTo>
                    <a:pt x="1236997" y="612859"/>
                  </a:lnTo>
                  <a:lnTo>
                    <a:pt x="1236997" y="611355"/>
                  </a:lnTo>
                  <a:lnTo>
                    <a:pt x="1237749" y="607595"/>
                  </a:lnTo>
                  <a:lnTo>
                    <a:pt x="1239253" y="606843"/>
                  </a:lnTo>
                  <a:lnTo>
                    <a:pt x="1239253" y="605339"/>
                  </a:lnTo>
                  <a:lnTo>
                    <a:pt x="1238501" y="605339"/>
                  </a:lnTo>
                  <a:lnTo>
                    <a:pt x="1237749" y="604587"/>
                  </a:lnTo>
                  <a:lnTo>
                    <a:pt x="1235493" y="600075"/>
                  </a:lnTo>
                  <a:lnTo>
                    <a:pt x="1235493" y="597819"/>
                  </a:lnTo>
                  <a:lnTo>
                    <a:pt x="1235493" y="594059"/>
                  </a:lnTo>
                  <a:lnTo>
                    <a:pt x="1240757" y="576012"/>
                  </a:lnTo>
                  <a:lnTo>
                    <a:pt x="1240757" y="573004"/>
                  </a:lnTo>
                  <a:lnTo>
                    <a:pt x="1239253" y="569996"/>
                  </a:lnTo>
                  <a:lnTo>
                    <a:pt x="1237749" y="566236"/>
                  </a:lnTo>
                  <a:lnTo>
                    <a:pt x="1236245" y="562476"/>
                  </a:lnTo>
                  <a:lnTo>
                    <a:pt x="1238501" y="559468"/>
                  </a:lnTo>
                  <a:lnTo>
                    <a:pt x="1240005" y="560220"/>
                  </a:lnTo>
                  <a:lnTo>
                    <a:pt x="1246772" y="563980"/>
                  </a:lnTo>
                  <a:lnTo>
                    <a:pt x="1255796" y="568492"/>
                  </a:lnTo>
                  <a:lnTo>
                    <a:pt x="1263316" y="569244"/>
                  </a:lnTo>
                  <a:lnTo>
                    <a:pt x="1265572" y="569996"/>
                  </a:lnTo>
                  <a:lnTo>
                    <a:pt x="1273844" y="574508"/>
                  </a:lnTo>
                  <a:lnTo>
                    <a:pt x="1271587" y="570748"/>
                  </a:lnTo>
                  <a:lnTo>
                    <a:pt x="1264820" y="564732"/>
                  </a:lnTo>
                  <a:lnTo>
                    <a:pt x="1269332" y="563980"/>
                  </a:lnTo>
                  <a:lnTo>
                    <a:pt x="1270836" y="562476"/>
                  </a:lnTo>
                  <a:lnTo>
                    <a:pt x="1272340" y="561724"/>
                  </a:lnTo>
                  <a:lnTo>
                    <a:pt x="1276100" y="562476"/>
                  </a:lnTo>
                  <a:lnTo>
                    <a:pt x="1276851" y="563228"/>
                  </a:lnTo>
                  <a:lnTo>
                    <a:pt x="1279107" y="560972"/>
                  </a:lnTo>
                  <a:lnTo>
                    <a:pt x="1279107" y="560220"/>
                  </a:lnTo>
                  <a:lnTo>
                    <a:pt x="1277604" y="558716"/>
                  </a:lnTo>
                  <a:lnTo>
                    <a:pt x="1274595" y="557965"/>
                  </a:lnTo>
                  <a:lnTo>
                    <a:pt x="1276100" y="554957"/>
                  </a:lnTo>
                  <a:lnTo>
                    <a:pt x="1278355" y="552701"/>
                  </a:lnTo>
                  <a:lnTo>
                    <a:pt x="1280611" y="551949"/>
                  </a:lnTo>
                  <a:lnTo>
                    <a:pt x="1282867" y="552701"/>
                  </a:lnTo>
                  <a:lnTo>
                    <a:pt x="1286627" y="552701"/>
                  </a:lnTo>
                  <a:lnTo>
                    <a:pt x="1283619" y="551197"/>
                  </a:lnTo>
                  <a:lnTo>
                    <a:pt x="1280611" y="550445"/>
                  </a:lnTo>
                  <a:lnTo>
                    <a:pt x="1278355" y="550445"/>
                  </a:lnTo>
                  <a:lnTo>
                    <a:pt x="1276100" y="551949"/>
                  </a:lnTo>
                  <a:lnTo>
                    <a:pt x="1273844" y="554205"/>
                  </a:lnTo>
                  <a:lnTo>
                    <a:pt x="1270836" y="556461"/>
                  </a:lnTo>
                  <a:lnTo>
                    <a:pt x="1267828" y="557213"/>
                  </a:lnTo>
                  <a:lnTo>
                    <a:pt x="1264820" y="557965"/>
                  </a:lnTo>
                  <a:lnTo>
                    <a:pt x="1263316" y="557965"/>
                  </a:lnTo>
                  <a:lnTo>
                    <a:pt x="1261060" y="560220"/>
                  </a:lnTo>
                  <a:lnTo>
                    <a:pt x="1259556" y="560972"/>
                  </a:lnTo>
                  <a:lnTo>
                    <a:pt x="1258052" y="560972"/>
                  </a:lnTo>
                  <a:lnTo>
                    <a:pt x="1247525" y="560220"/>
                  </a:lnTo>
                  <a:lnTo>
                    <a:pt x="1243765" y="559468"/>
                  </a:lnTo>
                  <a:lnTo>
                    <a:pt x="1243012" y="557213"/>
                  </a:lnTo>
                  <a:lnTo>
                    <a:pt x="1242261" y="555709"/>
                  </a:lnTo>
                  <a:lnTo>
                    <a:pt x="1239253" y="551949"/>
                  </a:lnTo>
                  <a:lnTo>
                    <a:pt x="1238501" y="549693"/>
                  </a:lnTo>
                  <a:lnTo>
                    <a:pt x="1237749" y="544429"/>
                  </a:lnTo>
                  <a:lnTo>
                    <a:pt x="1237749" y="533149"/>
                  </a:lnTo>
                  <a:lnTo>
                    <a:pt x="1238501" y="527886"/>
                  </a:lnTo>
                  <a:lnTo>
                    <a:pt x="1239253" y="524878"/>
                  </a:lnTo>
                  <a:lnTo>
                    <a:pt x="1240757" y="522622"/>
                  </a:lnTo>
                  <a:lnTo>
                    <a:pt x="1241508" y="521118"/>
                  </a:lnTo>
                  <a:lnTo>
                    <a:pt x="1240757" y="519614"/>
                  </a:lnTo>
                  <a:lnTo>
                    <a:pt x="1242261" y="517358"/>
                  </a:lnTo>
                  <a:lnTo>
                    <a:pt x="1243765" y="517358"/>
                  </a:lnTo>
                  <a:lnTo>
                    <a:pt x="1245268" y="518862"/>
                  </a:lnTo>
                  <a:lnTo>
                    <a:pt x="1246772" y="520366"/>
                  </a:lnTo>
                  <a:lnTo>
                    <a:pt x="1246021" y="516606"/>
                  </a:lnTo>
                  <a:lnTo>
                    <a:pt x="1244517" y="515102"/>
                  </a:lnTo>
                  <a:lnTo>
                    <a:pt x="1241508" y="514350"/>
                  </a:lnTo>
                  <a:lnTo>
                    <a:pt x="1239253" y="512094"/>
                  </a:lnTo>
                  <a:lnTo>
                    <a:pt x="1239253" y="510590"/>
                  </a:lnTo>
                  <a:lnTo>
                    <a:pt x="1239253" y="506078"/>
                  </a:lnTo>
                  <a:lnTo>
                    <a:pt x="1240005" y="505326"/>
                  </a:lnTo>
                  <a:lnTo>
                    <a:pt x="1241508" y="504574"/>
                  </a:lnTo>
                  <a:lnTo>
                    <a:pt x="1241508" y="503822"/>
                  </a:lnTo>
                  <a:lnTo>
                    <a:pt x="1241508" y="503070"/>
                  </a:lnTo>
                  <a:lnTo>
                    <a:pt x="1240005" y="502318"/>
                  </a:lnTo>
                  <a:lnTo>
                    <a:pt x="1239253" y="501566"/>
                  </a:lnTo>
                  <a:lnTo>
                    <a:pt x="1240757" y="495551"/>
                  </a:lnTo>
                  <a:lnTo>
                    <a:pt x="1246772" y="479007"/>
                  </a:lnTo>
                  <a:lnTo>
                    <a:pt x="1249028" y="480511"/>
                  </a:lnTo>
                  <a:lnTo>
                    <a:pt x="1250532" y="484271"/>
                  </a:lnTo>
                  <a:lnTo>
                    <a:pt x="1252036" y="488031"/>
                  </a:lnTo>
                  <a:lnTo>
                    <a:pt x="1252788" y="491039"/>
                  </a:lnTo>
                  <a:lnTo>
                    <a:pt x="1255044" y="492543"/>
                  </a:lnTo>
                  <a:lnTo>
                    <a:pt x="1266324" y="497807"/>
                  </a:lnTo>
                  <a:lnTo>
                    <a:pt x="1269332" y="498559"/>
                  </a:lnTo>
                  <a:lnTo>
                    <a:pt x="1270836" y="498559"/>
                  </a:lnTo>
                  <a:lnTo>
                    <a:pt x="1274595" y="498559"/>
                  </a:lnTo>
                  <a:lnTo>
                    <a:pt x="1275347" y="497807"/>
                  </a:lnTo>
                  <a:lnTo>
                    <a:pt x="1275347" y="497055"/>
                  </a:lnTo>
                  <a:lnTo>
                    <a:pt x="1274595" y="496303"/>
                  </a:lnTo>
                  <a:lnTo>
                    <a:pt x="1273844" y="494799"/>
                  </a:lnTo>
                  <a:lnTo>
                    <a:pt x="1265572" y="492543"/>
                  </a:lnTo>
                  <a:lnTo>
                    <a:pt x="1256548" y="491039"/>
                  </a:lnTo>
                  <a:lnTo>
                    <a:pt x="1255044" y="489535"/>
                  </a:lnTo>
                  <a:lnTo>
                    <a:pt x="1255044" y="487279"/>
                  </a:lnTo>
                  <a:lnTo>
                    <a:pt x="1253540" y="484271"/>
                  </a:lnTo>
                  <a:lnTo>
                    <a:pt x="1249780" y="474495"/>
                  </a:lnTo>
                  <a:lnTo>
                    <a:pt x="1249028" y="471488"/>
                  </a:lnTo>
                  <a:lnTo>
                    <a:pt x="1249028" y="467728"/>
                  </a:lnTo>
                  <a:lnTo>
                    <a:pt x="1249028" y="465472"/>
                  </a:lnTo>
                  <a:lnTo>
                    <a:pt x="1252036" y="457200"/>
                  </a:lnTo>
                  <a:lnTo>
                    <a:pt x="1252788" y="451184"/>
                  </a:lnTo>
                  <a:lnTo>
                    <a:pt x="1252788" y="449680"/>
                  </a:lnTo>
                  <a:lnTo>
                    <a:pt x="1253540" y="448928"/>
                  </a:lnTo>
                  <a:lnTo>
                    <a:pt x="1255796" y="446672"/>
                  </a:lnTo>
                  <a:lnTo>
                    <a:pt x="1255796" y="445920"/>
                  </a:lnTo>
                  <a:lnTo>
                    <a:pt x="1256548" y="443665"/>
                  </a:lnTo>
                  <a:lnTo>
                    <a:pt x="1257300" y="440657"/>
                  </a:lnTo>
                  <a:lnTo>
                    <a:pt x="1259556" y="435393"/>
                  </a:lnTo>
                  <a:lnTo>
                    <a:pt x="1260308" y="433889"/>
                  </a:lnTo>
                  <a:lnTo>
                    <a:pt x="1265572" y="430129"/>
                  </a:lnTo>
                  <a:lnTo>
                    <a:pt x="1267076" y="429377"/>
                  </a:lnTo>
                  <a:lnTo>
                    <a:pt x="1267828" y="428625"/>
                  </a:lnTo>
                  <a:lnTo>
                    <a:pt x="1270084" y="424113"/>
                  </a:lnTo>
                  <a:lnTo>
                    <a:pt x="1271587" y="424113"/>
                  </a:lnTo>
                  <a:lnTo>
                    <a:pt x="1273091" y="424113"/>
                  </a:lnTo>
                  <a:lnTo>
                    <a:pt x="1275347" y="424113"/>
                  </a:lnTo>
                  <a:lnTo>
                    <a:pt x="1276851" y="424113"/>
                  </a:lnTo>
                  <a:lnTo>
                    <a:pt x="1279107" y="422609"/>
                  </a:lnTo>
                  <a:lnTo>
                    <a:pt x="1281363" y="421105"/>
                  </a:lnTo>
                  <a:lnTo>
                    <a:pt x="1284371" y="419601"/>
                  </a:lnTo>
                  <a:lnTo>
                    <a:pt x="1288131" y="418849"/>
                  </a:lnTo>
                  <a:lnTo>
                    <a:pt x="1291139" y="418849"/>
                  </a:lnTo>
                  <a:lnTo>
                    <a:pt x="1294147" y="420353"/>
                  </a:lnTo>
                  <a:lnTo>
                    <a:pt x="1296403" y="420353"/>
                  </a:lnTo>
                  <a:lnTo>
                    <a:pt x="1298659" y="418849"/>
                  </a:lnTo>
                  <a:lnTo>
                    <a:pt x="1300163" y="416593"/>
                  </a:lnTo>
                  <a:lnTo>
                    <a:pt x="1300915" y="413586"/>
                  </a:lnTo>
                  <a:lnTo>
                    <a:pt x="1302419" y="411330"/>
                  </a:lnTo>
                  <a:lnTo>
                    <a:pt x="1305426" y="410578"/>
                  </a:lnTo>
                  <a:lnTo>
                    <a:pt x="1309186" y="410578"/>
                  </a:lnTo>
                  <a:lnTo>
                    <a:pt x="1317458" y="412834"/>
                  </a:lnTo>
                  <a:lnTo>
                    <a:pt x="1343777" y="415090"/>
                  </a:lnTo>
                  <a:lnTo>
                    <a:pt x="1352801" y="418849"/>
                  </a:lnTo>
                  <a:lnTo>
                    <a:pt x="1357313" y="418097"/>
                  </a:lnTo>
                  <a:lnTo>
                    <a:pt x="1389647" y="425617"/>
                  </a:lnTo>
                  <a:lnTo>
                    <a:pt x="1410703" y="431633"/>
                  </a:lnTo>
                  <a:lnTo>
                    <a:pt x="1431006" y="430881"/>
                  </a:lnTo>
                  <a:lnTo>
                    <a:pt x="1437022" y="429377"/>
                  </a:lnTo>
                  <a:lnTo>
                    <a:pt x="1440030" y="429377"/>
                  </a:lnTo>
                  <a:lnTo>
                    <a:pt x="1441534" y="429377"/>
                  </a:lnTo>
                  <a:lnTo>
                    <a:pt x="1445294" y="430129"/>
                  </a:lnTo>
                  <a:lnTo>
                    <a:pt x="1446798" y="430881"/>
                  </a:lnTo>
                  <a:lnTo>
                    <a:pt x="1449805" y="433889"/>
                  </a:lnTo>
                  <a:lnTo>
                    <a:pt x="1451309" y="434641"/>
                  </a:lnTo>
                  <a:lnTo>
                    <a:pt x="1451309" y="433137"/>
                  </a:lnTo>
                  <a:lnTo>
                    <a:pt x="1449805" y="430881"/>
                  </a:lnTo>
                  <a:lnTo>
                    <a:pt x="1448301" y="427873"/>
                  </a:lnTo>
                  <a:lnTo>
                    <a:pt x="1448301" y="425617"/>
                  </a:lnTo>
                  <a:lnTo>
                    <a:pt x="1451309" y="423361"/>
                  </a:lnTo>
                  <a:lnTo>
                    <a:pt x="1460333" y="418849"/>
                  </a:lnTo>
                  <a:lnTo>
                    <a:pt x="1461837" y="419601"/>
                  </a:lnTo>
                  <a:lnTo>
                    <a:pt x="1462589" y="419601"/>
                  </a:lnTo>
                  <a:lnTo>
                    <a:pt x="1463341" y="418849"/>
                  </a:lnTo>
                  <a:lnTo>
                    <a:pt x="1464845" y="418849"/>
                  </a:lnTo>
                  <a:lnTo>
                    <a:pt x="1467101" y="418849"/>
                  </a:lnTo>
                  <a:lnTo>
                    <a:pt x="1468605" y="418849"/>
                  </a:lnTo>
                  <a:lnTo>
                    <a:pt x="1470109" y="418097"/>
                  </a:lnTo>
                  <a:lnTo>
                    <a:pt x="1473869" y="417345"/>
                  </a:lnTo>
                  <a:lnTo>
                    <a:pt x="1477628" y="416593"/>
                  </a:lnTo>
                  <a:lnTo>
                    <a:pt x="1478380" y="416593"/>
                  </a:lnTo>
                  <a:lnTo>
                    <a:pt x="1480636" y="416593"/>
                  </a:lnTo>
                  <a:lnTo>
                    <a:pt x="1482140" y="418097"/>
                  </a:lnTo>
                  <a:lnTo>
                    <a:pt x="1484396" y="418849"/>
                  </a:lnTo>
                  <a:lnTo>
                    <a:pt x="1485900" y="418849"/>
                  </a:lnTo>
                  <a:lnTo>
                    <a:pt x="1488156" y="418097"/>
                  </a:lnTo>
                  <a:lnTo>
                    <a:pt x="1489660" y="418097"/>
                  </a:lnTo>
                  <a:lnTo>
                    <a:pt x="1491916" y="419601"/>
                  </a:lnTo>
                  <a:lnTo>
                    <a:pt x="1496428" y="418849"/>
                  </a:lnTo>
                  <a:lnTo>
                    <a:pt x="1506203" y="419601"/>
                  </a:lnTo>
                  <a:lnTo>
                    <a:pt x="1508459" y="419601"/>
                  </a:lnTo>
                  <a:lnTo>
                    <a:pt x="1510715" y="421105"/>
                  </a:lnTo>
                  <a:lnTo>
                    <a:pt x="1512971" y="423361"/>
                  </a:lnTo>
                  <a:lnTo>
                    <a:pt x="1515979" y="422609"/>
                  </a:lnTo>
                  <a:lnTo>
                    <a:pt x="1518235" y="421857"/>
                  </a:lnTo>
                  <a:lnTo>
                    <a:pt x="1521243" y="419601"/>
                  </a:lnTo>
                  <a:lnTo>
                    <a:pt x="1525755" y="418097"/>
                  </a:lnTo>
                  <a:lnTo>
                    <a:pt x="1528011" y="420353"/>
                  </a:lnTo>
                  <a:lnTo>
                    <a:pt x="1528011" y="424113"/>
                  </a:lnTo>
                  <a:lnTo>
                    <a:pt x="1526507" y="426369"/>
                  </a:lnTo>
                  <a:lnTo>
                    <a:pt x="1526507" y="427873"/>
                  </a:lnTo>
                  <a:lnTo>
                    <a:pt x="1531018" y="427121"/>
                  </a:lnTo>
                  <a:lnTo>
                    <a:pt x="1537786" y="426369"/>
                  </a:lnTo>
                  <a:lnTo>
                    <a:pt x="1555082" y="430881"/>
                  </a:lnTo>
                  <a:lnTo>
                    <a:pt x="1558090" y="430881"/>
                  </a:lnTo>
                  <a:lnTo>
                    <a:pt x="1563354" y="429377"/>
                  </a:lnTo>
                  <a:lnTo>
                    <a:pt x="1567113" y="429377"/>
                  </a:lnTo>
                  <a:lnTo>
                    <a:pt x="1570121" y="429377"/>
                  </a:lnTo>
                  <a:lnTo>
                    <a:pt x="1579145" y="432385"/>
                  </a:lnTo>
                  <a:lnTo>
                    <a:pt x="1596440" y="434641"/>
                  </a:lnTo>
                  <a:lnTo>
                    <a:pt x="1600952" y="436145"/>
                  </a:lnTo>
                  <a:lnTo>
                    <a:pt x="1601704" y="436145"/>
                  </a:lnTo>
                  <a:lnTo>
                    <a:pt x="1603208" y="437649"/>
                  </a:lnTo>
                  <a:lnTo>
                    <a:pt x="1604712" y="439153"/>
                  </a:lnTo>
                  <a:lnTo>
                    <a:pt x="1605464" y="440657"/>
                  </a:lnTo>
                  <a:lnTo>
                    <a:pt x="1606216" y="442913"/>
                  </a:lnTo>
                  <a:lnTo>
                    <a:pt x="1605464" y="449680"/>
                  </a:lnTo>
                  <a:lnTo>
                    <a:pt x="1604712" y="451936"/>
                  </a:lnTo>
                  <a:lnTo>
                    <a:pt x="1603960" y="453440"/>
                  </a:lnTo>
                  <a:lnTo>
                    <a:pt x="1602456" y="454944"/>
                  </a:lnTo>
                  <a:lnTo>
                    <a:pt x="1600952" y="456448"/>
                  </a:lnTo>
                  <a:lnTo>
                    <a:pt x="1599448" y="457200"/>
                  </a:lnTo>
                  <a:lnTo>
                    <a:pt x="1597944" y="457952"/>
                  </a:lnTo>
                  <a:lnTo>
                    <a:pt x="1595688" y="463216"/>
                  </a:lnTo>
                  <a:lnTo>
                    <a:pt x="1592680" y="468480"/>
                  </a:lnTo>
                  <a:lnTo>
                    <a:pt x="1591176" y="472991"/>
                  </a:lnTo>
                  <a:lnTo>
                    <a:pt x="1591176" y="482767"/>
                  </a:lnTo>
                  <a:close/>
                  <a:moveTo>
                    <a:pt x="1210678" y="439153"/>
                  </a:moveTo>
                  <a:lnTo>
                    <a:pt x="1205414" y="436897"/>
                  </a:lnTo>
                  <a:lnTo>
                    <a:pt x="1201654" y="430881"/>
                  </a:lnTo>
                  <a:lnTo>
                    <a:pt x="1200902" y="425617"/>
                  </a:lnTo>
                  <a:lnTo>
                    <a:pt x="1206166" y="424113"/>
                  </a:lnTo>
                  <a:lnTo>
                    <a:pt x="1206166" y="422609"/>
                  </a:lnTo>
                  <a:lnTo>
                    <a:pt x="1205414" y="422609"/>
                  </a:lnTo>
                  <a:lnTo>
                    <a:pt x="1202406" y="421105"/>
                  </a:lnTo>
                  <a:lnTo>
                    <a:pt x="1209926" y="408322"/>
                  </a:lnTo>
                  <a:lnTo>
                    <a:pt x="1211430" y="401554"/>
                  </a:lnTo>
                  <a:lnTo>
                    <a:pt x="1215190" y="397042"/>
                  </a:lnTo>
                  <a:lnTo>
                    <a:pt x="1218197" y="396290"/>
                  </a:lnTo>
                  <a:lnTo>
                    <a:pt x="1223461" y="394786"/>
                  </a:lnTo>
                  <a:lnTo>
                    <a:pt x="1234741" y="390274"/>
                  </a:lnTo>
                  <a:lnTo>
                    <a:pt x="1242261" y="388018"/>
                  </a:lnTo>
                  <a:lnTo>
                    <a:pt x="1246772" y="390274"/>
                  </a:lnTo>
                  <a:lnTo>
                    <a:pt x="1249028" y="394034"/>
                  </a:lnTo>
                  <a:lnTo>
                    <a:pt x="1252036" y="395538"/>
                  </a:lnTo>
                  <a:lnTo>
                    <a:pt x="1255796" y="397042"/>
                  </a:lnTo>
                  <a:lnTo>
                    <a:pt x="1258052" y="397794"/>
                  </a:lnTo>
                  <a:lnTo>
                    <a:pt x="1259556" y="398546"/>
                  </a:lnTo>
                  <a:lnTo>
                    <a:pt x="1260308" y="400802"/>
                  </a:lnTo>
                  <a:lnTo>
                    <a:pt x="1261060" y="402306"/>
                  </a:lnTo>
                  <a:lnTo>
                    <a:pt x="1261812" y="403058"/>
                  </a:lnTo>
                  <a:lnTo>
                    <a:pt x="1261060" y="404562"/>
                  </a:lnTo>
                  <a:lnTo>
                    <a:pt x="1261060" y="405314"/>
                  </a:lnTo>
                  <a:lnTo>
                    <a:pt x="1263316" y="407570"/>
                  </a:lnTo>
                  <a:lnTo>
                    <a:pt x="1263316" y="408322"/>
                  </a:lnTo>
                  <a:lnTo>
                    <a:pt x="1263316" y="411330"/>
                  </a:lnTo>
                  <a:lnTo>
                    <a:pt x="1261812" y="413586"/>
                  </a:lnTo>
                  <a:lnTo>
                    <a:pt x="1255796" y="418849"/>
                  </a:lnTo>
                  <a:lnTo>
                    <a:pt x="1253540" y="420353"/>
                  </a:lnTo>
                  <a:lnTo>
                    <a:pt x="1243765" y="424865"/>
                  </a:lnTo>
                  <a:lnTo>
                    <a:pt x="1240005" y="427121"/>
                  </a:lnTo>
                  <a:lnTo>
                    <a:pt x="1231733" y="436145"/>
                  </a:lnTo>
                  <a:lnTo>
                    <a:pt x="1228725" y="438401"/>
                  </a:lnTo>
                  <a:lnTo>
                    <a:pt x="1222709" y="441409"/>
                  </a:lnTo>
                  <a:lnTo>
                    <a:pt x="1218949" y="445168"/>
                  </a:lnTo>
                  <a:lnTo>
                    <a:pt x="1217445" y="445168"/>
                  </a:lnTo>
                  <a:lnTo>
                    <a:pt x="1215942" y="444416"/>
                  </a:lnTo>
                  <a:lnTo>
                    <a:pt x="1212182" y="442913"/>
                  </a:lnTo>
                  <a:lnTo>
                    <a:pt x="1211430" y="441409"/>
                  </a:lnTo>
                  <a:lnTo>
                    <a:pt x="1211430" y="439905"/>
                  </a:lnTo>
                  <a:lnTo>
                    <a:pt x="1210678" y="439153"/>
                  </a:lnTo>
                  <a:close/>
                  <a:moveTo>
                    <a:pt x="1383632" y="410578"/>
                  </a:moveTo>
                  <a:lnTo>
                    <a:pt x="1385136" y="406066"/>
                  </a:lnTo>
                  <a:lnTo>
                    <a:pt x="1388896" y="402306"/>
                  </a:lnTo>
                  <a:lnTo>
                    <a:pt x="1397919" y="395538"/>
                  </a:lnTo>
                  <a:lnTo>
                    <a:pt x="1407695" y="391026"/>
                  </a:lnTo>
                  <a:lnTo>
                    <a:pt x="1414462" y="386515"/>
                  </a:lnTo>
                  <a:lnTo>
                    <a:pt x="1430254" y="384259"/>
                  </a:lnTo>
                  <a:lnTo>
                    <a:pt x="1434766" y="382003"/>
                  </a:lnTo>
                  <a:lnTo>
                    <a:pt x="1435518" y="383507"/>
                  </a:lnTo>
                  <a:lnTo>
                    <a:pt x="1436270" y="385011"/>
                  </a:lnTo>
                  <a:lnTo>
                    <a:pt x="1437022" y="385762"/>
                  </a:lnTo>
                  <a:lnTo>
                    <a:pt x="1438526" y="385011"/>
                  </a:lnTo>
                  <a:lnTo>
                    <a:pt x="1440781" y="384259"/>
                  </a:lnTo>
                  <a:lnTo>
                    <a:pt x="1443038" y="383507"/>
                  </a:lnTo>
                  <a:lnTo>
                    <a:pt x="1445294" y="384259"/>
                  </a:lnTo>
                  <a:lnTo>
                    <a:pt x="1450558" y="387267"/>
                  </a:lnTo>
                  <a:lnTo>
                    <a:pt x="1452061" y="388770"/>
                  </a:lnTo>
                  <a:lnTo>
                    <a:pt x="1453565" y="391026"/>
                  </a:lnTo>
                  <a:lnTo>
                    <a:pt x="1454317" y="392530"/>
                  </a:lnTo>
                  <a:lnTo>
                    <a:pt x="1453565" y="394034"/>
                  </a:lnTo>
                  <a:lnTo>
                    <a:pt x="1453565" y="395538"/>
                  </a:lnTo>
                  <a:lnTo>
                    <a:pt x="1455821" y="396290"/>
                  </a:lnTo>
                  <a:lnTo>
                    <a:pt x="1456573" y="396290"/>
                  </a:lnTo>
                  <a:lnTo>
                    <a:pt x="1457325" y="397042"/>
                  </a:lnTo>
                  <a:lnTo>
                    <a:pt x="1457325" y="398546"/>
                  </a:lnTo>
                  <a:lnTo>
                    <a:pt x="1457325" y="400050"/>
                  </a:lnTo>
                  <a:lnTo>
                    <a:pt x="1456573" y="400802"/>
                  </a:lnTo>
                  <a:lnTo>
                    <a:pt x="1455821" y="402306"/>
                  </a:lnTo>
                  <a:lnTo>
                    <a:pt x="1455069" y="403810"/>
                  </a:lnTo>
                  <a:lnTo>
                    <a:pt x="1454317" y="403810"/>
                  </a:lnTo>
                  <a:lnTo>
                    <a:pt x="1452813" y="403810"/>
                  </a:lnTo>
                  <a:lnTo>
                    <a:pt x="1452061" y="403058"/>
                  </a:lnTo>
                  <a:lnTo>
                    <a:pt x="1451309" y="406066"/>
                  </a:lnTo>
                  <a:lnTo>
                    <a:pt x="1446045" y="409826"/>
                  </a:lnTo>
                  <a:lnTo>
                    <a:pt x="1445294" y="412082"/>
                  </a:lnTo>
                  <a:lnTo>
                    <a:pt x="1443790" y="413586"/>
                  </a:lnTo>
                  <a:lnTo>
                    <a:pt x="1440030" y="414338"/>
                  </a:lnTo>
                  <a:lnTo>
                    <a:pt x="1435518" y="415090"/>
                  </a:lnTo>
                  <a:lnTo>
                    <a:pt x="1406191" y="415841"/>
                  </a:lnTo>
                  <a:lnTo>
                    <a:pt x="1401679" y="417345"/>
                  </a:lnTo>
                  <a:lnTo>
                    <a:pt x="1383632" y="410578"/>
                  </a:lnTo>
                  <a:close/>
                  <a:moveTo>
                    <a:pt x="1262564" y="384259"/>
                  </a:moveTo>
                  <a:lnTo>
                    <a:pt x="1261812" y="382755"/>
                  </a:lnTo>
                  <a:lnTo>
                    <a:pt x="1261812" y="382003"/>
                  </a:lnTo>
                  <a:lnTo>
                    <a:pt x="1262564" y="380499"/>
                  </a:lnTo>
                  <a:lnTo>
                    <a:pt x="1262564" y="378995"/>
                  </a:lnTo>
                  <a:lnTo>
                    <a:pt x="1261812" y="377491"/>
                  </a:lnTo>
                  <a:lnTo>
                    <a:pt x="1260308" y="374483"/>
                  </a:lnTo>
                  <a:lnTo>
                    <a:pt x="1260308" y="372227"/>
                  </a:lnTo>
                  <a:lnTo>
                    <a:pt x="1261812" y="369971"/>
                  </a:lnTo>
                  <a:lnTo>
                    <a:pt x="1266324" y="367715"/>
                  </a:lnTo>
                  <a:lnTo>
                    <a:pt x="1270084" y="367715"/>
                  </a:lnTo>
                  <a:lnTo>
                    <a:pt x="1273844" y="368467"/>
                  </a:lnTo>
                  <a:lnTo>
                    <a:pt x="1276100" y="369219"/>
                  </a:lnTo>
                  <a:lnTo>
                    <a:pt x="1280611" y="369971"/>
                  </a:lnTo>
                  <a:lnTo>
                    <a:pt x="1284371" y="371475"/>
                  </a:lnTo>
                  <a:lnTo>
                    <a:pt x="1287379" y="372979"/>
                  </a:lnTo>
                  <a:lnTo>
                    <a:pt x="1291139" y="375987"/>
                  </a:lnTo>
                  <a:lnTo>
                    <a:pt x="1291139" y="378995"/>
                  </a:lnTo>
                  <a:lnTo>
                    <a:pt x="1291139" y="382755"/>
                  </a:lnTo>
                  <a:lnTo>
                    <a:pt x="1291891" y="385762"/>
                  </a:lnTo>
                  <a:lnTo>
                    <a:pt x="1292643" y="389522"/>
                  </a:lnTo>
                  <a:lnTo>
                    <a:pt x="1292643" y="392530"/>
                  </a:lnTo>
                  <a:lnTo>
                    <a:pt x="1291891" y="395538"/>
                  </a:lnTo>
                  <a:lnTo>
                    <a:pt x="1290387" y="397794"/>
                  </a:lnTo>
                  <a:lnTo>
                    <a:pt x="1284371" y="397794"/>
                  </a:lnTo>
                  <a:lnTo>
                    <a:pt x="1283619" y="397794"/>
                  </a:lnTo>
                  <a:lnTo>
                    <a:pt x="1282115" y="397794"/>
                  </a:lnTo>
                  <a:lnTo>
                    <a:pt x="1280611" y="397042"/>
                  </a:lnTo>
                  <a:lnTo>
                    <a:pt x="1279859" y="396290"/>
                  </a:lnTo>
                  <a:lnTo>
                    <a:pt x="1279107" y="395538"/>
                  </a:lnTo>
                  <a:lnTo>
                    <a:pt x="1273844" y="395538"/>
                  </a:lnTo>
                  <a:lnTo>
                    <a:pt x="1271587" y="394786"/>
                  </a:lnTo>
                  <a:lnTo>
                    <a:pt x="1269332" y="393282"/>
                  </a:lnTo>
                  <a:lnTo>
                    <a:pt x="1267076" y="391778"/>
                  </a:lnTo>
                  <a:lnTo>
                    <a:pt x="1266324" y="390274"/>
                  </a:lnTo>
                  <a:lnTo>
                    <a:pt x="1266324" y="387267"/>
                  </a:lnTo>
                  <a:lnTo>
                    <a:pt x="1265572" y="386515"/>
                  </a:lnTo>
                  <a:lnTo>
                    <a:pt x="1264068" y="385762"/>
                  </a:lnTo>
                  <a:lnTo>
                    <a:pt x="1262564" y="384259"/>
                  </a:lnTo>
                  <a:close/>
                  <a:moveTo>
                    <a:pt x="1344529" y="348916"/>
                  </a:moveTo>
                  <a:lnTo>
                    <a:pt x="1342273" y="351172"/>
                  </a:lnTo>
                  <a:lnTo>
                    <a:pt x="1333249" y="355684"/>
                  </a:lnTo>
                  <a:lnTo>
                    <a:pt x="1324978" y="357939"/>
                  </a:lnTo>
                  <a:lnTo>
                    <a:pt x="1325730" y="355684"/>
                  </a:lnTo>
                  <a:lnTo>
                    <a:pt x="1327985" y="351924"/>
                  </a:lnTo>
                  <a:lnTo>
                    <a:pt x="1337761" y="345908"/>
                  </a:lnTo>
                  <a:lnTo>
                    <a:pt x="1341521" y="344404"/>
                  </a:lnTo>
                  <a:lnTo>
                    <a:pt x="1344529" y="343652"/>
                  </a:lnTo>
                  <a:lnTo>
                    <a:pt x="1345281" y="346660"/>
                  </a:lnTo>
                  <a:lnTo>
                    <a:pt x="1344529" y="348916"/>
                  </a:lnTo>
                  <a:close/>
                  <a:moveTo>
                    <a:pt x="1352801" y="349668"/>
                  </a:moveTo>
                  <a:lnTo>
                    <a:pt x="1358064" y="348164"/>
                  </a:lnTo>
                  <a:lnTo>
                    <a:pt x="1364832" y="348916"/>
                  </a:lnTo>
                  <a:lnTo>
                    <a:pt x="1370096" y="351172"/>
                  </a:lnTo>
                  <a:lnTo>
                    <a:pt x="1379872" y="349668"/>
                  </a:lnTo>
                  <a:lnTo>
                    <a:pt x="1385136" y="346660"/>
                  </a:lnTo>
                  <a:lnTo>
                    <a:pt x="1397167" y="341396"/>
                  </a:lnTo>
                  <a:lnTo>
                    <a:pt x="1411455" y="336884"/>
                  </a:lnTo>
                  <a:lnTo>
                    <a:pt x="1424990" y="336884"/>
                  </a:lnTo>
                  <a:lnTo>
                    <a:pt x="1429502" y="341396"/>
                  </a:lnTo>
                  <a:lnTo>
                    <a:pt x="1429502" y="349668"/>
                  </a:lnTo>
                  <a:lnTo>
                    <a:pt x="1418975" y="354932"/>
                  </a:lnTo>
                  <a:lnTo>
                    <a:pt x="1412959" y="360195"/>
                  </a:lnTo>
                  <a:lnTo>
                    <a:pt x="1405439" y="363955"/>
                  </a:lnTo>
                  <a:lnTo>
                    <a:pt x="1394159" y="375235"/>
                  </a:lnTo>
                  <a:lnTo>
                    <a:pt x="1390400" y="381251"/>
                  </a:lnTo>
                  <a:lnTo>
                    <a:pt x="1388143" y="388018"/>
                  </a:lnTo>
                  <a:lnTo>
                    <a:pt x="1384383" y="393282"/>
                  </a:lnTo>
                  <a:lnTo>
                    <a:pt x="1378368" y="397042"/>
                  </a:lnTo>
                  <a:lnTo>
                    <a:pt x="1368592" y="399298"/>
                  </a:lnTo>
                  <a:lnTo>
                    <a:pt x="1364081" y="400050"/>
                  </a:lnTo>
                  <a:lnTo>
                    <a:pt x="1362576" y="400802"/>
                  </a:lnTo>
                  <a:lnTo>
                    <a:pt x="1360321" y="401554"/>
                  </a:lnTo>
                  <a:lnTo>
                    <a:pt x="1359568" y="402306"/>
                  </a:lnTo>
                  <a:lnTo>
                    <a:pt x="1358064" y="403058"/>
                  </a:lnTo>
                  <a:lnTo>
                    <a:pt x="1356561" y="402306"/>
                  </a:lnTo>
                  <a:lnTo>
                    <a:pt x="1355057" y="399298"/>
                  </a:lnTo>
                  <a:lnTo>
                    <a:pt x="1351297" y="395538"/>
                  </a:lnTo>
                  <a:lnTo>
                    <a:pt x="1348289" y="392530"/>
                  </a:lnTo>
                  <a:lnTo>
                    <a:pt x="1343777" y="390274"/>
                  </a:lnTo>
                  <a:lnTo>
                    <a:pt x="1339265" y="389522"/>
                  </a:lnTo>
                  <a:lnTo>
                    <a:pt x="1331745" y="391026"/>
                  </a:lnTo>
                  <a:lnTo>
                    <a:pt x="1330994" y="390274"/>
                  </a:lnTo>
                  <a:lnTo>
                    <a:pt x="1329489" y="388770"/>
                  </a:lnTo>
                  <a:lnTo>
                    <a:pt x="1327234" y="389522"/>
                  </a:lnTo>
                  <a:lnTo>
                    <a:pt x="1324978" y="390274"/>
                  </a:lnTo>
                  <a:lnTo>
                    <a:pt x="1324226" y="391026"/>
                  </a:lnTo>
                  <a:lnTo>
                    <a:pt x="1320466" y="391778"/>
                  </a:lnTo>
                  <a:lnTo>
                    <a:pt x="1317458" y="393282"/>
                  </a:lnTo>
                  <a:lnTo>
                    <a:pt x="1313698" y="393282"/>
                  </a:lnTo>
                  <a:lnTo>
                    <a:pt x="1309938" y="391026"/>
                  </a:lnTo>
                  <a:lnTo>
                    <a:pt x="1306178" y="388018"/>
                  </a:lnTo>
                  <a:lnTo>
                    <a:pt x="1305426" y="386515"/>
                  </a:lnTo>
                  <a:lnTo>
                    <a:pt x="1304674" y="383507"/>
                  </a:lnTo>
                  <a:lnTo>
                    <a:pt x="1306930" y="377491"/>
                  </a:lnTo>
                  <a:lnTo>
                    <a:pt x="1306930" y="375235"/>
                  </a:lnTo>
                  <a:lnTo>
                    <a:pt x="1305426" y="375987"/>
                  </a:lnTo>
                  <a:lnTo>
                    <a:pt x="1304674" y="377491"/>
                  </a:lnTo>
                  <a:lnTo>
                    <a:pt x="1303170" y="381251"/>
                  </a:lnTo>
                  <a:lnTo>
                    <a:pt x="1300915" y="378243"/>
                  </a:lnTo>
                  <a:lnTo>
                    <a:pt x="1300163" y="375987"/>
                  </a:lnTo>
                  <a:lnTo>
                    <a:pt x="1300915" y="365459"/>
                  </a:lnTo>
                  <a:lnTo>
                    <a:pt x="1300915" y="363955"/>
                  </a:lnTo>
                  <a:lnTo>
                    <a:pt x="1303170" y="362451"/>
                  </a:lnTo>
                  <a:lnTo>
                    <a:pt x="1312194" y="362451"/>
                  </a:lnTo>
                  <a:lnTo>
                    <a:pt x="1315954" y="360947"/>
                  </a:lnTo>
                  <a:lnTo>
                    <a:pt x="1319714" y="360195"/>
                  </a:lnTo>
                  <a:lnTo>
                    <a:pt x="1323474" y="360947"/>
                  </a:lnTo>
                  <a:lnTo>
                    <a:pt x="1327985" y="361699"/>
                  </a:lnTo>
                  <a:lnTo>
                    <a:pt x="1339265" y="361699"/>
                  </a:lnTo>
                  <a:lnTo>
                    <a:pt x="1342273" y="361699"/>
                  </a:lnTo>
                  <a:lnTo>
                    <a:pt x="1349041" y="355684"/>
                  </a:lnTo>
                  <a:lnTo>
                    <a:pt x="1352801" y="349668"/>
                  </a:lnTo>
                  <a:close/>
                  <a:moveTo>
                    <a:pt x="1300915" y="357939"/>
                  </a:moveTo>
                  <a:lnTo>
                    <a:pt x="1298659" y="358691"/>
                  </a:lnTo>
                  <a:lnTo>
                    <a:pt x="1295651" y="360947"/>
                  </a:lnTo>
                  <a:lnTo>
                    <a:pt x="1294899" y="364707"/>
                  </a:lnTo>
                  <a:lnTo>
                    <a:pt x="1294899" y="366963"/>
                  </a:lnTo>
                  <a:lnTo>
                    <a:pt x="1295651" y="368467"/>
                  </a:lnTo>
                  <a:lnTo>
                    <a:pt x="1294899" y="369971"/>
                  </a:lnTo>
                  <a:lnTo>
                    <a:pt x="1294147" y="369971"/>
                  </a:lnTo>
                  <a:lnTo>
                    <a:pt x="1290387" y="368467"/>
                  </a:lnTo>
                  <a:lnTo>
                    <a:pt x="1288883" y="367715"/>
                  </a:lnTo>
                  <a:lnTo>
                    <a:pt x="1285123" y="367715"/>
                  </a:lnTo>
                  <a:lnTo>
                    <a:pt x="1283619" y="366963"/>
                  </a:lnTo>
                  <a:lnTo>
                    <a:pt x="1282867" y="366211"/>
                  </a:lnTo>
                  <a:lnTo>
                    <a:pt x="1279859" y="363955"/>
                  </a:lnTo>
                  <a:lnTo>
                    <a:pt x="1279859" y="362451"/>
                  </a:lnTo>
                  <a:lnTo>
                    <a:pt x="1280611" y="358691"/>
                  </a:lnTo>
                  <a:lnTo>
                    <a:pt x="1280611" y="356436"/>
                  </a:lnTo>
                  <a:lnTo>
                    <a:pt x="1282115" y="354932"/>
                  </a:lnTo>
                  <a:lnTo>
                    <a:pt x="1283619" y="354180"/>
                  </a:lnTo>
                  <a:lnTo>
                    <a:pt x="1285123" y="354932"/>
                  </a:lnTo>
                  <a:lnTo>
                    <a:pt x="1285875" y="354932"/>
                  </a:lnTo>
                  <a:lnTo>
                    <a:pt x="1286627" y="354932"/>
                  </a:lnTo>
                  <a:lnTo>
                    <a:pt x="1287379" y="354180"/>
                  </a:lnTo>
                  <a:lnTo>
                    <a:pt x="1287379" y="353428"/>
                  </a:lnTo>
                  <a:lnTo>
                    <a:pt x="1291891" y="335380"/>
                  </a:lnTo>
                  <a:lnTo>
                    <a:pt x="1292643" y="332372"/>
                  </a:lnTo>
                  <a:lnTo>
                    <a:pt x="1293395" y="332372"/>
                  </a:lnTo>
                  <a:lnTo>
                    <a:pt x="1294147" y="331620"/>
                  </a:lnTo>
                  <a:lnTo>
                    <a:pt x="1296403" y="331620"/>
                  </a:lnTo>
                  <a:lnTo>
                    <a:pt x="1297155" y="330116"/>
                  </a:lnTo>
                  <a:lnTo>
                    <a:pt x="1296403" y="329364"/>
                  </a:lnTo>
                  <a:lnTo>
                    <a:pt x="1295651" y="328613"/>
                  </a:lnTo>
                  <a:lnTo>
                    <a:pt x="1294899" y="327109"/>
                  </a:lnTo>
                  <a:lnTo>
                    <a:pt x="1293395" y="324853"/>
                  </a:lnTo>
                  <a:lnTo>
                    <a:pt x="1293395" y="322597"/>
                  </a:lnTo>
                  <a:lnTo>
                    <a:pt x="1293395" y="318837"/>
                  </a:lnTo>
                  <a:lnTo>
                    <a:pt x="1292643" y="314325"/>
                  </a:lnTo>
                  <a:lnTo>
                    <a:pt x="1293395" y="312069"/>
                  </a:lnTo>
                  <a:lnTo>
                    <a:pt x="1294899" y="309813"/>
                  </a:lnTo>
                  <a:lnTo>
                    <a:pt x="1300915" y="302293"/>
                  </a:lnTo>
                  <a:lnTo>
                    <a:pt x="1303170" y="301541"/>
                  </a:lnTo>
                  <a:lnTo>
                    <a:pt x="1303170" y="302293"/>
                  </a:lnTo>
                  <a:lnTo>
                    <a:pt x="1303923" y="303045"/>
                  </a:lnTo>
                  <a:lnTo>
                    <a:pt x="1303923" y="303797"/>
                  </a:lnTo>
                  <a:lnTo>
                    <a:pt x="1306178" y="309061"/>
                  </a:lnTo>
                  <a:lnTo>
                    <a:pt x="1306178" y="315077"/>
                  </a:lnTo>
                  <a:lnTo>
                    <a:pt x="1304674" y="333124"/>
                  </a:lnTo>
                  <a:lnTo>
                    <a:pt x="1304674" y="334628"/>
                  </a:lnTo>
                  <a:lnTo>
                    <a:pt x="1305426" y="336132"/>
                  </a:lnTo>
                  <a:lnTo>
                    <a:pt x="1307683" y="339140"/>
                  </a:lnTo>
                  <a:lnTo>
                    <a:pt x="1309186" y="343652"/>
                  </a:lnTo>
                  <a:lnTo>
                    <a:pt x="1310690" y="348164"/>
                  </a:lnTo>
                  <a:lnTo>
                    <a:pt x="1309186" y="351924"/>
                  </a:lnTo>
                  <a:lnTo>
                    <a:pt x="1306930" y="354180"/>
                  </a:lnTo>
                  <a:lnTo>
                    <a:pt x="1305426" y="357188"/>
                  </a:lnTo>
                  <a:lnTo>
                    <a:pt x="1303170" y="357939"/>
                  </a:lnTo>
                  <a:lnTo>
                    <a:pt x="1300915" y="357939"/>
                  </a:lnTo>
                  <a:close/>
                  <a:moveTo>
                    <a:pt x="1311442" y="332372"/>
                  </a:moveTo>
                  <a:lnTo>
                    <a:pt x="1310690" y="325605"/>
                  </a:lnTo>
                  <a:lnTo>
                    <a:pt x="1310690" y="320341"/>
                  </a:lnTo>
                  <a:lnTo>
                    <a:pt x="1312946" y="315077"/>
                  </a:lnTo>
                  <a:lnTo>
                    <a:pt x="1315954" y="310565"/>
                  </a:lnTo>
                  <a:lnTo>
                    <a:pt x="1319714" y="309061"/>
                  </a:lnTo>
                  <a:lnTo>
                    <a:pt x="1320466" y="308309"/>
                  </a:lnTo>
                  <a:lnTo>
                    <a:pt x="1319714" y="306805"/>
                  </a:lnTo>
                  <a:lnTo>
                    <a:pt x="1321970" y="305301"/>
                  </a:lnTo>
                  <a:lnTo>
                    <a:pt x="1330242" y="305301"/>
                  </a:lnTo>
                  <a:lnTo>
                    <a:pt x="1331745" y="305301"/>
                  </a:lnTo>
                  <a:lnTo>
                    <a:pt x="1333249" y="303797"/>
                  </a:lnTo>
                  <a:lnTo>
                    <a:pt x="1335505" y="304549"/>
                  </a:lnTo>
                  <a:lnTo>
                    <a:pt x="1340017" y="309061"/>
                  </a:lnTo>
                  <a:lnTo>
                    <a:pt x="1340769" y="306805"/>
                  </a:lnTo>
                  <a:lnTo>
                    <a:pt x="1337761" y="304549"/>
                  </a:lnTo>
                  <a:lnTo>
                    <a:pt x="1338513" y="302293"/>
                  </a:lnTo>
                  <a:lnTo>
                    <a:pt x="1340017" y="300038"/>
                  </a:lnTo>
                  <a:lnTo>
                    <a:pt x="1343025" y="298534"/>
                  </a:lnTo>
                  <a:lnTo>
                    <a:pt x="1346033" y="297030"/>
                  </a:lnTo>
                  <a:lnTo>
                    <a:pt x="1348289" y="297030"/>
                  </a:lnTo>
                  <a:lnTo>
                    <a:pt x="1352801" y="303797"/>
                  </a:lnTo>
                  <a:lnTo>
                    <a:pt x="1353553" y="305301"/>
                  </a:lnTo>
                  <a:lnTo>
                    <a:pt x="1353553" y="306805"/>
                  </a:lnTo>
                  <a:lnTo>
                    <a:pt x="1353553" y="310565"/>
                  </a:lnTo>
                  <a:lnTo>
                    <a:pt x="1353553" y="311317"/>
                  </a:lnTo>
                  <a:lnTo>
                    <a:pt x="1354305" y="312069"/>
                  </a:lnTo>
                  <a:lnTo>
                    <a:pt x="1355057" y="313573"/>
                  </a:lnTo>
                  <a:lnTo>
                    <a:pt x="1354305" y="314325"/>
                  </a:lnTo>
                  <a:lnTo>
                    <a:pt x="1352801" y="315829"/>
                  </a:lnTo>
                  <a:lnTo>
                    <a:pt x="1352049" y="318085"/>
                  </a:lnTo>
                  <a:lnTo>
                    <a:pt x="1333249" y="332372"/>
                  </a:lnTo>
                  <a:lnTo>
                    <a:pt x="1327985" y="336132"/>
                  </a:lnTo>
                  <a:lnTo>
                    <a:pt x="1323474" y="338388"/>
                  </a:lnTo>
                  <a:lnTo>
                    <a:pt x="1320466" y="340644"/>
                  </a:lnTo>
                  <a:lnTo>
                    <a:pt x="1315954" y="341396"/>
                  </a:lnTo>
                  <a:lnTo>
                    <a:pt x="1312946" y="338388"/>
                  </a:lnTo>
                  <a:lnTo>
                    <a:pt x="1311442" y="332372"/>
                  </a:lnTo>
                  <a:close/>
                  <a:moveTo>
                    <a:pt x="1437022" y="645945"/>
                  </a:moveTo>
                  <a:lnTo>
                    <a:pt x="1439278" y="645945"/>
                  </a:lnTo>
                  <a:lnTo>
                    <a:pt x="1443790" y="647449"/>
                  </a:lnTo>
                  <a:lnTo>
                    <a:pt x="1446045" y="648953"/>
                  </a:lnTo>
                  <a:lnTo>
                    <a:pt x="1446045" y="650457"/>
                  </a:lnTo>
                  <a:lnTo>
                    <a:pt x="1446045" y="651961"/>
                  </a:lnTo>
                  <a:lnTo>
                    <a:pt x="1444541" y="654217"/>
                  </a:lnTo>
                  <a:lnTo>
                    <a:pt x="1442286" y="654969"/>
                  </a:lnTo>
                  <a:lnTo>
                    <a:pt x="1439278" y="655721"/>
                  </a:lnTo>
                  <a:lnTo>
                    <a:pt x="1437022" y="657225"/>
                  </a:lnTo>
                  <a:lnTo>
                    <a:pt x="1434766" y="659481"/>
                  </a:lnTo>
                  <a:lnTo>
                    <a:pt x="1433262" y="659481"/>
                  </a:lnTo>
                  <a:lnTo>
                    <a:pt x="1431006" y="657977"/>
                  </a:lnTo>
                  <a:lnTo>
                    <a:pt x="1429502" y="655721"/>
                  </a:lnTo>
                  <a:lnTo>
                    <a:pt x="1430254" y="653465"/>
                  </a:lnTo>
                  <a:lnTo>
                    <a:pt x="1430254" y="650457"/>
                  </a:lnTo>
                  <a:lnTo>
                    <a:pt x="1430254" y="648953"/>
                  </a:lnTo>
                  <a:lnTo>
                    <a:pt x="1432510" y="647449"/>
                  </a:lnTo>
                  <a:lnTo>
                    <a:pt x="1434014" y="646697"/>
                  </a:lnTo>
                  <a:lnTo>
                    <a:pt x="1435518" y="646697"/>
                  </a:lnTo>
                  <a:lnTo>
                    <a:pt x="1437022" y="645945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4" name="Forma Livre: Forma 213">
              <a:extLst>
                <a:ext uri="{FF2B5EF4-FFF2-40B4-BE49-F238E27FC236}">
                  <a16:creationId xmlns:a16="http://schemas.microsoft.com/office/drawing/2014/main" id="{80DC6583-6109-03B2-EDBB-00ACE2F9AEA1}"/>
                </a:ext>
              </a:extLst>
            </p:cNvPr>
            <p:cNvSpPr/>
            <p:nvPr/>
          </p:nvSpPr>
          <p:spPr>
            <a:xfrm>
              <a:off x="3856171" y="3291389"/>
              <a:ext cx="1115928" cy="617370"/>
            </a:xfrm>
            <a:custGeom>
              <a:avLst/>
              <a:gdLst>
                <a:gd name="csX0" fmla="*/ 31583 w 1115928"/>
                <a:gd name="csY0" fmla="*/ 0 h 617370"/>
                <a:gd name="csX1" fmla="*/ 33839 w 1115928"/>
                <a:gd name="csY1" fmla="*/ 752 h 617370"/>
                <a:gd name="csX2" fmla="*/ 204537 w 1115928"/>
                <a:gd name="csY2" fmla="*/ 72190 h 617370"/>
                <a:gd name="csX3" fmla="*/ 551949 w 1115928"/>
                <a:gd name="csY3" fmla="*/ 158667 h 617370"/>
                <a:gd name="csX4" fmla="*/ 637674 w 1115928"/>
                <a:gd name="csY4" fmla="*/ 204537 h 617370"/>
                <a:gd name="csX5" fmla="*/ 1088106 w 1115928"/>
                <a:gd name="csY5" fmla="*/ 416593 h 617370"/>
                <a:gd name="csX6" fmla="*/ 1115929 w 1115928"/>
                <a:gd name="csY6" fmla="*/ 428625 h 617370"/>
                <a:gd name="csX7" fmla="*/ 1115177 w 1115928"/>
                <a:gd name="csY7" fmla="*/ 430129 h 617370"/>
                <a:gd name="csX8" fmla="*/ 1114425 w 1115928"/>
                <a:gd name="csY8" fmla="*/ 431633 h 617370"/>
                <a:gd name="csX9" fmla="*/ 1113673 w 1115928"/>
                <a:gd name="csY9" fmla="*/ 433137 h 617370"/>
                <a:gd name="csX10" fmla="*/ 1112169 w 1115928"/>
                <a:gd name="csY10" fmla="*/ 433889 h 617370"/>
                <a:gd name="csX11" fmla="*/ 1100138 w 1115928"/>
                <a:gd name="csY11" fmla="*/ 438401 h 617370"/>
                <a:gd name="csX12" fmla="*/ 1097130 w 1115928"/>
                <a:gd name="csY12" fmla="*/ 439905 h 617370"/>
                <a:gd name="csX13" fmla="*/ 1077578 w 1115928"/>
                <a:gd name="csY13" fmla="*/ 455696 h 617370"/>
                <a:gd name="csX14" fmla="*/ 1052763 w 1115928"/>
                <a:gd name="csY14" fmla="*/ 480511 h 617370"/>
                <a:gd name="csX15" fmla="*/ 1045995 w 1115928"/>
                <a:gd name="csY15" fmla="*/ 485023 h 617370"/>
                <a:gd name="csX16" fmla="*/ 1044491 w 1115928"/>
                <a:gd name="csY16" fmla="*/ 485023 h 617370"/>
                <a:gd name="csX17" fmla="*/ 1040732 w 1115928"/>
                <a:gd name="csY17" fmla="*/ 485023 h 617370"/>
                <a:gd name="csX18" fmla="*/ 1039228 w 1115928"/>
                <a:gd name="csY18" fmla="*/ 485775 h 617370"/>
                <a:gd name="csX19" fmla="*/ 1038476 w 1115928"/>
                <a:gd name="csY19" fmla="*/ 487279 h 617370"/>
                <a:gd name="csX20" fmla="*/ 1037724 w 1115928"/>
                <a:gd name="csY20" fmla="*/ 488783 h 617370"/>
                <a:gd name="csX21" fmla="*/ 1036220 w 1115928"/>
                <a:gd name="csY21" fmla="*/ 490287 h 617370"/>
                <a:gd name="csX22" fmla="*/ 1034716 w 1115928"/>
                <a:gd name="csY22" fmla="*/ 491791 h 617370"/>
                <a:gd name="csX23" fmla="*/ 1031708 w 1115928"/>
                <a:gd name="csY23" fmla="*/ 491791 h 617370"/>
                <a:gd name="csX24" fmla="*/ 1025692 w 1115928"/>
                <a:gd name="csY24" fmla="*/ 490287 h 617370"/>
                <a:gd name="csX25" fmla="*/ 1023436 w 1115928"/>
                <a:gd name="csY25" fmla="*/ 489535 h 617370"/>
                <a:gd name="csX26" fmla="*/ 1016668 w 1115928"/>
                <a:gd name="csY26" fmla="*/ 489535 h 617370"/>
                <a:gd name="csX27" fmla="*/ 1013661 w 1115928"/>
                <a:gd name="csY27" fmla="*/ 490287 h 617370"/>
                <a:gd name="csX28" fmla="*/ 1011405 w 1115928"/>
                <a:gd name="csY28" fmla="*/ 491791 h 617370"/>
                <a:gd name="csX29" fmla="*/ 1011405 w 1115928"/>
                <a:gd name="csY29" fmla="*/ 492543 h 617370"/>
                <a:gd name="csX30" fmla="*/ 1012157 w 1115928"/>
                <a:gd name="csY30" fmla="*/ 496303 h 617370"/>
                <a:gd name="csX31" fmla="*/ 1011405 w 1115928"/>
                <a:gd name="csY31" fmla="*/ 497807 h 617370"/>
                <a:gd name="csX32" fmla="*/ 1010653 w 1115928"/>
                <a:gd name="csY32" fmla="*/ 498559 h 617370"/>
                <a:gd name="csX33" fmla="*/ 1009149 w 1115928"/>
                <a:gd name="csY33" fmla="*/ 499310 h 617370"/>
                <a:gd name="csX34" fmla="*/ 1006893 w 1115928"/>
                <a:gd name="csY34" fmla="*/ 499310 h 617370"/>
                <a:gd name="csX35" fmla="*/ 1000877 w 1115928"/>
                <a:gd name="csY35" fmla="*/ 499310 h 617370"/>
                <a:gd name="csX36" fmla="*/ 999373 w 1115928"/>
                <a:gd name="csY36" fmla="*/ 500063 h 617370"/>
                <a:gd name="csX37" fmla="*/ 997869 w 1115928"/>
                <a:gd name="csY37" fmla="*/ 501567 h 617370"/>
                <a:gd name="csX38" fmla="*/ 997117 w 1115928"/>
                <a:gd name="csY38" fmla="*/ 502319 h 617370"/>
                <a:gd name="csX39" fmla="*/ 997117 w 1115928"/>
                <a:gd name="csY39" fmla="*/ 503822 h 617370"/>
                <a:gd name="csX40" fmla="*/ 996365 w 1115928"/>
                <a:gd name="csY40" fmla="*/ 505326 h 617370"/>
                <a:gd name="csX41" fmla="*/ 994109 w 1115928"/>
                <a:gd name="csY41" fmla="*/ 508334 h 617370"/>
                <a:gd name="csX42" fmla="*/ 991853 w 1115928"/>
                <a:gd name="csY42" fmla="*/ 510590 h 617370"/>
                <a:gd name="csX43" fmla="*/ 988845 w 1115928"/>
                <a:gd name="csY43" fmla="*/ 512846 h 617370"/>
                <a:gd name="csX44" fmla="*/ 982078 w 1115928"/>
                <a:gd name="csY44" fmla="*/ 515102 h 617370"/>
                <a:gd name="csX45" fmla="*/ 976814 w 1115928"/>
                <a:gd name="csY45" fmla="*/ 517358 h 617370"/>
                <a:gd name="csX46" fmla="*/ 973806 w 1115928"/>
                <a:gd name="csY46" fmla="*/ 518862 h 617370"/>
                <a:gd name="csX47" fmla="*/ 971550 w 1115928"/>
                <a:gd name="csY47" fmla="*/ 520366 h 617370"/>
                <a:gd name="csX48" fmla="*/ 970046 w 1115928"/>
                <a:gd name="csY48" fmla="*/ 522622 h 617370"/>
                <a:gd name="csX49" fmla="*/ 967038 w 1115928"/>
                <a:gd name="csY49" fmla="*/ 527134 h 617370"/>
                <a:gd name="csX50" fmla="*/ 964782 w 1115928"/>
                <a:gd name="csY50" fmla="*/ 529389 h 617370"/>
                <a:gd name="csX51" fmla="*/ 960270 w 1115928"/>
                <a:gd name="csY51" fmla="*/ 533901 h 617370"/>
                <a:gd name="csX52" fmla="*/ 958766 w 1115928"/>
                <a:gd name="csY52" fmla="*/ 535405 h 617370"/>
                <a:gd name="csX53" fmla="*/ 957263 w 1115928"/>
                <a:gd name="csY53" fmla="*/ 539917 h 617370"/>
                <a:gd name="csX54" fmla="*/ 955759 w 1115928"/>
                <a:gd name="csY54" fmla="*/ 545181 h 617370"/>
                <a:gd name="csX55" fmla="*/ 953503 w 1115928"/>
                <a:gd name="csY55" fmla="*/ 549693 h 617370"/>
                <a:gd name="csX56" fmla="*/ 948239 w 1115928"/>
                <a:gd name="csY56" fmla="*/ 551197 h 617370"/>
                <a:gd name="csX57" fmla="*/ 945231 w 1115928"/>
                <a:gd name="csY57" fmla="*/ 549693 h 617370"/>
                <a:gd name="csX58" fmla="*/ 939215 w 1115928"/>
                <a:gd name="csY58" fmla="*/ 545181 h 617370"/>
                <a:gd name="csX59" fmla="*/ 936207 w 1115928"/>
                <a:gd name="csY59" fmla="*/ 543677 h 617370"/>
                <a:gd name="csX60" fmla="*/ 933951 w 1115928"/>
                <a:gd name="csY60" fmla="*/ 542925 h 617370"/>
                <a:gd name="csX61" fmla="*/ 931695 w 1115928"/>
                <a:gd name="csY61" fmla="*/ 542925 h 617370"/>
                <a:gd name="csX62" fmla="*/ 913648 w 1115928"/>
                <a:gd name="csY62" fmla="*/ 543677 h 617370"/>
                <a:gd name="csX63" fmla="*/ 909888 w 1115928"/>
                <a:gd name="csY63" fmla="*/ 542925 h 617370"/>
                <a:gd name="csX64" fmla="*/ 906880 w 1115928"/>
                <a:gd name="csY64" fmla="*/ 542925 h 617370"/>
                <a:gd name="csX65" fmla="*/ 904624 w 1115928"/>
                <a:gd name="csY65" fmla="*/ 543677 h 617370"/>
                <a:gd name="csX66" fmla="*/ 900113 w 1115928"/>
                <a:gd name="csY66" fmla="*/ 545933 h 617370"/>
                <a:gd name="csX67" fmla="*/ 896353 w 1115928"/>
                <a:gd name="csY67" fmla="*/ 548941 h 617370"/>
                <a:gd name="csX68" fmla="*/ 894097 w 1115928"/>
                <a:gd name="csY68" fmla="*/ 551197 h 617370"/>
                <a:gd name="csX69" fmla="*/ 888833 w 1115928"/>
                <a:gd name="csY69" fmla="*/ 560972 h 617370"/>
                <a:gd name="csX70" fmla="*/ 880561 w 1115928"/>
                <a:gd name="csY70" fmla="*/ 570748 h 617370"/>
                <a:gd name="csX71" fmla="*/ 878305 w 1115928"/>
                <a:gd name="csY71" fmla="*/ 573756 h 617370"/>
                <a:gd name="csX72" fmla="*/ 873793 w 1115928"/>
                <a:gd name="csY72" fmla="*/ 582780 h 617370"/>
                <a:gd name="csX73" fmla="*/ 872290 w 1115928"/>
                <a:gd name="csY73" fmla="*/ 585787 h 617370"/>
                <a:gd name="csX74" fmla="*/ 869282 w 1115928"/>
                <a:gd name="csY74" fmla="*/ 588796 h 617370"/>
                <a:gd name="csX75" fmla="*/ 867026 w 1115928"/>
                <a:gd name="csY75" fmla="*/ 591803 h 617370"/>
                <a:gd name="csX76" fmla="*/ 863266 w 1115928"/>
                <a:gd name="csY76" fmla="*/ 594059 h 617370"/>
                <a:gd name="csX77" fmla="*/ 861010 w 1115928"/>
                <a:gd name="csY77" fmla="*/ 595563 h 617370"/>
                <a:gd name="csX78" fmla="*/ 853490 w 1115928"/>
                <a:gd name="csY78" fmla="*/ 596315 h 617370"/>
                <a:gd name="csX79" fmla="*/ 851234 w 1115928"/>
                <a:gd name="csY79" fmla="*/ 597819 h 617370"/>
                <a:gd name="csX80" fmla="*/ 845970 w 1115928"/>
                <a:gd name="csY80" fmla="*/ 602331 h 617370"/>
                <a:gd name="csX81" fmla="*/ 843714 w 1115928"/>
                <a:gd name="csY81" fmla="*/ 602331 h 617370"/>
                <a:gd name="csX82" fmla="*/ 841459 w 1115928"/>
                <a:gd name="csY82" fmla="*/ 602331 h 617370"/>
                <a:gd name="csX83" fmla="*/ 839203 w 1115928"/>
                <a:gd name="csY83" fmla="*/ 602331 h 617370"/>
                <a:gd name="csX84" fmla="*/ 836195 w 1115928"/>
                <a:gd name="csY84" fmla="*/ 602331 h 617370"/>
                <a:gd name="csX85" fmla="*/ 830179 w 1115928"/>
                <a:gd name="csY85" fmla="*/ 604587 h 617370"/>
                <a:gd name="csX86" fmla="*/ 821907 w 1115928"/>
                <a:gd name="csY86" fmla="*/ 610603 h 617370"/>
                <a:gd name="csX87" fmla="*/ 818147 w 1115928"/>
                <a:gd name="csY87" fmla="*/ 612859 h 617370"/>
                <a:gd name="csX88" fmla="*/ 796340 w 1115928"/>
                <a:gd name="csY88" fmla="*/ 617370 h 617370"/>
                <a:gd name="csX89" fmla="*/ 793332 w 1115928"/>
                <a:gd name="csY89" fmla="*/ 617370 h 617370"/>
                <a:gd name="csX90" fmla="*/ 792580 w 1115928"/>
                <a:gd name="csY90" fmla="*/ 615866 h 617370"/>
                <a:gd name="csX91" fmla="*/ 791828 w 1115928"/>
                <a:gd name="csY91" fmla="*/ 615115 h 617370"/>
                <a:gd name="csX92" fmla="*/ 791076 w 1115928"/>
                <a:gd name="csY92" fmla="*/ 608347 h 617370"/>
                <a:gd name="csX93" fmla="*/ 791828 w 1115928"/>
                <a:gd name="csY93" fmla="*/ 604587 h 617370"/>
                <a:gd name="csX94" fmla="*/ 794084 w 1115928"/>
                <a:gd name="csY94" fmla="*/ 600827 h 617370"/>
                <a:gd name="csX95" fmla="*/ 796340 w 1115928"/>
                <a:gd name="csY95" fmla="*/ 597067 h 617370"/>
                <a:gd name="csX96" fmla="*/ 794084 w 1115928"/>
                <a:gd name="csY96" fmla="*/ 595563 h 617370"/>
                <a:gd name="csX97" fmla="*/ 789572 w 1115928"/>
                <a:gd name="csY97" fmla="*/ 594811 h 617370"/>
                <a:gd name="csX98" fmla="*/ 785061 w 1115928"/>
                <a:gd name="csY98" fmla="*/ 595563 h 617370"/>
                <a:gd name="csX99" fmla="*/ 781301 w 1115928"/>
                <a:gd name="csY99" fmla="*/ 597067 h 617370"/>
                <a:gd name="csX100" fmla="*/ 777541 w 1115928"/>
                <a:gd name="csY100" fmla="*/ 597819 h 617370"/>
                <a:gd name="csX101" fmla="*/ 773781 w 1115928"/>
                <a:gd name="csY101" fmla="*/ 597067 h 617370"/>
                <a:gd name="csX102" fmla="*/ 766261 w 1115928"/>
                <a:gd name="csY102" fmla="*/ 595563 h 617370"/>
                <a:gd name="csX103" fmla="*/ 762501 w 1115928"/>
                <a:gd name="csY103" fmla="*/ 595563 h 617370"/>
                <a:gd name="csX104" fmla="*/ 760997 w 1115928"/>
                <a:gd name="csY104" fmla="*/ 595563 h 617370"/>
                <a:gd name="csX105" fmla="*/ 760245 w 1115928"/>
                <a:gd name="csY105" fmla="*/ 595563 h 617370"/>
                <a:gd name="csX106" fmla="*/ 748966 w 1115928"/>
                <a:gd name="csY106" fmla="*/ 590299 h 617370"/>
                <a:gd name="csX107" fmla="*/ 746710 w 1115928"/>
                <a:gd name="csY107" fmla="*/ 590299 h 617370"/>
                <a:gd name="csX108" fmla="*/ 741446 w 1115928"/>
                <a:gd name="csY108" fmla="*/ 591051 h 617370"/>
                <a:gd name="csX109" fmla="*/ 735430 w 1115928"/>
                <a:gd name="csY109" fmla="*/ 589547 h 617370"/>
                <a:gd name="csX110" fmla="*/ 724151 w 1115928"/>
                <a:gd name="csY110" fmla="*/ 588044 h 617370"/>
                <a:gd name="csX111" fmla="*/ 715127 w 1115928"/>
                <a:gd name="csY111" fmla="*/ 588044 h 617370"/>
                <a:gd name="csX112" fmla="*/ 709863 w 1115928"/>
                <a:gd name="csY112" fmla="*/ 587292 h 617370"/>
                <a:gd name="csX113" fmla="*/ 704599 w 1115928"/>
                <a:gd name="csY113" fmla="*/ 585787 h 617370"/>
                <a:gd name="csX114" fmla="*/ 699336 w 1115928"/>
                <a:gd name="csY114" fmla="*/ 585036 h 617370"/>
                <a:gd name="csX115" fmla="*/ 689560 w 1115928"/>
                <a:gd name="csY115" fmla="*/ 588044 h 617370"/>
                <a:gd name="csX116" fmla="*/ 683544 w 1115928"/>
                <a:gd name="csY116" fmla="*/ 588044 h 617370"/>
                <a:gd name="csX117" fmla="*/ 672264 w 1115928"/>
                <a:gd name="csY117" fmla="*/ 588044 h 617370"/>
                <a:gd name="csX118" fmla="*/ 669257 w 1115928"/>
                <a:gd name="csY118" fmla="*/ 588044 h 617370"/>
                <a:gd name="csX119" fmla="*/ 650457 w 1115928"/>
                <a:gd name="csY119" fmla="*/ 589547 h 617370"/>
                <a:gd name="csX120" fmla="*/ 645193 w 1115928"/>
                <a:gd name="csY120" fmla="*/ 588796 h 617370"/>
                <a:gd name="csX121" fmla="*/ 639930 w 1115928"/>
                <a:gd name="csY121" fmla="*/ 585036 h 617370"/>
                <a:gd name="csX122" fmla="*/ 636922 w 1115928"/>
                <a:gd name="csY122" fmla="*/ 584284 h 617370"/>
                <a:gd name="csX123" fmla="*/ 633162 w 1115928"/>
                <a:gd name="csY123" fmla="*/ 583532 h 617370"/>
                <a:gd name="csX124" fmla="*/ 627146 w 1115928"/>
                <a:gd name="csY124" fmla="*/ 584284 h 617370"/>
                <a:gd name="csX125" fmla="*/ 624138 w 1115928"/>
                <a:gd name="csY125" fmla="*/ 584284 h 617370"/>
                <a:gd name="csX126" fmla="*/ 621130 w 1115928"/>
                <a:gd name="csY126" fmla="*/ 583532 h 617370"/>
                <a:gd name="csX127" fmla="*/ 615115 w 1115928"/>
                <a:gd name="csY127" fmla="*/ 582780 h 617370"/>
                <a:gd name="csX128" fmla="*/ 578268 w 1115928"/>
                <a:gd name="csY128" fmla="*/ 601579 h 617370"/>
                <a:gd name="csX129" fmla="*/ 572252 w 1115928"/>
                <a:gd name="csY129" fmla="*/ 603835 h 617370"/>
                <a:gd name="csX130" fmla="*/ 564732 w 1115928"/>
                <a:gd name="csY130" fmla="*/ 605339 h 617370"/>
                <a:gd name="csX131" fmla="*/ 556461 w 1115928"/>
                <a:gd name="csY131" fmla="*/ 605339 h 617370"/>
                <a:gd name="csX132" fmla="*/ 548941 w 1115928"/>
                <a:gd name="csY132" fmla="*/ 604587 h 617370"/>
                <a:gd name="csX133" fmla="*/ 542173 w 1115928"/>
                <a:gd name="csY133" fmla="*/ 600827 h 617370"/>
                <a:gd name="csX134" fmla="*/ 538413 w 1115928"/>
                <a:gd name="csY134" fmla="*/ 597819 h 617370"/>
                <a:gd name="csX135" fmla="*/ 531645 w 1115928"/>
                <a:gd name="csY135" fmla="*/ 589547 h 617370"/>
                <a:gd name="csX136" fmla="*/ 527134 w 1115928"/>
                <a:gd name="csY136" fmla="*/ 585787 h 617370"/>
                <a:gd name="csX137" fmla="*/ 524126 w 1115928"/>
                <a:gd name="csY137" fmla="*/ 586540 h 617370"/>
                <a:gd name="csX138" fmla="*/ 511342 w 1115928"/>
                <a:gd name="csY138" fmla="*/ 597067 h 617370"/>
                <a:gd name="csX139" fmla="*/ 511342 w 1115928"/>
                <a:gd name="csY139" fmla="*/ 584284 h 617370"/>
                <a:gd name="csX140" fmla="*/ 511342 w 1115928"/>
                <a:gd name="csY140" fmla="*/ 564732 h 617370"/>
                <a:gd name="csX141" fmla="*/ 511342 w 1115928"/>
                <a:gd name="csY141" fmla="*/ 545181 h 617370"/>
                <a:gd name="csX142" fmla="*/ 511342 w 1115928"/>
                <a:gd name="csY142" fmla="*/ 525630 h 617370"/>
                <a:gd name="csX143" fmla="*/ 511342 w 1115928"/>
                <a:gd name="csY143" fmla="*/ 506078 h 617370"/>
                <a:gd name="csX144" fmla="*/ 511342 w 1115928"/>
                <a:gd name="csY144" fmla="*/ 486527 h 617370"/>
                <a:gd name="csX145" fmla="*/ 511342 w 1115928"/>
                <a:gd name="csY145" fmla="*/ 466976 h 617370"/>
                <a:gd name="csX146" fmla="*/ 511342 w 1115928"/>
                <a:gd name="csY146" fmla="*/ 447424 h 617370"/>
                <a:gd name="csX147" fmla="*/ 511342 w 1115928"/>
                <a:gd name="csY147" fmla="*/ 434641 h 617370"/>
                <a:gd name="csX148" fmla="*/ 511342 w 1115928"/>
                <a:gd name="csY148" fmla="*/ 427873 h 617370"/>
                <a:gd name="csX149" fmla="*/ 511342 w 1115928"/>
                <a:gd name="csY149" fmla="*/ 418849 h 617370"/>
                <a:gd name="csX150" fmla="*/ 512846 w 1115928"/>
                <a:gd name="csY150" fmla="*/ 412082 h 617370"/>
                <a:gd name="csX151" fmla="*/ 513598 w 1115928"/>
                <a:gd name="csY151" fmla="*/ 410578 h 617370"/>
                <a:gd name="csX152" fmla="*/ 515102 w 1115928"/>
                <a:gd name="csY152" fmla="*/ 409074 h 617370"/>
                <a:gd name="csX153" fmla="*/ 516606 w 1115928"/>
                <a:gd name="csY153" fmla="*/ 408322 h 617370"/>
                <a:gd name="csX154" fmla="*/ 518110 w 1115928"/>
                <a:gd name="csY154" fmla="*/ 407570 h 617370"/>
                <a:gd name="csX155" fmla="*/ 518862 w 1115928"/>
                <a:gd name="csY155" fmla="*/ 407570 h 617370"/>
                <a:gd name="csX156" fmla="*/ 520366 w 1115928"/>
                <a:gd name="csY156" fmla="*/ 408322 h 617370"/>
                <a:gd name="csX157" fmla="*/ 521118 w 1115928"/>
                <a:gd name="csY157" fmla="*/ 408322 h 617370"/>
                <a:gd name="csX158" fmla="*/ 521870 w 1115928"/>
                <a:gd name="csY158" fmla="*/ 407570 h 617370"/>
                <a:gd name="csX159" fmla="*/ 522622 w 1115928"/>
                <a:gd name="csY159" fmla="*/ 405314 h 617370"/>
                <a:gd name="csX160" fmla="*/ 522622 w 1115928"/>
                <a:gd name="csY160" fmla="*/ 404562 h 617370"/>
                <a:gd name="csX161" fmla="*/ 524878 w 1115928"/>
                <a:gd name="csY161" fmla="*/ 402306 h 617370"/>
                <a:gd name="csX162" fmla="*/ 525630 w 1115928"/>
                <a:gd name="csY162" fmla="*/ 399298 h 617370"/>
                <a:gd name="csX163" fmla="*/ 526382 w 1115928"/>
                <a:gd name="csY163" fmla="*/ 396290 h 617370"/>
                <a:gd name="csX164" fmla="*/ 524878 w 1115928"/>
                <a:gd name="csY164" fmla="*/ 393282 h 617370"/>
                <a:gd name="csX165" fmla="*/ 523374 w 1115928"/>
                <a:gd name="csY165" fmla="*/ 391026 h 617370"/>
                <a:gd name="csX166" fmla="*/ 518862 w 1115928"/>
                <a:gd name="csY166" fmla="*/ 387266 h 617370"/>
                <a:gd name="csX167" fmla="*/ 517358 w 1115928"/>
                <a:gd name="csY167" fmla="*/ 385011 h 617370"/>
                <a:gd name="csX168" fmla="*/ 516606 w 1115928"/>
                <a:gd name="csY168" fmla="*/ 382755 h 617370"/>
                <a:gd name="csX169" fmla="*/ 515102 w 1115928"/>
                <a:gd name="csY169" fmla="*/ 377491 h 617370"/>
                <a:gd name="csX170" fmla="*/ 513598 w 1115928"/>
                <a:gd name="csY170" fmla="*/ 374483 h 617370"/>
                <a:gd name="csX171" fmla="*/ 514350 w 1115928"/>
                <a:gd name="csY171" fmla="*/ 374483 h 617370"/>
                <a:gd name="csX172" fmla="*/ 518110 w 1115928"/>
                <a:gd name="csY172" fmla="*/ 374483 h 617370"/>
                <a:gd name="csX173" fmla="*/ 519614 w 1115928"/>
                <a:gd name="csY173" fmla="*/ 374483 h 617370"/>
                <a:gd name="csX174" fmla="*/ 521118 w 1115928"/>
                <a:gd name="csY174" fmla="*/ 375235 h 617370"/>
                <a:gd name="csX175" fmla="*/ 522622 w 1115928"/>
                <a:gd name="csY175" fmla="*/ 374483 h 617370"/>
                <a:gd name="csX176" fmla="*/ 520366 w 1115928"/>
                <a:gd name="csY176" fmla="*/ 370723 h 617370"/>
                <a:gd name="csX177" fmla="*/ 521118 w 1115928"/>
                <a:gd name="csY177" fmla="*/ 369219 h 617370"/>
                <a:gd name="csX178" fmla="*/ 521870 w 1115928"/>
                <a:gd name="csY178" fmla="*/ 367715 h 617370"/>
                <a:gd name="csX179" fmla="*/ 524126 w 1115928"/>
                <a:gd name="csY179" fmla="*/ 366963 h 617370"/>
                <a:gd name="csX180" fmla="*/ 524126 w 1115928"/>
                <a:gd name="csY180" fmla="*/ 366211 h 617370"/>
                <a:gd name="csX181" fmla="*/ 523374 w 1115928"/>
                <a:gd name="csY181" fmla="*/ 365459 h 617370"/>
                <a:gd name="csX182" fmla="*/ 523374 w 1115928"/>
                <a:gd name="csY182" fmla="*/ 364707 h 617370"/>
                <a:gd name="csX183" fmla="*/ 525630 w 1115928"/>
                <a:gd name="csY183" fmla="*/ 363203 h 617370"/>
                <a:gd name="csX184" fmla="*/ 526382 w 1115928"/>
                <a:gd name="csY184" fmla="*/ 361699 h 617370"/>
                <a:gd name="csX185" fmla="*/ 527134 w 1115928"/>
                <a:gd name="csY185" fmla="*/ 358692 h 617370"/>
                <a:gd name="csX186" fmla="*/ 528638 w 1115928"/>
                <a:gd name="csY186" fmla="*/ 356435 h 617370"/>
                <a:gd name="csX187" fmla="*/ 528638 w 1115928"/>
                <a:gd name="csY187" fmla="*/ 355684 h 617370"/>
                <a:gd name="csX188" fmla="*/ 528638 w 1115928"/>
                <a:gd name="csY188" fmla="*/ 354180 h 617370"/>
                <a:gd name="csX189" fmla="*/ 522622 w 1115928"/>
                <a:gd name="csY189" fmla="*/ 354180 h 617370"/>
                <a:gd name="csX190" fmla="*/ 519614 w 1115928"/>
                <a:gd name="csY190" fmla="*/ 354932 h 617370"/>
                <a:gd name="csX191" fmla="*/ 516606 w 1115928"/>
                <a:gd name="csY191" fmla="*/ 356435 h 617370"/>
                <a:gd name="csX192" fmla="*/ 513598 w 1115928"/>
                <a:gd name="csY192" fmla="*/ 359444 h 617370"/>
                <a:gd name="csX193" fmla="*/ 507582 w 1115928"/>
                <a:gd name="csY193" fmla="*/ 366211 h 617370"/>
                <a:gd name="csX194" fmla="*/ 505326 w 1115928"/>
                <a:gd name="csY194" fmla="*/ 368467 h 617370"/>
                <a:gd name="csX195" fmla="*/ 494799 w 1115928"/>
                <a:gd name="csY195" fmla="*/ 374483 h 617370"/>
                <a:gd name="csX196" fmla="*/ 491791 w 1115928"/>
                <a:gd name="csY196" fmla="*/ 376739 h 617370"/>
                <a:gd name="csX197" fmla="*/ 486527 w 1115928"/>
                <a:gd name="csY197" fmla="*/ 382755 h 617370"/>
                <a:gd name="csX198" fmla="*/ 483519 w 1115928"/>
                <a:gd name="csY198" fmla="*/ 385011 h 617370"/>
                <a:gd name="csX199" fmla="*/ 475999 w 1115928"/>
                <a:gd name="csY199" fmla="*/ 388771 h 617370"/>
                <a:gd name="csX200" fmla="*/ 472991 w 1115928"/>
                <a:gd name="csY200" fmla="*/ 391778 h 617370"/>
                <a:gd name="csX201" fmla="*/ 468480 w 1115928"/>
                <a:gd name="csY201" fmla="*/ 398546 h 617370"/>
                <a:gd name="csX202" fmla="*/ 466976 w 1115928"/>
                <a:gd name="csY202" fmla="*/ 400050 h 617370"/>
                <a:gd name="csX203" fmla="*/ 463216 w 1115928"/>
                <a:gd name="csY203" fmla="*/ 402306 h 617370"/>
                <a:gd name="csX204" fmla="*/ 461712 w 1115928"/>
                <a:gd name="csY204" fmla="*/ 403810 h 617370"/>
                <a:gd name="csX205" fmla="*/ 460208 w 1115928"/>
                <a:gd name="csY205" fmla="*/ 405314 h 617370"/>
                <a:gd name="csX206" fmla="*/ 458704 w 1115928"/>
                <a:gd name="csY206" fmla="*/ 409074 h 617370"/>
                <a:gd name="csX207" fmla="*/ 457200 w 1115928"/>
                <a:gd name="csY207" fmla="*/ 411330 h 617370"/>
                <a:gd name="csX208" fmla="*/ 454192 w 1115928"/>
                <a:gd name="csY208" fmla="*/ 413586 h 617370"/>
                <a:gd name="csX209" fmla="*/ 445168 w 1115928"/>
                <a:gd name="csY209" fmla="*/ 415842 h 617370"/>
                <a:gd name="csX210" fmla="*/ 434641 w 1115928"/>
                <a:gd name="csY210" fmla="*/ 420353 h 617370"/>
                <a:gd name="csX211" fmla="*/ 432385 w 1115928"/>
                <a:gd name="csY211" fmla="*/ 421857 h 617370"/>
                <a:gd name="csX212" fmla="*/ 430129 w 1115928"/>
                <a:gd name="csY212" fmla="*/ 425617 h 617370"/>
                <a:gd name="csX213" fmla="*/ 429377 w 1115928"/>
                <a:gd name="csY213" fmla="*/ 429377 h 617370"/>
                <a:gd name="csX214" fmla="*/ 427121 w 1115928"/>
                <a:gd name="csY214" fmla="*/ 432385 h 617370"/>
                <a:gd name="csX215" fmla="*/ 419601 w 1115928"/>
                <a:gd name="csY215" fmla="*/ 434641 h 617370"/>
                <a:gd name="csX216" fmla="*/ 414338 w 1115928"/>
                <a:gd name="csY216" fmla="*/ 438401 h 617370"/>
                <a:gd name="csX217" fmla="*/ 411330 w 1115928"/>
                <a:gd name="csY217" fmla="*/ 439905 h 617370"/>
                <a:gd name="csX218" fmla="*/ 409074 w 1115928"/>
                <a:gd name="csY218" fmla="*/ 440657 h 617370"/>
                <a:gd name="csX219" fmla="*/ 408322 w 1115928"/>
                <a:gd name="csY219" fmla="*/ 439905 h 617370"/>
                <a:gd name="csX220" fmla="*/ 406818 w 1115928"/>
                <a:gd name="csY220" fmla="*/ 438401 h 617370"/>
                <a:gd name="csX221" fmla="*/ 405314 w 1115928"/>
                <a:gd name="csY221" fmla="*/ 438401 h 617370"/>
                <a:gd name="csX222" fmla="*/ 403058 w 1115928"/>
                <a:gd name="csY222" fmla="*/ 438401 h 617370"/>
                <a:gd name="csX223" fmla="*/ 402306 w 1115928"/>
                <a:gd name="csY223" fmla="*/ 439153 h 617370"/>
                <a:gd name="csX224" fmla="*/ 401554 w 1115928"/>
                <a:gd name="csY224" fmla="*/ 440657 h 617370"/>
                <a:gd name="csX225" fmla="*/ 400050 w 1115928"/>
                <a:gd name="csY225" fmla="*/ 441409 h 617370"/>
                <a:gd name="csX226" fmla="*/ 397794 w 1115928"/>
                <a:gd name="csY226" fmla="*/ 442161 h 617370"/>
                <a:gd name="csX227" fmla="*/ 391778 w 1115928"/>
                <a:gd name="csY227" fmla="*/ 442161 h 617370"/>
                <a:gd name="csX228" fmla="*/ 364707 w 1115928"/>
                <a:gd name="csY228" fmla="*/ 442161 h 617370"/>
                <a:gd name="csX229" fmla="*/ 337636 w 1115928"/>
                <a:gd name="csY229" fmla="*/ 442161 h 617370"/>
                <a:gd name="csX230" fmla="*/ 310565 w 1115928"/>
                <a:gd name="csY230" fmla="*/ 442161 h 617370"/>
                <a:gd name="csX231" fmla="*/ 283494 w 1115928"/>
                <a:gd name="csY231" fmla="*/ 442161 h 617370"/>
                <a:gd name="csX232" fmla="*/ 275974 w 1115928"/>
                <a:gd name="csY232" fmla="*/ 442161 h 617370"/>
                <a:gd name="csX233" fmla="*/ 277478 w 1115928"/>
                <a:gd name="csY233" fmla="*/ 439153 h 617370"/>
                <a:gd name="csX234" fmla="*/ 277478 w 1115928"/>
                <a:gd name="csY234" fmla="*/ 436145 h 617370"/>
                <a:gd name="csX235" fmla="*/ 277478 w 1115928"/>
                <a:gd name="csY235" fmla="*/ 433889 h 617370"/>
                <a:gd name="csX236" fmla="*/ 277478 w 1115928"/>
                <a:gd name="csY236" fmla="*/ 430129 h 617370"/>
                <a:gd name="csX237" fmla="*/ 278230 w 1115928"/>
                <a:gd name="csY237" fmla="*/ 428625 h 617370"/>
                <a:gd name="csX238" fmla="*/ 280486 w 1115928"/>
                <a:gd name="csY238" fmla="*/ 425617 h 617370"/>
                <a:gd name="csX239" fmla="*/ 281238 w 1115928"/>
                <a:gd name="csY239" fmla="*/ 424113 h 617370"/>
                <a:gd name="csX240" fmla="*/ 280486 w 1115928"/>
                <a:gd name="csY240" fmla="*/ 422609 h 617370"/>
                <a:gd name="csX241" fmla="*/ 279734 w 1115928"/>
                <a:gd name="csY241" fmla="*/ 419601 h 617370"/>
                <a:gd name="csX242" fmla="*/ 278982 w 1115928"/>
                <a:gd name="csY242" fmla="*/ 417345 h 617370"/>
                <a:gd name="csX243" fmla="*/ 275974 w 1115928"/>
                <a:gd name="csY243" fmla="*/ 411330 h 617370"/>
                <a:gd name="csX244" fmla="*/ 265447 w 1115928"/>
                <a:gd name="csY244" fmla="*/ 404562 h 617370"/>
                <a:gd name="csX245" fmla="*/ 263191 w 1115928"/>
                <a:gd name="csY245" fmla="*/ 398546 h 617370"/>
                <a:gd name="csX246" fmla="*/ 265447 w 1115928"/>
                <a:gd name="csY246" fmla="*/ 393282 h 617370"/>
                <a:gd name="csX247" fmla="*/ 265447 w 1115928"/>
                <a:gd name="csY247" fmla="*/ 390274 h 617370"/>
                <a:gd name="csX248" fmla="*/ 264695 w 1115928"/>
                <a:gd name="csY248" fmla="*/ 387266 h 617370"/>
                <a:gd name="csX249" fmla="*/ 260935 w 1115928"/>
                <a:gd name="csY249" fmla="*/ 382755 h 617370"/>
                <a:gd name="csX250" fmla="*/ 259431 w 1115928"/>
                <a:gd name="csY250" fmla="*/ 379747 h 617370"/>
                <a:gd name="csX251" fmla="*/ 258679 w 1115928"/>
                <a:gd name="csY251" fmla="*/ 376739 h 617370"/>
                <a:gd name="csX252" fmla="*/ 258679 w 1115928"/>
                <a:gd name="csY252" fmla="*/ 372227 h 617370"/>
                <a:gd name="csX253" fmla="*/ 258679 w 1115928"/>
                <a:gd name="csY253" fmla="*/ 370723 h 617370"/>
                <a:gd name="csX254" fmla="*/ 257927 w 1115928"/>
                <a:gd name="csY254" fmla="*/ 369219 h 617370"/>
                <a:gd name="csX255" fmla="*/ 256423 w 1115928"/>
                <a:gd name="csY255" fmla="*/ 369219 h 617370"/>
                <a:gd name="csX256" fmla="*/ 254919 w 1115928"/>
                <a:gd name="csY256" fmla="*/ 369971 h 617370"/>
                <a:gd name="csX257" fmla="*/ 253415 w 1115928"/>
                <a:gd name="csY257" fmla="*/ 369219 h 617370"/>
                <a:gd name="csX258" fmla="*/ 250407 w 1115928"/>
                <a:gd name="csY258" fmla="*/ 367715 h 617370"/>
                <a:gd name="csX259" fmla="*/ 245895 w 1115928"/>
                <a:gd name="csY259" fmla="*/ 363955 h 617370"/>
                <a:gd name="csX260" fmla="*/ 243639 w 1115928"/>
                <a:gd name="csY260" fmla="*/ 362451 h 617370"/>
                <a:gd name="csX261" fmla="*/ 239880 w 1115928"/>
                <a:gd name="csY261" fmla="*/ 361699 h 617370"/>
                <a:gd name="csX262" fmla="*/ 230856 w 1115928"/>
                <a:gd name="csY262" fmla="*/ 362451 h 617370"/>
                <a:gd name="csX263" fmla="*/ 224088 w 1115928"/>
                <a:gd name="csY263" fmla="*/ 361699 h 617370"/>
                <a:gd name="csX264" fmla="*/ 221080 w 1115928"/>
                <a:gd name="csY264" fmla="*/ 360947 h 617370"/>
                <a:gd name="csX265" fmla="*/ 215064 w 1115928"/>
                <a:gd name="csY265" fmla="*/ 357940 h 617370"/>
                <a:gd name="csX266" fmla="*/ 209049 w 1115928"/>
                <a:gd name="csY266" fmla="*/ 355684 h 617370"/>
                <a:gd name="csX267" fmla="*/ 206041 w 1115928"/>
                <a:gd name="csY267" fmla="*/ 354932 h 617370"/>
                <a:gd name="csX268" fmla="*/ 205289 w 1115928"/>
                <a:gd name="csY268" fmla="*/ 354932 h 617370"/>
                <a:gd name="csX269" fmla="*/ 204537 w 1115928"/>
                <a:gd name="csY269" fmla="*/ 356435 h 617370"/>
                <a:gd name="csX270" fmla="*/ 203785 w 1115928"/>
                <a:gd name="csY270" fmla="*/ 356435 h 617370"/>
                <a:gd name="csX271" fmla="*/ 202281 w 1115928"/>
                <a:gd name="csY271" fmla="*/ 355684 h 617370"/>
                <a:gd name="csX272" fmla="*/ 201529 w 1115928"/>
                <a:gd name="csY272" fmla="*/ 354932 h 617370"/>
                <a:gd name="csX273" fmla="*/ 200777 w 1115928"/>
                <a:gd name="csY273" fmla="*/ 354180 h 617370"/>
                <a:gd name="csX274" fmla="*/ 181978 w 1115928"/>
                <a:gd name="csY274" fmla="*/ 350420 h 617370"/>
                <a:gd name="csX275" fmla="*/ 121068 w 1115928"/>
                <a:gd name="csY275" fmla="*/ 350420 h 617370"/>
                <a:gd name="csX276" fmla="*/ 124828 w 1115928"/>
                <a:gd name="csY276" fmla="*/ 345156 h 617370"/>
                <a:gd name="csX277" fmla="*/ 132347 w 1115928"/>
                <a:gd name="csY277" fmla="*/ 337636 h 617370"/>
                <a:gd name="csX278" fmla="*/ 136107 w 1115928"/>
                <a:gd name="csY278" fmla="*/ 332372 h 617370"/>
                <a:gd name="csX279" fmla="*/ 138363 w 1115928"/>
                <a:gd name="csY279" fmla="*/ 327861 h 617370"/>
                <a:gd name="csX280" fmla="*/ 139867 w 1115928"/>
                <a:gd name="csY280" fmla="*/ 324853 h 617370"/>
                <a:gd name="csX281" fmla="*/ 142123 w 1115928"/>
                <a:gd name="csY281" fmla="*/ 324101 h 617370"/>
                <a:gd name="csX282" fmla="*/ 144379 w 1115928"/>
                <a:gd name="csY282" fmla="*/ 324101 h 617370"/>
                <a:gd name="csX283" fmla="*/ 146635 w 1115928"/>
                <a:gd name="csY283" fmla="*/ 323349 h 617370"/>
                <a:gd name="csX284" fmla="*/ 148891 w 1115928"/>
                <a:gd name="csY284" fmla="*/ 321845 h 617370"/>
                <a:gd name="csX285" fmla="*/ 149643 w 1115928"/>
                <a:gd name="csY285" fmla="*/ 320341 h 617370"/>
                <a:gd name="csX286" fmla="*/ 149643 w 1115928"/>
                <a:gd name="csY286" fmla="*/ 315829 h 617370"/>
                <a:gd name="csX287" fmla="*/ 156411 w 1115928"/>
                <a:gd name="csY287" fmla="*/ 310565 h 617370"/>
                <a:gd name="csX288" fmla="*/ 157914 w 1115928"/>
                <a:gd name="csY288" fmla="*/ 308309 h 617370"/>
                <a:gd name="csX289" fmla="*/ 159418 w 1115928"/>
                <a:gd name="csY289" fmla="*/ 305301 h 617370"/>
                <a:gd name="csX290" fmla="*/ 160170 w 1115928"/>
                <a:gd name="csY290" fmla="*/ 300789 h 617370"/>
                <a:gd name="csX291" fmla="*/ 158666 w 1115928"/>
                <a:gd name="csY291" fmla="*/ 288006 h 617370"/>
                <a:gd name="csX292" fmla="*/ 157163 w 1115928"/>
                <a:gd name="csY292" fmla="*/ 285750 h 617370"/>
                <a:gd name="csX293" fmla="*/ 153403 w 1115928"/>
                <a:gd name="csY293" fmla="*/ 278982 h 617370"/>
                <a:gd name="csX294" fmla="*/ 151147 w 1115928"/>
                <a:gd name="csY294" fmla="*/ 276726 h 617370"/>
                <a:gd name="csX295" fmla="*/ 145883 w 1115928"/>
                <a:gd name="csY295" fmla="*/ 272967 h 617370"/>
                <a:gd name="csX296" fmla="*/ 143627 w 1115928"/>
                <a:gd name="csY296" fmla="*/ 271463 h 617370"/>
                <a:gd name="csX297" fmla="*/ 131595 w 1115928"/>
                <a:gd name="csY297" fmla="*/ 254167 h 617370"/>
                <a:gd name="csX298" fmla="*/ 129339 w 1115928"/>
                <a:gd name="csY298" fmla="*/ 248151 h 617370"/>
                <a:gd name="csX299" fmla="*/ 127084 w 1115928"/>
                <a:gd name="csY299" fmla="*/ 245143 h 617370"/>
                <a:gd name="csX300" fmla="*/ 124828 w 1115928"/>
                <a:gd name="csY300" fmla="*/ 242136 h 617370"/>
                <a:gd name="csX301" fmla="*/ 121820 w 1115928"/>
                <a:gd name="csY301" fmla="*/ 240632 h 617370"/>
                <a:gd name="csX302" fmla="*/ 112796 w 1115928"/>
                <a:gd name="csY302" fmla="*/ 239128 h 617370"/>
                <a:gd name="csX303" fmla="*/ 109788 w 1115928"/>
                <a:gd name="csY303" fmla="*/ 236872 h 617370"/>
                <a:gd name="csX304" fmla="*/ 107532 w 1115928"/>
                <a:gd name="csY304" fmla="*/ 234616 h 617370"/>
                <a:gd name="csX305" fmla="*/ 100764 w 1115928"/>
                <a:gd name="csY305" fmla="*/ 226344 h 617370"/>
                <a:gd name="csX306" fmla="*/ 100013 w 1115928"/>
                <a:gd name="csY306" fmla="*/ 223336 h 617370"/>
                <a:gd name="csX307" fmla="*/ 100013 w 1115928"/>
                <a:gd name="csY307" fmla="*/ 221080 h 617370"/>
                <a:gd name="csX308" fmla="*/ 101516 w 1115928"/>
                <a:gd name="csY308" fmla="*/ 214313 h 617370"/>
                <a:gd name="csX309" fmla="*/ 100764 w 1115928"/>
                <a:gd name="csY309" fmla="*/ 210553 h 617370"/>
                <a:gd name="csX310" fmla="*/ 100013 w 1115928"/>
                <a:gd name="csY310" fmla="*/ 208297 h 617370"/>
                <a:gd name="csX311" fmla="*/ 97757 w 1115928"/>
                <a:gd name="csY311" fmla="*/ 206041 h 617370"/>
                <a:gd name="csX312" fmla="*/ 96253 w 1115928"/>
                <a:gd name="csY312" fmla="*/ 205289 h 617370"/>
                <a:gd name="csX313" fmla="*/ 93245 w 1115928"/>
                <a:gd name="csY313" fmla="*/ 205289 h 617370"/>
                <a:gd name="csX314" fmla="*/ 91741 w 1115928"/>
                <a:gd name="csY314" fmla="*/ 204537 h 617370"/>
                <a:gd name="csX315" fmla="*/ 90237 w 1115928"/>
                <a:gd name="csY315" fmla="*/ 203033 h 617370"/>
                <a:gd name="csX316" fmla="*/ 87981 w 1115928"/>
                <a:gd name="csY316" fmla="*/ 200025 h 617370"/>
                <a:gd name="csX317" fmla="*/ 86477 w 1115928"/>
                <a:gd name="csY317" fmla="*/ 198521 h 617370"/>
                <a:gd name="csX318" fmla="*/ 74445 w 1115928"/>
                <a:gd name="csY318" fmla="*/ 191753 h 617370"/>
                <a:gd name="csX319" fmla="*/ 72189 w 1115928"/>
                <a:gd name="csY319" fmla="*/ 189497 h 617370"/>
                <a:gd name="csX320" fmla="*/ 70686 w 1115928"/>
                <a:gd name="csY320" fmla="*/ 186490 h 617370"/>
                <a:gd name="csX321" fmla="*/ 69934 w 1115928"/>
                <a:gd name="csY321" fmla="*/ 180474 h 617370"/>
                <a:gd name="csX322" fmla="*/ 69182 w 1115928"/>
                <a:gd name="csY322" fmla="*/ 175962 h 617370"/>
                <a:gd name="csX323" fmla="*/ 64670 w 1115928"/>
                <a:gd name="csY323" fmla="*/ 170698 h 617370"/>
                <a:gd name="csX324" fmla="*/ 62414 w 1115928"/>
                <a:gd name="csY324" fmla="*/ 166938 h 617370"/>
                <a:gd name="csX325" fmla="*/ 62414 w 1115928"/>
                <a:gd name="csY325" fmla="*/ 163930 h 617370"/>
                <a:gd name="csX326" fmla="*/ 63166 w 1115928"/>
                <a:gd name="csY326" fmla="*/ 158667 h 617370"/>
                <a:gd name="csX327" fmla="*/ 63166 w 1115928"/>
                <a:gd name="csY327" fmla="*/ 155659 h 617370"/>
                <a:gd name="csX328" fmla="*/ 60910 w 1115928"/>
                <a:gd name="csY328" fmla="*/ 151899 h 617370"/>
                <a:gd name="csX329" fmla="*/ 56398 w 1115928"/>
                <a:gd name="csY329" fmla="*/ 145131 h 617370"/>
                <a:gd name="csX330" fmla="*/ 54894 w 1115928"/>
                <a:gd name="csY330" fmla="*/ 141371 h 617370"/>
                <a:gd name="csX331" fmla="*/ 52638 w 1115928"/>
                <a:gd name="csY331" fmla="*/ 136859 h 617370"/>
                <a:gd name="csX332" fmla="*/ 46622 w 1115928"/>
                <a:gd name="csY332" fmla="*/ 133851 h 617370"/>
                <a:gd name="csX333" fmla="*/ 40607 w 1115928"/>
                <a:gd name="csY333" fmla="*/ 130843 h 617370"/>
                <a:gd name="csX334" fmla="*/ 36095 w 1115928"/>
                <a:gd name="csY334" fmla="*/ 127836 h 617370"/>
                <a:gd name="csX335" fmla="*/ 35343 w 1115928"/>
                <a:gd name="csY335" fmla="*/ 125580 h 617370"/>
                <a:gd name="csX336" fmla="*/ 33087 w 1115928"/>
                <a:gd name="csY336" fmla="*/ 118060 h 617370"/>
                <a:gd name="csX337" fmla="*/ 33839 w 1115928"/>
                <a:gd name="csY337" fmla="*/ 115052 h 617370"/>
                <a:gd name="csX338" fmla="*/ 36095 w 1115928"/>
                <a:gd name="csY338" fmla="*/ 115052 h 617370"/>
                <a:gd name="csX339" fmla="*/ 40607 w 1115928"/>
                <a:gd name="csY339" fmla="*/ 117308 h 617370"/>
                <a:gd name="csX340" fmla="*/ 45870 w 1115928"/>
                <a:gd name="csY340" fmla="*/ 114300 h 617370"/>
                <a:gd name="csX341" fmla="*/ 47374 w 1115928"/>
                <a:gd name="csY341" fmla="*/ 108284 h 617370"/>
                <a:gd name="csX342" fmla="*/ 45870 w 1115928"/>
                <a:gd name="csY342" fmla="*/ 102268 h 617370"/>
                <a:gd name="csX343" fmla="*/ 41359 w 1115928"/>
                <a:gd name="csY343" fmla="*/ 98509 h 617370"/>
                <a:gd name="csX344" fmla="*/ 36095 w 1115928"/>
                <a:gd name="csY344" fmla="*/ 97005 h 617370"/>
                <a:gd name="csX345" fmla="*/ 30831 w 1115928"/>
                <a:gd name="csY345" fmla="*/ 94749 h 617370"/>
                <a:gd name="csX346" fmla="*/ 27071 w 1115928"/>
                <a:gd name="csY346" fmla="*/ 91741 h 617370"/>
                <a:gd name="csX347" fmla="*/ 6768 w 1115928"/>
                <a:gd name="csY347" fmla="*/ 71438 h 617370"/>
                <a:gd name="csX348" fmla="*/ 752 w 1115928"/>
                <a:gd name="csY348" fmla="*/ 67678 h 617370"/>
                <a:gd name="csX349" fmla="*/ 0 w 1115928"/>
                <a:gd name="csY349" fmla="*/ 64670 h 617370"/>
                <a:gd name="csX350" fmla="*/ 4512 w 1115928"/>
                <a:gd name="csY350" fmla="*/ 62414 h 617370"/>
                <a:gd name="csX351" fmla="*/ 6768 w 1115928"/>
                <a:gd name="csY351" fmla="*/ 61662 h 617370"/>
                <a:gd name="csX352" fmla="*/ 9024 w 1115928"/>
                <a:gd name="csY352" fmla="*/ 58654 h 617370"/>
                <a:gd name="csX353" fmla="*/ 9024 w 1115928"/>
                <a:gd name="csY353" fmla="*/ 54894 h 617370"/>
                <a:gd name="csX354" fmla="*/ 9776 w 1115928"/>
                <a:gd name="csY354" fmla="*/ 52638 h 617370"/>
                <a:gd name="csX355" fmla="*/ 10528 w 1115928"/>
                <a:gd name="csY355" fmla="*/ 50382 h 617370"/>
                <a:gd name="csX356" fmla="*/ 9776 w 1115928"/>
                <a:gd name="csY356" fmla="*/ 46622 h 617370"/>
                <a:gd name="csX357" fmla="*/ 5264 w 1115928"/>
                <a:gd name="csY357" fmla="*/ 39103 h 617370"/>
                <a:gd name="csX358" fmla="*/ 5264 w 1115928"/>
                <a:gd name="csY358" fmla="*/ 36095 h 617370"/>
                <a:gd name="csX359" fmla="*/ 8272 w 1115928"/>
                <a:gd name="csY359" fmla="*/ 36095 h 617370"/>
                <a:gd name="csX360" fmla="*/ 14288 w 1115928"/>
                <a:gd name="csY360" fmla="*/ 38351 h 617370"/>
                <a:gd name="csX361" fmla="*/ 17295 w 1115928"/>
                <a:gd name="csY361" fmla="*/ 39103 h 617370"/>
                <a:gd name="csX362" fmla="*/ 20303 w 1115928"/>
                <a:gd name="csY362" fmla="*/ 37599 h 617370"/>
                <a:gd name="csX363" fmla="*/ 26319 w 1115928"/>
                <a:gd name="csY363" fmla="*/ 34591 h 617370"/>
                <a:gd name="csX364" fmla="*/ 28575 w 1115928"/>
                <a:gd name="csY364" fmla="*/ 33087 h 617370"/>
                <a:gd name="csX365" fmla="*/ 32335 w 1115928"/>
                <a:gd name="csY365" fmla="*/ 33087 h 617370"/>
                <a:gd name="csX366" fmla="*/ 38351 w 1115928"/>
                <a:gd name="csY366" fmla="*/ 33087 h 617370"/>
                <a:gd name="csX367" fmla="*/ 41359 w 1115928"/>
                <a:gd name="csY367" fmla="*/ 33087 h 617370"/>
                <a:gd name="csX368" fmla="*/ 44366 w 1115928"/>
                <a:gd name="csY368" fmla="*/ 31583 h 617370"/>
                <a:gd name="csX369" fmla="*/ 45870 w 1115928"/>
                <a:gd name="csY369" fmla="*/ 28575 h 617370"/>
                <a:gd name="csX370" fmla="*/ 45118 w 1115928"/>
                <a:gd name="csY370" fmla="*/ 25567 h 617370"/>
                <a:gd name="csX371" fmla="*/ 44366 w 1115928"/>
                <a:gd name="csY371" fmla="*/ 22559 h 617370"/>
                <a:gd name="csX372" fmla="*/ 42863 w 1115928"/>
                <a:gd name="csY372" fmla="*/ 16544 h 617370"/>
                <a:gd name="csX373" fmla="*/ 32335 w 1115928"/>
                <a:gd name="csY373" fmla="*/ 1504 h 617370"/>
                <a:gd name="csX374" fmla="*/ 31583 w 1115928"/>
                <a:gd name="csY374" fmla="*/ 0 h 617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</a:cxnLst>
              <a:rect l="l" t="t" r="r" b="b"/>
              <a:pathLst>
                <a:path w="1115928" h="617370">
                  <a:moveTo>
                    <a:pt x="31583" y="0"/>
                  </a:moveTo>
                  <a:lnTo>
                    <a:pt x="33839" y="752"/>
                  </a:lnTo>
                  <a:lnTo>
                    <a:pt x="204537" y="72190"/>
                  </a:lnTo>
                  <a:lnTo>
                    <a:pt x="551949" y="158667"/>
                  </a:lnTo>
                  <a:lnTo>
                    <a:pt x="637674" y="204537"/>
                  </a:lnTo>
                  <a:lnTo>
                    <a:pt x="1088106" y="416593"/>
                  </a:lnTo>
                  <a:lnTo>
                    <a:pt x="1115929" y="428625"/>
                  </a:lnTo>
                  <a:lnTo>
                    <a:pt x="1115177" y="430129"/>
                  </a:lnTo>
                  <a:lnTo>
                    <a:pt x="1114425" y="431633"/>
                  </a:lnTo>
                  <a:lnTo>
                    <a:pt x="1113673" y="433137"/>
                  </a:lnTo>
                  <a:lnTo>
                    <a:pt x="1112169" y="433889"/>
                  </a:lnTo>
                  <a:lnTo>
                    <a:pt x="1100138" y="438401"/>
                  </a:lnTo>
                  <a:lnTo>
                    <a:pt x="1097130" y="439905"/>
                  </a:lnTo>
                  <a:lnTo>
                    <a:pt x="1077578" y="455696"/>
                  </a:lnTo>
                  <a:lnTo>
                    <a:pt x="1052763" y="480511"/>
                  </a:lnTo>
                  <a:lnTo>
                    <a:pt x="1045995" y="485023"/>
                  </a:lnTo>
                  <a:lnTo>
                    <a:pt x="1044491" y="485023"/>
                  </a:lnTo>
                  <a:lnTo>
                    <a:pt x="1040732" y="485023"/>
                  </a:lnTo>
                  <a:lnTo>
                    <a:pt x="1039228" y="485775"/>
                  </a:lnTo>
                  <a:lnTo>
                    <a:pt x="1038476" y="487279"/>
                  </a:lnTo>
                  <a:lnTo>
                    <a:pt x="1037724" y="488783"/>
                  </a:lnTo>
                  <a:lnTo>
                    <a:pt x="1036220" y="490287"/>
                  </a:lnTo>
                  <a:lnTo>
                    <a:pt x="1034716" y="491791"/>
                  </a:lnTo>
                  <a:lnTo>
                    <a:pt x="1031708" y="491791"/>
                  </a:lnTo>
                  <a:lnTo>
                    <a:pt x="1025692" y="490287"/>
                  </a:lnTo>
                  <a:lnTo>
                    <a:pt x="1023436" y="489535"/>
                  </a:lnTo>
                  <a:lnTo>
                    <a:pt x="1016668" y="489535"/>
                  </a:lnTo>
                  <a:lnTo>
                    <a:pt x="1013661" y="490287"/>
                  </a:lnTo>
                  <a:lnTo>
                    <a:pt x="1011405" y="491791"/>
                  </a:lnTo>
                  <a:lnTo>
                    <a:pt x="1011405" y="492543"/>
                  </a:lnTo>
                  <a:lnTo>
                    <a:pt x="1012157" y="496303"/>
                  </a:lnTo>
                  <a:lnTo>
                    <a:pt x="1011405" y="497807"/>
                  </a:lnTo>
                  <a:lnTo>
                    <a:pt x="1010653" y="498559"/>
                  </a:lnTo>
                  <a:lnTo>
                    <a:pt x="1009149" y="499310"/>
                  </a:lnTo>
                  <a:lnTo>
                    <a:pt x="1006893" y="499310"/>
                  </a:lnTo>
                  <a:lnTo>
                    <a:pt x="1000877" y="499310"/>
                  </a:lnTo>
                  <a:lnTo>
                    <a:pt x="999373" y="500063"/>
                  </a:lnTo>
                  <a:lnTo>
                    <a:pt x="997869" y="501567"/>
                  </a:lnTo>
                  <a:lnTo>
                    <a:pt x="997117" y="502319"/>
                  </a:lnTo>
                  <a:lnTo>
                    <a:pt x="997117" y="503822"/>
                  </a:lnTo>
                  <a:lnTo>
                    <a:pt x="996365" y="505326"/>
                  </a:lnTo>
                  <a:lnTo>
                    <a:pt x="994109" y="508334"/>
                  </a:lnTo>
                  <a:lnTo>
                    <a:pt x="991853" y="510590"/>
                  </a:lnTo>
                  <a:lnTo>
                    <a:pt x="988845" y="512846"/>
                  </a:lnTo>
                  <a:lnTo>
                    <a:pt x="982078" y="515102"/>
                  </a:lnTo>
                  <a:lnTo>
                    <a:pt x="976814" y="517358"/>
                  </a:lnTo>
                  <a:lnTo>
                    <a:pt x="973806" y="518862"/>
                  </a:lnTo>
                  <a:lnTo>
                    <a:pt x="971550" y="520366"/>
                  </a:lnTo>
                  <a:lnTo>
                    <a:pt x="970046" y="522622"/>
                  </a:lnTo>
                  <a:lnTo>
                    <a:pt x="967038" y="527134"/>
                  </a:lnTo>
                  <a:lnTo>
                    <a:pt x="964782" y="529389"/>
                  </a:lnTo>
                  <a:lnTo>
                    <a:pt x="960270" y="533901"/>
                  </a:lnTo>
                  <a:lnTo>
                    <a:pt x="958766" y="535405"/>
                  </a:lnTo>
                  <a:lnTo>
                    <a:pt x="957263" y="539917"/>
                  </a:lnTo>
                  <a:lnTo>
                    <a:pt x="955759" y="545181"/>
                  </a:lnTo>
                  <a:lnTo>
                    <a:pt x="953503" y="549693"/>
                  </a:lnTo>
                  <a:lnTo>
                    <a:pt x="948239" y="551197"/>
                  </a:lnTo>
                  <a:lnTo>
                    <a:pt x="945231" y="549693"/>
                  </a:lnTo>
                  <a:lnTo>
                    <a:pt x="939215" y="545181"/>
                  </a:lnTo>
                  <a:lnTo>
                    <a:pt x="936207" y="543677"/>
                  </a:lnTo>
                  <a:lnTo>
                    <a:pt x="933951" y="542925"/>
                  </a:lnTo>
                  <a:lnTo>
                    <a:pt x="931695" y="542925"/>
                  </a:lnTo>
                  <a:lnTo>
                    <a:pt x="913648" y="543677"/>
                  </a:lnTo>
                  <a:lnTo>
                    <a:pt x="909888" y="542925"/>
                  </a:lnTo>
                  <a:lnTo>
                    <a:pt x="906880" y="542925"/>
                  </a:lnTo>
                  <a:lnTo>
                    <a:pt x="904624" y="543677"/>
                  </a:lnTo>
                  <a:lnTo>
                    <a:pt x="900113" y="545933"/>
                  </a:lnTo>
                  <a:lnTo>
                    <a:pt x="896353" y="548941"/>
                  </a:lnTo>
                  <a:lnTo>
                    <a:pt x="894097" y="551197"/>
                  </a:lnTo>
                  <a:lnTo>
                    <a:pt x="888833" y="560972"/>
                  </a:lnTo>
                  <a:lnTo>
                    <a:pt x="880561" y="570748"/>
                  </a:lnTo>
                  <a:lnTo>
                    <a:pt x="878305" y="573756"/>
                  </a:lnTo>
                  <a:lnTo>
                    <a:pt x="873793" y="582780"/>
                  </a:lnTo>
                  <a:lnTo>
                    <a:pt x="872290" y="585787"/>
                  </a:lnTo>
                  <a:lnTo>
                    <a:pt x="869282" y="588796"/>
                  </a:lnTo>
                  <a:lnTo>
                    <a:pt x="867026" y="591803"/>
                  </a:lnTo>
                  <a:lnTo>
                    <a:pt x="863266" y="594059"/>
                  </a:lnTo>
                  <a:lnTo>
                    <a:pt x="861010" y="595563"/>
                  </a:lnTo>
                  <a:lnTo>
                    <a:pt x="853490" y="596315"/>
                  </a:lnTo>
                  <a:lnTo>
                    <a:pt x="851234" y="597819"/>
                  </a:lnTo>
                  <a:lnTo>
                    <a:pt x="845970" y="602331"/>
                  </a:lnTo>
                  <a:lnTo>
                    <a:pt x="843714" y="602331"/>
                  </a:lnTo>
                  <a:lnTo>
                    <a:pt x="841459" y="602331"/>
                  </a:lnTo>
                  <a:lnTo>
                    <a:pt x="839203" y="602331"/>
                  </a:lnTo>
                  <a:lnTo>
                    <a:pt x="836195" y="602331"/>
                  </a:lnTo>
                  <a:lnTo>
                    <a:pt x="830179" y="604587"/>
                  </a:lnTo>
                  <a:lnTo>
                    <a:pt x="821907" y="610603"/>
                  </a:lnTo>
                  <a:lnTo>
                    <a:pt x="818147" y="612859"/>
                  </a:lnTo>
                  <a:lnTo>
                    <a:pt x="796340" y="617370"/>
                  </a:lnTo>
                  <a:lnTo>
                    <a:pt x="793332" y="617370"/>
                  </a:lnTo>
                  <a:lnTo>
                    <a:pt x="792580" y="615866"/>
                  </a:lnTo>
                  <a:lnTo>
                    <a:pt x="791828" y="615115"/>
                  </a:lnTo>
                  <a:lnTo>
                    <a:pt x="791076" y="608347"/>
                  </a:lnTo>
                  <a:lnTo>
                    <a:pt x="791828" y="604587"/>
                  </a:lnTo>
                  <a:lnTo>
                    <a:pt x="794084" y="600827"/>
                  </a:lnTo>
                  <a:lnTo>
                    <a:pt x="796340" y="597067"/>
                  </a:lnTo>
                  <a:lnTo>
                    <a:pt x="794084" y="595563"/>
                  </a:lnTo>
                  <a:lnTo>
                    <a:pt x="789572" y="594811"/>
                  </a:lnTo>
                  <a:lnTo>
                    <a:pt x="785061" y="595563"/>
                  </a:lnTo>
                  <a:lnTo>
                    <a:pt x="781301" y="597067"/>
                  </a:lnTo>
                  <a:lnTo>
                    <a:pt x="777541" y="597819"/>
                  </a:lnTo>
                  <a:lnTo>
                    <a:pt x="773781" y="597067"/>
                  </a:lnTo>
                  <a:lnTo>
                    <a:pt x="766261" y="595563"/>
                  </a:lnTo>
                  <a:lnTo>
                    <a:pt x="762501" y="595563"/>
                  </a:lnTo>
                  <a:lnTo>
                    <a:pt x="760997" y="595563"/>
                  </a:lnTo>
                  <a:lnTo>
                    <a:pt x="760245" y="595563"/>
                  </a:lnTo>
                  <a:lnTo>
                    <a:pt x="748966" y="590299"/>
                  </a:lnTo>
                  <a:lnTo>
                    <a:pt x="746710" y="590299"/>
                  </a:lnTo>
                  <a:lnTo>
                    <a:pt x="741446" y="591051"/>
                  </a:lnTo>
                  <a:lnTo>
                    <a:pt x="735430" y="589547"/>
                  </a:lnTo>
                  <a:lnTo>
                    <a:pt x="724151" y="588044"/>
                  </a:lnTo>
                  <a:lnTo>
                    <a:pt x="715127" y="588044"/>
                  </a:lnTo>
                  <a:lnTo>
                    <a:pt x="709863" y="587292"/>
                  </a:lnTo>
                  <a:lnTo>
                    <a:pt x="704599" y="585787"/>
                  </a:lnTo>
                  <a:lnTo>
                    <a:pt x="699336" y="585036"/>
                  </a:lnTo>
                  <a:lnTo>
                    <a:pt x="689560" y="588044"/>
                  </a:lnTo>
                  <a:lnTo>
                    <a:pt x="683544" y="588044"/>
                  </a:lnTo>
                  <a:lnTo>
                    <a:pt x="672264" y="588044"/>
                  </a:lnTo>
                  <a:lnTo>
                    <a:pt x="669257" y="588044"/>
                  </a:lnTo>
                  <a:lnTo>
                    <a:pt x="650457" y="589547"/>
                  </a:lnTo>
                  <a:lnTo>
                    <a:pt x="645193" y="588796"/>
                  </a:lnTo>
                  <a:lnTo>
                    <a:pt x="639930" y="585036"/>
                  </a:lnTo>
                  <a:lnTo>
                    <a:pt x="636922" y="584284"/>
                  </a:lnTo>
                  <a:lnTo>
                    <a:pt x="633162" y="583532"/>
                  </a:lnTo>
                  <a:lnTo>
                    <a:pt x="627146" y="584284"/>
                  </a:lnTo>
                  <a:lnTo>
                    <a:pt x="624138" y="584284"/>
                  </a:lnTo>
                  <a:lnTo>
                    <a:pt x="621130" y="583532"/>
                  </a:lnTo>
                  <a:lnTo>
                    <a:pt x="615115" y="582780"/>
                  </a:lnTo>
                  <a:lnTo>
                    <a:pt x="578268" y="601579"/>
                  </a:lnTo>
                  <a:lnTo>
                    <a:pt x="572252" y="603835"/>
                  </a:lnTo>
                  <a:lnTo>
                    <a:pt x="564732" y="605339"/>
                  </a:lnTo>
                  <a:lnTo>
                    <a:pt x="556461" y="605339"/>
                  </a:lnTo>
                  <a:lnTo>
                    <a:pt x="548941" y="604587"/>
                  </a:lnTo>
                  <a:lnTo>
                    <a:pt x="542173" y="600827"/>
                  </a:lnTo>
                  <a:lnTo>
                    <a:pt x="538413" y="597819"/>
                  </a:lnTo>
                  <a:lnTo>
                    <a:pt x="531645" y="589547"/>
                  </a:lnTo>
                  <a:lnTo>
                    <a:pt x="527134" y="585787"/>
                  </a:lnTo>
                  <a:lnTo>
                    <a:pt x="524126" y="586540"/>
                  </a:lnTo>
                  <a:lnTo>
                    <a:pt x="511342" y="597067"/>
                  </a:lnTo>
                  <a:lnTo>
                    <a:pt x="511342" y="584284"/>
                  </a:lnTo>
                  <a:lnTo>
                    <a:pt x="511342" y="564732"/>
                  </a:lnTo>
                  <a:lnTo>
                    <a:pt x="511342" y="545181"/>
                  </a:lnTo>
                  <a:lnTo>
                    <a:pt x="511342" y="525630"/>
                  </a:lnTo>
                  <a:lnTo>
                    <a:pt x="511342" y="506078"/>
                  </a:lnTo>
                  <a:lnTo>
                    <a:pt x="511342" y="486527"/>
                  </a:lnTo>
                  <a:lnTo>
                    <a:pt x="511342" y="466976"/>
                  </a:lnTo>
                  <a:lnTo>
                    <a:pt x="511342" y="447424"/>
                  </a:lnTo>
                  <a:lnTo>
                    <a:pt x="511342" y="434641"/>
                  </a:lnTo>
                  <a:lnTo>
                    <a:pt x="511342" y="427873"/>
                  </a:lnTo>
                  <a:lnTo>
                    <a:pt x="511342" y="418849"/>
                  </a:lnTo>
                  <a:lnTo>
                    <a:pt x="512846" y="412082"/>
                  </a:lnTo>
                  <a:lnTo>
                    <a:pt x="513598" y="410578"/>
                  </a:lnTo>
                  <a:lnTo>
                    <a:pt x="515102" y="409074"/>
                  </a:lnTo>
                  <a:lnTo>
                    <a:pt x="516606" y="408322"/>
                  </a:lnTo>
                  <a:lnTo>
                    <a:pt x="518110" y="407570"/>
                  </a:lnTo>
                  <a:lnTo>
                    <a:pt x="518862" y="407570"/>
                  </a:lnTo>
                  <a:lnTo>
                    <a:pt x="520366" y="408322"/>
                  </a:lnTo>
                  <a:lnTo>
                    <a:pt x="521118" y="408322"/>
                  </a:lnTo>
                  <a:lnTo>
                    <a:pt x="521870" y="407570"/>
                  </a:lnTo>
                  <a:lnTo>
                    <a:pt x="522622" y="405314"/>
                  </a:lnTo>
                  <a:lnTo>
                    <a:pt x="522622" y="404562"/>
                  </a:lnTo>
                  <a:lnTo>
                    <a:pt x="524878" y="402306"/>
                  </a:lnTo>
                  <a:lnTo>
                    <a:pt x="525630" y="399298"/>
                  </a:lnTo>
                  <a:lnTo>
                    <a:pt x="526382" y="396290"/>
                  </a:lnTo>
                  <a:lnTo>
                    <a:pt x="524878" y="393282"/>
                  </a:lnTo>
                  <a:lnTo>
                    <a:pt x="523374" y="391026"/>
                  </a:lnTo>
                  <a:lnTo>
                    <a:pt x="518862" y="387266"/>
                  </a:lnTo>
                  <a:lnTo>
                    <a:pt x="517358" y="385011"/>
                  </a:lnTo>
                  <a:lnTo>
                    <a:pt x="516606" y="382755"/>
                  </a:lnTo>
                  <a:lnTo>
                    <a:pt x="515102" y="377491"/>
                  </a:lnTo>
                  <a:lnTo>
                    <a:pt x="513598" y="374483"/>
                  </a:lnTo>
                  <a:lnTo>
                    <a:pt x="514350" y="374483"/>
                  </a:lnTo>
                  <a:lnTo>
                    <a:pt x="518110" y="374483"/>
                  </a:lnTo>
                  <a:lnTo>
                    <a:pt x="519614" y="374483"/>
                  </a:lnTo>
                  <a:lnTo>
                    <a:pt x="521118" y="375235"/>
                  </a:lnTo>
                  <a:lnTo>
                    <a:pt x="522622" y="374483"/>
                  </a:lnTo>
                  <a:lnTo>
                    <a:pt x="520366" y="370723"/>
                  </a:lnTo>
                  <a:lnTo>
                    <a:pt x="521118" y="369219"/>
                  </a:lnTo>
                  <a:lnTo>
                    <a:pt x="521870" y="367715"/>
                  </a:lnTo>
                  <a:lnTo>
                    <a:pt x="524126" y="366963"/>
                  </a:lnTo>
                  <a:lnTo>
                    <a:pt x="524126" y="366211"/>
                  </a:lnTo>
                  <a:lnTo>
                    <a:pt x="523374" y="365459"/>
                  </a:lnTo>
                  <a:lnTo>
                    <a:pt x="523374" y="364707"/>
                  </a:lnTo>
                  <a:lnTo>
                    <a:pt x="525630" y="363203"/>
                  </a:lnTo>
                  <a:lnTo>
                    <a:pt x="526382" y="361699"/>
                  </a:lnTo>
                  <a:lnTo>
                    <a:pt x="527134" y="358692"/>
                  </a:lnTo>
                  <a:lnTo>
                    <a:pt x="528638" y="356435"/>
                  </a:lnTo>
                  <a:lnTo>
                    <a:pt x="528638" y="355684"/>
                  </a:lnTo>
                  <a:lnTo>
                    <a:pt x="528638" y="354180"/>
                  </a:lnTo>
                  <a:lnTo>
                    <a:pt x="522622" y="354180"/>
                  </a:lnTo>
                  <a:lnTo>
                    <a:pt x="519614" y="354932"/>
                  </a:lnTo>
                  <a:lnTo>
                    <a:pt x="516606" y="356435"/>
                  </a:lnTo>
                  <a:lnTo>
                    <a:pt x="513598" y="359444"/>
                  </a:lnTo>
                  <a:lnTo>
                    <a:pt x="507582" y="366211"/>
                  </a:lnTo>
                  <a:lnTo>
                    <a:pt x="505326" y="368467"/>
                  </a:lnTo>
                  <a:lnTo>
                    <a:pt x="494799" y="374483"/>
                  </a:lnTo>
                  <a:lnTo>
                    <a:pt x="491791" y="376739"/>
                  </a:lnTo>
                  <a:lnTo>
                    <a:pt x="486527" y="382755"/>
                  </a:lnTo>
                  <a:lnTo>
                    <a:pt x="483519" y="385011"/>
                  </a:lnTo>
                  <a:lnTo>
                    <a:pt x="475999" y="388771"/>
                  </a:lnTo>
                  <a:lnTo>
                    <a:pt x="472991" y="391778"/>
                  </a:lnTo>
                  <a:lnTo>
                    <a:pt x="468480" y="398546"/>
                  </a:lnTo>
                  <a:lnTo>
                    <a:pt x="466976" y="400050"/>
                  </a:lnTo>
                  <a:lnTo>
                    <a:pt x="463216" y="402306"/>
                  </a:lnTo>
                  <a:lnTo>
                    <a:pt x="461712" y="403810"/>
                  </a:lnTo>
                  <a:lnTo>
                    <a:pt x="460208" y="405314"/>
                  </a:lnTo>
                  <a:lnTo>
                    <a:pt x="458704" y="409074"/>
                  </a:lnTo>
                  <a:lnTo>
                    <a:pt x="457200" y="411330"/>
                  </a:lnTo>
                  <a:lnTo>
                    <a:pt x="454192" y="413586"/>
                  </a:lnTo>
                  <a:lnTo>
                    <a:pt x="445168" y="415842"/>
                  </a:lnTo>
                  <a:lnTo>
                    <a:pt x="434641" y="420353"/>
                  </a:lnTo>
                  <a:lnTo>
                    <a:pt x="432385" y="421857"/>
                  </a:lnTo>
                  <a:lnTo>
                    <a:pt x="430129" y="425617"/>
                  </a:lnTo>
                  <a:lnTo>
                    <a:pt x="429377" y="429377"/>
                  </a:lnTo>
                  <a:lnTo>
                    <a:pt x="427121" y="432385"/>
                  </a:lnTo>
                  <a:lnTo>
                    <a:pt x="419601" y="434641"/>
                  </a:lnTo>
                  <a:lnTo>
                    <a:pt x="414338" y="438401"/>
                  </a:lnTo>
                  <a:lnTo>
                    <a:pt x="411330" y="439905"/>
                  </a:lnTo>
                  <a:lnTo>
                    <a:pt x="409074" y="440657"/>
                  </a:lnTo>
                  <a:lnTo>
                    <a:pt x="408322" y="439905"/>
                  </a:lnTo>
                  <a:lnTo>
                    <a:pt x="406818" y="438401"/>
                  </a:lnTo>
                  <a:lnTo>
                    <a:pt x="405314" y="438401"/>
                  </a:lnTo>
                  <a:lnTo>
                    <a:pt x="403058" y="438401"/>
                  </a:lnTo>
                  <a:lnTo>
                    <a:pt x="402306" y="439153"/>
                  </a:lnTo>
                  <a:lnTo>
                    <a:pt x="401554" y="440657"/>
                  </a:lnTo>
                  <a:lnTo>
                    <a:pt x="400050" y="441409"/>
                  </a:lnTo>
                  <a:lnTo>
                    <a:pt x="397794" y="442161"/>
                  </a:lnTo>
                  <a:lnTo>
                    <a:pt x="391778" y="442161"/>
                  </a:lnTo>
                  <a:lnTo>
                    <a:pt x="364707" y="442161"/>
                  </a:lnTo>
                  <a:lnTo>
                    <a:pt x="337636" y="442161"/>
                  </a:lnTo>
                  <a:lnTo>
                    <a:pt x="310565" y="442161"/>
                  </a:lnTo>
                  <a:lnTo>
                    <a:pt x="283494" y="442161"/>
                  </a:lnTo>
                  <a:lnTo>
                    <a:pt x="275974" y="442161"/>
                  </a:lnTo>
                  <a:lnTo>
                    <a:pt x="277478" y="439153"/>
                  </a:lnTo>
                  <a:lnTo>
                    <a:pt x="277478" y="436145"/>
                  </a:lnTo>
                  <a:lnTo>
                    <a:pt x="277478" y="433889"/>
                  </a:lnTo>
                  <a:lnTo>
                    <a:pt x="277478" y="430129"/>
                  </a:lnTo>
                  <a:lnTo>
                    <a:pt x="278230" y="428625"/>
                  </a:lnTo>
                  <a:lnTo>
                    <a:pt x="280486" y="425617"/>
                  </a:lnTo>
                  <a:lnTo>
                    <a:pt x="281238" y="424113"/>
                  </a:lnTo>
                  <a:lnTo>
                    <a:pt x="280486" y="422609"/>
                  </a:lnTo>
                  <a:lnTo>
                    <a:pt x="279734" y="419601"/>
                  </a:lnTo>
                  <a:lnTo>
                    <a:pt x="278982" y="417345"/>
                  </a:lnTo>
                  <a:lnTo>
                    <a:pt x="275974" y="411330"/>
                  </a:lnTo>
                  <a:lnTo>
                    <a:pt x="265447" y="404562"/>
                  </a:lnTo>
                  <a:lnTo>
                    <a:pt x="263191" y="398546"/>
                  </a:lnTo>
                  <a:lnTo>
                    <a:pt x="265447" y="393282"/>
                  </a:lnTo>
                  <a:lnTo>
                    <a:pt x="265447" y="390274"/>
                  </a:lnTo>
                  <a:lnTo>
                    <a:pt x="264695" y="387266"/>
                  </a:lnTo>
                  <a:lnTo>
                    <a:pt x="260935" y="382755"/>
                  </a:lnTo>
                  <a:lnTo>
                    <a:pt x="259431" y="379747"/>
                  </a:lnTo>
                  <a:lnTo>
                    <a:pt x="258679" y="376739"/>
                  </a:lnTo>
                  <a:lnTo>
                    <a:pt x="258679" y="372227"/>
                  </a:lnTo>
                  <a:lnTo>
                    <a:pt x="258679" y="370723"/>
                  </a:lnTo>
                  <a:lnTo>
                    <a:pt x="257927" y="369219"/>
                  </a:lnTo>
                  <a:lnTo>
                    <a:pt x="256423" y="369219"/>
                  </a:lnTo>
                  <a:lnTo>
                    <a:pt x="254919" y="369971"/>
                  </a:lnTo>
                  <a:lnTo>
                    <a:pt x="253415" y="369219"/>
                  </a:lnTo>
                  <a:lnTo>
                    <a:pt x="250407" y="367715"/>
                  </a:lnTo>
                  <a:lnTo>
                    <a:pt x="245895" y="363955"/>
                  </a:lnTo>
                  <a:lnTo>
                    <a:pt x="243639" y="362451"/>
                  </a:lnTo>
                  <a:lnTo>
                    <a:pt x="239880" y="361699"/>
                  </a:lnTo>
                  <a:lnTo>
                    <a:pt x="230856" y="362451"/>
                  </a:lnTo>
                  <a:lnTo>
                    <a:pt x="224088" y="361699"/>
                  </a:lnTo>
                  <a:lnTo>
                    <a:pt x="221080" y="360947"/>
                  </a:lnTo>
                  <a:lnTo>
                    <a:pt x="215064" y="357940"/>
                  </a:lnTo>
                  <a:lnTo>
                    <a:pt x="209049" y="355684"/>
                  </a:lnTo>
                  <a:lnTo>
                    <a:pt x="206041" y="354932"/>
                  </a:lnTo>
                  <a:lnTo>
                    <a:pt x="205289" y="354932"/>
                  </a:lnTo>
                  <a:lnTo>
                    <a:pt x="204537" y="356435"/>
                  </a:lnTo>
                  <a:lnTo>
                    <a:pt x="203785" y="356435"/>
                  </a:lnTo>
                  <a:lnTo>
                    <a:pt x="202281" y="355684"/>
                  </a:lnTo>
                  <a:lnTo>
                    <a:pt x="201529" y="354932"/>
                  </a:lnTo>
                  <a:lnTo>
                    <a:pt x="200777" y="354180"/>
                  </a:lnTo>
                  <a:lnTo>
                    <a:pt x="181978" y="350420"/>
                  </a:lnTo>
                  <a:lnTo>
                    <a:pt x="121068" y="350420"/>
                  </a:lnTo>
                  <a:lnTo>
                    <a:pt x="124828" y="345156"/>
                  </a:lnTo>
                  <a:lnTo>
                    <a:pt x="132347" y="337636"/>
                  </a:lnTo>
                  <a:lnTo>
                    <a:pt x="136107" y="332372"/>
                  </a:lnTo>
                  <a:lnTo>
                    <a:pt x="138363" y="327861"/>
                  </a:lnTo>
                  <a:lnTo>
                    <a:pt x="139867" y="324853"/>
                  </a:lnTo>
                  <a:lnTo>
                    <a:pt x="142123" y="324101"/>
                  </a:lnTo>
                  <a:lnTo>
                    <a:pt x="144379" y="324101"/>
                  </a:lnTo>
                  <a:lnTo>
                    <a:pt x="146635" y="323349"/>
                  </a:lnTo>
                  <a:lnTo>
                    <a:pt x="148891" y="321845"/>
                  </a:lnTo>
                  <a:lnTo>
                    <a:pt x="149643" y="320341"/>
                  </a:lnTo>
                  <a:lnTo>
                    <a:pt x="149643" y="315829"/>
                  </a:lnTo>
                  <a:lnTo>
                    <a:pt x="156411" y="310565"/>
                  </a:lnTo>
                  <a:lnTo>
                    <a:pt x="157914" y="308309"/>
                  </a:lnTo>
                  <a:lnTo>
                    <a:pt x="159418" y="305301"/>
                  </a:lnTo>
                  <a:lnTo>
                    <a:pt x="160170" y="300789"/>
                  </a:lnTo>
                  <a:lnTo>
                    <a:pt x="158666" y="288006"/>
                  </a:lnTo>
                  <a:lnTo>
                    <a:pt x="157163" y="285750"/>
                  </a:lnTo>
                  <a:lnTo>
                    <a:pt x="153403" y="278982"/>
                  </a:lnTo>
                  <a:lnTo>
                    <a:pt x="151147" y="276726"/>
                  </a:lnTo>
                  <a:lnTo>
                    <a:pt x="145883" y="272967"/>
                  </a:lnTo>
                  <a:lnTo>
                    <a:pt x="143627" y="271463"/>
                  </a:lnTo>
                  <a:lnTo>
                    <a:pt x="131595" y="254167"/>
                  </a:lnTo>
                  <a:lnTo>
                    <a:pt x="129339" y="248151"/>
                  </a:lnTo>
                  <a:lnTo>
                    <a:pt x="127084" y="245143"/>
                  </a:lnTo>
                  <a:lnTo>
                    <a:pt x="124828" y="242136"/>
                  </a:lnTo>
                  <a:lnTo>
                    <a:pt x="121820" y="240632"/>
                  </a:lnTo>
                  <a:lnTo>
                    <a:pt x="112796" y="239128"/>
                  </a:lnTo>
                  <a:lnTo>
                    <a:pt x="109788" y="236872"/>
                  </a:lnTo>
                  <a:lnTo>
                    <a:pt x="107532" y="234616"/>
                  </a:lnTo>
                  <a:lnTo>
                    <a:pt x="100764" y="226344"/>
                  </a:lnTo>
                  <a:lnTo>
                    <a:pt x="100013" y="223336"/>
                  </a:lnTo>
                  <a:lnTo>
                    <a:pt x="100013" y="221080"/>
                  </a:lnTo>
                  <a:lnTo>
                    <a:pt x="101516" y="214313"/>
                  </a:lnTo>
                  <a:lnTo>
                    <a:pt x="100764" y="210553"/>
                  </a:lnTo>
                  <a:lnTo>
                    <a:pt x="100013" y="208297"/>
                  </a:lnTo>
                  <a:lnTo>
                    <a:pt x="97757" y="206041"/>
                  </a:lnTo>
                  <a:lnTo>
                    <a:pt x="96253" y="205289"/>
                  </a:lnTo>
                  <a:lnTo>
                    <a:pt x="93245" y="205289"/>
                  </a:lnTo>
                  <a:lnTo>
                    <a:pt x="91741" y="204537"/>
                  </a:lnTo>
                  <a:lnTo>
                    <a:pt x="90237" y="203033"/>
                  </a:lnTo>
                  <a:lnTo>
                    <a:pt x="87981" y="200025"/>
                  </a:lnTo>
                  <a:lnTo>
                    <a:pt x="86477" y="198521"/>
                  </a:lnTo>
                  <a:lnTo>
                    <a:pt x="74445" y="191753"/>
                  </a:lnTo>
                  <a:lnTo>
                    <a:pt x="72189" y="189497"/>
                  </a:lnTo>
                  <a:lnTo>
                    <a:pt x="70686" y="186490"/>
                  </a:lnTo>
                  <a:lnTo>
                    <a:pt x="69934" y="180474"/>
                  </a:lnTo>
                  <a:lnTo>
                    <a:pt x="69182" y="175962"/>
                  </a:lnTo>
                  <a:lnTo>
                    <a:pt x="64670" y="170698"/>
                  </a:lnTo>
                  <a:lnTo>
                    <a:pt x="62414" y="166938"/>
                  </a:lnTo>
                  <a:lnTo>
                    <a:pt x="62414" y="163930"/>
                  </a:lnTo>
                  <a:lnTo>
                    <a:pt x="63166" y="158667"/>
                  </a:lnTo>
                  <a:lnTo>
                    <a:pt x="63166" y="155659"/>
                  </a:lnTo>
                  <a:lnTo>
                    <a:pt x="60910" y="151899"/>
                  </a:lnTo>
                  <a:lnTo>
                    <a:pt x="56398" y="145131"/>
                  </a:lnTo>
                  <a:lnTo>
                    <a:pt x="54894" y="141371"/>
                  </a:lnTo>
                  <a:lnTo>
                    <a:pt x="52638" y="136859"/>
                  </a:lnTo>
                  <a:lnTo>
                    <a:pt x="46622" y="133851"/>
                  </a:lnTo>
                  <a:lnTo>
                    <a:pt x="40607" y="130843"/>
                  </a:lnTo>
                  <a:lnTo>
                    <a:pt x="36095" y="127836"/>
                  </a:lnTo>
                  <a:lnTo>
                    <a:pt x="35343" y="125580"/>
                  </a:lnTo>
                  <a:lnTo>
                    <a:pt x="33087" y="118060"/>
                  </a:lnTo>
                  <a:lnTo>
                    <a:pt x="33839" y="115052"/>
                  </a:lnTo>
                  <a:lnTo>
                    <a:pt x="36095" y="115052"/>
                  </a:lnTo>
                  <a:lnTo>
                    <a:pt x="40607" y="117308"/>
                  </a:lnTo>
                  <a:lnTo>
                    <a:pt x="45870" y="114300"/>
                  </a:lnTo>
                  <a:lnTo>
                    <a:pt x="47374" y="108284"/>
                  </a:lnTo>
                  <a:lnTo>
                    <a:pt x="45870" y="102268"/>
                  </a:lnTo>
                  <a:lnTo>
                    <a:pt x="41359" y="98509"/>
                  </a:lnTo>
                  <a:lnTo>
                    <a:pt x="36095" y="97005"/>
                  </a:lnTo>
                  <a:lnTo>
                    <a:pt x="30831" y="94749"/>
                  </a:lnTo>
                  <a:lnTo>
                    <a:pt x="27071" y="91741"/>
                  </a:lnTo>
                  <a:lnTo>
                    <a:pt x="6768" y="71438"/>
                  </a:lnTo>
                  <a:lnTo>
                    <a:pt x="752" y="67678"/>
                  </a:lnTo>
                  <a:lnTo>
                    <a:pt x="0" y="64670"/>
                  </a:lnTo>
                  <a:lnTo>
                    <a:pt x="4512" y="62414"/>
                  </a:lnTo>
                  <a:lnTo>
                    <a:pt x="6768" y="61662"/>
                  </a:lnTo>
                  <a:lnTo>
                    <a:pt x="9024" y="58654"/>
                  </a:lnTo>
                  <a:lnTo>
                    <a:pt x="9024" y="54894"/>
                  </a:lnTo>
                  <a:lnTo>
                    <a:pt x="9776" y="52638"/>
                  </a:lnTo>
                  <a:lnTo>
                    <a:pt x="10528" y="50382"/>
                  </a:lnTo>
                  <a:lnTo>
                    <a:pt x="9776" y="46622"/>
                  </a:lnTo>
                  <a:lnTo>
                    <a:pt x="5264" y="39103"/>
                  </a:lnTo>
                  <a:lnTo>
                    <a:pt x="5264" y="36095"/>
                  </a:lnTo>
                  <a:lnTo>
                    <a:pt x="8272" y="36095"/>
                  </a:lnTo>
                  <a:lnTo>
                    <a:pt x="14288" y="38351"/>
                  </a:lnTo>
                  <a:lnTo>
                    <a:pt x="17295" y="39103"/>
                  </a:lnTo>
                  <a:lnTo>
                    <a:pt x="20303" y="37599"/>
                  </a:lnTo>
                  <a:lnTo>
                    <a:pt x="26319" y="34591"/>
                  </a:lnTo>
                  <a:lnTo>
                    <a:pt x="28575" y="33087"/>
                  </a:lnTo>
                  <a:lnTo>
                    <a:pt x="32335" y="33087"/>
                  </a:lnTo>
                  <a:lnTo>
                    <a:pt x="38351" y="33087"/>
                  </a:lnTo>
                  <a:lnTo>
                    <a:pt x="41359" y="33087"/>
                  </a:lnTo>
                  <a:lnTo>
                    <a:pt x="44366" y="31583"/>
                  </a:lnTo>
                  <a:lnTo>
                    <a:pt x="45870" y="28575"/>
                  </a:lnTo>
                  <a:lnTo>
                    <a:pt x="45118" y="25567"/>
                  </a:lnTo>
                  <a:lnTo>
                    <a:pt x="44366" y="22559"/>
                  </a:lnTo>
                  <a:lnTo>
                    <a:pt x="42863" y="16544"/>
                  </a:lnTo>
                  <a:lnTo>
                    <a:pt x="32335" y="1504"/>
                  </a:lnTo>
                  <a:lnTo>
                    <a:pt x="31583" y="0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15" name="Forma Livre: Forma 214">
              <a:extLst>
                <a:ext uri="{FF2B5EF4-FFF2-40B4-BE49-F238E27FC236}">
                  <a16:creationId xmlns:a16="http://schemas.microsoft.com/office/drawing/2014/main" id="{4ED95631-3D16-8D0B-01BA-9CDA2BBC3210}"/>
                </a:ext>
              </a:extLst>
            </p:cNvPr>
            <p:cNvSpPr/>
            <p:nvPr/>
          </p:nvSpPr>
          <p:spPr>
            <a:xfrm>
              <a:off x="6766309" y="1537034"/>
              <a:ext cx="745958" cy="858001"/>
            </a:xfrm>
            <a:custGeom>
              <a:avLst/>
              <a:gdLst>
                <a:gd name="csX0" fmla="*/ 3760 w 745958"/>
                <a:gd name="csY0" fmla="*/ 301541 h 858001"/>
                <a:gd name="csX1" fmla="*/ 6016 w 745958"/>
                <a:gd name="csY1" fmla="*/ 300038 h 858001"/>
                <a:gd name="csX2" fmla="*/ 8272 w 745958"/>
                <a:gd name="csY2" fmla="*/ 300038 h 858001"/>
                <a:gd name="csX3" fmla="*/ 12032 w 745958"/>
                <a:gd name="csY3" fmla="*/ 301541 h 858001"/>
                <a:gd name="csX4" fmla="*/ 13535 w 745958"/>
                <a:gd name="csY4" fmla="*/ 302293 h 858001"/>
                <a:gd name="csX5" fmla="*/ 14287 w 745958"/>
                <a:gd name="csY5" fmla="*/ 303045 h 858001"/>
                <a:gd name="csX6" fmla="*/ 15039 w 745958"/>
                <a:gd name="csY6" fmla="*/ 306053 h 858001"/>
                <a:gd name="csX7" fmla="*/ 15039 w 745958"/>
                <a:gd name="csY7" fmla="*/ 306805 h 858001"/>
                <a:gd name="csX8" fmla="*/ 15791 w 745958"/>
                <a:gd name="csY8" fmla="*/ 308309 h 858001"/>
                <a:gd name="csX9" fmla="*/ 15791 w 745958"/>
                <a:gd name="csY9" fmla="*/ 309061 h 858001"/>
                <a:gd name="csX10" fmla="*/ 15791 w 745958"/>
                <a:gd name="csY10" fmla="*/ 310565 h 858001"/>
                <a:gd name="csX11" fmla="*/ 15039 w 745958"/>
                <a:gd name="csY11" fmla="*/ 310565 h 858001"/>
                <a:gd name="csX12" fmla="*/ 14287 w 745958"/>
                <a:gd name="csY12" fmla="*/ 310565 h 858001"/>
                <a:gd name="csX13" fmla="*/ 13535 w 745958"/>
                <a:gd name="csY13" fmla="*/ 310565 h 858001"/>
                <a:gd name="csX14" fmla="*/ 12784 w 745958"/>
                <a:gd name="csY14" fmla="*/ 313573 h 858001"/>
                <a:gd name="csX15" fmla="*/ 14287 w 745958"/>
                <a:gd name="csY15" fmla="*/ 317333 h 858001"/>
                <a:gd name="csX16" fmla="*/ 14287 w 745958"/>
                <a:gd name="csY16" fmla="*/ 318837 h 858001"/>
                <a:gd name="csX17" fmla="*/ 14287 w 745958"/>
                <a:gd name="csY17" fmla="*/ 320341 h 858001"/>
                <a:gd name="csX18" fmla="*/ 14287 w 745958"/>
                <a:gd name="csY18" fmla="*/ 321093 h 858001"/>
                <a:gd name="csX19" fmla="*/ 16544 w 745958"/>
                <a:gd name="csY19" fmla="*/ 322597 h 858001"/>
                <a:gd name="csX20" fmla="*/ 19551 w 745958"/>
                <a:gd name="csY20" fmla="*/ 322597 h 858001"/>
                <a:gd name="csX21" fmla="*/ 21807 w 745958"/>
                <a:gd name="csY21" fmla="*/ 322597 h 858001"/>
                <a:gd name="csX22" fmla="*/ 24815 w 745958"/>
                <a:gd name="csY22" fmla="*/ 321845 h 858001"/>
                <a:gd name="csX23" fmla="*/ 27823 w 745958"/>
                <a:gd name="csY23" fmla="*/ 321093 h 858001"/>
                <a:gd name="csX24" fmla="*/ 32335 w 745958"/>
                <a:gd name="csY24" fmla="*/ 321093 h 858001"/>
                <a:gd name="csX25" fmla="*/ 35343 w 745958"/>
                <a:gd name="csY25" fmla="*/ 322597 h 858001"/>
                <a:gd name="csX26" fmla="*/ 38351 w 745958"/>
                <a:gd name="csY26" fmla="*/ 324853 h 858001"/>
                <a:gd name="csX27" fmla="*/ 41359 w 745958"/>
                <a:gd name="csY27" fmla="*/ 327861 h 858001"/>
                <a:gd name="csX28" fmla="*/ 37599 w 745958"/>
                <a:gd name="csY28" fmla="*/ 327861 h 858001"/>
                <a:gd name="csX29" fmla="*/ 38351 w 745958"/>
                <a:gd name="csY29" fmla="*/ 330116 h 858001"/>
                <a:gd name="csX30" fmla="*/ 43614 w 745958"/>
                <a:gd name="csY30" fmla="*/ 333876 h 858001"/>
                <a:gd name="csX31" fmla="*/ 46622 w 745958"/>
                <a:gd name="csY31" fmla="*/ 336884 h 858001"/>
                <a:gd name="csX32" fmla="*/ 48878 w 745958"/>
                <a:gd name="csY32" fmla="*/ 338388 h 858001"/>
                <a:gd name="csX33" fmla="*/ 55646 w 745958"/>
                <a:gd name="csY33" fmla="*/ 339140 h 858001"/>
                <a:gd name="csX34" fmla="*/ 56398 w 745958"/>
                <a:gd name="csY34" fmla="*/ 339140 h 858001"/>
                <a:gd name="csX35" fmla="*/ 58654 w 745958"/>
                <a:gd name="csY35" fmla="*/ 340644 h 858001"/>
                <a:gd name="csX36" fmla="*/ 60158 w 745958"/>
                <a:gd name="csY36" fmla="*/ 340644 h 858001"/>
                <a:gd name="csX37" fmla="*/ 62414 w 745958"/>
                <a:gd name="csY37" fmla="*/ 340644 h 858001"/>
                <a:gd name="csX38" fmla="*/ 63166 w 745958"/>
                <a:gd name="csY38" fmla="*/ 340644 h 858001"/>
                <a:gd name="csX39" fmla="*/ 64670 w 745958"/>
                <a:gd name="csY39" fmla="*/ 340644 h 858001"/>
                <a:gd name="csX40" fmla="*/ 66174 w 745958"/>
                <a:gd name="csY40" fmla="*/ 342148 h 858001"/>
                <a:gd name="csX41" fmla="*/ 70685 w 745958"/>
                <a:gd name="csY41" fmla="*/ 345908 h 858001"/>
                <a:gd name="csX42" fmla="*/ 72190 w 745958"/>
                <a:gd name="csY42" fmla="*/ 346660 h 858001"/>
                <a:gd name="csX43" fmla="*/ 73693 w 745958"/>
                <a:gd name="csY43" fmla="*/ 347412 h 858001"/>
                <a:gd name="csX44" fmla="*/ 81213 w 745958"/>
                <a:gd name="csY44" fmla="*/ 348164 h 858001"/>
                <a:gd name="csX45" fmla="*/ 83469 w 745958"/>
                <a:gd name="csY45" fmla="*/ 347412 h 858001"/>
                <a:gd name="csX46" fmla="*/ 86477 w 745958"/>
                <a:gd name="csY46" fmla="*/ 346660 h 858001"/>
                <a:gd name="csX47" fmla="*/ 89485 w 745958"/>
                <a:gd name="csY47" fmla="*/ 345908 h 858001"/>
                <a:gd name="csX48" fmla="*/ 91741 w 745958"/>
                <a:gd name="csY48" fmla="*/ 345908 h 858001"/>
                <a:gd name="csX49" fmla="*/ 92493 w 745958"/>
                <a:gd name="csY49" fmla="*/ 345908 h 858001"/>
                <a:gd name="csX50" fmla="*/ 97005 w 745958"/>
                <a:gd name="csY50" fmla="*/ 351924 h 858001"/>
                <a:gd name="csX51" fmla="*/ 98509 w 745958"/>
                <a:gd name="csY51" fmla="*/ 353428 h 858001"/>
                <a:gd name="csX52" fmla="*/ 100764 w 745958"/>
                <a:gd name="csY52" fmla="*/ 354180 h 858001"/>
                <a:gd name="csX53" fmla="*/ 104524 w 745958"/>
                <a:gd name="csY53" fmla="*/ 353428 h 858001"/>
                <a:gd name="csX54" fmla="*/ 106028 w 745958"/>
                <a:gd name="csY54" fmla="*/ 351172 h 858001"/>
                <a:gd name="csX55" fmla="*/ 108284 w 745958"/>
                <a:gd name="csY55" fmla="*/ 345156 h 858001"/>
                <a:gd name="csX56" fmla="*/ 109788 w 745958"/>
                <a:gd name="csY56" fmla="*/ 342900 h 858001"/>
                <a:gd name="csX57" fmla="*/ 110540 w 745958"/>
                <a:gd name="csY57" fmla="*/ 342148 h 858001"/>
                <a:gd name="csX58" fmla="*/ 113548 w 745958"/>
                <a:gd name="csY58" fmla="*/ 342148 h 858001"/>
                <a:gd name="csX59" fmla="*/ 114300 w 745958"/>
                <a:gd name="csY59" fmla="*/ 342148 h 858001"/>
                <a:gd name="csX60" fmla="*/ 115804 w 745958"/>
                <a:gd name="csY60" fmla="*/ 342900 h 858001"/>
                <a:gd name="csX61" fmla="*/ 116556 w 745958"/>
                <a:gd name="csY61" fmla="*/ 343652 h 858001"/>
                <a:gd name="csX62" fmla="*/ 118060 w 745958"/>
                <a:gd name="csY62" fmla="*/ 342900 h 858001"/>
                <a:gd name="csX63" fmla="*/ 119564 w 745958"/>
                <a:gd name="csY63" fmla="*/ 341396 h 858001"/>
                <a:gd name="csX64" fmla="*/ 120316 w 745958"/>
                <a:gd name="csY64" fmla="*/ 341396 h 858001"/>
                <a:gd name="csX65" fmla="*/ 126331 w 745958"/>
                <a:gd name="csY65" fmla="*/ 339140 h 858001"/>
                <a:gd name="csX66" fmla="*/ 129340 w 745958"/>
                <a:gd name="csY66" fmla="*/ 336884 h 858001"/>
                <a:gd name="csX67" fmla="*/ 130091 w 745958"/>
                <a:gd name="csY67" fmla="*/ 333876 h 858001"/>
                <a:gd name="csX68" fmla="*/ 130843 w 745958"/>
                <a:gd name="csY68" fmla="*/ 330116 h 858001"/>
                <a:gd name="csX69" fmla="*/ 131595 w 745958"/>
                <a:gd name="csY69" fmla="*/ 329365 h 858001"/>
                <a:gd name="csX70" fmla="*/ 133099 w 745958"/>
                <a:gd name="csY70" fmla="*/ 330116 h 858001"/>
                <a:gd name="csX71" fmla="*/ 136107 w 745958"/>
                <a:gd name="csY71" fmla="*/ 330116 h 858001"/>
                <a:gd name="csX72" fmla="*/ 137611 w 745958"/>
                <a:gd name="csY72" fmla="*/ 329365 h 858001"/>
                <a:gd name="csX73" fmla="*/ 139115 w 745958"/>
                <a:gd name="csY73" fmla="*/ 326357 h 858001"/>
                <a:gd name="csX74" fmla="*/ 141371 w 745958"/>
                <a:gd name="csY74" fmla="*/ 324101 h 858001"/>
                <a:gd name="csX75" fmla="*/ 145131 w 745958"/>
                <a:gd name="csY75" fmla="*/ 324101 h 858001"/>
                <a:gd name="csX76" fmla="*/ 146635 w 745958"/>
                <a:gd name="csY76" fmla="*/ 323349 h 858001"/>
                <a:gd name="csX77" fmla="*/ 148139 w 745958"/>
                <a:gd name="csY77" fmla="*/ 321845 h 858001"/>
                <a:gd name="csX78" fmla="*/ 149643 w 745958"/>
                <a:gd name="csY78" fmla="*/ 318837 h 858001"/>
                <a:gd name="csX79" fmla="*/ 151147 w 745958"/>
                <a:gd name="csY79" fmla="*/ 316581 h 858001"/>
                <a:gd name="csX80" fmla="*/ 154155 w 745958"/>
                <a:gd name="csY80" fmla="*/ 315077 h 858001"/>
                <a:gd name="csX81" fmla="*/ 156410 w 745958"/>
                <a:gd name="csY81" fmla="*/ 314325 h 858001"/>
                <a:gd name="csX82" fmla="*/ 159419 w 745958"/>
                <a:gd name="csY82" fmla="*/ 315077 h 858001"/>
                <a:gd name="csX83" fmla="*/ 160922 w 745958"/>
                <a:gd name="csY83" fmla="*/ 317333 h 858001"/>
                <a:gd name="csX84" fmla="*/ 160922 w 745958"/>
                <a:gd name="csY84" fmla="*/ 319589 h 858001"/>
                <a:gd name="csX85" fmla="*/ 159419 w 745958"/>
                <a:gd name="csY85" fmla="*/ 321845 h 858001"/>
                <a:gd name="csX86" fmla="*/ 159419 w 745958"/>
                <a:gd name="csY86" fmla="*/ 323349 h 858001"/>
                <a:gd name="csX87" fmla="*/ 160170 w 745958"/>
                <a:gd name="csY87" fmla="*/ 324101 h 858001"/>
                <a:gd name="csX88" fmla="*/ 164682 w 745958"/>
                <a:gd name="csY88" fmla="*/ 324101 h 858001"/>
                <a:gd name="csX89" fmla="*/ 174458 w 745958"/>
                <a:gd name="csY89" fmla="*/ 328613 h 858001"/>
                <a:gd name="csX90" fmla="*/ 177466 w 745958"/>
                <a:gd name="csY90" fmla="*/ 328613 h 858001"/>
                <a:gd name="csX91" fmla="*/ 182730 w 745958"/>
                <a:gd name="csY91" fmla="*/ 329365 h 858001"/>
                <a:gd name="csX92" fmla="*/ 184986 w 745958"/>
                <a:gd name="csY92" fmla="*/ 329365 h 858001"/>
                <a:gd name="csX93" fmla="*/ 189497 w 745958"/>
                <a:gd name="csY93" fmla="*/ 332372 h 858001"/>
                <a:gd name="csX94" fmla="*/ 191753 w 745958"/>
                <a:gd name="csY94" fmla="*/ 333124 h 858001"/>
                <a:gd name="csX95" fmla="*/ 194761 w 745958"/>
                <a:gd name="csY95" fmla="*/ 332372 h 858001"/>
                <a:gd name="csX96" fmla="*/ 200777 w 745958"/>
                <a:gd name="csY96" fmla="*/ 332372 h 858001"/>
                <a:gd name="csX97" fmla="*/ 202281 w 745958"/>
                <a:gd name="csY97" fmla="*/ 331620 h 858001"/>
                <a:gd name="csX98" fmla="*/ 208297 w 745958"/>
                <a:gd name="csY98" fmla="*/ 327109 h 858001"/>
                <a:gd name="csX99" fmla="*/ 213560 w 745958"/>
                <a:gd name="csY99" fmla="*/ 325605 h 858001"/>
                <a:gd name="csX100" fmla="*/ 215065 w 745958"/>
                <a:gd name="csY100" fmla="*/ 324101 h 858001"/>
                <a:gd name="csX101" fmla="*/ 219576 w 745958"/>
                <a:gd name="csY101" fmla="*/ 318837 h 858001"/>
                <a:gd name="csX102" fmla="*/ 219576 w 745958"/>
                <a:gd name="csY102" fmla="*/ 318085 h 858001"/>
                <a:gd name="csX103" fmla="*/ 220328 w 745958"/>
                <a:gd name="csY103" fmla="*/ 317333 h 858001"/>
                <a:gd name="csX104" fmla="*/ 222584 w 745958"/>
                <a:gd name="csY104" fmla="*/ 318085 h 858001"/>
                <a:gd name="csX105" fmla="*/ 223336 w 745958"/>
                <a:gd name="csY105" fmla="*/ 319589 h 858001"/>
                <a:gd name="csX106" fmla="*/ 227096 w 745958"/>
                <a:gd name="csY106" fmla="*/ 324853 h 858001"/>
                <a:gd name="csX107" fmla="*/ 236872 w 745958"/>
                <a:gd name="csY107" fmla="*/ 332372 h 858001"/>
                <a:gd name="csX108" fmla="*/ 236872 w 745958"/>
                <a:gd name="csY108" fmla="*/ 333876 h 858001"/>
                <a:gd name="csX109" fmla="*/ 233864 w 745958"/>
                <a:gd name="csY109" fmla="*/ 335380 h 858001"/>
                <a:gd name="csX110" fmla="*/ 231608 w 745958"/>
                <a:gd name="csY110" fmla="*/ 336884 h 858001"/>
                <a:gd name="csX111" fmla="*/ 230104 w 745958"/>
                <a:gd name="csY111" fmla="*/ 339140 h 858001"/>
                <a:gd name="csX112" fmla="*/ 231608 w 745958"/>
                <a:gd name="csY112" fmla="*/ 340644 h 858001"/>
                <a:gd name="csX113" fmla="*/ 233864 w 745958"/>
                <a:gd name="csY113" fmla="*/ 340644 h 858001"/>
                <a:gd name="csX114" fmla="*/ 252663 w 745958"/>
                <a:gd name="csY114" fmla="*/ 337636 h 858001"/>
                <a:gd name="csX115" fmla="*/ 255671 w 745958"/>
                <a:gd name="csY115" fmla="*/ 337636 h 858001"/>
                <a:gd name="csX116" fmla="*/ 258679 w 745958"/>
                <a:gd name="csY116" fmla="*/ 338388 h 858001"/>
                <a:gd name="csX117" fmla="*/ 263191 w 745958"/>
                <a:gd name="csY117" fmla="*/ 342148 h 858001"/>
                <a:gd name="csX118" fmla="*/ 269959 w 745958"/>
                <a:gd name="csY118" fmla="*/ 342900 h 858001"/>
                <a:gd name="csX119" fmla="*/ 275222 w 745958"/>
                <a:gd name="csY119" fmla="*/ 344404 h 858001"/>
                <a:gd name="csX120" fmla="*/ 278982 w 745958"/>
                <a:gd name="csY120" fmla="*/ 343652 h 858001"/>
                <a:gd name="csX121" fmla="*/ 279734 w 745958"/>
                <a:gd name="csY121" fmla="*/ 343652 h 858001"/>
                <a:gd name="csX122" fmla="*/ 281238 w 745958"/>
                <a:gd name="csY122" fmla="*/ 341396 h 858001"/>
                <a:gd name="csX123" fmla="*/ 281990 w 745958"/>
                <a:gd name="csY123" fmla="*/ 340644 h 858001"/>
                <a:gd name="csX124" fmla="*/ 282742 w 745958"/>
                <a:gd name="csY124" fmla="*/ 340644 h 858001"/>
                <a:gd name="csX125" fmla="*/ 284246 w 745958"/>
                <a:gd name="csY125" fmla="*/ 341396 h 858001"/>
                <a:gd name="csX126" fmla="*/ 284998 w 745958"/>
                <a:gd name="csY126" fmla="*/ 340644 h 858001"/>
                <a:gd name="csX127" fmla="*/ 286502 w 745958"/>
                <a:gd name="csY127" fmla="*/ 339140 h 858001"/>
                <a:gd name="csX128" fmla="*/ 287254 w 745958"/>
                <a:gd name="csY128" fmla="*/ 338388 h 858001"/>
                <a:gd name="csX129" fmla="*/ 288758 w 745958"/>
                <a:gd name="csY129" fmla="*/ 334628 h 858001"/>
                <a:gd name="csX130" fmla="*/ 291014 w 745958"/>
                <a:gd name="csY130" fmla="*/ 330868 h 858001"/>
                <a:gd name="csX131" fmla="*/ 293270 w 745958"/>
                <a:gd name="csY131" fmla="*/ 329365 h 858001"/>
                <a:gd name="csX132" fmla="*/ 300037 w 745958"/>
                <a:gd name="csY132" fmla="*/ 326357 h 858001"/>
                <a:gd name="csX133" fmla="*/ 316581 w 745958"/>
                <a:gd name="csY133" fmla="*/ 315829 h 858001"/>
                <a:gd name="csX134" fmla="*/ 319589 w 745958"/>
                <a:gd name="csY134" fmla="*/ 314325 h 858001"/>
                <a:gd name="csX135" fmla="*/ 321093 w 745958"/>
                <a:gd name="csY135" fmla="*/ 311317 h 858001"/>
                <a:gd name="csX136" fmla="*/ 324853 w 745958"/>
                <a:gd name="csY136" fmla="*/ 305301 h 858001"/>
                <a:gd name="csX137" fmla="*/ 330116 w 745958"/>
                <a:gd name="csY137" fmla="*/ 300038 h 858001"/>
                <a:gd name="csX138" fmla="*/ 334628 w 745958"/>
                <a:gd name="csY138" fmla="*/ 294022 h 858001"/>
                <a:gd name="csX139" fmla="*/ 337636 w 745958"/>
                <a:gd name="csY139" fmla="*/ 287254 h 858001"/>
                <a:gd name="csX140" fmla="*/ 338388 w 745958"/>
                <a:gd name="csY140" fmla="*/ 285750 h 858001"/>
                <a:gd name="csX141" fmla="*/ 339140 w 745958"/>
                <a:gd name="csY141" fmla="*/ 284998 h 858001"/>
                <a:gd name="csX142" fmla="*/ 339892 w 745958"/>
                <a:gd name="csY142" fmla="*/ 283494 h 858001"/>
                <a:gd name="csX143" fmla="*/ 340644 w 745958"/>
                <a:gd name="csY143" fmla="*/ 281990 h 858001"/>
                <a:gd name="csX144" fmla="*/ 339892 w 745958"/>
                <a:gd name="csY144" fmla="*/ 279734 h 858001"/>
                <a:gd name="csX145" fmla="*/ 337636 w 745958"/>
                <a:gd name="csY145" fmla="*/ 275974 h 858001"/>
                <a:gd name="csX146" fmla="*/ 336884 w 745958"/>
                <a:gd name="csY146" fmla="*/ 274470 h 858001"/>
                <a:gd name="csX147" fmla="*/ 337636 w 745958"/>
                <a:gd name="csY147" fmla="*/ 273718 h 858001"/>
                <a:gd name="csX148" fmla="*/ 340644 w 745958"/>
                <a:gd name="csY148" fmla="*/ 272966 h 858001"/>
                <a:gd name="csX149" fmla="*/ 341396 w 745958"/>
                <a:gd name="csY149" fmla="*/ 271463 h 858001"/>
                <a:gd name="csX150" fmla="*/ 342148 w 745958"/>
                <a:gd name="csY150" fmla="*/ 270711 h 858001"/>
                <a:gd name="csX151" fmla="*/ 342900 w 745958"/>
                <a:gd name="csY151" fmla="*/ 266199 h 858001"/>
                <a:gd name="csX152" fmla="*/ 354932 w 745958"/>
                <a:gd name="csY152" fmla="*/ 239128 h 858001"/>
                <a:gd name="csX153" fmla="*/ 355683 w 745958"/>
                <a:gd name="csY153" fmla="*/ 238376 h 858001"/>
                <a:gd name="csX154" fmla="*/ 357188 w 745958"/>
                <a:gd name="csY154" fmla="*/ 236872 h 858001"/>
                <a:gd name="csX155" fmla="*/ 357940 w 745958"/>
                <a:gd name="csY155" fmla="*/ 236120 h 858001"/>
                <a:gd name="csX156" fmla="*/ 360195 w 745958"/>
                <a:gd name="csY156" fmla="*/ 235368 h 858001"/>
                <a:gd name="csX157" fmla="*/ 361699 w 745958"/>
                <a:gd name="csY157" fmla="*/ 234616 h 858001"/>
                <a:gd name="csX158" fmla="*/ 361699 w 745958"/>
                <a:gd name="csY158" fmla="*/ 233112 h 858001"/>
                <a:gd name="csX159" fmla="*/ 360947 w 745958"/>
                <a:gd name="csY159" fmla="*/ 231608 h 858001"/>
                <a:gd name="csX160" fmla="*/ 360195 w 745958"/>
                <a:gd name="csY160" fmla="*/ 230104 h 858001"/>
                <a:gd name="csX161" fmla="*/ 360947 w 745958"/>
                <a:gd name="csY161" fmla="*/ 227848 h 858001"/>
                <a:gd name="csX162" fmla="*/ 370723 w 745958"/>
                <a:gd name="csY162" fmla="*/ 209801 h 858001"/>
                <a:gd name="csX163" fmla="*/ 370723 w 745958"/>
                <a:gd name="csY163" fmla="*/ 209049 h 858001"/>
                <a:gd name="csX164" fmla="*/ 369219 w 745958"/>
                <a:gd name="csY164" fmla="*/ 202281 h 858001"/>
                <a:gd name="csX165" fmla="*/ 369219 w 745958"/>
                <a:gd name="csY165" fmla="*/ 199273 h 858001"/>
                <a:gd name="csX166" fmla="*/ 369971 w 745958"/>
                <a:gd name="csY166" fmla="*/ 196265 h 858001"/>
                <a:gd name="csX167" fmla="*/ 375235 w 745958"/>
                <a:gd name="csY167" fmla="*/ 191753 h 858001"/>
                <a:gd name="csX168" fmla="*/ 378995 w 745958"/>
                <a:gd name="csY168" fmla="*/ 184986 h 858001"/>
                <a:gd name="csX169" fmla="*/ 382003 w 745958"/>
                <a:gd name="csY169" fmla="*/ 181978 h 858001"/>
                <a:gd name="csX170" fmla="*/ 383507 w 745958"/>
                <a:gd name="csY170" fmla="*/ 181978 h 858001"/>
                <a:gd name="csX171" fmla="*/ 385011 w 745958"/>
                <a:gd name="csY171" fmla="*/ 181978 h 858001"/>
                <a:gd name="csX172" fmla="*/ 385762 w 745958"/>
                <a:gd name="csY172" fmla="*/ 181978 h 858001"/>
                <a:gd name="csX173" fmla="*/ 388018 w 745958"/>
                <a:gd name="csY173" fmla="*/ 181226 h 858001"/>
                <a:gd name="csX174" fmla="*/ 389522 w 745958"/>
                <a:gd name="csY174" fmla="*/ 179722 h 858001"/>
                <a:gd name="csX175" fmla="*/ 409826 w 745958"/>
                <a:gd name="csY175" fmla="*/ 145883 h 858001"/>
                <a:gd name="csX176" fmla="*/ 409826 w 745958"/>
                <a:gd name="csY176" fmla="*/ 144379 h 858001"/>
                <a:gd name="csX177" fmla="*/ 409826 w 745958"/>
                <a:gd name="csY177" fmla="*/ 142875 h 858001"/>
                <a:gd name="csX178" fmla="*/ 409826 w 745958"/>
                <a:gd name="csY178" fmla="*/ 142123 h 858001"/>
                <a:gd name="csX179" fmla="*/ 412834 w 745958"/>
                <a:gd name="csY179" fmla="*/ 140619 h 858001"/>
                <a:gd name="csX180" fmla="*/ 413586 w 745958"/>
                <a:gd name="csY180" fmla="*/ 139115 h 858001"/>
                <a:gd name="csX181" fmla="*/ 415841 w 745958"/>
                <a:gd name="csY181" fmla="*/ 134603 h 858001"/>
                <a:gd name="csX182" fmla="*/ 421857 w 745958"/>
                <a:gd name="csY182" fmla="*/ 124828 h 858001"/>
                <a:gd name="csX183" fmla="*/ 423361 w 745958"/>
                <a:gd name="csY183" fmla="*/ 121820 h 858001"/>
                <a:gd name="csX184" fmla="*/ 424865 w 745958"/>
                <a:gd name="csY184" fmla="*/ 115052 h 858001"/>
                <a:gd name="csX185" fmla="*/ 425617 w 745958"/>
                <a:gd name="csY185" fmla="*/ 112044 h 858001"/>
                <a:gd name="csX186" fmla="*/ 427873 w 745958"/>
                <a:gd name="csY186" fmla="*/ 109788 h 858001"/>
                <a:gd name="csX187" fmla="*/ 429377 w 745958"/>
                <a:gd name="csY187" fmla="*/ 109036 h 858001"/>
                <a:gd name="csX188" fmla="*/ 430881 w 745958"/>
                <a:gd name="csY188" fmla="*/ 109036 h 858001"/>
                <a:gd name="csX189" fmla="*/ 431633 w 745958"/>
                <a:gd name="csY189" fmla="*/ 109036 h 858001"/>
                <a:gd name="csX190" fmla="*/ 433137 w 745958"/>
                <a:gd name="csY190" fmla="*/ 107532 h 858001"/>
                <a:gd name="csX191" fmla="*/ 433137 w 745958"/>
                <a:gd name="csY191" fmla="*/ 106028 h 858001"/>
                <a:gd name="csX192" fmla="*/ 433137 w 745958"/>
                <a:gd name="csY192" fmla="*/ 103020 h 858001"/>
                <a:gd name="csX193" fmla="*/ 433137 w 745958"/>
                <a:gd name="csY193" fmla="*/ 101516 h 858001"/>
                <a:gd name="csX194" fmla="*/ 434641 w 745958"/>
                <a:gd name="csY194" fmla="*/ 100764 h 858001"/>
                <a:gd name="csX195" fmla="*/ 439153 w 745958"/>
                <a:gd name="csY195" fmla="*/ 97757 h 858001"/>
                <a:gd name="csX196" fmla="*/ 448928 w 745958"/>
                <a:gd name="csY196" fmla="*/ 87229 h 858001"/>
                <a:gd name="csX197" fmla="*/ 451184 w 745958"/>
                <a:gd name="csY197" fmla="*/ 83469 h 858001"/>
                <a:gd name="csX198" fmla="*/ 453440 w 745958"/>
                <a:gd name="csY198" fmla="*/ 79709 h 858001"/>
                <a:gd name="csX199" fmla="*/ 454944 w 745958"/>
                <a:gd name="csY199" fmla="*/ 75197 h 858001"/>
                <a:gd name="csX200" fmla="*/ 456448 w 745958"/>
                <a:gd name="csY200" fmla="*/ 69934 h 858001"/>
                <a:gd name="csX201" fmla="*/ 460960 w 745958"/>
                <a:gd name="csY201" fmla="*/ 66926 h 858001"/>
                <a:gd name="csX202" fmla="*/ 472239 w 745958"/>
                <a:gd name="csY202" fmla="*/ 61662 h 858001"/>
                <a:gd name="csX203" fmla="*/ 476751 w 745958"/>
                <a:gd name="csY203" fmla="*/ 60158 h 858001"/>
                <a:gd name="csX204" fmla="*/ 479759 w 745958"/>
                <a:gd name="csY204" fmla="*/ 57150 h 858001"/>
                <a:gd name="csX205" fmla="*/ 485023 w 745958"/>
                <a:gd name="csY205" fmla="*/ 43614 h 858001"/>
                <a:gd name="csX206" fmla="*/ 485023 w 745958"/>
                <a:gd name="csY206" fmla="*/ 34591 h 858001"/>
                <a:gd name="csX207" fmla="*/ 486527 w 745958"/>
                <a:gd name="csY207" fmla="*/ 31583 h 858001"/>
                <a:gd name="csX208" fmla="*/ 488783 w 745958"/>
                <a:gd name="csY208" fmla="*/ 31583 h 858001"/>
                <a:gd name="csX209" fmla="*/ 490287 w 745958"/>
                <a:gd name="csY209" fmla="*/ 33087 h 858001"/>
                <a:gd name="csX210" fmla="*/ 491791 w 745958"/>
                <a:gd name="csY210" fmla="*/ 36095 h 858001"/>
                <a:gd name="csX211" fmla="*/ 494047 w 745958"/>
                <a:gd name="csY211" fmla="*/ 44366 h 858001"/>
                <a:gd name="csX212" fmla="*/ 497807 w 745958"/>
                <a:gd name="csY212" fmla="*/ 54894 h 858001"/>
                <a:gd name="csX213" fmla="*/ 506830 w 745958"/>
                <a:gd name="csY213" fmla="*/ 71438 h 858001"/>
                <a:gd name="csX214" fmla="*/ 509086 w 745958"/>
                <a:gd name="csY214" fmla="*/ 78205 h 858001"/>
                <a:gd name="csX215" fmla="*/ 510590 w 745958"/>
                <a:gd name="csY215" fmla="*/ 73693 h 858001"/>
                <a:gd name="csX216" fmla="*/ 509086 w 745958"/>
                <a:gd name="csY216" fmla="*/ 69182 h 858001"/>
                <a:gd name="csX217" fmla="*/ 505326 w 745958"/>
                <a:gd name="csY217" fmla="*/ 62414 h 858001"/>
                <a:gd name="csX218" fmla="*/ 500063 w 745958"/>
                <a:gd name="csY218" fmla="*/ 51134 h 858001"/>
                <a:gd name="csX219" fmla="*/ 492543 w 745958"/>
                <a:gd name="csY219" fmla="*/ 28575 h 858001"/>
                <a:gd name="csX220" fmla="*/ 490287 w 745958"/>
                <a:gd name="csY220" fmla="*/ 12784 h 858001"/>
                <a:gd name="csX221" fmla="*/ 490287 w 745958"/>
                <a:gd name="csY221" fmla="*/ 11280 h 858001"/>
                <a:gd name="csX222" fmla="*/ 492543 w 745958"/>
                <a:gd name="csY222" fmla="*/ 3008 h 858001"/>
                <a:gd name="csX223" fmla="*/ 494047 w 745958"/>
                <a:gd name="csY223" fmla="*/ 1504 h 858001"/>
                <a:gd name="csX224" fmla="*/ 497055 w 745958"/>
                <a:gd name="csY224" fmla="*/ 0 h 858001"/>
                <a:gd name="csX225" fmla="*/ 500815 w 745958"/>
                <a:gd name="csY225" fmla="*/ 2256 h 858001"/>
                <a:gd name="csX226" fmla="*/ 506830 w 745958"/>
                <a:gd name="csY226" fmla="*/ 6016 h 858001"/>
                <a:gd name="csX227" fmla="*/ 516606 w 745958"/>
                <a:gd name="csY227" fmla="*/ 12784 h 858001"/>
                <a:gd name="csX228" fmla="*/ 530141 w 745958"/>
                <a:gd name="csY228" fmla="*/ 27823 h 858001"/>
                <a:gd name="csX229" fmla="*/ 541421 w 745958"/>
                <a:gd name="csY229" fmla="*/ 42111 h 858001"/>
                <a:gd name="csX230" fmla="*/ 547437 w 745958"/>
                <a:gd name="csY230" fmla="*/ 55646 h 858001"/>
                <a:gd name="csX231" fmla="*/ 548189 w 745958"/>
                <a:gd name="csY231" fmla="*/ 63166 h 858001"/>
                <a:gd name="csX232" fmla="*/ 548189 w 745958"/>
                <a:gd name="csY232" fmla="*/ 78957 h 858001"/>
                <a:gd name="csX233" fmla="*/ 548189 w 745958"/>
                <a:gd name="csY233" fmla="*/ 97005 h 858001"/>
                <a:gd name="csX234" fmla="*/ 545181 w 745958"/>
                <a:gd name="csY234" fmla="*/ 112796 h 858001"/>
                <a:gd name="csX235" fmla="*/ 548941 w 745958"/>
                <a:gd name="csY235" fmla="*/ 120316 h 858001"/>
                <a:gd name="csX236" fmla="*/ 548941 w 745958"/>
                <a:gd name="csY236" fmla="*/ 117308 h 858001"/>
                <a:gd name="csX237" fmla="*/ 551949 w 745958"/>
                <a:gd name="csY237" fmla="*/ 106780 h 858001"/>
                <a:gd name="csX238" fmla="*/ 552701 w 745958"/>
                <a:gd name="csY238" fmla="*/ 93245 h 858001"/>
                <a:gd name="csX239" fmla="*/ 554957 w 745958"/>
                <a:gd name="csY239" fmla="*/ 87229 h 858001"/>
                <a:gd name="csX240" fmla="*/ 557965 w 745958"/>
                <a:gd name="csY240" fmla="*/ 81213 h 858001"/>
                <a:gd name="csX241" fmla="*/ 560972 w 745958"/>
                <a:gd name="csY241" fmla="*/ 81213 h 858001"/>
                <a:gd name="csX242" fmla="*/ 563228 w 745958"/>
                <a:gd name="csY242" fmla="*/ 84973 h 858001"/>
                <a:gd name="csX243" fmla="*/ 561724 w 745958"/>
                <a:gd name="csY243" fmla="*/ 109036 h 858001"/>
                <a:gd name="csX244" fmla="*/ 562476 w 745958"/>
                <a:gd name="csY244" fmla="*/ 129340 h 858001"/>
                <a:gd name="csX245" fmla="*/ 563228 w 745958"/>
                <a:gd name="csY245" fmla="*/ 144379 h 858001"/>
                <a:gd name="csX246" fmla="*/ 560972 w 745958"/>
                <a:gd name="csY246" fmla="*/ 151147 h 858001"/>
                <a:gd name="csX247" fmla="*/ 560972 w 745958"/>
                <a:gd name="csY247" fmla="*/ 161674 h 858001"/>
                <a:gd name="csX248" fmla="*/ 569996 w 745958"/>
                <a:gd name="csY248" fmla="*/ 184234 h 858001"/>
                <a:gd name="csX249" fmla="*/ 571500 w 745958"/>
                <a:gd name="csY249" fmla="*/ 191753 h 858001"/>
                <a:gd name="csX250" fmla="*/ 569244 w 745958"/>
                <a:gd name="csY250" fmla="*/ 196265 h 858001"/>
                <a:gd name="csX251" fmla="*/ 569996 w 745958"/>
                <a:gd name="csY251" fmla="*/ 200025 h 858001"/>
                <a:gd name="csX252" fmla="*/ 572252 w 745958"/>
                <a:gd name="csY252" fmla="*/ 205289 h 858001"/>
                <a:gd name="csX253" fmla="*/ 573004 w 745958"/>
                <a:gd name="csY253" fmla="*/ 208297 h 858001"/>
                <a:gd name="csX254" fmla="*/ 572252 w 745958"/>
                <a:gd name="csY254" fmla="*/ 210553 h 858001"/>
                <a:gd name="csX255" fmla="*/ 573004 w 745958"/>
                <a:gd name="csY255" fmla="*/ 213561 h 858001"/>
                <a:gd name="csX256" fmla="*/ 574508 w 745958"/>
                <a:gd name="csY256" fmla="*/ 215816 h 858001"/>
                <a:gd name="csX257" fmla="*/ 576012 w 745958"/>
                <a:gd name="csY257" fmla="*/ 218072 h 858001"/>
                <a:gd name="csX258" fmla="*/ 576764 w 745958"/>
                <a:gd name="csY258" fmla="*/ 221832 h 858001"/>
                <a:gd name="csX259" fmla="*/ 577516 w 745958"/>
                <a:gd name="csY259" fmla="*/ 225592 h 858001"/>
                <a:gd name="csX260" fmla="*/ 578268 w 745958"/>
                <a:gd name="csY260" fmla="*/ 228600 h 858001"/>
                <a:gd name="csX261" fmla="*/ 580524 w 745958"/>
                <a:gd name="csY261" fmla="*/ 231608 h 858001"/>
                <a:gd name="csX262" fmla="*/ 582780 w 745958"/>
                <a:gd name="csY262" fmla="*/ 235368 h 858001"/>
                <a:gd name="csX263" fmla="*/ 583532 w 745958"/>
                <a:gd name="csY263" fmla="*/ 237624 h 858001"/>
                <a:gd name="csX264" fmla="*/ 583532 w 745958"/>
                <a:gd name="csY264" fmla="*/ 239880 h 858001"/>
                <a:gd name="csX265" fmla="*/ 582780 w 745958"/>
                <a:gd name="csY265" fmla="*/ 242136 h 858001"/>
                <a:gd name="csX266" fmla="*/ 583532 w 745958"/>
                <a:gd name="csY266" fmla="*/ 243639 h 858001"/>
                <a:gd name="csX267" fmla="*/ 583532 w 745958"/>
                <a:gd name="csY267" fmla="*/ 245895 h 858001"/>
                <a:gd name="csX268" fmla="*/ 585035 w 745958"/>
                <a:gd name="csY268" fmla="*/ 247399 h 858001"/>
                <a:gd name="csX269" fmla="*/ 587292 w 745958"/>
                <a:gd name="csY269" fmla="*/ 248151 h 858001"/>
                <a:gd name="csX270" fmla="*/ 588044 w 745958"/>
                <a:gd name="csY270" fmla="*/ 248903 h 858001"/>
                <a:gd name="csX271" fmla="*/ 590299 w 745958"/>
                <a:gd name="csY271" fmla="*/ 250407 h 858001"/>
                <a:gd name="csX272" fmla="*/ 591051 w 745958"/>
                <a:gd name="csY272" fmla="*/ 252663 h 858001"/>
                <a:gd name="csX273" fmla="*/ 591803 w 745958"/>
                <a:gd name="csY273" fmla="*/ 254919 h 858001"/>
                <a:gd name="csX274" fmla="*/ 593307 w 745958"/>
                <a:gd name="csY274" fmla="*/ 257175 h 858001"/>
                <a:gd name="csX275" fmla="*/ 594059 w 745958"/>
                <a:gd name="csY275" fmla="*/ 260183 h 858001"/>
                <a:gd name="csX276" fmla="*/ 594811 w 745958"/>
                <a:gd name="csY276" fmla="*/ 263943 h 858001"/>
                <a:gd name="csX277" fmla="*/ 595563 w 745958"/>
                <a:gd name="csY277" fmla="*/ 266951 h 858001"/>
                <a:gd name="csX278" fmla="*/ 597819 w 745958"/>
                <a:gd name="csY278" fmla="*/ 269959 h 858001"/>
                <a:gd name="csX279" fmla="*/ 598571 w 745958"/>
                <a:gd name="csY279" fmla="*/ 272215 h 858001"/>
                <a:gd name="csX280" fmla="*/ 599323 w 745958"/>
                <a:gd name="csY280" fmla="*/ 275222 h 858001"/>
                <a:gd name="csX281" fmla="*/ 600075 w 745958"/>
                <a:gd name="csY281" fmla="*/ 280486 h 858001"/>
                <a:gd name="csX282" fmla="*/ 603083 w 745958"/>
                <a:gd name="csY282" fmla="*/ 286502 h 858001"/>
                <a:gd name="csX283" fmla="*/ 602331 w 745958"/>
                <a:gd name="csY283" fmla="*/ 290262 h 858001"/>
                <a:gd name="csX284" fmla="*/ 600827 w 745958"/>
                <a:gd name="csY284" fmla="*/ 291766 h 858001"/>
                <a:gd name="csX285" fmla="*/ 600075 w 745958"/>
                <a:gd name="csY285" fmla="*/ 292518 h 858001"/>
                <a:gd name="csX286" fmla="*/ 599323 w 745958"/>
                <a:gd name="csY286" fmla="*/ 294022 h 858001"/>
                <a:gd name="csX287" fmla="*/ 600075 w 745958"/>
                <a:gd name="csY287" fmla="*/ 295526 h 858001"/>
                <a:gd name="csX288" fmla="*/ 600827 w 745958"/>
                <a:gd name="csY288" fmla="*/ 296278 h 858001"/>
                <a:gd name="csX289" fmla="*/ 602331 w 745958"/>
                <a:gd name="csY289" fmla="*/ 296278 h 858001"/>
                <a:gd name="csX290" fmla="*/ 603083 w 745958"/>
                <a:gd name="csY290" fmla="*/ 295526 h 858001"/>
                <a:gd name="csX291" fmla="*/ 603835 w 745958"/>
                <a:gd name="csY291" fmla="*/ 294774 h 858001"/>
                <a:gd name="csX292" fmla="*/ 604587 w 745958"/>
                <a:gd name="csY292" fmla="*/ 294022 h 858001"/>
                <a:gd name="csX293" fmla="*/ 606843 w 745958"/>
                <a:gd name="csY293" fmla="*/ 295526 h 858001"/>
                <a:gd name="csX294" fmla="*/ 609851 w 745958"/>
                <a:gd name="csY294" fmla="*/ 300038 h 858001"/>
                <a:gd name="csX295" fmla="*/ 611355 w 745958"/>
                <a:gd name="csY295" fmla="*/ 303045 h 858001"/>
                <a:gd name="csX296" fmla="*/ 611355 w 745958"/>
                <a:gd name="csY296" fmla="*/ 306805 h 858001"/>
                <a:gd name="csX297" fmla="*/ 612859 w 745958"/>
                <a:gd name="csY297" fmla="*/ 310565 h 858001"/>
                <a:gd name="csX298" fmla="*/ 614363 w 745958"/>
                <a:gd name="csY298" fmla="*/ 313573 h 858001"/>
                <a:gd name="csX299" fmla="*/ 614363 w 745958"/>
                <a:gd name="csY299" fmla="*/ 315077 h 858001"/>
                <a:gd name="csX300" fmla="*/ 615114 w 745958"/>
                <a:gd name="csY300" fmla="*/ 317333 h 858001"/>
                <a:gd name="csX301" fmla="*/ 615867 w 745958"/>
                <a:gd name="csY301" fmla="*/ 323349 h 858001"/>
                <a:gd name="csX302" fmla="*/ 617370 w 745958"/>
                <a:gd name="csY302" fmla="*/ 326357 h 858001"/>
                <a:gd name="csX303" fmla="*/ 618123 w 745958"/>
                <a:gd name="csY303" fmla="*/ 331620 h 858001"/>
                <a:gd name="csX304" fmla="*/ 618874 w 745958"/>
                <a:gd name="csY304" fmla="*/ 334628 h 858001"/>
                <a:gd name="csX305" fmla="*/ 621130 w 745958"/>
                <a:gd name="csY305" fmla="*/ 337636 h 858001"/>
                <a:gd name="csX306" fmla="*/ 622634 w 745958"/>
                <a:gd name="csY306" fmla="*/ 340644 h 858001"/>
                <a:gd name="csX307" fmla="*/ 624138 w 745958"/>
                <a:gd name="csY307" fmla="*/ 344404 h 858001"/>
                <a:gd name="csX308" fmla="*/ 621130 w 745958"/>
                <a:gd name="csY308" fmla="*/ 348164 h 858001"/>
                <a:gd name="csX309" fmla="*/ 620378 w 745958"/>
                <a:gd name="csY309" fmla="*/ 348916 h 858001"/>
                <a:gd name="csX310" fmla="*/ 618874 w 745958"/>
                <a:gd name="csY310" fmla="*/ 349668 h 858001"/>
                <a:gd name="csX311" fmla="*/ 616618 w 745958"/>
                <a:gd name="csY311" fmla="*/ 349668 h 858001"/>
                <a:gd name="csX312" fmla="*/ 615114 w 745958"/>
                <a:gd name="csY312" fmla="*/ 350420 h 858001"/>
                <a:gd name="csX313" fmla="*/ 610603 w 745958"/>
                <a:gd name="csY313" fmla="*/ 348916 h 858001"/>
                <a:gd name="csX314" fmla="*/ 609099 w 745958"/>
                <a:gd name="csY314" fmla="*/ 348164 h 858001"/>
                <a:gd name="csX315" fmla="*/ 607595 w 745958"/>
                <a:gd name="csY315" fmla="*/ 345908 h 858001"/>
                <a:gd name="csX316" fmla="*/ 606843 w 745958"/>
                <a:gd name="csY316" fmla="*/ 345908 h 858001"/>
                <a:gd name="csX317" fmla="*/ 606843 w 745958"/>
                <a:gd name="csY317" fmla="*/ 347412 h 858001"/>
                <a:gd name="csX318" fmla="*/ 607595 w 745958"/>
                <a:gd name="csY318" fmla="*/ 348916 h 858001"/>
                <a:gd name="csX319" fmla="*/ 608347 w 745958"/>
                <a:gd name="csY319" fmla="*/ 349668 h 858001"/>
                <a:gd name="csX320" fmla="*/ 609851 w 745958"/>
                <a:gd name="csY320" fmla="*/ 350420 h 858001"/>
                <a:gd name="csX321" fmla="*/ 610603 w 745958"/>
                <a:gd name="csY321" fmla="*/ 350420 h 858001"/>
                <a:gd name="csX322" fmla="*/ 611355 w 745958"/>
                <a:gd name="csY322" fmla="*/ 351924 h 858001"/>
                <a:gd name="csX323" fmla="*/ 610603 w 745958"/>
                <a:gd name="csY323" fmla="*/ 352676 h 858001"/>
                <a:gd name="csX324" fmla="*/ 609851 w 745958"/>
                <a:gd name="csY324" fmla="*/ 354180 h 858001"/>
                <a:gd name="csX325" fmla="*/ 609099 w 745958"/>
                <a:gd name="csY325" fmla="*/ 357939 h 858001"/>
                <a:gd name="csX326" fmla="*/ 609099 w 745958"/>
                <a:gd name="csY326" fmla="*/ 360195 h 858001"/>
                <a:gd name="csX327" fmla="*/ 609851 w 745958"/>
                <a:gd name="csY327" fmla="*/ 361699 h 858001"/>
                <a:gd name="csX328" fmla="*/ 610603 w 745958"/>
                <a:gd name="csY328" fmla="*/ 362451 h 858001"/>
                <a:gd name="csX329" fmla="*/ 611355 w 745958"/>
                <a:gd name="csY329" fmla="*/ 363955 h 858001"/>
                <a:gd name="csX330" fmla="*/ 612859 w 745958"/>
                <a:gd name="csY330" fmla="*/ 363955 h 858001"/>
                <a:gd name="csX331" fmla="*/ 613610 w 745958"/>
                <a:gd name="csY331" fmla="*/ 362451 h 858001"/>
                <a:gd name="csX332" fmla="*/ 614363 w 745958"/>
                <a:gd name="csY332" fmla="*/ 360947 h 858001"/>
                <a:gd name="csX333" fmla="*/ 613610 w 745958"/>
                <a:gd name="csY333" fmla="*/ 359443 h 858001"/>
                <a:gd name="csX334" fmla="*/ 614363 w 745958"/>
                <a:gd name="csY334" fmla="*/ 357188 h 858001"/>
                <a:gd name="csX335" fmla="*/ 615867 w 745958"/>
                <a:gd name="csY335" fmla="*/ 354932 h 858001"/>
                <a:gd name="csX336" fmla="*/ 617370 w 745958"/>
                <a:gd name="csY336" fmla="*/ 352676 h 858001"/>
                <a:gd name="csX337" fmla="*/ 620378 w 745958"/>
                <a:gd name="csY337" fmla="*/ 351172 h 858001"/>
                <a:gd name="csX338" fmla="*/ 624138 w 745958"/>
                <a:gd name="csY338" fmla="*/ 350420 h 858001"/>
                <a:gd name="csX339" fmla="*/ 627146 w 745958"/>
                <a:gd name="csY339" fmla="*/ 350420 h 858001"/>
                <a:gd name="csX340" fmla="*/ 633162 w 745958"/>
                <a:gd name="csY340" fmla="*/ 354932 h 858001"/>
                <a:gd name="csX341" fmla="*/ 636170 w 745958"/>
                <a:gd name="csY341" fmla="*/ 359443 h 858001"/>
                <a:gd name="csX342" fmla="*/ 636922 w 745958"/>
                <a:gd name="csY342" fmla="*/ 366211 h 858001"/>
                <a:gd name="csX343" fmla="*/ 637674 w 745958"/>
                <a:gd name="csY343" fmla="*/ 367715 h 858001"/>
                <a:gd name="csX344" fmla="*/ 642186 w 745958"/>
                <a:gd name="csY344" fmla="*/ 375987 h 858001"/>
                <a:gd name="csX345" fmla="*/ 645946 w 745958"/>
                <a:gd name="csY345" fmla="*/ 381251 h 858001"/>
                <a:gd name="csX346" fmla="*/ 647449 w 745958"/>
                <a:gd name="csY346" fmla="*/ 383507 h 858001"/>
                <a:gd name="csX347" fmla="*/ 648953 w 745958"/>
                <a:gd name="csY347" fmla="*/ 389522 h 858001"/>
                <a:gd name="csX348" fmla="*/ 649705 w 745958"/>
                <a:gd name="csY348" fmla="*/ 392530 h 858001"/>
                <a:gd name="csX349" fmla="*/ 651209 w 745958"/>
                <a:gd name="csY349" fmla="*/ 394034 h 858001"/>
                <a:gd name="csX350" fmla="*/ 652713 w 745958"/>
                <a:gd name="csY350" fmla="*/ 395538 h 858001"/>
                <a:gd name="csX351" fmla="*/ 656473 w 745958"/>
                <a:gd name="csY351" fmla="*/ 398546 h 858001"/>
                <a:gd name="csX352" fmla="*/ 660985 w 745958"/>
                <a:gd name="csY352" fmla="*/ 400802 h 858001"/>
                <a:gd name="csX353" fmla="*/ 667001 w 745958"/>
                <a:gd name="csY353" fmla="*/ 401554 h 858001"/>
                <a:gd name="csX354" fmla="*/ 673016 w 745958"/>
                <a:gd name="csY354" fmla="*/ 400050 h 858001"/>
                <a:gd name="csX355" fmla="*/ 676776 w 745958"/>
                <a:gd name="csY355" fmla="*/ 397794 h 858001"/>
                <a:gd name="csX356" fmla="*/ 680536 w 745958"/>
                <a:gd name="csY356" fmla="*/ 398546 h 858001"/>
                <a:gd name="csX357" fmla="*/ 682792 w 745958"/>
                <a:gd name="csY357" fmla="*/ 399298 h 858001"/>
                <a:gd name="csX358" fmla="*/ 686552 w 745958"/>
                <a:gd name="csY358" fmla="*/ 399298 h 858001"/>
                <a:gd name="csX359" fmla="*/ 688056 w 745958"/>
                <a:gd name="csY359" fmla="*/ 400050 h 858001"/>
                <a:gd name="csX360" fmla="*/ 693320 w 745958"/>
                <a:gd name="csY360" fmla="*/ 398546 h 858001"/>
                <a:gd name="csX361" fmla="*/ 695576 w 745958"/>
                <a:gd name="csY361" fmla="*/ 398546 h 858001"/>
                <a:gd name="csX362" fmla="*/ 699336 w 745958"/>
                <a:gd name="csY362" fmla="*/ 397794 h 858001"/>
                <a:gd name="csX363" fmla="*/ 701591 w 745958"/>
                <a:gd name="csY363" fmla="*/ 398546 h 858001"/>
                <a:gd name="csX364" fmla="*/ 706104 w 745958"/>
                <a:gd name="csY364" fmla="*/ 400802 h 858001"/>
                <a:gd name="csX365" fmla="*/ 712871 w 745958"/>
                <a:gd name="csY365" fmla="*/ 403810 h 858001"/>
                <a:gd name="csX366" fmla="*/ 726406 w 745958"/>
                <a:gd name="csY366" fmla="*/ 408322 h 858001"/>
                <a:gd name="csX367" fmla="*/ 734678 w 745958"/>
                <a:gd name="csY367" fmla="*/ 412834 h 858001"/>
                <a:gd name="csX368" fmla="*/ 738438 w 745958"/>
                <a:gd name="csY368" fmla="*/ 417345 h 858001"/>
                <a:gd name="csX369" fmla="*/ 740694 w 745958"/>
                <a:gd name="csY369" fmla="*/ 421105 h 858001"/>
                <a:gd name="csX370" fmla="*/ 742198 w 745958"/>
                <a:gd name="csY370" fmla="*/ 429377 h 858001"/>
                <a:gd name="csX371" fmla="*/ 742198 w 745958"/>
                <a:gd name="csY371" fmla="*/ 434641 h 858001"/>
                <a:gd name="csX372" fmla="*/ 742198 w 745958"/>
                <a:gd name="csY372" fmla="*/ 437649 h 858001"/>
                <a:gd name="csX373" fmla="*/ 742950 w 745958"/>
                <a:gd name="csY373" fmla="*/ 441409 h 858001"/>
                <a:gd name="csX374" fmla="*/ 743702 w 745958"/>
                <a:gd name="csY374" fmla="*/ 451184 h 858001"/>
                <a:gd name="csX375" fmla="*/ 745206 w 745958"/>
                <a:gd name="csY375" fmla="*/ 456448 h 858001"/>
                <a:gd name="csX376" fmla="*/ 745958 w 745958"/>
                <a:gd name="csY376" fmla="*/ 462464 h 858001"/>
                <a:gd name="csX377" fmla="*/ 745958 w 745958"/>
                <a:gd name="csY377" fmla="*/ 467728 h 858001"/>
                <a:gd name="csX378" fmla="*/ 744454 w 745958"/>
                <a:gd name="csY378" fmla="*/ 475247 h 858001"/>
                <a:gd name="csX379" fmla="*/ 742950 w 745958"/>
                <a:gd name="csY379" fmla="*/ 478255 h 858001"/>
                <a:gd name="csX380" fmla="*/ 739942 w 745958"/>
                <a:gd name="csY380" fmla="*/ 480511 h 858001"/>
                <a:gd name="csX381" fmla="*/ 736182 w 745958"/>
                <a:gd name="csY381" fmla="*/ 482767 h 858001"/>
                <a:gd name="csX382" fmla="*/ 730919 w 745958"/>
                <a:gd name="csY382" fmla="*/ 485023 h 858001"/>
                <a:gd name="csX383" fmla="*/ 723399 w 745958"/>
                <a:gd name="csY383" fmla="*/ 487279 h 858001"/>
                <a:gd name="csX384" fmla="*/ 716631 w 745958"/>
                <a:gd name="csY384" fmla="*/ 488031 h 858001"/>
                <a:gd name="csX385" fmla="*/ 711367 w 745958"/>
                <a:gd name="csY385" fmla="*/ 489535 h 858001"/>
                <a:gd name="csX386" fmla="*/ 709111 w 745958"/>
                <a:gd name="csY386" fmla="*/ 489535 h 858001"/>
                <a:gd name="csX387" fmla="*/ 706855 w 745958"/>
                <a:gd name="csY387" fmla="*/ 488783 h 858001"/>
                <a:gd name="csX388" fmla="*/ 705351 w 745958"/>
                <a:gd name="csY388" fmla="*/ 488031 h 858001"/>
                <a:gd name="csX389" fmla="*/ 703847 w 745958"/>
                <a:gd name="csY389" fmla="*/ 488783 h 858001"/>
                <a:gd name="csX390" fmla="*/ 704599 w 745958"/>
                <a:gd name="csY390" fmla="*/ 491039 h 858001"/>
                <a:gd name="csX391" fmla="*/ 706104 w 745958"/>
                <a:gd name="csY391" fmla="*/ 492543 h 858001"/>
                <a:gd name="csX392" fmla="*/ 708359 w 745958"/>
                <a:gd name="csY392" fmla="*/ 494047 h 858001"/>
                <a:gd name="csX393" fmla="*/ 712119 w 745958"/>
                <a:gd name="csY393" fmla="*/ 492543 h 858001"/>
                <a:gd name="csX394" fmla="*/ 716631 w 745958"/>
                <a:gd name="csY394" fmla="*/ 494047 h 858001"/>
                <a:gd name="csX395" fmla="*/ 722647 w 745958"/>
                <a:gd name="csY395" fmla="*/ 491791 h 858001"/>
                <a:gd name="csX396" fmla="*/ 727159 w 745958"/>
                <a:gd name="csY396" fmla="*/ 491791 h 858001"/>
                <a:gd name="csX397" fmla="*/ 730919 w 745958"/>
                <a:gd name="csY397" fmla="*/ 491791 h 858001"/>
                <a:gd name="csX398" fmla="*/ 735430 w 745958"/>
                <a:gd name="csY398" fmla="*/ 488783 h 858001"/>
                <a:gd name="csX399" fmla="*/ 738438 w 745958"/>
                <a:gd name="csY399" fmla="*/ 488783 h 858001"/>
                <a:gd name="csX400" fmla="*/ 741446 w 745958"/>
                <a:gd name="csY400" fmla="*/ 491039 h 858001"/>
                <a:gd name="csX401" fmla="*/ 743702 w 745958"/>
                <a:gd name="csY401" fmla="*/ 494047 h 858001"/>
                <a:gd name="csX402" fmla="*/ 743702 w 745958"/>
                <a:gd name="csY402" fmla="*/ 495551 h 858001"/>
                <a:gd name="csX403" fmla="*/ 743702 w 745958"/>
                <a:gd name="csY403" fmla="*/ 497055 h 858001"/>
                <a:gd name="csX404" fmla="*/ 740694 w 745958"/>
                <a:gd name="csY404" fmla="*/ 501566 h 858001"/>
                <a:gd name="csX405" fmla="*/ 736182 w 745958"/>
                <a:gd name="csY405" fmla="*/ 507582 h 858001"/>
                <a:gd name="csX406" fmla="*/ 730166 w 745958"/>
                <a:gd name="csY406" fmla="*/ 511342 h 858001"/>
                <a:gd name="csX407" fmla="*/ 724903 w 745958"/>
                <a:gd name="csY407" fmla="*/ 511342 h 858001"/>
                <a:gd name="csX408" fmla="*/ 721895 w 745958"/>
                <a:gd name="csY408" fmla="*/ 506078 h 858001"/>
                <a:gd name="csX409" fmla="*/ 720391 w 745958"/>
                <a:gd name="csY409" fmla="*/ 509086 h 858001"/>
                <a:gd name="csX410" fmla="*/ 719639 w 745958"/>
                <a:gd name="csY410" fmla="*/ 514350 h 858001"/>
                <a:gd name="csX411" fmla="*/ 717383 w 745958"/>
                <a:gd name="csY411" fmla="*/ 518862 h 858001"/>
                <a:gd name="csX412" fmla="*/ 712119 w 745958"/>
                <a:gd name="csY412" fmla="*/ 521870 h 858001"/>
                <a:gd name="csX413" fmla="*/ 710615 w 745958"/>
                <a:gd name="csY413" fmla="*/ 522622 h 858001"/>
                <a:gd name="csX414" fmla="*/ 705351 w 745958"/>
                <a:gd name="csY414" fmla="*/ 530893 h 858001"/>
                <a:gd name="csX415" fmla="*/ 703095 w 745958"/>
                <a:gd name="csY415" fmla="*/ 533149 h 858001"/>
                <a:gd name="csX416" fmla="*/ 700840 w 745958"/>
                <a:gd name="csY416" fmla="*/ 534653 h 858001"/>
                <a:gd name="csX417" fmla="*/ 688808 w 745958"/>
                <a:gd name="csY417" fmla="*/ 539917 h 858001"/>
                <a:gd name="csX418" fmla="*/ 687304 w 745958"/>
                <a:gd name="csY418" fmla="*/ 541421 h 858001"/>
                <a:gd name="csX419" fmla="*/ 681288 w 745958"/>
                <a:gd name="csY419" fmla="*/ 548189 h 858001"/>
                <a:gd name="csX420" fmla="*/ 679784 w 745958"/>
                <a:gd name="csY420" fmla="*/ 549693 h 858001"/>
                <a:gd name="csX421" fmla="*/ 674521 w 745958"/>
                <a:gd name="csY421" fmla="*/ 561724 h 858001"/>
                <a:gd name="csX422" fmla="*/ 673016 w 745958"/>
                <a:gd name="csY422" fmla="*/ 563228 h 858001"/>
                <a:gd name="csX423" fmla="*/ 671512 w 745958"/>
                <a:gd name="csY423" fmla="*/ 565484 h 858001"/>
                <a:gd name="csX424" fmla="*/ 660985 w 745958"/>
                <a:gd name="csY424" fmla="*/ 570748 h 858001"/>
                <a:gd name="csX425" fmla="*/ 657977 w 745958"/>
                <a:gd name="csY425" fmla="*/ 573004 h 858001"/>
                <a:gd name="csX426" fmla="*/ 656473 w 745958"/>
                <a:gd name="csY426" fmla="*/ 575260 h 858001"/>
                <a:gd name="csX427" fmla="*/ 651209 w 745958"/>
                <a:gd name="csY427" fmla="*/ 589547 h 858001"/>
                <a:gd name="csX428" fmla="*/ 642186 w 745958"/>
                <a:gd name="csY428" fmla="*/ 605339 h 858001"/>
                <a:gd name="csX429" fmla="*/ 634666 w 745958"/>
                <a:gd name="csY429" fmla="*/ 616619 h 858001"/>
                <a:gd name="csX430" fmla="*/ 621882 w 745958"/>
                <a:gd name="csY430" fmla="*/ 630154 h 858001"/>
                <a:gd name="csX431" fmla="*/ 606843 w 745958"/>
                <a:gd name="csY431" fmla="*/ 648201 h 858001"/>
                <a:gd name="csX432" fmla="*/ 605339 w 745958"/>
                <a:gd name="csY432" fmla="*/ 648201 h 858001"/>
                <a:gd name="csX433" fmla="*/ 603083 w 745958"/>
                <a:gd name="csY433" fmla="*/ 647449 h 858001"/>
                <a:gd name="csX434" fmla="*/ 597819 w 745958"/>
                <a:gd name="csY434" fmla="*/ 647449 h 858001"/>
                <a:gd name="csX435" fmla="*/ 585787 w 745958"/>
                <a:gd name="csY435" fmla="*/ 649705 h 858001"/>
                <a:gd name="csX436" fmla="*/ 578268 w 745958"/>
                <a:gd name="csY436" fmla="*/ 654969 h 858001"/>
                <a:gd name="csX437" fmla="*/ 573004 w 745958"/>
                <a:gd name="csY437" fmla="*/ 662489 h 858001"/>
                <a:gd name="csX438" fmla="*/ 564732 w 745958"/>
                <a:gd name="csY438" fmla="*/ 676776 h 858001"/>
                <a:gd name="csX439" fmla="*/ 563228 w 745958"/>
                <a:gd name="csY439" fmla="*/ 678280 h 858001"/>
                <a:gd name="csX440" fmla="*/ 560972 w 745958"/>
                <a:gd name="csY440" fmla="*/ 679032 h 858001"/>
                <a:gd name="csX441" fmla="*/ 551197 w 745958"/>
                <a:gd name="csY441" fmla="*/ 679784 h 858001"/>
                <a:gd name="csX442" fmla="*/ 545181 w 745958"/>
                <a:gd name="csY442" fmla="*/ 681288 h 858001"/>
                <a:gd name="csX443" fmla="*/ 543677 w 745958"/>
                <a:gd name="csY443" fmla="*/ 681288 h 858001"/>
                <a:gd name="csX444" fmla="*/ 543677 w 745958"/>
                <a:gd name="csY444" fmla="*/ 682792 h 858001"/>
                <a:gd name="csX445" fmla="*/ 542925 w 745958"/>
                <a:gd name="csY445" fmla="*/ 683544 h 858001"/>
                <a:gd name="csX446" fmla="*/ 539165 w 745958"/>
                <a:gd name="csY446" fmla="*/ 684296 h 858001"/>
                <a:gd name="csX447" fmla="*/ 535405 w 745958"/>
                <a:gd name="csY447" fmla="*/ 685800 h 858001"/>
                <a:gd name="csX448" fmla="*/ 528637 w 745958"/>
                <a:gd name="csY448" fmla="*/ 685048 h 858001"/>
                <a:gd name="csX449" fmla="*/ 525630 w 745958"/>
                <a:gd name="csY449" fmla="*/ 685800 h 858001"/>
                <a:gd name="csX450" fmla="*/ 525630 w 745958"/>
                <a:gd name="csY450" fmla="*/ 686552 h 858001"/>
                <a:gd name="csX451" fmla="*/ 527134 w 745958"/>
                <a:gd name="csY451" fmla="*/ 687304 h 858001"/>
                <a:gd name="csX452" fmla="*/ 530894 w 745958"/>
                <a:gd name="csY452" fmla="*/ 688056 h 858001"/>
                <a:gd name="csX453" fmla="*/ 532397 w 745958"/>
                <a:gd name="csY453" fmla="*/ 688808 h 858001"/>
                <a:gd name="csX454" fmla="*/ 533901 w 745958"/>
                <a:gd name="csY454" fmla="*/ 690312 h 858001"/>
                <a:gd name="csX455" fmla="*/ 533901 w 745958"/>
                <a:gd name="csY455" fmla="*/ 691816 h 858001"/>
                <a:gd name="csX456" fmla="*/ 535405 w 745958"/>
                <a:gd name="csY456" fmla="*/ 692568 h 858001"/>
                <a:gd name="csX457" fmla="*/ 537661 w 745958"/>
                <a:gd name="csY457" fmla="*/ 692568 h 858001"/>
                <a:gd name="csX458" fmla="*/ 526382 w 745958"/>
                <a:gd name="csY458" fmla="*/ 706103 h 858001"/>
                <a:gd name="csX459" fmla="*/ 524126 w 745958"/>
                <a:gd name="csY459" fmla="*/ 712871 h 858001"/>
                <a:gd name="csX460" fmla="*/ 521118 w 745958"/>
                <a:gd name="csY460" fmla="*/ 717383 h 858001"/>
                <a:gd name="csX461" fmla="*/ 520366 w 745958"/>
                <a:gd name="csY461" fmla="*/ 722647 h 858001"/>
                <a:gd name="csX462" fmla="*/ 519614 w 745958"/>
                <a:gd name="csY462" fmla="*/ 725655 h 858001"/>
                <a:gd name="csX463" fmla="*/ 516606 w 745958"/>
                <a:gd name="csY463" fmla="*/ 730166 h 858001"/>
                <a:gd name="csX464" fmla="*/ 514350 w 745958"/>
                <a:gd name="csY464" fmla="*/ 732422 h 858001"/>
                <a:gd name="csX465" fmla="*/ 509838 w 745958"/>
                <a:gd name="csY465" fmla="*/ 736182 h 858001"/>
                <a:gd name="csX466" fmla="*/ 508334 w 745958"/>
                <a:gd name="csY466" fmla="*/ 738438 h 858001"/>
                <a:gd name="csX467" fmla="*/ 507582 w 745958"/>
                <a:gd name="csY467" fmla="*/ 739942 h 858001"/>
                <a:gd name="csX468" fmla="*/ 508334 w 745958"/>
                <a:gd name="csY468" fmla="*/ 742198 h 858001"/>
                <a:gd name="csX469" fmla="*/ 508334 w 745958"/>
                <a:gd name="csY469" fmla="*/ 745206 h 858001"/>
                <a:gd name="csX470" fmla="*/ 506830 w 745958"/>
                <a:gd name="csY470" fmla="*/ 747462 h 858001"/>
                <a:gd name="csX471" fmla="*/ 501567 w 745958"/>
                <a:gd name="csY471" fmla="*/ 751974 h 858001"/>
                <a:gd name="csX472" fmla="*/ 498558 w 745958"/>
                <a:gd name="csY472" fmla="*/ 754230 h 858001"/>
                <a:gd name="csX473" fmla="*/ 496303 w 745958"/>
                <a:gd name="csY473" fmla="*/ 754982 h 858001"/>
                <a:gd name="csX474" fmla="*/ 494047 w 745958"/>
                <a:gd name="csY474" fmla="*/ 754982 h 858001"/>
                <a:gd name="csX475" fmla="*/ 490287 w 745958"/>
                <a:gd name="csY475" fmla="*/ 752726 h 858001"/>
                <a:gd name="csX476" fmla="*/ 487279 w 745958"/>
                <a:gd name="csY476" fmla="*/ 752726 h 858001"/>
                <a:gd name="csX477" fmla="*/ 487279 w 745958"/>
                <a:gd name="csY477" fmla="*/ 754230 h 858001"/>
                <a:gd name="csX478" fmla="*/ 488783 w 745958"/>
                <a:gd name="csY478" fmla="*/ 754230 h 858001"/>
                <a:gd name="csX479" fmla="*/ 490287 w 745958"/>
                <a:gd name="csY479" fmla="*/ 754230 h 858001"/>
                <a:gd name="csX480" fmla="*/ 491791 w 745958"/>
                <a:gd name="csY480" fmla="*/ 754982 h 858001"/>
                <a:gd name="csX481" fmla="*/ 491791 w 745958"/>
                <a:gd name="csY481" fmla="*/ 756486 h 858001"/>
                <a:gd name="csX482" fmla="*/ 489535 w 745958"/>
                <a:gd name="csY482" fmla="*/ 756486 h 858001"/>
                <a:gd name="csX483" fmla="*/ 486527 w 745958"/>
                <a:gd name="csY483" fmla="*/ 757238 h 858001"/>
                <a:gd name="csX484" fmla="*/ 486527 w 745958"/>
                <a:gd name="csY484" fmla="*/ 757989 h 858001"/>
                <a:gd name="csX485" fmla="*/ 488783 w 745958"/>
                <a:gd name="csY485" fmla="*/ 757989 h 858001"/>
                <a:gd name="csX486" fmla="*/ 490287 w 745958"/>
                <a:gd name="csY486" fmla="*/ 757989 h 858001"/>
                <a:gd name="csX487" fmla="*/ 491791 w 745958"/>
                <a:gd name="csY487" fmla="*/ 757238 h 858001"/>
                <a:gd name="csX488" fmla="*/ 492543 w 745958"/>
                <a:gd name="csY488" fmla="*/ 756486 h 858001"/>
                <a:gd name="csX489" fmla="*/ 494799 w 745958"/>
                <a:gd name="csY489" fmla="*/ 757238 h 858001"/>
                <a:gd name="csX490" fmla="*/ 488031 w 745958"/>
                <a:gd name="csY490" fmla="*/ 764757 h 858001"/>
                <a:gd name="csX491" fmla="*/ 480511 w 745958"/>
                <a:gd name="csY491" fmla="*/ 776037 h 858001"/>
                <a:gd name="csX492" fmla="*/ 479007 w 745958"/>
                <a:gd name="csY492" fmla="*/ 776789 h 858001"/>
                <a:gd name="csX493" fmla="*/ 476751 w 745958"/>
                <a:gd name="csY493" fmla="*/ 778293 h 858001"/>
                <a:gd name="csX494" fmla="*/ 475999 w 745958"/>
                <a:gd name="csY494" fmla="*/ 779045 h 858001"/>
                <a:gd name="csX495" fmla="*/ 469984 w 745958"/>
                <a:gd name="csY495" fmla="*/ 786564 h 858001"/>
                <a:gd name="csX496" fmla="*/ 469232 w 745958"/>
                <a:gd name="csY496" fmla="*/ 788820 h 858001"/>
                <a:gd name="csX497" fmla="*/ 466976 w 745958"/>
                <a:gd name="csY497" fmla="*/ 793332 h 858001"/>
                <a:gd name="csX498" fmla="*/ 465472 w 745958"/>
                <a:gd name="csY498" fmla="*/ 806116 h 858001"/>
                <a:gd name="csX499" fmla="*/ 467728 w 745958"/>
                <a:gd name="csY499" fmla="*/ 821907 h 858001"/>
                <a:gd name="csX500" fmla="*/ 467728 w 745958"/>
                <a:gd name="csY500" fmla="*/ 826419 h 858001"/>
                <a:gd name="csX501" fmla="*/ 467728 w 745958"/>
                <a:gd name="csY501" fmla="*/ 827923 h 858001"/>
                <a:gd name="csX502" fmla="*/ 466976 w 745958"/>
                <a:gd name="csY502" fmla="*/ 829427 h 858001"/>
                <a:gd name="csX503" fmla="*/ 466224 w 745958"/>
                <a:gd name="csY503" fmla="*/ 830179 h 858001"/>
                <a:gd name="csX504" fmla="*/ 465472 w 745958"/>
                <a:gd name="csY504" fmla="*/ 830931 h 858001"/>
                <a:gd name="csX505" fmla="*/ 464720 w 745958"/>
                <a:gd name="csY505" fmla="*/ 831683 h 858001"/>
                <a:gd name="csX506" fmla="*/ 461712 w 745958"/>
                <a:gd name="csY506" fmla="*/ 833187 h 858001"/>
                <a:gd name="csX507" fmla="*/ 456448 w 745958"/>
                <a:gd name="csY507" fmla="*/ 837699 h 858001"/>
                <a:gd name="csX508" fmla="*/ 454192 w 745958"/>
                <a:gd name="csY508" fmla="*/ 839203 h 858001"/>
                <a:gd name="csX509" fmla="*/ 451184 w 745958"/>
                <a:gd name="csY509" fmla="*/ 843715 h 858001"/>
                <a:gd name="csX510" fmla="*/ 448928 w 745958"/>
                <a:gd name="csY510" fmla="*/ 845218 h 858001"/>
                <a:gd name="csX511" fmla="*/ 437649 w 745958"/>
                <a:gd name="csY511" fmla="*/ 848978 h 858001"/>
                <a:gd name="csX512" fmla="*/ 437649 w 745958"/>
                <a:gd name="csY512" fmla="*/ 848226 h 858001"/>
                <a:gd name="csX513" fmla="*/ 434641 w 745958"/>
                <a:gd name="csY513" fmla="*/ 847474 h 858001"/>
                <a:gd name="csX514" fmla="*/ 433137 w 745958"/>
                <a:gd name="csY514" fmla="*/ 847474 h 858001"/>
                <a:gd name="csX515" fmla="*/ 432385 w 745958"/>
                <a:gd name="csY515" fmla="*/ 847474 h 858001"/>
                <a:gd name="csX516" fmla="*/ 431633 w 745958"/>
                <a:gd name="csY516" fmla="*/ 848226 h 858001"/>
                <a:gd name="csX517" fmla="*/ 430881 w 745958"/>
                <a:gd name="csY517" fmla="*/ 848226 h 858001"/>
                <a:gd name="csX518" fmla="*/ 430129 w 745958"/>
                <a:gd name="csY518" fmla="*/ 848226 h 858001"/>
                <a:gd name="csX519" fmla="*/ 429377 w 745958"/>
                <a:gd name="csY519" fmla="*/ 847474 h 858001"/>
                <a:gd name="csX520" fmla="*/ 427873 w 745958"/>
                <a:gd name="csY520" fmla="*/ 845970 h 858001"/>
                <a:gd name="csX521" fmla="*/ 427121 w 745958"/>
                <a:gd name="csY521" fmla="*/ 845970 h 858001"/>
                <a:gd name="csX522" fmla="*/ 426369 w 745958"/>
                <a:gd name="csY522" fmla="*/ 846722 h 858001"/>
                <a:gd name="csX523" fmla="*/ 425617 w 745958"/>
                <a:gd name="csY523" fmla="*/ 848978 h 858001"/>
                <a:gd name="csX524" fmla="*/ 424865 w 745958"/>
                <a:gd name="csY524" fmla="*/ 849730 h 858001"/>
                <a:gd name="csX525" fmla="*/ 424113 w 745958"/>
                <a:gd name="csY525" fmla="*/ 850482 h 858001"/>
                <a:gd name="csX526" fmla="*/ 423361 w 745958"/>
                <a:gd name="csY526" fmla="*/ 850482 h 858001"/>
                <a:gd name="csX527" fmla="*/ 422609 w 745958"/>
                <a:gd name="csY527" fmla="*/ 850482 h 858001"/>
                <a:gd name="csX528" fmla="*/ 421105 w 745958"/>
                <a:gd name="csY528" fmla="*/ 849730 h 858001"/>
                <a:gd name="csX529" fmla="*/ 419601 w 745958"/>
                <a:gd name="csY529" fmla="*/ 849730 h 858001"/>
                <a:gd name="csX530" fmla="*/ 418849 w 745958"/>
                <a:gd name="csY530" fmla="*/ 849730 h 858001"/>
                <a:gd name="csX531" fmla="*/ 418097 w 745958"/>
                <a:gd name="csY531" fmla="*/ 850482 h 858001"/>
                <a:gd name="csX532" fmla="*/ 417345 w 745958"/>
                <a:gd name="csY532" fmla="*/ 850482 h 858001"/>
                <a:gd name="csX533" fmla="*/ 416593 w 745958"/>
                <a:gd name="csY533" fmla="*/ 851234 h 858001"/>
                <a:gd name="csX534" fmla="*/ 415841 w 745958"/>
                <a:gd name="csY534" fmla="*/ 851986 h 858001"/>
                <a:gd name="csX535" fmla="*/ 415841 w 745958"/>
                <a:gd name="csY535" fmla="*/ 852738 h 858001"/>
                <a:gd name="csX536" fmla="*/ 415841 w 745958"/>
                <a:gd name="csY536" fmla="*/ 855746 h 858001"/>
                <a:gd name="csX537" fmla="*/ 415841 w 745958"/>
                <a:gd name="csY537" fmla="*/ 856498 h 858001"/>
                <a:gd name="csX538" fmla="*/ 415090 w 745958"/>
                <a:gd name="csY538" fmla="*/ 857250 h 858001"/>
                <a:gd name="csX539" fmla="*/ 415090 w 745958"/>
                <a:gd name="csY539" fmla="*/ 858002 h 858001"/>
                <a:gd name="csX540" fmla="*/ 414338 w 745958"/>
                <a:gd name="csY540" fmla="*/ 858002 h 858001"/>
                <a:gd name="csX541" fmla="*/ 413586 w 745958"/>
                <a:gd name="csY541" fmla="*/ 858002 h 858001"/>
                <a:gd name="csX542" fmla="*/ 412834 w 745958"/>
                <a:gd name="csY542" fmla="*/ 858002 h 858001"/>
                <a:gd name="csX543" fmla="*/ 412082 w 745958"/>
                <a:gd name="csY543" fmla="*/ 856498 h 858001"/>
                <a:gd name="csX544" fmla="*/ 409826 w 745958"/>
                <a:gd name="csY544" fmla="*/ 851986 h 858001"/>
                <a:gd name="csX545" fmla="*/ 409074 w 745958"/>
                <a:gd name="csY545" fmla="*/ 851234 h 858001"/>
                <a:gd name="csX546" fmla="*/ 408322 w 745958"/>
                <a:gd name="csY546" fmla="*/ 849730 h 858001"/>
                <a:gd name="csX547" fmla="*/ 406066 w 745958"/>
                <a:gd name="csY547" fmla="*/ 848978 h 858001"/>
                <a:gd name="csX548" fmla="*/ 405314 w 745958"/>
                <a:gd name="csY548" fmla="*/ 848226 h 858001"/>
                <a:gd name="csX549" fmla="*/ 403810 w 745958"/>
                <a:gd name="csY549" fmla="*/ 848226 h 858001"/>
                <a:gd name="csX550" fmla="*/ 387266 w 745958"/>
                <a:gd name="csY550" fmla="*/ 846722 h 858001"/>
                <a:gd name="csX551" fmla="*/ 386514 w 745958"/>
                <a:gd name="csY551" fmla="*/ 846722 h 858001"/>
                <a:gd name="csX552" fmla="*/ 383507 w 745958"/>
                <a:gd name="csY552" fmla="*/ 845218 h 858001"/>
                <a:gd name="csX553" fmla="*/ 382755 w 745958"/>
                <a:gd name="csY553" fmla="*/ 845218 h 858001"/>
                <a:gd name="csX554" fmla="*/ 382003 w 745958"/>
                <a:gd name="csY554" fmla="*/ 844466 h 858001"/>
                <a:gd name="csX555" fmla="*/ 377491 w 745958"/>
                <a:gd name="csY555" fmla="*/ 839203 h 858001"/>
                <a:gd name="csX556" fmla="*/ 375987 w 745958"/>
                <a:gd name="csY556" fmla="*/ 837699 h 858001"/>
                <a:gd name="csX557" fmla="*/ 375235 w 745958"/>
                <a:gd name="csY557" fmla="*/ 837699 h 858001"/>
                <a:gd name="csX558" fmla="*/ 372227 w 745958"/>
                <a:gd name="csY558" fmla="*/ 836195 h 858001"/>
                <a:gd name="csX559" fmla="*/ 369971 w 745958"/>
                <a:gd name="csY559" fmla="*/ 835443 h 858001"/>
                <a:gd name="csX560" fmla="*/ 369219 w 745958"/>
                <a:gd name="csY560" fmla="*/ 834691 h 858001"/>
                <a:gd name="csX561" fmla="*/ 368467 w 745958"/>
                <a:gd name="csY561" fmla="*/ 833939 h 858001"/>
                <a:gd name="csX562" fmla="*/ 366963 w 745958"/>
                <a:gd name="csY562" fmla="*/ 830179 h 858001"/>
                <a:gd name="csX563" fmla="*/ 366963 w 745958"/>
                <a:gd name="csY563" fmla="*/ 828675 h 858001"/>
                <a:gd name="csX564" fmla="*/ 366963 w 745958"/>
                <a:gd name="csY564" fmla="*/ 825667 h 858001"/>
                <a:gd name="csX565" fmla="*/ 366963 w 745958"/>
                <a:gd name="csY565" fmla="*/ 824915 h 858001"/>
                <a:gd name="csX566" fmla="*/ 364707 w 745958"/>
                <a:gd name="csY566" fmla="*/ 821155 h 858001"/>
                <a:gd name="csX567" fmla="*/ 364707 w 745958"/>
                <a:gd name="csY567" fmla="*/ 819651 h 858001"/>
                <a:gd name="csX568" fmla="*/ 364707 w 745958"/>
                <a:gd name="csY568" fmla="*/ 818147 h 858001"/>
                <a:gd name="csX569" fmla="*/ 365459 w 745958"/>
                <a:gd name="csY569" fmla="*/ 817395 h 858001"/>
                <a:gd name="csX570" fmla="*/ 367715 w 745958"/>
                <a:gd name="csY570" fmla="*/ 815140 h 858001"/>
                <a:gd name="csX571" fmla="*/ 367715 w 745958"/>
                <a:gd name="csY571" fmla="*/ 814387 h 858001"/>
                <a:gd name="csX572" fmla="*/ 367715 w 745958"/>
                <a:gd name="csY572" fmla="*/ 813636 h 858001"/>
                <a:gd name="csX573" fmla="*/ 367715 w 745958"/>
                <a:gd name="csY573" fmla="*/ 812132 h 858001"/>
                <a:gd name="csX574" fmla="*/ 367715 w 745958"/>
                <a:gd name="csY574" fmla="*/ 811380 h 858001"/>
                <a:gd name="csX575" fmla="*/ 367715 w 745958"/>
                <a:gd name="csY575" fmla="*/ 809876 h 858001"/>
                <a:gd name="csX576" fmla="*/ 366963 w 745958"/>
                <a:gd name="csY576" fmla="*/ 809124 h 858001"/>
                <a:gd name="csX577" fmla="*/ 366211 w 745958"/>
                <a:gd name="csY577" fmla="*/ 807620 h 858001"/>
                <a:gd name="csX578" fmla="*/ 363203 w 745958"/>
                <a:gd name="csY578" fmla="*/ 805364 h 858001"/>
                <a:gd name="csX579" fmla="*/ 362451 w 745958"/>
                <a:gd name="csY579" fmla="*/ 804612 h 858001"/>
                <a:gd name="csX580" fmla="*/ 361699 w 745958"/>
                <a:gd name="csY580" fmla="*/ 803860 h 858001"/>
                <a:gd name="csX581" fmla="*/ 360947 w 745958"/>
                <a:gd name="csY581" fmla="*/ 803860 h 858001"/>
                <a:gd name="csX582" fmla="*/ 360195 w 745958"/>
                <a:gd name="csY582" fmla="*/ 803860 h 858001"/>
                <a:gd name="csX583" fmla="*/ 359443 w 745958"/>
                <a:gd name="csY583" fmla="*/ 803860 h 858001"/>
                <a:gd name="csX584" fmla="*/ 357940 w 745958"/>
                <a:gd name="csY584" fmla="*/ 803860 h 858001"/>
                <a:gd name="csX585" fmla="*/ 357188 w 745958"/>
                <a:gd name="csY585" fmla="*/ 803860 h 858001"/>
                <a:gd name="csX586" fmla="*/ 348164 w 745958"/>
                <a:gd name="csY586" fmla="*/ 806868 h 858001"/>
                <a:gd name="csX587" fmla="*/ 347412 w 745958"/>
                <a:gd name="csY587" fmla="*/ 806868 h 858001"/>
                <a:gd name="csX588" fmla="*/ 346660 w 745958"/>
                <a:gd name="csY588" fmla="*/ 806868 h 858001"/>
                <a:gd name="csX589" fmla="*/ 345908 w 745958"/>
                <a:gd name="csY589" fmla="*/ 806868 h 858001"/>
                <a:gd name="csX590" fmla="*/ 345908 w 745958"/>
                <a:gd name="csY590" fmla="*/ 806116 h 858001"/>
                <a:gd name="csX591" fmla="*/ 345156 w 745958"/>
                <a:gd name="csY591" fmla="*/ 804612 h 858001"/>
                <a:gd name="csX592" fmla="*/ 345156 w 745958"/>
                <a:gd name="csY592" fmla="*/ 803860 h 858001"/>
                <a:gd name="csX593" fmla="*/ 345156 w 745958"/>
                <a:gd name="csY593" fmla="*/ 802356 h 858001"/>
                <a:gd name="csX594" fmla="*/ 345908 w 745958"/>
                <a:gd name="csY594" fmla="*/ 801604 h 858001"/>
                <a:gd name="csX595" fmla="*/ 346660 w 745958"/>
                <a:gd name="csY595" fmla="*/ 800100 h 858001"/>
                <a:gd name="csX596" fmla="*/ 346660 w 745958"/>
                <a:gd name="csY596" fmla="*/ 799348 h 858001"/>
                <a:gd name="csX597" fmla="*/ 346660 w 745958"/>
                <a:gd name="csY597" fmla="*/ 798596 h 858001"/>
                <a:gd name="csX598" fmla="*/ 346660 w 745958"/>
                <a:gd name="csY598" fmla="*/ 797844 h 858001"/>
                <a:gd name="csX599" fmla="*/ 345156 w 745958"/>
                <a:gd name="csY599" fmla="*/ 795588 h 858001"/>
                <a:gd name="csX600" fmla="*/ 345156 w 745958"/>
                <a:gd name="csY600" fmla="*/ 794084 h 858001"/>
                <a:gd name="csX601" fmla="*/ 345156 w 745958"/>
                <a:gd name="csY601" fmla="*/ 793332 h 858001"/>
                <a:gd name="csX602" fmla="*/ 345908 w 745958"/>
                <a:gd name="csY602" fmla="*/ 792580 h 858001"/>
                <a:gd name="csX603" fmla="*/ 345908 w 745958"/>
                <a:gd name="csY603" fmla="*/ 791076 h 858001"/>
                <a:gd name="csX604" fmla="*/ 346660 w 745958"/>
                <a:gd name="csY604" fmla="*/ 789572 h 858001"/>
                <a:gd name="csX605" fmla="*/ 347412 w 745958"/>
                <a:gd name="csY605" fmla="*/ 788068 h 858001"/>
                <a:gd name="csX606" fmla="*/ 347412 w 745958"/>
                <a:gd name="csY606" fmla="*/ 786564 h 858001"/>
                <a:gd name="csX607" fmla="*/ 347412 w 745958"/>
                <a:gd name="csY607" fmla="*/ 785061 h 858001"/>
                <a:gd name="csX608" fmla="*/ 346660 w 745958"/>
                <a:gd name="csY608" fmla="*/ 784309 h 858001"/>
                <a:gd name="csX609" fmla="*/ 345156 w 745958"/>
                <a:gd name="csY609" fmla="*/ 779045 h 858001"/>
                <a:gd name="csX610" fmla="*/ 345156 w 745958"/>
                <a:gd name="csY610" fmla="*/ 778293 h 858001"/>
                <a:gd name="csX611" fmla="*/ 344404 w 745958"/>
                <a:gd name="csY611" fmla="*/ 773029 h 858001"/>
                <a:gd name="csX612" fmla="*/ 344404 w 745958"/>
                <a:gd name="csY612" fmla="*/ 771525 h 858001"/>
                <a:gd name="csX613" fmla="*/ 343652 w 745958"/>
                <a:gd name="csY613" fmla="*/ 770773 h 858001"/>
                <a:gd name="csX614" fmla="*/ 342900 w 745958"/>
                <a:gd name="csY614" fmla="*/ 769269 h 858001"/>
                <a:gd name="csX615" fmla="*/ 340644 w 745958"/>
                <a:gd name="csY615" fmla="*/ 767765 h 858001"/>
                <a:gd name="csX616" fmla="*/ 338388 w 745958"/>
                <a:gd name="csY616" fmla="*/ 767013 h 858001"/>
                <a:gd name="csX617" fmla="*/ 336884 w 745958"/>
                <a:gd name="csY617" fmla="*/ 767013 h 858001"/>
                <a:gd name="csX618" fmla="*/ 334628 w 745958"/>
                <a:gd name="csY618" fmla="*/ 767013 h 858001"/>
                <a:gd name="csX619" fmla="*/ 333876 w 745958"/>
                <a:gd name="csY619" fmla="*/ 767013 h 858001"/>
                <a:gd name="csX620" fmla="*/ 333124 w 745958"/>
                <a:gd name="csY620" fmla="*/ 766261 h 858001"/>
                <a:gd name="csX621" fmla="*/ 332372 w 745958"/>
                <a:gd name="csY621" fmla="*/ 766261 h 858001"/>
                <a:gd name="csX622" fmla="*/ 331620 w 745958"/>
                <a:gd name="csY622" fmla="*/ 764757 h 858001"/>
                <a:gd name="csX623" fmla="*/ 330868 w 745958"/>
                <a:gd name="csY623" fmla="*/ 764005 h 858001"/>
                <a:gd name="csX624" fmla="*/ 328613 w 745958"/>
                <a:gd name="csY624" fmla="*/ 757989 h 858001"/>
                <a:gd name="csX625" fmla="*/ 327861 w 745958"/>
                <a:gd name="csY625" fmla="*/ 756486 h 858001"/>
                <a:gd name="csX626" fmla="*/ 327861 w 745958"/>
                <a:gd name="csY626" fmla="*/ 754230 h 858001"/>
                <a:gd name="csX627" fmla="*/ 327861 w 745958"/>
                <a:gd name="csY627" fmla="*/ 752726 h 858001"/>
                <a:gd name="csX628" fmla="*/ 327861 w 745958"/>
                <a:gd name="csY628" fmla="*/ 750470 h 858001"/>
                <a:gd name="csX629" fmla="*/ 328613 w 745958"/>
                <a:gd name="csY629" fmla="*/ 747462 h 858001"/>
                <a:gd name="csX630" fmla="*/ 329364 w 745958"/>
                <a:gd name="csY630" fmla="*/ 745206 h 858001"/>
                <a:gd name="csX631" fmla="*/ 329364 w 745958"/>
                <a:gd name="csY631" fmla="*/ 733926 h 858001"/>
                <a:gd name="csX632" fmla="*/ 328613 w 745958"/>
                <a:gd name="csY632" fmla="*/ 732422 h 858001"/>
                <a:gd name="csX633" fmla="*/ 327109 w 745958"/>
                <a:gd name="csY633" fmla="*/ 731670 h 858001"/>
                <a:gd name="csX634" fmla="*/ 321845 w 745958"/>
                <a:gd name="csY634" fmla="*/ 727159 h 858001"/>
                <a:gd name="csX635" fmla="*/ 321093 w 745958"/>
                <a:gd name="csY635" fmla="*/ 726407 h 858001"/>
                <a:gd name="csX636" fmla="*/ 320341 w 745958"/>
                <a:gd name="csY636" fmla="*/ 724903 h 858001"/>
                <a:gd name="csX637" fmla="*/ 318085 w 745958"/>
                <a:gd name="csY637" fmla="*/ 720391 h 858001"/>
                <a:gd name="csX638" fmla="*/ 318085 w 745958"/>
                <a:gd name="csY638" fmla="*/ 719639 h 858001"/>
                <a:gd name="csX639" fmla="*/ 305301 w 745958"/>
                <a:gd name="csY639" fmla="*/ 706855 h 858001"/>
                <a:gd name="csX640" fmla="*/ 304549 w 745958"/>
                <a:gd name="csY640" fmla="*/ 704599 h 858001"/>
                <a:gd name="csX641" fmla="*/ 303797 w 745958"/>
                <a:gd name="csY641" fmla="*/ 703847 h 858001"/>
                <a:gd name="csX642" fmla="*/ 303045 w 745958"/>
                <a:gd name="csY642" fmla="*/ 703095 h 858001"/>
                <a:gd name="csX643" fmla="*/ 301542 w 745958"/>
                <a:gd name="csY643" fmla="*/ 701591 h 858001"/>
                <a:gd name="csX644" fmla="*/ 300789 w 745958"/>
                <a:gd name="csY644" fmla="*/ 700840 h 858001"/>
                <a:gd name="csX645" fmla="*/ 299285 w 745958"/>
                <a:gd name="csY645" fmla="*/ 700840 h 858001"/>
                <a:gd name="csX646" fmla="*/ 298534 w 745958"/>
                <a:gd name="csY646" fmla="*/ 700840 h 858001"/>
                <a:gd name="csX647" fmla="*/ 293270 w 745958"/>
                <a:gd name="csY647" fmla="*/ 703847 h 858001"/>
                <a:gd name="csX648" fmla="*/ 292518 w 745958"/>
                <a:gd name="csY648" fmla="*/ 703847 h 858001"/>
                <a:gd name="csX649" fmla="*/ 291766 w 745958"/>
                <a:gd name="csY649" fmla="*/ 703847 h 858001"/>
                <a:gd name="csX650" fmla="*/ 291014 w 745958"/>
                <a:gd name="csY650" fmla="*/ 703847 h 858001"/>
                <a:gd name="csX651" fmla="*/ 290262 w 745958"/>
                <a:gd name="csY651" fmla="*/ 703847 h 858001"/>
                <a:gd name="csX652" fmla="*/ 288006 w 745958"/>
                <a:gd name="csY652" fmla="*/ 703847 h 858001"/>
                <a:gd name="csX653" fmla="*/ 284998 w 745958"/>
                <a:gd name="csY653" fmla="*/ 702343 h 858001"/>
                <a:gd name="csX654" fmla="*/ 284246 w 745958"/>
                <a:gd name="csY654" fmla="*/ 700088 h 858001"/>
                <a:gd name="csX655" fmla="*/ 276726 w 745958"/>
                <a:gd name="csY655" fmla="*/ 676024 h 858001"/>
                <a:gd name="csX656" fmla="*/ 273718 w 745958"/>
                <a:gd name="csY656" fmla="*/ 673768 h 858001"/>
                <a:gd name="csX657" fmla="*/ 270711 w 745958"/>
                <a:gd name="csY657" fmla="*/ 667001 h 858001"/>
                <a:gd name="csX658" fmla="*/ 270711 w 745958"/>
                <a:gd name="csY658" fmla="*/ 666249 h 858001"/>
                <a:gd name="csX659" fmla="*/ 269959 w 745958"/>
                <a:gd name="csY659" fmla="*/ 665497 h 858001"/>
                <a:gd name="csX660" fmla="*/ 271463 w 745958"/>
                <a:gd name="csY660" fmla="*/ 659481 h 858001"/>
                <a:gd name="csX661" fmla="*/ 271463 w 745958"/>
                <a:gd name="csY661" fmla="*/ 656473 h 858001"/>
                <a:gd name="csX662" fmla="*/ 271463 w 745958"/>
                <a:gd name="csY662" fmla="*/ 654969 h 858001"/>
                <a:gd name="csX663" fmla="*/ 271463 w 745958"/>
                <a:gd name="csY663" fmla="*/ 652713 h 858001"/>
                <a:gd name="csX664" fmla="*/ 270711 w 745958"/>
                <a:gd name="csY664" fmla="*/ 649705 h 858001"/>
                <a:gd name="csX665" fmla="*/ 267703 w 745958"/>
                <a:gd name="csY665" fmla="*/ 643689 h 858001"/>
                <a:gd name="csX666" fmla="*/ 266951 w 745958"/>
                <a:gd name="csY666" fmla="*/ 640682 h 858001"/>
                <a:gd name="csX667" fmla="*/ 266199 w 745958"/>
                <a:gd name="csY667" fmla="*/ 636922 h 858001"/>
                <a:gd name="csX668" fmla="*/ 266199 w 745958"/>
                <a:gd name="csY668" fmla="*/ 636170 h 858001"/>
                <a:gd name="csX669" fmla="*/ 265447 w 745958"/>
                <a:gd name="csY669" fmla="*/ 635418 h 858001"/>
                <a:gd name="csX670" fmla="*/ 265447 w 745958"/>
                <a:gd name="csY670" fmla="*/ 634666 h 858001"/>
                <a:gd name="csX671" fmla="*/ 261687 w 745958"/>
                <a:gd name="csY671" fmla="*/ 631658 h 858001"/>
                <a:gd name="csX672" fmla="*/ 260935 w 745958"/>
                <a:gd name="csY672" fmla="*/ 630906 h 858001"/>
                <a:gd name="csX673" fmla="*/ 260183 w 745958"/>
                <a:gd name="csY673" fmla="*/ 629402 h 858001"/>
                <a:gd name="csX674" fmla="*/ 253415 w 745958"/>
                <a:gd name="csY674" fmla="*/ 615114 h 858001"/>
                <a:gd name="csX675" fmla="*/ 252663 w 745958"/>
                <a:gd name="csY675" fmla="*/ 612859 h 858001"/>
                <a:gd name="csX676" fmla="*/ 252663 w 745958"/>
                <a:gd name="csY676" fmla="*/ 604587 h 858001"/>
                <a:gd name="csX677" fmla="*/ 252663 w 745958"/>
                <a:gd name="csY677" fmla="*/ 600827 h 858001"/>
                <a:gd name="csX678" fmla="*/ 252663 w 745958"/>
                <a:gd name="csY678" fmla="*/ 598571 h 858001"/>
                <a:gd name="csX679" fmla="*/ 251159 w 745958"/>
                <a:gd name="csY679" fmla="*/ 595563 h 858001"/>
                <a:gd name="csX680" fmla="*/ 251159 w 745958"/>
                <a:gd name="csY680" fmla="*/ 594059 h 858001"/>
                <a:gd name="csX681" fmla="*/ 251159 w 745958"/>
                <a:gd name="csY681" fmla="*/ 592555 h 858001"/>
                <a:gd name="csX682" fmla="*/ 251159 w 745958"/>
                <a:gd name="csY682" fmla="*/ 591803 h 858001"/>
                <a:gd name="csX683" fmla="*/ 252663 w 745958"/>
                <a:gd name="csY683" fmla="*/ 587291 h 858001"/>
                <a:gd name="csX684" fmla="*/ 252663 w 745958"/>
                <a:gd name="csY684" fmla="*/ 585788 h 858001"/>
                <a:gd name="csX685" fmla="*/ 252663 w 745958"/>
                <a:gd name="csY685" fmla="*/ 582780 h 858001"/>
                <a:gd name="csX686" fmla="*/ 253415 w 745958"/>
                <a:gd name="csY686" fmla="*/ 579020 h 858001"/>
                <a:gd name="csX687" fmla="*/ 255671 w 745958"/>
                <a:gd name="csY687" fmla="*/ 569996 h 858001"/>
                <a:gd name="csX688" fmla="*/ 255671 w 745958"/>
                <a:gd name="csY688" fmla="*/ 568492 h 858001"/>
                <a:gd name="csX689" fmla="*/ 255671 w 745958"/>
                <a:gd name="csY689" fmla="*/ 564732 h 858001"/>
                <a:gd name="csX690" fmla="*/ 254919 w 745958"/>
                <a:gd name="csY690" fmla="*/ 562476 h 858001"/>
                <a:gd name="csX691" fmla="*/ 254919 w 745958"/>
                <a:gd name="csY691" fmla="*/ 561724 h 858001"/>
                <a:gd name="csX692" fmla="*/ 254167 w 745958"/>
                <a:gd name="csY692" fmla="*/ 560972 h 858001"/>
                <a:gd name="csX693" fmla="*/ 254167 w 745958"/>
                <a:gd name="csY693" fmla="*/ 560220 h 858001"/>
                <a:gd name="csX694" fmla="*/ 252663 w 745958"/>
                <a:gd name="csY694" fmla="*/ 559468 h 858001"/>
                <a:gd name="csX695" fmla="*/ 239128 w 745958"/>
                <a:gd name="csY695" fmla="*/ 557213 h 858001"/>
                <a:gd name="csX696" fmla="*/ 232360 w 745958"/>
                <a:gd name="csY696" fmla="*/ 554957 h 858001"/>
                <a:gd name="csX697" fmla="*/ 230104 w 745958"/>
                <a:gd name="csY697" fmla="*/ 553453 h 858001"/>
                <a:gd name="csX698" fmla="*/ 227096 w 745958"/>
                <a:gd name="csY698" fmla="*/ 551949 h 858001"/>
                <a:gd name="csX699" fmla="*/ 224840 w 745958"/>
                <a:gd name="csY699" fmla="*/ 548941 h 858001"/>
                <a:gd name="csX700" fmla="*/ 222584 w 745958"/>
                <a:gd name="csY700" fmla="*/ 545933 h 858001"/>
                <a:gd name="csX701" fmla="*/ 221832 w 745958"/>
                <a:gd name="csY701" fmla="*/ 542925 h 858001"/>
                <a:gd name="csX702" fmla="*/ 220328 w 745958"/>
                <a:gd name="csY702" fmla="*/ 540669 h 858001"/>
                <a:gd name="csX703" fmla="*/ 219576 w 745958"/>
                <a:gd name="csY703" fmla="*/ 539917 h 858001"/>
                <a:gd name="csX704" fmla="*/ 218824 w 745958"/>
                <a:gd name="csY704" fmla="*/ 538413 h 858001"/>
                <a:gd name="csX705" fmla="*/ 212808 w 745958"/>
                <a:gd name="csY705" fmla="*/ 534653 h 858001"/>
                <a:gd name="csX706" fmla="*/ 210553 w 745958"/>
                <a:gd name="csY706" fmla="*/ 531645 h 858001"/>
                <a:gd name="csX707" fmla="*/ 209801 w 745958"/>
                <a:gd name="csY707" fmla="*/ 530893 h 858001"/>
                <a:gd name="csX708" fmla="*/ 209049 w 745958"/>
                <a:gd name="csY708" fmla="*/ 529390 h 858001"/>
                <a:gd name="csX709" fmla="*/ 208297 w 745958"/>
                <a:gd name="csY709" fmla="*/ 527134 h 858001"/>
                <a:gd name="csX710" fmla="*/ 208297 w 745958"/>
                <a:gd name="csY710" fmla="*/ 522622 h 858001"/>
                <a:gd name="csX711" fmla="*/ 208297 w 745958"/>
                <a:gd name="csY711" fmla="*/ 521870 h 858001"/>
                <a:gd name="csX712" fmla="*/ 206793 w 745958"/>
                <a:gd name="csY712" fmla="*/ 519614 h 858001"/>
                <a:gd name="csX713" fmla="*/ 206041 w 745958"/>
                <a:gd name="csY713" fmla="*/ 518862 h 858001"/>
                <a:gd name="csX714" fmla="*/ 206793 w 745958"/>
                <a:gd name="csY714" fmla="*/ 518110 h 858001"/>
                <a:gd name="csX715" fmla="*/ 206793 w 745958"/>
                <a:gd name="csY715" fmla="*/ 516606 h 858001"/>
                <a:gd name="csX716" fmla="*/ 206793 w 745958"/>
                <a:gd name="csY716" fmla="*/ 515854 h 858001"/>
                <a:gd name="csX717" fmla="*/ 206793 w 745958"/>
                <a:gd name="csY717" fmla="*/ 515102 h 858001"/>
                <a:gd name="csX718" fmla="*/ 203033 w 745958"/>
                <a:gd name="csY718" fmla="*/ 506830 h 858001"/>
                <a:gd name="csX719" fmla="*/ 202281 w 745958"/>
                <a:gd name="csY719" fmla="*/ 506078 h 858001"/>
                <a:gd name="csX720" fmla="*/ 201529 w 745958"/>
                <a:gd name="csY720" fmla="*/ 502318 h 858001"/>
                <a:gd name="csX721" fmla="*/ 201529 w 745958"/>
                <a:gd name="csY721" fmla="*/ 500814 h 858001"/>
                <a:gd name="csX722" fmla="*/ 202281 w 745958"/>
                <a:gd name="csY722" fmla="*/ 498559 h 858001"/>
                <a:gd name="csX723" fmla="*/ 202281 w 745958"/>
                <a:gd name="csY723" fmla="*/ 497807 h 858001"/>
                <a:gd name="csX724" fmla="*/ 202281 w 745958"/>
                <a:gd name="csY724" fmla="*/ 497055 h 858001"/>
                <a:gd name="csX725" fmla="*/ 203033 w 745958"/>
                <a:gd name="csY725" fmla="*/ 496303 h 858001"/>
                <a:gd name="csX726" fmla="*/ 203785 w 745958"/>
                <a:gd name="csY726" fmla="*/ 496303 h 858001"/>
                <a:gd name="csX727" fmla="*/ 206041 w 745958"/>
                <a:gd name="csY727" fmla="*/ 496303 h 858001"/>
                <a:gd name="csX728" fmla="*/ 209801 w 745958"/>
                <a:gd name="csY728" fmla="*/ 494799 h 858001"/>
                <a:gd name="csX729" fmla="*/ 210553 w 745958"/>
                <a:gd name="csY729" fmla="*/ 494047 h 858001"/>
                <a:gd name="csX730" fmla="*/ 210553 w 745958"/>
                <a:gd name="csY730" fmla="*/ 493295 h 858001"/>
                <a:gd name="csX731" fmla="*/ 210553 w 745958"/>
                <a:gd name="csY731" fmla="*/ 492543 h 858001"/>
                <a:gd name="csX732" fmla="*/ 210553 w 745958"/>
                <a:gd name="csY732" fmla="*/ 491791 h 858001"/>
                <a:gd name="csX733" fmla="*/ 209049 w 745958"/>
                <a:gd name="csY733" fmla="*/ 488783 h 858001"/>
                <a:gd name="csX734" fmla="*/ 208297 w 745958"/>
                <a:gd name="csY734" fmla="*/ 487279 h 858001"/>
                <a:gd name="csX735" fmla="*/ 207545 w 745958"/>
                <a:gd name="csY735" fmla="*/ 486527 h 858001"/>
                <a:gd name="csX736" fmla="*/ 207545 w 745958"/>
                <a:gd name="csY736" fmla="*/ 485023 h 858001"/>
                <a:gd name="csX737" fmla="*/ 207545 w 745958"/>
                <a:gd name="csY737" fmla="*/ 484271 h 858001"/>
                <a:gd name="csX738" fmla="*/ 206793 w 745958"/>
                <a:gd name="csY738" fmla="*/ 483519 h 858001"/>
                <a:gd name="csX739" fmla="*/ 206041 w 745958"/>
                <a:gd name="csY739" fmla="*/ 482767 h 858001"/>
                <a:gd name="csX740" fmla="*/ 204537 w 745958"/>
                <a:gd name="csY740" fmla="*/ 482015 h 858001"/>
                <a:gd name="csX741" fmla="*/ 203785 w 745958"/>
                <a:gd name="csY741" fmla="*/ 482015 h 858001"/>
                <a:gd name="csX742" fmla="*/ 202281 w 745958"/>
                <a:gd name="csY742" fmla="*/ 482015 h 858001"/>
                <a:gd name="csX743" fmla="*/ 198521 w 745958"/>
                <a:gd name="csY743" fmla="*/ 483519 h 858001"/>
                <a:gd name="csX744" fmla="*/ 192505 w 745958"/>
                <a:gd name="csY744" fmla="*/ 485023 h 858001"/>
                <a:gd name="csX745" fmla="*/ 191001 w 745958"/>
                <a:gd name="csY745" fmla="*/ 485023 h 858001"/>
                <a:gd name="csX746" fmla="*/ 190249 w 745958"/>
                <a:gd name="csY746" fmla="*/ 485023 h 858001"/>
                <a:gd name="csX747" fmla="*/ 189497 w 745958"/>
                <a:gd name="csY747" fmla="*/ 484271 h 858001"/>
                <a:gd name="csX748" fmla="*/ 189497 w 745958"/>
                <a:gd name="csY748" fmla="*/ 483519 h 858001"/>
                <a:gd name="csX749" fmla="*/ 189497 w 745958"/>
                <a:gd name="csY749" fmla="*/ 482767 h 858001"/>
                <a:gd name="csX750" fmla="*/ 190249 w 745958"/>
                <a:gd name="csY750" fmla="*/ 482015 h 858001"/>
                <a:gd name="csX751" fmla="*/ 190249 w 745958"/>
                <a:gd name="csY751" fmla="*/ 481263 h 858001"/>
                <a:gd name="csX752" fmla="*/ 190249 w 745958"/>
                <a:gd name="csY752" fmla="*/ 480511 h 858001"/>
                <a:gd name="csX753" fmla="*/ 191001 w 745958"/>
                <a:gd name="csY753" fmla="*/ 479759 h 858001"/>
                <a:gd name="csX754" fmla="*/ 190249 w 745958"/>
                <a:gd name="csY754" fmla="*/ 479007 h 858001"/>
                <a:gd name="csX755" fmla="*/ 190249 w 745958"/>
                <a:gd name="csY755" fmla="*/ 478255 h 858001"/>
                <a:gd name="csX756" fmla="*/ 187993 w 745958"/>
                <a:gd name="csY756" fmla="*/ 475247 h 858001"/>
                <a:gd name="csX757" fmla="*/ 187241 w 745958"/>
                <a:gd name="csY757" fmla="*/ 473743 h 858001"/>
                <a:gd name="csX758" fmla="*/ 187241 w 745958"/>
                <a:gd name="csY758" fmla="*/ 472991 h 858001"/>
                <a:gd name="csX759" fmla="*/ 187241 w 745958"/>
                <a:gd name="csY759" fmla="*/ 472240 h 858001"/>
                <a:gd name="csX760" fmla="*/ 187241 w 745958"/>
                <a:gd name="csY760" fmla="*/ 471488 h 858001"/>
                <a:gd name="csX761" fmla="*/ 187993 w 745958"/>
                <a:gd name="csY761" fmla="*/ 470736 h 858001"/>
                <a:gd name="csX762" fmla="*/ 188745 w 745958"/>
                <a:gd name="csY762" fmla="*/ 469984 h 858001"/>
                <a:gd name="csX763" fmla="*/ 189497 w 745958"/>
                <a:gd name="csY763" fmla="*/ 469232 h 858001"/>
                <a:gd name="csX764" fmla="*/ 189497 w 745958"/>
                <a:gd name="csY764" fmla="*/ 468480 h 858001"/>
                <a:gd name="csX765" fmla="*/ 189497 w 745958"/>
                <a:gd name="csY765" fmla="*/ 467728 h 858001"/>
                <a:gd name="csX766" fmla="*/ 188745 w 745958"/>
                <a:gd name="csY766" fmla="*/ 466976 h 858001"/>
                <a:gd name="csX767" fmla="*/ 187241 w 745958"/>
                <a:gd name="csY767" fmla="*/ 466224 h 858001"/>
                <a:gd name="csX768" fmla="*/ 185738 w 745958"/>
                <a:gd name="csY768" fmla="*/ 466976 h 858001"/>
                <a:gd name="csX769" fmla="*/ 184986 w 745958"/>
                <a:gd name="csY769" fmla="*/ 466976 h 858001"/>
                <a:gd name="csX770" fmla="*/ 182730 w 745958"/>
                <a:gd name="csY770" fmla="*/ 465472 h 858001"/>
                <a:gd name="csX771" fmla="*/ 181978 w 745958"/>
                <a:gd name="csY771" fmla="*/ 465472 h 858001"/>
                <a:gd name="csX772" fmla="*/ 181226 w 745958"/>
                <a:gd name="csY772" fmla="*/ 465472 h 858001"/>
                <a:gd name="csX773" fmla="*/ 179722 w 745958"/>
                <a:gd name="csY773" fmla="*/ 465472 h 858001"/>
                <a:gd name="csX774" fmla="*/ 178970 w 745958"/>
                <a:gd name="csY774" fmla="*/ 465472 h 858001"/>
                <a:gd name="csX775" fmla="*/ 178218 w 745958"/>
                <a:gd name="csY775" fmla="*/ 465472 h 858001"/>
                <a:gd name="csX776" fmla="*/ 176714 w 745958"/>
                <a:gd name="csY776" fmla="*/ 466224 h 858001"/>
                <a:gd name="csX777" fmla="*/ 175210 w 745958"/>
                <a:gd name="csY777" fmla="*/ 466976 h 858001"/>
                <a:gd name="csX778" fmla="*/ 174458 w 745958"/>
                <a:gd name="csY778" fmla="*/ 466976 h 858001"/>
                <a:gd name="csX779" fmla="*/ 173706 w 745958"/>
                <a:gd name="csY779" fmla="*/ 466976 h 858001"/>
                <a:gd name="csX780" fmla="*/ 172954 w 745958"/>
                <a:gd name="csY780" fmla="*/ 466976 h 858001"/>
                <a:gd name="csX781" fmla="*/ 172954 w 745958"/>
                <a:gd name="csY781" fmla="*/ 466224 h 858001"/>
                <a:gd name="csX782" fmla="*/ 172202 w 745958"/>
                <a:gd name="csY782" fmla="*/ 464720 h 858001"/>
                <a:gd name="csX783" fmla="*/ 172202 w 745958"/>
                <a:gd name="csY783" fmla="*/ 463216 h 858001"/>
                <a:gd name="csX784" fmla="*/ 172202 w 745958"/>
                <a:gd name="csY784" fmla="*/ 462464 h 858001"/>
                <a:gd name="csX785" fmla="*/ 172202 w 745958"/>
                <a:gd name="csY785" fmla="*/ 460208 h 858001"/>
                <a:gd name="csX786" fmla="*/ 172202 w 745958"/>
                <a:gd name="csY786" fmla="*/ 459456 h 858001"/>
                <a:gd name="csX787" fmla="*/ 172202 w 745958"/>
                <a:gd name="csY787" fmla="*/ 458704 h 858001"/>
                <a:gd name="csX788" fmla="*/ 172202 w 745958"/>
                <a:gd name="csY788" fmla="*/ 457952 h 858001"/>
                <a:gd name="csX789" fmla="*/ 171450 w 745958"/>
                <a:gd name="csY789" fmla="*/ 457200 h 858001"/>
                <a:gd name="csX790" fmla="*/ 170698 w 745958"/>
                <a:gd name="csY790" fmla="*/ 457200 h 858001"/>
                <a:gd name="csX791" fmla="*/ 169946 w 745958"/>
                <a:gd name="csY791" fmla="*/ 457952 h 858001"/>
                <a:gd name="csX792" fmla="*/ 169194 w 745958"/>
                <a:gd name="csY792" fmla="*/ 457952 h 858001"/>
                <a:gd name="csX793" fmla="*/ 169194 w 745958"/>
                <a:gd name="csY793" fmla="*/ 458704 h 858001"/>
                <a:gd name="csX794" fmla="*/ 168442 w 745958"/>
                <a:gd name="csY794" fmla="*/ 459456 h 858001"/>
                <a:gd name="csX795" fmla="*/ 167690 w 745958"/>
                <a:gd name="csY795" fmla="*/ 459456 h 858001"/>
                <a:gd name="csX796" fmla="*/ 166938 w 745958"/>
                <a:gd name="csY796" fmla="*/ 459456 h 858001"/>
                <a:gd name="csX797" fmla="*/ 166186 w 745958"/>
                <a:gd name="csY797" fmla="*/ 459456 h 858001"/>
                <a:gd name="csX798" fmla="*/ 165434 w 745958"/>
                <a:gd name="csY798" fmla="*/ 459456 h 858001"/>
                <a:gd name="csX799" fmla="*/ 163930 w 745958"/>
                <a:gd name="csY799" fmla="*/ 458704 h 858001"/>
                <a:gd name="csX800" fmla="*/ 163178 w 745958"/>
                <a:gd name="csY800" fmla="*/ 458704 h 858001"/>
                <a:gd name="csX801" fmla="*/ 163178 w 745958"/>
                <a:gd name="csY801" fmla="*/ 457952 h 858001"/>
                <a:gd name="csX802" fmla="*/ 163930 w 745958"/>
                <a:gd name="csY802" fmla="*/ 457200 h 858001"/>
                <a:gd name="csX803" fmla="*/ 163930 w 745958"/>
                <a:gd name="csY803" fmla="*/ 456448 h 858001"/>
                <a:gd name="csX804" fmla="*/ 162426 w 745958"/>
                <a:gd name="csY804" fmla="*/ 455696 h 858001"/>
                <a:gd name="csX805" fmla="*/ 161674 w 745958"/>
                <a:gd name="csY805" fmla="*/ 455696 h 858001"/>
                <a:gd name="csX806" fmla="*/ 160922 w 745958"/>
                <a:gd name="csY806" fmla="*/ 455696 h 858001"/>
                <a:gd name="csX807" fmla="*/ 160170 w 745958"/>
                <a:gd name="csY807" fmla="*/ 456448 h 858001"/>
                <a:gd name="csX808" fmla="*/ 160170 w 745958"/>
                <a:gd name="csY808" fmla="*/ 457200 h 858001"/>
                <a:gd name="csX809" fmla="*/ 160170 w 745958"/>
                <a:gd name="csY809" fmla="*/ 457952 h 858001"/>
                <a:gd name="csX810" fmla="*/ 160170 w 745958"/>
                <a:gd name="csY810" fmla="*/ 459456 h 858001"/>
                <a:gd name="csX811" fmla="*/ 160170 w 745958"/>
                <a:gd name="csY811" fmla="*/ 460208 h 858001"/>
                <a:gd name="csX812" fmla="*/ 158667 w 745958"/>
                <a:gd name="csY812" fmla="*/ 461712 h 858001"/>
                <a:gd name="csX813" fmla="*/ 158667 w 745958"/>
                <a:gd name="csY813" fmla="*/ 462464 h 858001"/>
                <a:gd name="csX814" fmla="*/ 157914 w 745958"/>
                <a:gd name="csY814" fmla="*/ 462464 h 858001"/>
                <a:gd name="csX815" fmla="*/ 156410 w 745958"/>
                <a:gd name="csY815" fmla="*/ 462464 h 858001"/>
                <a:gd name="csX816" fmla="*/ 155659 w 745958"/>
                <a:gd name="csY816" fmla="*/ 461712 h 858001"/>
                <a:gd name="csX817" fmla="*/ 154155 w 745958"/>
                <a:gd name="csY817" fmla="*/ 460208 h 858001"/>
                <a:gd name="csX818" fmla="*/ 151147 w 745958"/>
                <a:gd name="csY818" fmla="*/ 460208 h 858001"/>
                <a:gd name="csX819" fmla="*/ 150395 w 745958"/>
                <a:gd name="csY819" fmla="*/ 459456 h 858001"/>
                <a:gd name="csX820" fmla="*/ 148891 w 745958"/>
                <a:gd name="csY820" fmla="*/ 458704 h 858001"/>
                <a:gd name="csX821" fmla="*/ 147387 w 745958"/>
                <a:gd name="csY821" fmla="*/ 459456 h 858001"/>
                <a:gd name="csX822" fmla="*/ 147387 w 745958"/>
                <a:gd name="csY822" fmla="*/ 460208 h 858001"/>
                <a:gd name="csX823" fmla="*/ 147387 w 745958"/>
                <a:gd name="csY823" fmla="*/ 460960 h 858001"/>
                <a:gd name="csX824" fmla="*/ 147387 w 745958"/>
                <a:gd name="csY824" fmla="*/ 461712 h 858001"/>
                <a:gd name="csX825" fmla="*/ 148139 w 745958"/>
                <a:gd name="csY825" fmla="*/ 462464 h 858001"/>
                <a:gd name="csX826" fmla="*/ 147387 w 745958"/>
                <a:gd name="csY826" fmla="*/ 463216 h 858001"/>
                <a:gd name="csX827" fmla="*/ 147387 w 745958"/>
                <a:gd name="csY827" fmla="*/ 463968 h 858001"/>
                <a:gd name="csX828" fmla="*/ 145883 w 745958"/>
                <a:gd name="csY828" fmla="*/ 463968 h 858001"/>
                <a:gd name="csX829" fmla="*/ 143627 w 745958"/>
                <a:gd name="csY829" fmla="*/ 463968 h 858001"/>
                <a:gd name="csX830" fmla="*/ 142875 w 745958"/>
                <a:gd name="csY830" fmla="*/ 463968 h 858001"/>
                <a:gd name="csX831" fmla="*/ 142875 w 745958"/>
                <a:gd name="csY831" fmla="*/ 463216 h 858001"/>
                <a:gd name="csX832" fmla="*/ 142875 w 745958"/>
                <a:gd name="csY832" fmla="*/ 462464 h 858001"/>
                <a:gd name="csX833" fmla="*/ 142875 w 745958"/>
                <a:gd name="csY833" fmla="*/ 461712 h 858001"/>
                <a:gd name="csX834" fmla="*/ 142123 w 745958"/>
                <a:gd name="csY834" fmla="*/ 460960 h 858001"/>
                <a:gd name="csX835" fmla="*/ 139115 w 745958"/>
                <a:gd name="csY835" fmla="*/ 460960 h 858001"/>
                <a:gd name="csX836" fmla="*/ 138363 w 745958"/>
                <a:gd name="csY836" fmla="*/ 460960 h 858001"/>
                <a:gd name="csX837" fmla="*/ 137611 w 745958"/>
                <a:gd name="csY837" fmla="*/ 460208 h 858001"/>
                <a:gd name="csX838" fmla="*/ 138363 w 745958"/>
                <a:gd name="csY838" fmla="*/ 458704 h 858001"/>
                <a:gd name="csX839" fmla="*/ 137611 w 745958"/>
                <a:gd name="csY839" fmla="*/ 457952 h 858001"/>
                <a:gd name="csX840" fmla="*/ 136859 w 745958"/>
                <a:gd name="csY840" fmla="*/ 457200 h 858001"/>
                <a:gd name="csX841" fmla="*/ 134603 w 745958"/>
                <a:gd name="csY841" fmla="*/ 455696 h 858001"/>
                <a:gd name="csX842" fmla="*/ 133851 w 745958"/>
                <a:gd name="csY842" fmla="*/ 455696 h 858001"/>
                <a:gd name="csX843" fmla="*/ 133099 w 745958"/>
                <a:gd name="csY843" fmla="*/ 454944 h 858001"/>
                <a:gd name="csX844" fmla="*/ 133099 w 745958"/>
                <a:gd name="csY844" fmla="*/ 453440 h 858001"/>
                <a:gd name="csX845" fmla="*/ 133099 w 745958"/>
                <a:gd name="csY845" fmla="*/ 452688 h 858001"/>
                <a:gd name="csX846" fmla="*/ 132347 w 745958"/>
                <a:gd name="csY846" fmla="*/ 451936 h 858001"/>
                <a:gd name="csX847" fmla="*/ 131595 w 745958"/>
                <a:gd name="csY847" fmla="*/ 451936 h 858001"/>
                <a:gd name="csX848" fmla="*/ 130843 w 745958"/>
                <a:gd name="csY848" fmla="*/ 451184 h 858001"/>
                <a:gd name="csX849" fmla="*/ 130091 w 745958"/>
                <a:gd name="csY849" fmla="*/ 451184 h 858001"/>
                <a:gd name="csX850" fmla="*/ 129340 w 745958"/>
                <a:gd name="csY850" fmla="*/ 449680 h 858001"/>
                <a:gd name="csX851" fmla="*/ 128588 w 745958"/>
                <a:gd name="csY851" fmla="*/ 448928 h 858001"/>
                <a:gd name="csX852" fmla="*/ 125580 w 745958"/>
                <a:gd name="csY852" fmla="*/ 447424 h 858001"/>
                <a:gd name="csX853" fmla="*/ 124828 w 745958"/>
                <a:gd name="csY853" fmla="*/ 446672 h 858001"/>
                <a:gd name="csX854" fmla="*/ 124076 w 745958"/>
                <a:gd name="csY854" fmla="*/ 445168 h 858001"/>
                <a:gd name="csX855" fmla="*/ 123324 w 745958"/>
                <a:gd name="csY855" fmla="*/ 444416 h 858001"/>
                <a:gd name="csX856" fmla="*/ 122572 w 745958"/>
                <a:gd name="csY856" fmla="*/ 443664 h 858001"/>
                <a:gd name="csX857" fmla="*/ 121820 w 745958"/>
                <a:gd name="csY857" fmla="*/ 442913 h 858001"/>
                <a:gd name="csX858" fmla="*/ 121068 w 745958"/>
                <a:gd name="csY858" fmla="*/ 442913 h 858001"/>
                <a:gd name="csX859" fmla="*/ 120316 w 745958"/>
                <a:gd name="csY859" fmla="*/ 442913 h 858001"/>
                <a:gd name="csX860" fmla="*/ 119564 w 745958"/>
                <a:gd name="csY860" fmla="*/ 442913 h 858001"/>
                <a:gd name="csX861" fmla="*/ 118812 w 745958"/>
                <a:gd name="csY861" fmla="*/ 443664 h 858001"/>
                <a:gd name="csX862" fmla="*/ 116556 w 745958"/>
                <a:gd name="csY862" fmla="*/ 445168 h 858001"/>
                <a:gd name="csX863" fmla="*/ 115804 w 745958"/>
                <a:gd name="csY863" fmla="*/ 445168 h 858001"/>
                <a:gd name="csX864" fmla="*/ 115052 w 745958"/>
                <a:gd name="csY864" fmla="*/ 445920 h 858001"/>
                <a:gd name="csX865" fmla="*/ 112044 w 745958"/>
                <a:gd name="csY865" fmla="*/ 445920 h 858001"/>
                <a:gd name="csX866" fmla="*/ 110540 w 745958"/>
                <a:gd name="csY866" fmla="*/ 445920 h 858001"/>
                <a:gd name="csX867" fmla="*/ 109788 w 745958"/>
                <a:gd name="csY867" fmla="*/ 445920 h 858001"/>
                <a:gd name="csX868" fmla="*/ 108284 w 745958"/>
                <a:gd name="csY868" fmla="*/ 445168 h 858001"/>
                <a:gd name="csX869" fmla="*/ 108284 w 745958"/>
                <a:gd name="csY869" fmla="*/ 444416 h 858001"/>
                <a:gd name="csX870" fmla="*/ 107532 w 745958"/>
                <a:gd name="csY870" fmla="*/ 442913 h 858001"/>
                <a:gd name="csX871" fmla="*/ 107532 w 745958"/>
                <a:gd name="csY871" fmla="*/ 441409 h 858001"/>
                <a:gd name="csX872" fmla="*/ 108284 w 745958"/>
                <a:gd name="csY872" fmla="*/ 440657 h 858001"/>
                <a:gd name="csX873" fmla="*/ 108284 w 745958"/>
                <a:gd name="csY873" fmla="*/ 439905 h 858001"/>
                <a:gd name="csX874" fmla="*/ 107532 w 745958"/>
                <a:gd name="csY874" fmla="*/ 439153 h 858001"/>
                <a:gd name="csX875" fmla="*/ 106780 w 745958"/>
                <a:gd name="csY875" fmla="*/ 438401 h 858001"/>
                <a:gd name="csX876" fmla="*/ 105276 w 745958"/>
                <a:gd name="csY876" fmla="*/ 436145 h 858001"/>
                <a:gd name="csX877" fmla="*/ 104524 w 745958"/>
                <a:gd name="csY877" fmla="*/ 434641 h 858001"/>
                <a:gd name="csX878" fmla="*/ 103772 w 745958"/>
                <a:gd name="csY878" fmla="*/ 433137 h 858001"/>
                <a:gd name="csX879" fmla="*/ 103772 w 745958"/>
                <a:gd name="csY879" fmla="*/ 432385 h 858001"/>
                <a:gd name="csX880" fmla="*/ 104524 w 745958"/>
                <a:gd name="csY880" fmla="*/ 431633 h 858001"/>
                <a:gd name="csX881" fmla="*/ 105276 w 745958"/>
                <a:gd name="csY881" fmla="*/ 430881 h 858001"/>
                <a:gd name="csX882" fmla="*/ 105276 w 745958"/>
                <a:gd name="csY882" fmla="*/ 430129 h 858001"/>
                <a:gd name="csX883" fmla="*/ 105276 w 745958"/>
                <a:gd name="csY883" fmla="*/ 429377 h 858001"/>
                <a:gd name="csX884" fmla="*/ 104524 w 745958"/>
                <a:gd name="csY884" fmla="*/ 429377 h 858001"/>
                <a:gd name="csX885" fmla="*/ 102268 w 745958"/>
                <a:gd name="csY885" fmla="*/ 429377 h 858001"/>
                <a:gd name="csX886" fmla="*/ 101516 w 745958"/>
                <a:gd name="csY886" fmla="*/ 429377 h 858001"/>
                <a:gd name="csX887" fmla="*/ 100764 w 745958"/>
                <a:gd name="csY887" fmla="*/ 429377 h 858001"/>
                <a:gd name="csX888" fmla="*/ 100012 w 745958"/>
                <a:gd name="csY888" fmla="*/ 428625 h 858001"/>
                <a:gd name="csX889" fmla="*/ 100012 w 745958"/>
                <a:gd name="csY889" fmla="*/ 427121 h 858001"/>
                <a:gd name="csX890" fmla="*/ 99261 w 745958"/>
                <a:gd name="csY890" fmla="*/ 425617 h 858001"/>
                <a:gd name="csX891" fmla="*/ 97757 w 745958"/>
                <a:gd name="csY891" fmla="*/ 424113 h 858001"/>
                <a:gd name="csX892" fmla="*/ 94749 w 745958"/>
                <a:gd name="csY892" fmla="*/ 422609 h 858001"/>
                <a:gd name="csX893" fmla="*/ 93997 w 745958"/>
                <a:gd name="csY893" fmla="*/ 421857 h 858001"/>
                <a:gd name="csX894" fmla="*/ 93245 w 745958"/>
                <a:gd name="csY894" fmla="*/ 421857 h 858001"/>
                <a:gd name="csX895" fmla="*/ 92493 w 745958"/>
                <a:gd name="csY895" fmla="*/ 423361 h 858001"/>
                <a:gd name="csX896" fmla="*/ 91741 w 745958"/>
                <a:gd name="csY896" fmla="*/ 423361 h 858001"/>
                <a:gd name="csX897" fmla="*/ 90237 w 745958"/>
                <a:gd name="csY897" fmla="*/ 422609 h 858001"/>
                <a:gd name="csX898" fmla="*/ 88733 w 745958"/>
                <a:gd name="csY898" fmla="*/ 420353 h 858001"/>
                <a:gd name="csX899" fmla="*/ 86477 w 745958"/>
                <a:gd name="csY899" fmla="*/ 418849 h 858001"/>
                <a:gd name="csX900" fmla="*/ 84973 w 745958"/>
                <a:gd name="csY900" fmla="*/ 418097 h 858001"/>
                <a:gd name="csX901" fmla="*/ 84221 w 745958"/>
                <a:gd name="csY901" fmla="*/ 418097 h 858001"/>
                <a:gd name="csX902" fmla="*/ 83469 w 745958"/>
                <a:gd name="csY902" fmla="*/ 417345 h 858001"/>
                <a:gd name="csX903" fmla="*/ 82717 w 745958"/>
                <a:gd name="csY903" fmla="*/ 417345 h 858001"/>
                <a:gd name="csX904" fmla="*/ 81965 w 745958"/>
                <a:gd name="csY904" fmla="*/ 416593 h 858001"/>
                <a:gd name="csX905" fmla="*/ 81965 w 745958"/>
                <a:gd name="csY905" fmla="*/ 415841 h 858001"/>
                <a:gd name="csX906" fmla="*/ 80461 w 745958"/>
                <a:gd name="csY906" fmla="*/ 415090 h 858001"/>
                <a:gd name="csX907" fmla="*/ 79709 w 745958"/>
                <a:gd name="csY907" fmla="*/ 415090 h 858001"/>
                <a:gd name="csX908" fmla="*/ 78957 w 745958"/>
                <a:gd name="csY908" fmla="*/ 414338 h 858001"/>
                <a:gd name="csX909" fmla="*/ 78205 w 745958"/>
                <a:gd name="csY909" fmla="*/ 413586 h 858001"/>
                <a:gd name="csX910" fmla="*/ 76701 w 745958"/>
                <a:gd name="csY910" fmla="*/ 412082 h 858001"/>
                <a:gd name="csX911" fmla="*/ 75197 w 745958"/>
                <a:gd name="csY911" fmla="*/ 411330 h 858001"/>
                <a:gd name="csX912" fmla="*/ 74445 w 745958"/>
                <a:gd name="csY912" fmla="*/ 410578 h 858001"/>
                <a:gd name="csX913" fmla="*/ 73693 w 745958"/>
                <a:gd name="csY913" fmla="*/ 410578 h 858001"/>
                <a:gd name="csX914" fmla="*/ 72942 w 745958"/>
                <a:gd name="csY914" fmla="*/ 410578 h 858001"/>
                <a:gd name="csX915" fmla="*/ 70685 w 745958"/>
                <a:gd name="csY915" fmla="*/ 409074 h 858001"/>
                <a:gd name="csX916" fmla="*/ 69182 w 745958"/>
                <a:gd name="csY916" fmla="*/ 408322 h 858001"/>
                <a:gd name="csX917" fmla="*/ 68430 w 745958"/>
                <a:gd name="csY917" fmla="*/ 408322 h 858001"/>
                <a:gd name="csX918" fmla="*/ 66926 w 745958"/>
                <a:gd name="csY918" fmla="*/ 406818 h 858001"/>
                <a:gd name="csX919" fmla="*/ 66174 w 745958"/>
                <a:gd name="csY919" fmla="*/ 406818 h 858001"/>
                <a:gd name="csX920" fmla="*/ 65422 w 745958"/>
                <a:gd name="csY920" fmla="*/ 406818 h 858001"/>
                <a:gd name="csX921" fmla="*/ 64670 w 745958"/>
                <a:gd name="csY921" fmla="*/ 406818 h 858001"/>
                <a:gd name="csX922" fmla="*/ 63918 w 745958"/>
                <a:gd name="csY922" fmla="*/ 407570 h 858001"/>
                <a:gd name="csX923" fmla="*/ 63166 w 745958"/>
                <a:gd name="csY923" fmla="*/ 408322 h 858001"/>
                <a:gd name="csX924" fmla="*/ 62414 w 745958"/>
                <a:gd name="csY924" fmla="*/ 408322 h 858001"/>
                <a:gd name="csX925" fmla="*/ 61662 w 745958"/>
                <a:gd name="csY925" fmla="*/ 408322 h 858001"/>
                <a:gd name="csX926" fmla="*/ 58654 w 745958"/>
                <a:gd name="csY926" fmla="*/ 406818 h 858001"/>
                <a:gd name="csX927" fmla="*/ 57902 w 745958"/>
                <a:gd name="csY927" fmla="*/ 406066 h 858001"/>
                <a:gd name="csX928" fmla="*/ 57150 w 745958"/>
                <a:gd name="csY928" fmla="*/ 406818 h 858001"/>
                <a:gd name="csX929" fmla="*/ 55646 w 745958"/>
                <a:gd name="csY929" fmla="*/ 407570 h 858001"/>
                <a:gd name="csX930" fmla="*/ 54894 w 745958"/>
                <a:gd name="csY930" fmla="*/ 407570 h 858001"/>
                <a:gd name="csX931" fmla="*/ 54142 w 745958"/>
                <a:gd name="csY931" fmla="*/ 407570 h 858001"/>
                <a:gd name="csX932" fmla="*/ 53390 w 745958"/>
                <a:gd name="csY932" fmla="*/ 406818 h 858001"/>
                <a:gd name="csX933" fmla="*/ 52638 w 745958"/>
                <a:gd name="csY933" fmla="*/ 406818 h 858001"/>
                <a:gd name="csX934" fmla="*/ 51886 w 745958"/>
                <a:gd name="csY934" fmla="*/ 407570 h 858001"/>
                <a:gd name="csX935" fmla="*/ 50382 w 745958"/>
                <a:gd name="csY935" fmla="*/ 407570 h 858001"/>
                <a:gd name="csX936" fmla="*/ 48126 w 745958"/>
                <a:gd name="csY936" fmla="*/ 408322 h 858001"/>
                <a:gd name="csX937" fmla="*/ 46622 w 745958"/>
                <a:gd name="csY937" fmla="*/ 408322 h 858001"/>
                <a:gd name="csX938" fmla="*/ 45870 w 745958"/>
                <a:gd name="csY938" fmla="*/ 409074 h 858001"/>
                <a:gd name="csX939" fmla="*/ 45118 w 745958"/>
                <a:gd name="csY939" fmla="*/ 408322 h 858001"/>
                <a:gd name="csX940" fmla="*/ 43614 w 745958"/>
                <a:gd name="csY940" fmla="*/ 407570 h 858001"/>
                <a:gd name="csX941" fmla="*/ 42863 w 745958"/>
                <a:gd name="csY941" fmla="*/ 406818 h 858001"/>
                <a:gd name="csX942" fmla="*/ 42111 w 745958"/>
                <a:gd name="csY942" fmla="*/ 406818 h 858001"/>
                <a:gd name="csX943" fmla="*/ 37599 w 745958"/>
                <a:gd name="csY943" fmla="*/ 405314 h 858001"/>
                <a:gd name="csX944" fmla="*/ 36095 w 745958"/>
                <a:gd name="csY944" fmla="*/ 405314 h 858001"/>
                <a:gd name="csX945" fmla="*/ 33839 w 745958"/>
                <a:gd name="csY945" fmla="*/ 403810 h 858001"/>
                <a:gd name="csX946" fmla="*/ 33087 w 745958"/>
                <a:gd name="csY946" fmla="*/ 403058 h 858001"/>
                <a:gd name="csX947" fmla="*/ 32335 w 745958"/>
                <a:gd name="csY947" fmla="*/ 403058 h 858001"/>
                <a:gd name="csX948" fmla="*/ 30831 w 745958"/>
                <a:gd name="csY948" fmla="*/ 403058 h 858001"/>
                <a:gd name="csX949" fmla="*/ 25567 w 745958"/>
                <a:gd name="csY949" fmla="*/ 403810 h 858001"/>
                <a:gd name="csX950" fmla="*/ 24063 w 745958"/>
                <a:gd name="csY950" fmla="*/ 404562 h 858001"/>
                <a:gd name="csX951" fmla="*/ 21807 w 745958"/>
                <a:gd name="csY951" fmla="*/ 405314 h 858001"/>
                <a:gd name="csX952" fmla="*/ 21055 w 745958"/>
                <a:gd name="csY952" fmla="*/ 406066 h 858001"/>
                <a:gd name="csX953" fmla="*/ 16544 w 745958"/>
                <a:gd name="csY953" fmla="*/ 406066 h 858001"/>
                <a:gd name="csX954" fmla="*/ 15791 w 745958"/>
                <a:gd name="csY954" fmla="*/ 406066 h 858001"/>
                <a:gd name="csX955" fmla="*/ 15039 w 745958"/>
                <a:gd name="csY955" fmla="*/ 406066 h 858001"/>
                <a:gd name="csX956" fmla="*/ 14287 w 745958"/>
                <a:gd name="csY956" fmla="*/ 405314 h 858001"/>
                <a:gd name="csX957" fmla="*/ 13535 w 745958"/>
                <a:gd name="csY957" fmla="*/ 405314 h 858001"/>
                <a:gd name="csX958" fmla="*/ 12784 w 745958"/>
                <a:gd name="csY958" fmla="*/ 405314 h 858001"/>
                <a:gd name="csX959" fmla="*/ 11280 w 745958"/>
                <a:gd name="csY959" fmla="*/ 405314 h 858001"/>
                <a:gd name="csX960" fmla="*/ 10528 w 745958"/>
                <a:gd name="csY960" fmla="*/ 405314 h 858001"/>
                <a:gd name="csX961" fmla="*/ 9776 w 745958"/>
                <a:gd name="csY961" fmla="*/ 405314 h 858001"/>
                <a:gd name="csX962" fmla="*/ 8272 w 745958"/>
                <a:gd name="csY962" fmla="*/ 403058 h 858001"/>
                <a:gd name="csX963" fmla="*/ 7520 w 745958"/>
                <a:gd name="csY963" fmla="*/ 401554 h 858001"/>
                <a:gd name="csX964" fmla="*/ 6768 w 745958"/>
                <a:gd name="csY964" fmla="*/ 400050 h 858001"/>
                <a:gd name="csX965" fmla="*/ 6016 w 745958"/>
                <a:gd name="csY965" fmla="*/ 389522 h 858001"/>
                <a:gd name="csX966" fmla="*/ 5264 w 745958"/>
                <a:gd name="csY966" fmla="*/ 387266 h 858001"/>
                <a:gd name="csX967" fmla="*/ 5264 w 745958"/>
                <a:gd name="csY967" fmla="*/ 386515 h 858001"/>
                <a:gd name="csX968" fmla="*/ 5264 w 745958"/>
                <a:gd name="csY968" fmla="*/ 375235 h 858001"/>
                <a:gd name="csX969" fmla="*/ 5264 w 745958"/>
                <a:gd name="csY969" fmla="*/ 373731 h 858001"/>
                <a:gd name="csX970" fmla="*/ 4512 w 745958"/>
                <a:gd name="csY970" fmla="*/ 372227 h 858001"/>
                <a:gd name="csX971" fmla="*/ 4512 w 745958"/>
                <a:gd name="csY971" fmla="*/ 370723 h 858001"/>
                <a:gd name="csX972" fmla="*/ 3760 w 745958"/>
                <a:gd name="csY972" fmla="*/ 369971 h 858001"/>
                <a:gd name="csX973" fmla="*/ 3008 w 745958"/>
                <a:gd name="csY973" fmla="*/ 369971 h 858001"/>
                <a:gd name="csX974" fmla="*/ 752 w 745958"/>
                <a:gd name="csY974" fmla="*/ 369219 h 858001"/>
                <a:gd name="csX975" fmla="*/ 0 w 745958"/>
                <a:gd name="csY975" fmla="*/ 368467 h 858001"/>
                <a:gd name="csX976" fmla="*/ 0 w 745958"/>
                <a:gd name="csY976" fmla="*/ 367715 h 858001"/>
                <a:gd name="csX977" fmla="*/ 752 w 745958"/>
                <a:gd name="csY977" fmla="*/ 366211 h 858001"/>
                <a:gd name="csX978" fmla="*/ 1504 w 745958"/>
                <a:gd name="csY978" fmla="*/ 365459 h 858001"/>
                <a:gd name="csX979" fmla="*/ 2256 w 745958"/>
                <a:gd name="csY979" fmla="*/ 364707 h 858001"/>
                <a:gd name="csX980" fmla="*/ 5264 w 745958"/>
                <a:gd name="csY980" fmla="*/ 362451 h 858001"/>
                <a:gd name="csX981" fmla="*/ 6016 w 745958"/>
                <a:gd name="csY981" fmla="*/ 361699 h 858001"/>
                <a:gd name="csX982" fmla="*/ 6768 w 745958"/>
                <a:gd name="csY982" fmla="*/ 360947 h 858001"/>
                <a:gd name="csX983" fmla="*/ 6768 w 745958"/>
                <a:gd name="csY983" fmla="*/ 360195 h 858001"/>
                <a:gd name="csX984" fmla="*/ 6768 w 745958"/>
                <a:gd name="csY984" fmla="*/ 359443 h 858001"/>
                <a:gd name="csX985" fmla="*/ 6768 w 745958"/>
                <a:gd name="csY985" fmla="*/ 357939 h 858001"/>
                <a:gd name="csX986" fmla="*/ 6016 w 745958"/>
                <a:gd name="csY986" fmla="*/ 355684 h 858001"/>
                <a:gd name="csX987" fmla="*/ 6016 w 745958"/>
                <a:gd name="csY987" fmla="*/ 354932 h 858001"/>
                <a:gd name="csX988" fmla="*/ 5264 w 745958"/>
                <a:gd name="csY988" fmla="*/ 354180 h 858001"/>
                <a:gd name="csX989" fmla="*/ 3008 w 745958"/>
                <a:gd name="csY989" fmla="*/ 352676 h 858001"/>
                <a:gd name="csX990" fmla="*/ 3008 w 745958"/>
                <a:gd name="csY990" fmla="*/ 351924 h 858001"/>
                <a:gd name="csX991" fmla="*/ 2256 w 745958"/>
                <a:gd name="csY991" fmla="*/ 351924 h 858001"/>
                <a:gd name="csX992" fmla="*/ 1504 w 745958"/>
                <a:gd name="csY992" fmla="*/ 351172 h 858001"/>
                <a:gd name="csX993" fmla="*/ 1504 w 745958"/>
                <a:gd name="csY993" fmla="*/ 349668 h 858001"/>
                <a:gd name="csX994" fmla="*/ 1504 w 745958"/>
                <a:gd name="csY994" fmla="*/ 348164 h 858001"/>
                <a:gd name="csX995" fmla="*/ 2256 w 745958"/>
                <a:gd name="csY995" fmla="*/ 345156 h 858001"/>
                <a:gd name="csX996" fmla="*/ 3008 w 745958"/>
                <a:gd name="csY996" fmla="*/ 343652 h 858001"/>
                <a:gd name="csX997" fmla="*/ 3760 w 745958"/>
                <a:gd name="csY997" fmla="*/ 342900 h 858001"/>
                <a:gd name="csX998" fmla="*/ 6016 w 745958"/>
                <a:gd name="csY998" fmla="*/ 342900 h 858001"/>
                <a:gd name="csX999" fmla="*/ 6768 w 745958"/>
                <a:gd name="csY999" fmla="*/ 342148 h 858001"/>
                <a:gd name="csX1000" fmla="*/ 7520 w 745958"/>
                <a:gd name="csY1000" fmla="*/ 341396 h 858001"/>
                <a:gd name="csX1001" fmla="*/ 8272 w 745958"/>
                <a:gd name="csY1001" fmla="*/ 340644 h 858001"/>
                <a:gd name="csX1002" fmla="*/ 10528 w 745958"/>
                <a:gd name="csY1002" fmla="*/ 333876 h 858001"/>
                <a:gd name="csX1003" fmla="*/ 11280 w 745958"/>
                <a:gd name="csY1003" fmla="*/ 332372 h 858001"/>
                <a:gd name="csX1004" fmla="*/ 12784 w 745958"/>
                <a:gd name="csY1004" fmla="*/ 330116 h 858001"/>
                <a:gd name="csX1005" fmla="*/ 12784 w 745958"/>
                <a:gd name="csY1005" fmla="*/ 328613 h 858001"/>
                <a:gd name="csX1006" fmla="*/ 12032 w 745958"/>
                <a:gd name="csY1006" fmla="*/ 325605 h 858001"/>
                <a:gd name="csX1007" fmla="*/ 9776 w 745958"/>
                <a:gd name="csY1007" fmla="*/ 314325 h 858001"/>
                <a:gd name="csX1008" fmla="*/ 9776 w 745958"/>
                <a:gd name="csY1008" fmla="*/ 311317 h 858001"/>
                <a:gd name="csX1009" fmla="*/ 9776 w 745958"/>
                <a:gd name="csY1009" fmla="*/ 307557 h 858001"/>
                <a:gd name="csX1010" fmla="*/ 8272 w 745958"/>
                <a:gd name="csY1010" fmla="*/ 305301 h 858001"/>
                <a:gd name="csX1011" fmla="*/ 3760 w 745958"/>
                <a:gd name="csY1011" fmla="*/ 301541 h 858001"/>
                <a:gd name="csX1012" fmla="*/ 696327 w 745958"/>
                <a:gd name="csY1012" fmla="*/ 560220 h 858001"/>
                <a:gd name="csX1013" fmla="*/ 690312 w 745958"/>
                <a:gd name="csY1013" fmla="*/ 560972 h 858001"/>
                <a:gd name="csX1014" fmla="*/ 685048 w 745958"/>
                <a:gd name="csY1014" fmla="*/ 560220 h 858001"/>
                <a:gd name="csX1015" fmla="*/ 683544 w 745958"/>
                <a:gd name="csY1015" fmla="*/ 557213 h 858001"/>
                <a:gd name="csX1016" fmla="*/ 685048 w 745958"/>
                <a:gd name="csY1016" fmla="*/ 551197 h 858001"/>
                <a:gd name="csX1017" fmla="*/ 692568 w 745958"/>
                <a:gd name="csY1017" fmla="*/ 543677 h 858001"/>
                <a:gd name="csX1018" fmla="*/ 703095 w 745958"/>
                <a:gd name="csY1018" fmla="*/ 539165 h 858001"/>
                <a:gd name="csX1019" fmla="*/ 706855 w 745958"/>
                <a:gd name="csY1019" fmla="*/ 535405 h 858001"/>
                <a:gd name="csX1020" fmla="*/ 709863 w 745958"/>
                <a:gd name="csY1020" fmla="*/ 534653 h 858001"/>
                <a:gd name="csX1021" fmla="*/ 713623 w 745958"/>
                <a:gd name="csY1021" fmla="*/ 534653 h 858001"/>
                <a:gd name="csX1022" fmla="*/ 718135 w 745958"/>
                <a:gd name="csY1022" fmla="*/ 536909 h 858001"/>
                <a:gd name="csX1023" fmla="*/ 722647 w 745958"/>
                <a:gd name="csY1023" fmla="*/ 536909 h 858001"/>
                <a:gd name="csX1024" fmla="*/ 724151 w 745958"/>
                <a:gd name="csY1024" fmla="*/ 538413 h 858001"/>
                <a:gd name="csX1025" fmla="*/ 723399 w 745958"/>
                <a:gd name="csY1025" fmla="*/ 541421 h 858001"/>
                <a:gd name="csX1026" fmla="*/ 721143 w 745958"/>
                <a:gd name="csY1026" fmla="*/ 544429 h 858001"/>
                <a:gd name="csX1027" fmla="*/ 719639 w 745958"/>
                <a:gd name="csY1027" fmla="*/ 548941 h 858001"/>
                <a:gd name="csX1028" fmla="*/ 716631 w 745958"/>
                <a:gd name="csY1028" fmla="*/ 551197 h 858001"/>
                <a:gd name="csX1029" fmla="*/ 715127 w 745958"/>
                <a:gd name="csY1029" fmla="*/ 552701 h 858001"/>
                <a:gd name="csX1030" fmla="*/ 714375 w 745958"/>
                <a:gd name="csY1030" fmla="*/ 555709 h 858001"/>
                <a:gd name="csX1031" fmla="*/ 711367 w 745958"/>
                <a:gd name="csY1031" fmla="*/ 558716 h 858001"/>
                <a:gd name="csX1032" fmla="*/ 709863 w 745958"/>
                <a:gd name="csY1032" fmla="*/ 559468 h 858001"/>
                <a:gd name="csX1033" fmla="*/ 708359 w 745958"/>
                <a:gd name="csY1033" fmla="*/ 559468 h 858001"/>
                <a:gd name="csX1034" fmla="*/ 703847 w 745958"/>
                <a:gd name="csY1034" fmla="*/ 560220 h 858001"/>
                <a:gd name="csX1035" fmla="*/ 696327 w 745958"/>
                <a:gd name="csY1035" fmla="*/ 560220 h 858001"/>
                <a:gd name="csX1036" fmla="*/ 717383 w 745958"/>
                <a:gd name="csY1036" fmla="*/ 533901 h 858001"/>
                <a:gd name="csX1037" fmla="*/ 715879 w 745958"/>
                <a:gd name="csY1037" fmla="*/ 532397 h 858001"/>
                <a:gd name="csX1038" fmla="*/ 712119 w 745958"/>
                <a:gd name="csY1038" fmla="*/ 531645 h 858001"/>
                <a:gd name="csX1039" fmla="*/ 711367 w 745958"/>
                <a:gd name="csY1039" fmla="*/ 528637 h 858001"/>
                <a:gd name="csX1040" fmla="*/ 715879 w 745958"/>
                <a:gd name="csY1040" fmla="*/ 525630 h 858001"/>
                <a:gd name="csX1041" fmla="*/ 719639 w 745958"/>
                <a:gd name="csY1041" fmla="*/ 524126 h 858001"/>
                <a:gd name="csX1042" fmla="*/ 721143 w 745958"/>
                <a:gd name="csY1042" fmla="*/ 521118 h 858001"/>
                <a:gd name="csX1043" fmla="*/ 721895 w 745958"/>
                <a:gd name="csY1043" fmla="*/ 519614 h 858001"/>
                <a:gd name="csX1044" fmla="*/ 724151 w 745958"/>
                <a:gd name="csY1044" fmla="*/ 518110 h 858001"/>
                <a:gd name="csX1045" fmla="*/ 727159 w 745958"/>
                <a:gd name="csY1045" fmla="*/ 516606 h 858001"/>
                <a:gd name="csX1046" fmla="*/ 731670 w 745958"/>
                <a:gd name="csY1046" fmla="*/ 515854 h 858001"/>
                <a:gd name="csX1047" fmla="*/ 734678 w 745958"/>
                <a:gd name="csY1047" fmla="*/ 512846 h 858001"/>
                <a:gd name="csX1048" fmla="*/ 737686 w 745958"/>
                <a:gd name="csY1048" fmla="*/ 511342 h 858001"/>
                <a:gd name="csX1049" fmla="*/ 739190 w 745958"/>
                <a:gd name="csY1049" fmla="*/ 513598 h 858001"/>
                <a:gd name="csX1050" fmla="*/ 736182 w 745958"/>
                <a:gd name="csY1050" fmla="*/ 518862 h 858001"/>
                <a:gd name="csX1051" fmla="*/ 735430 w 745958"/>
                <a:gd name="csY1051" fmla="*/ 521118 h 858001"/>
                <a:gd name="csX1052" fmla="*/ 733926 w 745958"/>
                <a:gd name="csY1052" fmla="*/ 522622 h 858001"/>
                <a:gd name="csX1053" fmla="*/ 733174 w 745958"/>
                <a:gd name="csY1053" fmla="*/ 524126 h 858001"/>
                <a:gd name="csX1054" fmla="*/ 732423 w 745958"/>
                <a:gd name="csY1054" fmla="*/ 526382 h 858001"/>
                <a:gd name="csX1055" fmla="*/ 727159 w 745958"/>
                <a:gd name="csY1055" fmla="*/ 529390 h 858001"/>
                <a:gd name="csX1056" fmla="*/ 726406 w 745958"/>
                <a:gd name="csY1056" fmla="*/ 530142 h 858001"/>
                <a:gd name="csX1057" fmla="*/ 725655 w 745958"/>
                <a:gd name="csY1057" fmla="*/ 530893 h 858001"/>
                <a:gd name="csX1058" fmla="*/ 722647 w 745958"/>
                <a:gd name="csY1058" fmla="*/ 531645 h 858001"/>
                <a:gd name="csX1059" fmla="*/ 721895 w 745958"/>
                <a:gd name="csY1059" fmla="*/ 531645 h 858001"/>
                <a:gd name="csX1060" fmla="*/ 717383 w 745958"/>
                <a:gd name="csY1060" fmla="*/ 533901 h 858001"/>
                <a:gd name="csX1061" fmla="*/ 657977 w 745958"/>
                <a:gd name="csY1061" fmla="*/ 353428 h 858001"/>
                <a:gd name="csX1062" fmla="*/ 660233 w 745958"/>
                <a:gd name="csY1062" fmla="*/ 354180 h 858001"/>
                <a:gd name="csX1063" fmla="*/ 662489 w 745958"/>
                <a:gd name="csY1063" fmla="*/ 353428 h 858001"/>
                <a:gd name="csX1064" fmla="*/ 664745 w 745958"/>
                <a:gd name="csY1064" fmla="*/ 353428 h 858001"/>
                <a:gd name="csX1065" fmla="*/ 666249 w 745958"/>
                <a:gd name="csY1065" fmla="*/ 353428 h 858001"/>
                <a:gd name="csX1066" fmla="*/ 668505 w 745958"/>
                <a:gd name="csY1066" fmla="*/ 355684 h 858001"/>
                <a:gd name="csX1067" fmla="*/ 671512 w 745958"/>
                <a:gd name="csY1067" fmla="*/ 360195 h 858001"/>
                <a:gd name="csX1068" fmla="*/ 673016 w 745958"/>
                <a:gd name="csY1068" fmla="*/ 361699 h 858001"/>
                <a:gd name="csX1069" fmla="*/ 673016 w 745958"/>
                <a:gd name="csY1069" fmla="*/ 365459 h 858001"/>
                <a:gd name="csX1070" fmla="*/ 675272 w 745958"/>
                <a:gd name="csY1070" fmla="*/ 369219 h 858001"/>
                <a:gd name="csX1071" fmla="*/ 677528 w 745958"/>
                <a:gd name="csY1071" fmla="*/ 371475 h 858001"/>
                <a:gd name="csX1072" fmla="*/ 679032 w 745958"/>
                <a:gd name="csY1072" fmla="*/ 375235 h 858001"/>
                <a:gd name="csX1073" fmla="*/ 679784 w 745958"/>
                <a:gd name="csY1073" fmla="*/ 378243 h 858001"/>
                <a:gd name="csX1074" fmla="*/ 678280 w 745958"/>
                <a:gd name="csY1074" fmla="*/ 380499 h 858001"/>
                <a:gd name="csX1075" fmla="*/ 675272 w 745958"/>
                <a:gd name="csY1075" fmla="*/ 383507 h 858001"/>
                <a:gd name="csX1076" fmla="*/ 670008 w 745958"/>
                <a:gd name="csY1076" fmla="*/ 388770 h 858001"/>
                <a:gd name="csX1077" fmla="*/ 667001 w 745958"/>
                <a:gd name="csY1077" fmla="*/ 390274 h 858001"/>
                <a:gd name="csX1078" fmla="*/ 663241 w 745958"/>
                <a:gd name="csY1078" fmla="*/ 391026 h 858001"/>
                <a:gd name="csX1079" fmla="*/ 660233 w 745958"/>
                <a:gd name="csY1079" fmla="*/ 390274 h 858001"/>
                <a:gd name="csX1080" fmla="*/ 657225 w 745958"/>
                <a:gd name="csY1080" fmla="*/ 388770 h 858001"/>
                <a:gd name="csX1081" fmla="*/ 654969 w 745958"/>
                <a:gd name="csY1081" fmla="*/ 378995 h 858001"/>
                <a:gd name="csX1082" fmla="*/ 651961 w 745958"/>
                <a:gd name="csY1082" fmla="*/ 375235 h 858001"/>
                <a:gd name="csX1083" fmla="*/ 651209 w 745958"/>
                <a:gd name="csY1083" fmla="*/ 372979 h 858001"/>
                <a:gd name="csX1084" fmla="*/ 649705 w 745958"/>
                <a:gd name="csY1084" fmla="*/ 371475 h 858001"/>
                <a:gd name="csX1085" fmla="*/ 647449 w 745958"/>
                <a:gd name="csY1085" fmla="*/ 370723 h 858001"/>
                <a:gd name="csX1086" fmla="*/ 648201 w 745958"/>
                <a:gd name="csY1086" fmla="*/ 365459 h 858001"/>
                <a:gd name="csX1087" fmla="*/ 649705 w 745958"/>
                <a:gd name="csY1087" fmla="*/ 361699 h 858001"/>
                <a:gd name="csX1088" fmla="*/ 649705 w 745958"/>
                <a:gd name="csY1088" fmla="*/ 358691 h 858001"/>
                <a:gd name="csX1089" fmla="*/ 650457 w 745958"/>
                <a:gd name="csY1089" fmla="*/ 356436 h 858001"/>
                <a:gd name="csX1090" fmla="*/ 652713 w 745958"/>
                <a:gd name="csY1090" fmla="*/ 355684 h 858001"/>
                <a:gd name="csX1091" fmla="*/ 655721 w 745958"/>
                <a:gd name="csY1091" fmla="*/ 355684 h 858001"/>
                <a:gd name="csX1092" fmla="*/ 657977 w 745958"/>
                <a:gd name="csY1092" fmla="*/ 353428 h 858001"/>
                <a:gd name="csX1093" fmla="*/ 644442 w 745958"/>
                <a:gd name="csY1093" fmla="*/ 348164 h 858001"/>
                <a:gd name="csX1094" fmla="*/ 642938 w 745958"/>
                <a:gd name="csY1094" fmla="*/ 347412 h 858001"/>
                <a:gd name="csX1095" fmla="*/ 642938 w 745958"/>
                <a:gd name="csY1095" fmla="*/ 346660 h 858001"/>
                <a:gd name="csX1096" fmla="*/ 644442 w 745958"/>
                <a:gd name="csY1096" fmla="*/ 345156 h 858001"/>
                <a:gd name="csX1097" fmla="*/ 648953 w 745958"/>
                <a:gd name="csY1097" fmla="*/ 342148 h 858001"/>
                <a:gd name="csX1098" fmla="*/ 651961 w 745958"/>
                <a:gd name="csY1098" fmla="*/ 342148 h 858001"/>
                <a:gd name="csX1099" fmla="*/ 656473 w 745958"/>
                <a:gd name="csY1099" fmla="*/ 342148 h 858001"/>
                <a:gd name="csX1100" fmla="*/ 658729 w 745958"/>
                <a:gd name="csY1100" fmla="*/ 343652 h 858001"/>
                <a:gd name="csX1101" fmla="*/ 661737 w 745958"/>
                <a:gd name="csY1101" fmla="*/ 345908 h 858001"/>
                <a:gd name="csX1102" fmla="*/ 663241 w 745958"/>
                <a:gd name="csY1102" fmla="*/ 348916 h 858001"/>
                <a:gd name="csX1103" fmla="*/ 663993 w 745958"/>
                <a:gd name="csY1103" fmla="*/ 351172 h 858001"/>
                <a:gd name="csX1104" fmla="*/ 662489 w 745958"/>
                <a:gd name="csY1104" fmla="*/ 352676 h 858001"/>
                <a:gd name="csX1105" fmla="*/ 660233 w 745958"/>
                <a:gd name="csY1105" fmla="*/ 352676 h 858001"/>
                <a:gd name="csX1106" fmla="*/ 657225 w 745958"/>
                <a:gd name="csY1106" fmla="*/ 352676 h 858001"/>
                <a:gd name="csX1107" fmla="*/ 656473 w 745958"/>
                <a:gd name="csY1107" fmla="*/ 352676 h 858001"/>
                <a:gd name="csX1108" fmla="*/ 654969 w 745958"/>
                <a:gd name="csY1108" fmla="*/ 354180 h 858001"/>
                <a:gd name="csX1109" fmla="*/ 653465 w 745958"/>
                <a:gd name="csY1109" fmla="*/ 354180 h 858001"/>
                <a:gd name="csX1110" fmla="*/ 651209 w 745958"/>
                <a:gd name="csY1110" fmla="*/ 354180 h 858001"/>
                <a:gd name="csX1111" fmla="*/ 649705 w 745958"/>
                <a:gd name="csY1111" fmla="*/ 354180 h 858001"/>
                <a:gd name="csX1112" fmla="*/ 648201 w 745958"/>
                <a:gd name="csY1112" fmla="*/ 353428 h 858001"/>
                <a:gd name="csX1113" fmla="*/ 647449 w 745958"/>
                <a:gd name="csY1113" fmla="*/ 349668 h 858001"/>
                <a:gd name="csX1114" fmla="*/ 645946 w 745958"/>
                <a:gd name="csY1114" fmla="*/ 348916 h 858001"/>
                <a:gd name="csX1115" fmla="*/ 644442 w 745958"/>
                <a:gd name="csY1115" fmla="*/ 348164 h 858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</a:cxnLst>
              <a:rect l="l" t="t" r="r" b="b"/>
              <a:pathLst>
                <a:path w="745958" h="858001">
                  <a:moveTo>
                    <a:pt x="3760" y="301541"/>
                  </a:moveTo>
                  <a:lnTo>
                    <a:pt x="6016" y="300038"/>
                  </a:lnTo>
                  <a:lnTo>
                    <a:pt x="8272" y="300038"/>
                  </a:lnTo>
                  <a:lnTo>
                    <a:pt x="12032" y="301541"/>
                  </a:lnTo>
                  <a:lnTo>
                    <a:pt x="13535" y="302293"/>
                  </a:lnTo>
                  <a:lnTo>
                    <a:pt x="14287" y="303045"/>
                  </a:lnTo>
                  <a:lnTo>
                    <a:pt x="15039" y="306053"/>
                  </a:lnTo>
                  <a:lnTo>
                    <a:pt x="15039" y="306805"/>
                  </a:lnTo>
                  <a:lnTo>
                    <a:pt x="15791" y="308309"/>
                  </a:lnTo>
                  <a:lnTo>
                    <a:pt x="15791" y="309061"/>
                  </a:lnTo>
                  <a:lnTo>
                    <a:pt x="15791" y="310565"/>
                  </a:lnTo>
                  <a:lnTo>
                    <a:pt x="15039" y="310565"/>
                  </a:lnTo>
                  <a:lnTo>
                    <a:pt x="14287" y="310565"/>
                  </a:lnTo>
                  <a:lnTo>
                    <a:pt x="13535" y="310565"/>
                  </a:lnTo>
                  <a:lnTo>
                    <a:pt x="12784" y="313573"/>
                  </a:lnTo>
                  <a:lnTo>
                    <a:pt x="14287" y="317333"/>
                  </a:lnTo>
                  <a:lnTo>
                    <a:pt x="14287" y="318837"/>
                  </a:lnTo>
                  <a:lnTo>
                    <a:pt x="14287" y="320341"/>
                  </a:lnTo>
                  <a:lnTo>
                    <a:pt x="14287" y="321093"/>
                  </a:lnTo>
                  <a:lnTo>
                    <a:pt x="16544" y="322597"/>
                  </a:lnTo>
                  <a:lnTo>
                    <a:pt x="19551" y="322597"/>
                  </a:lnTo>
                  <a:lnTo>
                    <a:pt x="21807" y="322597"/>
                  </a:lnTo>
                  <a:lnTo>
                    <a:pt x="24815" y="321845"/>
                  </a:lnTo>
                  <a:lnTo>
                    <a:pt x="27823" y="321093"/>
                  </a:lnTo>
                  <a:lnTo>
                    <a:pt x="32335" y="321093"/>
                  </a:lnTo>
                  <a:lnTo>
                    <a:pt x="35343" y="322597"/>
                  </a:lnTo>
                  <a:lnTo>
                    <a:pt x="38351" y="324853"/>
                  </a:lnTo>
                  <a:lnTo>
                    <a:pt x="41359" y="327861"/>
                  </a:lnTo>
                  <a:lnTo>
                    <a:pt x="37599" y="327861"/>
                  </a:lnTo>
                  <a:lnTo>
                    <a:pt x="38351" y="330116"/>
                  </a:lnTo>
                  <a:lnTo>
                    <a:pt x="43614" y="333876"/>
                  </a:lnTo>
                  <a:lnTo>
                    <a:pt x="46622" y="336884"/>
                  </a:lnTo>
                  <a:lnTo>
                    <a:pt x="48878" y="338388"/>
                  </a:lnTo>
                  <a:lnTo>
                    <a:pt x="55646" y="339140"/>
                  </a:lnTo>
                  <a:lnTo>
                    <a:pt x="56398" y="339140"/>
                  </a:lnTo>
                  <a:lnTo>
                    <a:pt x="58654" y="340644"/>
                  </a:lnTo>
                  <a:lnTo>
                    <a:pt x="60158" y="340644"/>
                  </a:lnTo>
                  <a:lnTo>
                    <a:pt x="62414" y="340644"/>
                  </a:lnTo>
                  <a:lnTo>
                    <a:pt x="63166" y="340644"/>
                  </a:lnTo>
                  <a:lnTo>
                    <a:pt x="64670" y="340644"/>
                  </a:lnTo>
                  <a:lnTo>
                    <a:pt x="66174" y="342148"/>
                  </a:lnTo>
                  <a:lnTo>
                    <a:pt x="70685" y="345908"/>
                  </a:lnTo>
                  <a:lnTo>
                    <a:pt x="72190" y="346660"/>
                  </a:lnTo>
                  <a:lnTo>
                    <a:pt x="73693" y="347412"/>
                  </a:lnTo>
                  <a:lnTo>
                    <a:pt x="81213" y="348164"/>
                  </a:lnTo>
                  <a:lnTo>
                    <a:pt x="83469" y="347412"/>
                  </a:lnTo>
                  <a:lnTo>
                    <a:pt x="86477" y="346660"/>
                  </a:lnTo>
                  <a:lnTo>
                    <a:pt x="89485" y="345908"/>
                  </a:lnTo>
                  <a:lnTo>
                    <a:pt x="91741" y="345908"/>
                  </a:lnTo>
                  <a:lnTo>
                    <a:pt x="92493" y="345908"/>
                  </a:lnTo>
                  <a:lnTo>
                    <a:pt x="97005" y="351924"/>
                  </a:lnTo>
                  <a:lnTo>
                    <a:pt x="98509" y="353428"/>
                  </a:lnTo>
                  <a:lnTo>
                    <a:pt x="100764" y="354180"/>
                  </a:lnTo>
                  <a:lnTo>
                    <a:pt x="104524" y="353428"/>
                  </a:lnTo>
                  <a:lnTo>
                    <a:pt x="106028" y="351172"/>
                  </a:lnTo>
                  <a:lnTo>
                    <a:pt x="108284" y="345156"/>
                  </a:lnTo>
                  <a:lnTo>
                    <a:pt x="109788" y="342900"/>
                  </a:lnTo>
                  <a:lnTo>
                    <a:pt x="110540" y="342148"/>
                  </a:lnTo>
                  <a:lnTo>
                    <a:pt x="113548" y="342148"/>
                  </a:lnTo>
                  <a:lnTo>
                    <a:pt x="114300" y="342148"/>
                  </a:lnTo>
                  <a:lnTo>
                    <a:pt x="115804" y="342900"/>
                  </a:lnTo>
                  <a:lnTo>
                    <a:pt x="116556" y="343652"/>
                  </a:lnTo>
                  <a:lnTo>
                    <a:pt x="118060" y="342900"/>
                  </a:lnTo>
                  <a:lnTo>
                    <a:pt x="119564" y="341396"/>
                  </a:lnTo>
                  <a:lnTo>
                    <a:pt x="120316" y="341396"/>
                  </a:lnTo>
                  <a:lnTo>
                    <a:pt x="126331" y="339140"/>
                  </a:lnTo>
                  <a:lnTo>
                    <a:pt x="129340" y="336884"/>
                  </a:lnTo>
                  <a:lnTo>
                    <a:pt x="130091" y="333876"/>
                  </a:lnTo>
                  <a:lnTo>
                    <a:pt x="130843" y="330116"/>
                  </a:lnTo>
                  <a:lnTo>
                    <a:pt x="131595" y="329365"/>
                  </a:lnTo>
                  <a:lnTo>
                    <a:pt x="133099" y="330116"/>
                  </a:lnTo>
                  <a:lnTo>
                    <a:pt x="136107" y="330116"/>
                  </a:lnTo>
                  <a:lnTo>
                    <a:pt x="137611" y="329365"/>
                  </a:lnTo>
                  <a:lnTo>
                    <a:pt x="139115" y="326357"/>
                  </a:lnTo>
                  <a:lnTo>
                    <a:pt x="141371" y="324101"/>
                  </a:lnTo>
                  <a:lnTo>
                    <a:pt x="145131" y="324101"/>
                  </a:lnTo>
                  <a:lnTo>
                    <a:pt x="146635" y="323349"/>
                  </a:lnTo>
                  <a:lnTo>
                    <a:pt x="148139" y="321845"/>
                  </a:lnTo>
                  <a:lnTo>
                    <a:pt x="149643" y="318837"/>
                  </a:lnTo>
                  <a:lnTo>
                    <a:pt x="151147" y="316581"/>
                  </a:lnTo>
                  <a:lnTo>
                    <a:pt x="154155" y="315077"/>
                  </a:lnTo>
                  <a:lnTo>
                    <a:pt x="156410" y="314325"/>
                  </a:lnTo>
                  <a:lnTo>
                    <a:pt x="159419" y="315077"/>
                  </a:lnTo>
                  <a:lnTo>
                    <a:pt x="160922" y="317333"/>
                  </a:lnTo>
                  <a:lnTo>
                    <a:pt x="160922" y="319589"/>
                  </a:lnTo>
                  <a:lnTo>
                    <a:pt x="159419" y="321845"/>
                  </a:lnTo>
                  <a:lnTo>
                    <a:pt x="159419" y="323349"/>
                  </a:lnTo>
                  <a:lnTo>
                    <a:pt x="160170" y="324101"/>
                  </a:lnTo>
                  <a:lnTo>
                    <a:pt x="164682" y="324101"/>
                  </a:lnTo>
                  <a:lnTo>
                    <a:pt x="174458" y="328613"/>
                  </a:lnTo>
                  <a:lnTo>
                    <a:pt x="177466" y="328613"/>
                  </a:lnTo>
                  <a:lnTo>
                    <a:pt x="182730" y="329365"/>
                  </a:lnTo>
                  <a:lnTo>
                    <a:pt x="184986" y="329365"/>
                  </a:lnTo>
                  <a:lnTo>
                    <a:pt x="189497" y="332372"/>
                  </a:lnTo>
                  <a:lnTo>
                    <a:pt x="191753" y="333124"/>
                  </a:lnTo>
                  <a:lnTo>
                    <a:pt x="194761" y="332372"/>
                  </a:lnTo>
                  <a:lnTo>
                    <a:pt x="200777" y="332372"/>
                  </a:lnTo>
                  <a:lnTo>
                    <a:pt x="202281" y="331620"/>
                  </a:lnTo>
                  <a:lnTo>
                    <a:pt x="208297" y="327109"/>
                  </a:lnTo>
                  <a:lnTo>
                    <a:pt x="213560" y="325605"/>
                  </a:lnTo>
                  <a:lnTo>
                    <a:pt x="215065" y="324101"/>
                  </a:lnTo>
                  <a:lnTo>
                    <a:pt x="219576" y="318837"/>
                  </a:lnTo>
                  <a:lnTo>
                    <a:pt x="219576" y="318085"/>
                  </a:lnTo>
                  <a:lnTo>
                    <a:pt x="220328" y="317333"/>
                  </a:lnTo>
                  <a:lnTo>
                    <a:pt x="222584" y="318085"/>
                  </a:lnTo>
                  <a:lnTo>
                    <a:pt x="223336" y="319589"/>
                  </a:lnTo>
                  <a:lnTo>
                    <a:pt x="227096" y="324853"/>
                  </a:lnTo>
                  <a:lnTo>
                    <a:pt x="236872" y="332372"/>
                  </a:lnTo>
                  <a:lnTo>
                    <a:pt x="236872" y="333876"/>
                  </a:lnTo>
                  <a:lnTo>
                    <a:pt x="233864" y="335380"/>
                  </a:lnTo>
                  <a:lnTo>
                    <a:pt x="231608" y="336884"/>
                  </a:lnTo>
                  <a:lnTo>
                    <a:pt x="230104" y="339140"/>
                  </a:lnTo>
                  <a:lnTo>
                    <a:pt x="231608" y="340644"/>
                  </a:lnTo>
                  <a:lnTo>
                    <a:pt x="233864" y="340644"/>
                  </a:lnTo>
                  <a:lnTo>
                    <a:pt x="252663" y="337636"/>
                  </a:lnTo>
                  <a:lnTo>
                    <a:pt x="255671" y="337636"/>
                  </a:lnTo>
                  <a:lnTo>
                    <a:pt x="258679" y="338388"/>
                  </a:lnTo>
                  <a:lnTo>
                    <a:pt x="263191" y="342148"/>
                  </a:lnTo>
                  <a:lnTo>
                    <a:pt x="269959" y="342900"/>
                  </a:lnTo>
                  <a:lnTo>
                    <a:pt x="275222" y="344404"/>
                  </a:lnTo>
                  <a:lnTo>
                    <a:pt x="278982" y="343652"/>
                  </a:lnTo>
                  <a:lnTo>
                    <a:pt x="279734" y="343652"/>
                  </a:lnTo>
                  <a:lnTo>
                    <a:pt x="281238" y="341396"/>
                  </a:lnTo>
                  <a:lnTo>
                    <a:pt x="281990" y="340644"/>
                  </a:lnTo>
                  <a:lnTo>
                    <a:pt x="282742" y="340644"/>
                  </a:lnTo>
                  <a:lnTo>
                    <a:pt x="284246" y="341396"/>
                  </a:lnTo>
                  <a:lnTo>
                    <a:pt x="284998" y="340644"/>
                  </a:lnTo>
                  <a:lnTo>
                    <a:pt x="286502" y="339140"/>
                  </a:lnTo>
                  <a:lnTo>
                    <a:pt x="287254" y="338388"/>
                  </a:lnTo>
                  <a:lnTo>
                    <a:pt x="288758" y="334628"/>
                  </a:lnTo>
                  <a:lnTo>
                    <a:pt x="291014" y="330868"/>
                  </a:lnTo>
                  <a:lnTo>
                    <a:pt x="293270" y="329365"/>
                  </a:lnTo>
                  <a:lnTo>
                    <a:pt x="300037" y="326357"/>
                  </a:lnTo>
                  <a:lnTo>
                    <a:pt x="316581" y="315829"/>
                  </a:lnTo>
                  <a:lnTo>
                    <a:pt x="319589" y="314325"/>
                  </a:lnTo>
                  <a:lnTo>
                    <a:pt x="321093" y="311317"/>
                  </a:lnTo>
                  <a:lnTo>
                    <a:pt x="324853" y="305301"/>
                  </a:lnTo>
                  <a:lnTo>
                    <a:pt x="330116" y="300038"/>
                  </a:lnTo>
                  <a:lnTo>
                    <a:pt x="334628" y="294022"/>
                  </a:lnTo>
                  <a:lnTo>
                    <a:pt x="337636" y="287254"/>
                  </a:lnTo>
                  <a:lnTo>
                    <a:pt x="338388" y="285750"/>
                  </a:lnTo>
                  <a:lnTo>
                    <a:pt x="339140" y="284998"/>
                  </a:lnTo>
                  <a:lnTo>
                    <a:pt x="339892" y="283494"/>
                  </a:lnTo>
                  <a:lnTo>
                    <a:pt x="340644" y="281990"/>
                  </a:lnTo>
                  <a:lnTo>
                    <a:pt x="339892" y="279734"/>
                  </a:lnTo>
                  <a:lnTo>
                    <a:pt x="337636" y="275974"/>
                  </a:lnTo>
                  <a:lnTo>
                    <a:pt x="336884" y="274470"/>
                  </a:lnTo>
                  <a:lnTo>
                    <a:pt x="337636" y="273718"/>
                  </a:lnTo>
                  <a:lnTo>
                    <a:pt x="340644" y="272966"/>
                  </a:lnTo>
                  <a:lnTo>
                    <a:pt x="341396" y="271463"/>
                  </a:lnTo>
                  <a:lnTo>
                    <a:pt x="342148" y="270711"/>
                  </a:lnTo>
                  <a:lnTo>
                    <a:pt x="342900" y="266199"/>
                  </a:lnTo>
                  <a:lnTo>
                    <a:pt x="354932" y="239128"/>
                  </a:lnTo>
                  <a:lnTo>
                    <a:pt x="355683" y="238376"/>
                  </a:lnTo>
                  <a:lnTo>
                    <a:pt x="357188" y="236872"/>
                  </a:lnTo>
                  <a:lnTo>
                    <a:pt x="357940" y="236120"/>
                  </a:lnTo>
                  <a:lnTo>
                    <a:pt x="360195" y="235368"/>
                  </a:lnTo>
                  <a:lnTo>
                    <a:pt x="361699" y="234616"/>
                  </a:lnTo>
                  <a:lnTo>
                    <a:pt x="361699" y="233112"/>
                  </a:lnTo>
                  <a:lnTo>
                    <a:pt x="360947" y="231608"/>
                  </a:lnTo>
                  <a:lnTo>
                    <a:pt x="360195" y="230104"/>
                  </a:lnTo>
                  <a:lnTo>
                    <a:pt x="360947" y="227848"/>
                  </a:lnTo>
                  <a:lnTo>
                    <a:pt x="370723" y="209801"/>
                  </a:lnTo>
                  <a:lnTo>
                    <a:pt x="370723" y="209049"/>
                  </a:lnTo>
                  <a:lnTo>
                    <a:pt x="369219" y="202281"/>
                  </a:lnTo>
                  <a:lnTo>
                    <a:pt x="369219" y="199273"/>
                  </a:lnTo>
                  <a:lnTo>
                    <a:pt x="369971" y="196265"/>
                  </a:lnTo>
                  <a:lnTo>
                    <a:pt x="375235" y="191753"/>
                  </a:lnTo>
                  <a:lnTo>
                    <a:pt x="378995" y="184986"/>
                  </a:lnTo>
                  <a:lnTo>
                    <a:pt x="382003" y="181978"/>
                  </a:lnTo>
                  <a:lnTo>
                    <a:pt x="383507" y="181978"/>
                  </a:lnTo>
                  <a:lnTo>
                    <a:pt x="385011" y="181978"/>
                  </a:lnTo>
                  <a:lnTo>
                    <a:pt x="385762" y="181978"/>
                  </a:lnTo>
                  <a:lnTo>
                    <a:pt x="388018" y="181226"/>
                  </a:lnTo>
                  <a:lnTo>
                    <a:pt x="389522" y="179722"/>
                  </a:lnTo>
                  <a:lnTo>
                    <a:pt x="409826" y="145883"/>
                  </a:lnTo>
                  <a:lnTo>
                    <a:pt x="409826" y="144379"/>
                  </a:lnTo>
                  <a:lnTo>
                    <a:pt x="409826" y="142875"/>
                  </a:lnTo>
                  <a:lnTo>
                    <a:pt x="409826" y="142123"/>
                  </a:lnTo>
                  <a:lnTo>
                    <a:pt x="412834" y="140619"/>
                  </a:lnTo>
                  <a:lnTo>
                    <a:pt x="413586" y="139115"/>
                  </a:lnTo>
                  <a:lnTo>
                    <a:pt x="415841" y="134603"/>
                  </a:lnTo>
                  <a:lnTo>
                    <a:pt x="421857" y="124828"/>
                  </a:lnTo>
                  <a:lnTo>
                    <a:pt x="423361" y="121820"/>
                  </a:lnTo>
                  <a:lnTo>
                    <a:pt x="424865" y="115052"/>
                  </a:lnTo>
                  <a:lnTo>
                    <a:pt x="425617" y="112044"/>
                  </a:lnTo>
                  <a:lnTo>
                    <a:pt x="427873" y="109788"/>
                  </a:lnTo>
                  <a:lnTo>
                    <a:pt x="429377" y="109036"/>
                  </a:lnTo>
                  <a:lnTo>
                    <a:pt x="430881" y="109036"/>
                  </a:lnTo>
                  <a:lnTo>
                    <a:pt x="431633" y="109036"/>
                  </a:lnTo>
                  <a:lnTo>
                    <a:pt x="433137" y="107532"/>
                  </a:lnTo>
                  <a:lnTo>
                    <a:pt x="433137" y="106028"/>
                  </a:lnTo>
                  <a:lnTo>
                    <a:pt x="433137" y="103020"/>
                  </a:lnTo>
                  <a:lnTo>
                    <a:pt x="433137" y="101516"/>
                  </a:lnTo>
                  <a:lnTo>
                    <a:pt x="434641" y="100764"/>
                  </a:lnTo>
                  <a:lnTo>
                    <a:pt x="439153" y="97757"/>
                  </a:lnTo>
                  <a:lnTo>
                    <a:pt x="448928" y="87229"/>
                  </a:lnTo>
                  <a:lnTo>
                    <a:pt x="451184" y="83469"/>
                  </a:lnTo>
                  <a:lnTo>
                    <a:pt x="453440" y="79709"/>
                  </a:lnTo>
                  <a:lnTo>
                    <a:pt x="454944" y="75197"/>
                  </a:lnTo>
                  <a:lnTo>
                    <a:pt x="456448" y="69934"/>
                  </a:lnTo>
                  <a:lnTo>
                    <a:pt x="460960" y="66926"/>
                  </a:lnTo>
                  <a:lnTo>
                    <a:pt x="472239" y="61662"/>
                  </a:lnTo>
                  <a:lnTo>
                    <a:pt x="476751" y="60158"/>
                  </a:lnTo>
                  <a:lnTo>
                    <a:pt x="479759" y="57150"/>
                  </a:lnTo>
                  <a:lnTo>
                    <a:pt x="485023" y="43614"/>
                  </a:lnTo>
                  <a:lnTo>
                    <a:pt x="485023" y="34591"/>
                  </a:lnTo>
                  <a:lnTo>
                    <a:pt x="486527" y="31583"/>
                  </a:lnTo>
                  <a:lnTo>
                    <a:pt x="488783" y="31583"/>
                  </a:lnTo>
                  <a:lnTo>
                    <a:pt x="490287" y="33087"/>
                  </a:lnTo>
                  <a:lnTo>
                    <a:pt x="491791" y="36095"/>
                  </a:lnTo>
                  <a:lnTo>
                    <a:pt x="494047" y="44366"/>
                  </a:lnTo>
                  <a:lnTo>
                    <a:pt x="497807" y="54894"/>
                  </a:lnTo>
                  <a:lnTo>
                    <a:pt x="506830" y="71438"/>
                  </a:lnTo>
                  <a:lnTo>
                    <a:pt x="509086" y="78205"/>
                  </a:lnTo>
                  <a:lnTo>
                    <a:pt x="510590" y="73693"/>
                  </a:lnTo>
                  <a:lnTo>
                    <a:pt x="509086" y="69182"/>
                  </a:lnTo>
                  <a:lnTo>
                    <a:pt x="505326" y="62414"/>
                  </a:lnTo>
                  <a:lnTo>
                    <a:pt x="500063" y="51134"/>
                  </a:lnTo>
                  <a:lnTo>
                    <a:pt x="492543" y="28575"/>
                  </a:lnTo>
                  <a:lnTo>
                    <a:pt x="490287" y="12784"/>
                  </a:lnTo>
                  <a:lnTo>
                    <a:pt x="490287" y="11280"/>
                  </a:lnTo>
                  <a:lnTo>
                    <a:pt x="492543" y="3008"/>
                  </a:lnTo>
                  <a:lnTo>
                    <a:pt x="494047" y="1504"/>
                  </a:lnTo>
                  <a:lnTo>
                    <a:pt x="497055" y="0"/>
                  </a:lnTo>
                  <a:lnTo>
                    <a:pt x="500815" y="2256"/>
                  </a:lnTo>
                  <a:lnTo>
                    <a:pt x="506830" y="6016"/>
                  </a:lnTo>
                  <a:lnTo>
                    <a:pt x="516606" y="12784"/>
                  </a:lnTo>
                  <a:lnTo>
                    <a:pt x="530141" y="27823"/>
                  </a:lnTo>
                  <a:lnTo>
                    <a:pt x="541421" y="42111"/>
                  </a:lnTo>
                  <a:lnTo>
                    <a:pt x="547437" y="55646"/>
                  </a:lnTo>
                  <a:lnTo>
                    <a:pt x="548189" y="63166"/>
                  </a:lnTo>
                  <a:lnTo>
                    <a:pt x="548189" y="78957"/>
                  </a:lnTo>
                  <a:lnTo>
                    <a:pt x="548189" y="97005"/>
                  </a:lnTo>
                  <a:lnTo>
                    <a:pt x="545181" y="112796"/>
                  </a:lnTo>
                  <a:lnTo>
                    <a:pt x="548941" y="120316"/>
                  </a:lnTo>
                  <a:lnTo>
                    <a:pt x="548941" y="117308"/>
                  </a:lnTo>
                  <a:lnTo>
                    <a:pt x="551949" y="106780"/>
                  </a:lnTo>
                  <a:lnTo>
                    <a:pt x="552701" y="93245"/>
                  </a:lnTo>
                  <a:lnTo>
                    <a:pt x="554957" y="87229"/>
                  </a:lnTo>
                  <a:lnTo>
                    <a:pt x="557965" y="81213"/>
                  </a:lnTo>
                  <a:lnTo>
                    <a:pt x="560972" y="81213"/>
                  </a:lnTo>
                  <a:lnTo>
                    <a:pt x="563228" y="84973"/>
                  </a:lnTo>
                  <a:lnTo>
                    <a:pt x="561724" y="109036"/>
                  </a:lnTo>
                  <a:lnTo>
                    <a:pt x="562476" y="129340"/>
                  </a:lnTo>
                  <a:lnTo>
                    <a:pt x="563228" y="144379"/>
                  </a:lnTo>
                  <a:lnTo>
                    <a:pt x="560972" y="151147"/>
                  </a:lnTo>
                  <a:lnTo>
                    <a:pt x="560972" y="161674"/>
                  </a:lnTo>
                  <a:lnTo>
                    <a:pt x="569996" y="184234"/>
                  </a:lnTo>
                  <a:lnTo>
                    <a:pt x="571500" y="191753"/>
                  </a:lnTo>
                  <a:lnTo>
                    <a:pt x="569244" y="196265"/>
                  </a:lnTo>
                  <a:lnTo>
                    <a:pt x="569996" y="200025"/>
                  </a:lnTo>
                  <a:lnTo>
                    <a:pt x="572252" y="205289"/>
                  </a:lnTo>
                  <a:lnTo>
                    <a:pt x="573004" y="208297"/>
                  </a:lnTo>
                  <a:lnTo>
                    <a:pt x="572252" y="210553"/>
                  </a:lnTo>
                  <a:lnTo>
                    <a:pt x="573004" y="213561"/>
                  </a:lnTo>
                  <a:lnTo>
                    <a:pt x="574508" y="215816"/>
                  </a:lnTo>
                  <a:lnTo>
                    <a:pt x="576012" y="218072"/>
                  </a:lnTo>
                  <a:lnTo>
                    <a:pt x="576764" y="221832"/>
                  </a:lnTo>
                  <a:lnTo>
                    <a:pt x="577516" y="225592"/>
                  </a:lnTo>
                  <a:lnTo>
                    <a:pt x="578268" y="228600"/>
                  </a:lnTo>
                  <a:lnTo>
                    <a:pt x="580524" y="231608"/>
                  </a:lnTo>
                  <a:lnTo>
                    <a:pt x="582780" y="235368"/>
                  </a:lnTo>
                  <a:lnTo>
                    <a:pt x="583532" y="237624"/>
                  </a:lnTo>
                  <a:lnTo>
                    <a:pt x="583532" y="239880"/>
                  </a:lnTo>
                  <a:lnTo>
                    <a:pt x="582780" y="242136"/>
                  </a:lnTo>
                  <a:lnTo>
                    <a:pt x="583532" y="243639"/>
                  </a:lnTo>
                  <a:lnTo>
                    <a:pt x="583532" y="245895"/>
                  </a:lnTo>
                  <a:lnTo>
                    <a:pt x="585035" y="247399"/>
                  </a:lnTo>
                  <a:lnTo>
                    <a:pt x="587292" y="248151"/>
                  </a:lnTo>
                  <a:lnTo>
                    <a:pt x="588044" y="248903"/>
                  </a:lnTo>
                  <a:lnTo>
                    <a:pt x="590299" y="250407"/>
                  </a:lnTo>
                  <a:lnTo>
                    <a:pt x="591051" y="252663"/>
                  </a:lnTo>
                  <a:lnTo>
                    <a:pt x="591803" y="254919"/>
                  </a:lnTo>
                  <a:lnTo>
                    <a:pt x="593307" y="257175"/>
                  </a:lnTo>
                  <a:lnTo>
                    <a:pt x="594059" y="260183"/>
                  </a:lnTo>
                  <a:lnTo>
                    <a:pt x="594811" y="263943"/>
                  </a:lnTo>
                  <a:lnTo>
                    <a:pt x="595563" y="266951"/>
                  </a:lnTo>
                  <a:lnTo>
                    <a:pt x="597819" y="269959"/>
                  </a:lnTo>
                  <a:lnTo>
                    <a:pt x="598571" y="272215"/>
                  </a:lnTo>
                  <a:lnTo>
                    <a:pt x="599323" y="275222"/>
                  </a:lnTo>
                  <a:lnTo>
                    <a:pt x="600075" y="280486"/>
                  </a:lnTo>
                  <a:lnTo>
                    <a:pt x="603083" y="286502"/>
                  </a:lnTo>
                  <a:lnTo>
                    <a:pt x="602331" y="290262"/>
                  </a:lnTo>
                  <a:lnTo>
                    <a:pt x="600827" y="291766"/>
                  </a:lnTo>
                  <a:lnTo>
                    <a:pt x="600075" y="292518"/>
                  </a:lnTo>
                  <a:lnTo>
                    <a:pt x="599323" y="294022"/>
                  </a:lnTo>
                  <a:lnTo>
                    <a:pt x="600075" y="295526"/>
                  </a:lnTo>
                  <a:lnTo>
                    <a:pt x="600827" y="296278"/>
                  </a:lnTo>
                  <a:lnTo>
                    <a:pt x="602331" y="296278"/>
                  </a:lnTo>
                  <a:lnTo>
                    <a:pt x="603083" y="295526"/>
                  </a:lnTo>
                  <a:lnTo>
                    <a:pt x="603835" y="294774"/>
                  </a:lnTo>
                  <a:lnTo>
                    <a:pt x="604587" y="294022"/>
                  </a:lnTo>
                  <a:lnTo>
                    <a:pt x="606843" y="295526"/>
                  </a:lnTo>
                  <a:lnTo>
                    <a:pt x="609851" y="300038"/>
                  </a:lnTo>
                  <a:lnTo>
                    <a:pt x="611355" y="303045"/>
                  </a:lnTo>
                  <a:lnTo>
                    <a:pt x="611355" y="306805"/>
                  </a:lnTo>
                  <a:lnTo>
                    <a:pt x="612859" y="310565"/>
                  </a:lnTo>
                  <a:lnTo>
                    <a:pt x="614363" y="313573"/>
                  </a:lnTo>
                  <a:lnTo>
                    <a:pt x="614363" y="315077"/>
                  </a:lnTo>
                  <a:lnTo>
                    <a:pt x="615114" y="317333"/>
                  </a:lnTo>
                  <a:lnTo>
                    <a:pt x="615867" y="323349"/>
                  </a:lnTo>
                  <a:lnTo>
                    <a:pt x="617370" y="326357"/>
                  </a:lnTo>
                  <a:lnTo>
                    <a:pt x="618123" y="331620"/>
                  </a:lnTo>
                  <a:lnTo>
                    <a:pt x="618874" y="334628"/>
                  </a:lnTo>
                  <a:lnTo>
                    <a:pt x="621130" y="337636"/>
                  </a:lnTo>
                  <a:lnTo>
                    <a:pt x="622634" y="340644"/>
                  </a:lnTo>
                  <a:lnTo>
                    <a:pt x="624138" y="344404"/>
                  </a:lnTo>
                  <a:lnTo>
                    <a:pt x="621130" y="348164"/>
                  </a:lnTo>
                  <a:lnTo>
                    <a:pt x="620378" y="348916"/>
                  </a:lnTo>
                  <a:lnTo>
                    <a:pt x="618874" y="349668"/>
                  </a:lnTo>
                  <a:lnTo>
                    <a:pt x="616618" y="349668"/>
                  </a:lnTo>
                  <a:lnTo>
                    <a:pt x="615114" y="350420"/>
                  </a:lnTo>
                  <a:lnTo>
                    <a:pt x="610603" y="348916"/>
                  </a:lnTo>
                  <a:lnTo>
                    <a:pt x="609099" y="348164"/>
                  </a:lnTo>
                  <a:lnTo>
                    <a:pt x="607595" y="345908"/>
                  </a:lnTo>
                  <a:lnTo>
                    <a:pt x="606843" y="345908"/>
                  </a:lnTo>
                  <a:lnTo>
                    <a:pt x="606843" y="347412"/>
                  </a:lnTo>
                  <a:lnTo>
                    <a:pt x="607595" y="348916"/>
                  </a:lnTo>
                  <a:lnTo>
                    <a:pt x="608347" y="349668"/>
                  </a:lnTo>
                  <a:lnTo>
                    <a:pt x="609851" y="350420"/>
                  </a:lnTo>
                  <a:lnTo>
                    <a:pt x="610603" y="350420"/>
                  </a:lnTo>
                  <a:lnTo>
                    <a:pt x="611355" y="351924"/>
                  </a:lnTo>
                  <a:lnTo>
                    <a:pt x="610603" y="352676"/>
                  </a:lnTo>
                  <a:lnTo>
                    <a:pt x="609851" y="354180"/>
                  </a:lnTo>
                  <a:lnTo>
                    <a:pt x="609099" y="357939"/>
                  </a:lnTo>
                  <a:lnTo>
                    <a:pt x="609099" y="360195"/>
                  </a:lnTo>
                  <a:lnTo>
                    <a:pt x="609851" y="361699"/>
                  </a:lnTo>
                  <a:lnTo>
                    <a:pt x="610603" y="362451"/>
                  </a:lnTo>
                  <a:lnTo>
                    <a:pt x="611355" y="363955"/>
                  </a:lnTo>
                  <a:lnTo>
                    <a:pt x="612859" y="363955"/>
                  </a:lnTo>
                  <a:lnTo>
                    <a:pt x="613610" y="362451"/>
                  </a:lnTo>
                  <a:lnTo>
                    <a:pt x="614363" y="360947"/>
                  </a:lnTo>
                  <a:lnTo>
                    <a:pt x="613610" y="359443"/>
                  </a:lnTo>
                  <a:lnTo>
                    <a:pt x="614363" y="357188"/>
                  </a:lnTo>
                  <a:lnTo>
                    <a:pt x="615867" y="354932"/>
                  </a:lnTo>
                  <a:lnTo>
                    <a:pt x="617370" y="352676"/>
                  </a:lnTo>
                  <a:lnTo>
                    <a:pt x="620378" y="351172"/>
                  </a:lnTo>
                  <a:lnTo>
                    <a:pt x="624138" y="350420"/>
                  </a:lnTo>
                  <a:lnTo>
                    <a:pt x="627146" y="350420"/>
                  </a:lnTo>
                  <a:lnTo>
                    <a:pt x="633162" y="354932"/>
                  </a:lnTo>
                  <a:lnTo>
                    <a:pt x="636170" y="359443"/>
                  </a:lnTo>
                  <a:lnTo>
                    <a:pt x="636922" y="366211"/>
                  </a:lnTo>
                  <a:lnTo>
                    <a:pt x="637674" y="367715"/>
                  </a:lnTo>
                  <a:lnTo>
                    <a:pt x="642186" y="375987"/>
                  </a:lnTo>
                  <a:lnTo>
                    <a:pt x="645946" y="381251"/>
                  </a:lnTo>
                  <a:lnTo>
                    <a:pt x="647449" y="383507"/>
                  </a:lnTo>
                  <a:lnTo>
                    <a:pt x="648953" y="389522"/>
                  </a:lnTo>
                  <a:lnTo>
                    <a:pt x="649705" y="392530"/>
                  </a:lnTo>
                  <a:lnTo>
                    <a:pt x="651209" y="394034"/>
                  </a:lnTo>
                  <a:lnTo>
                    <a:pt x="652713" y="395538"/>
                  </a:lnTo>
                  <a:lnTo>
                    <a:pt x="656473" y="398546"/>
                  </a:lnTo>
                  <a:lnTo>
                    <a:pt x="660985" y="400802"/>
                  </a:lnTo>
                  <a:lnTo>
                    <a:pt x="667001" y="401554"/>
                  </a:lnTo>
                  <a:lnTo>
                    <a:pt x="673016" y="400050"/>
                  </a:lnTo>
                  <a:lnTo>
                    <a:pt x="676776" y="397794"/>
                  </a:lnTo>
                  <a:lnTo>
                    <a:pt x="680536" y="398546"/>
                  </a:lnTo>
                  <a:lnTo>
                    <a:pt x="682792" y="399298"/>
                  </a:lnTo>
                  <a:lnTo>
                    <a:pt x="686552" y="399298"/>
                  </a:lnTo>
                  <a:lnTo>
                    <a:pt x="688056" y="400050"/>
                  </a:lnTo>
                  <a:lnTo>
                    <a:pt x="693320" y="398546"/>
                  </a:lnTo>
                  <a:lnTo>
                    <a:pt x="695576" y="398546"/>
                  </a:lnTo>
                  <a:lnTo>
                    <a:pt x="699336" y="397794"/>
                  </a:lnTo>
                  <a:lnTo>
                    <a:pt x="701591" y="398546"/>
                  </a:lnTo>
                  <a:lnTo>
                    <a:pt x="706104" y="400802"/>
                  </a:lnTo>
                  <a:lnTo>
                    <a:pt x="712871" y="403810"/>
                  </a:lnTo>
                  <a:lnTo>
                    <a:pt x="726406" y="408322"/>
                  </a:lnTo>
                  <a:lnTo>
                    <a:pt x="734678" y="412834"/>
                  </a:lnTo>
                  <a:lnTo>
                    <a:pt x="738438" y="417345"/>
                  </a:lnTo>
                  <a:lnTo>
                    <a:pt x="740694" y="421105"/>
                  </a:lnTo>
                  <a:lnTo>
                    <a:pt x="742198" y="429377"/>
                  </a:lnTo>
                  <a:lnTo>
                    <a:pt x="742198" y="434641"/>
                  </a:lnTo>
                  <a:lnTo>
                    <a:pt x="742198" y="437649"/>
                  </a:lnTo>
                  <a:lnTo>
                    <a:pt x="742950" y="441409"/>
                  </a:lnTo>
                  <a:lnTo>
                    <a:pt x="743702" y="451184"/>
                  </a:lnTo>
                  <a:lnTo>
                    <a:pt x="745206" y="456448"/>
                  </a:lnTo>
                  <a:lnTo>
                    <a:pt x="745958" y="462464"/>
                  </a:lnTo>
                  <a:lnTo>
                    <a:pt x="745958" y="467728"/>
                  </a:lnTo>
                  <a:lnTo>
                    <a:pt x="744454" y="475247"/>
                  </a:lnTo>
                  <a:lnTo>
                    <a:pt x="742950" y="478255"/>
                  </a:lnTo>
                  <a:lnTo>
                    <a:pt x="739942" y="480511"/>
                  </a:lnTo>
                  <a:lnTo>
                    <a:pt x="736182" y="482767"/>
                  </a:lnTo>
                  <a:lnTo>
                    <a:pt x="730919" y="485023"/>
                  </a:lnTo>
                  <a:lnTo>
                    <a:pt x="723399" y="487279"/>
                  </a:lnTo>
                  <a:lnTo>
                    <a:pt x="716631" y="488031"/>
                  </a:lnTo>
                  <a:lnTo>
                    <a:pt x="711367" y="489535"/>
                  </a:lnTo>
                  <a:lnTo>
                    <a:pt x="709111" y="489535"/>
                  </a:lnTo>
                  <a:lnTo>
                    <a:pt x="706855" y="488783"/>
                  </a:lnTo>
                  <a:lnTo>
                    <a:pt x="705351" y="488031"/>
                  </a:lnTo>
                  <a:lnTo>
                    <a:pt x="703847" y="488783"/>
                  </a:lnTo>
                  <a:lnTo>
                    <a:pt x="704599" y="491039"/>
                  </a:lnTo>
                  <a:lnTo>
                    <a:pt x="706104" y="492543"/>
                  </a:lnTo>
                  <a:lnTo>
                    <a:pt x="708359" y="494047"/>
                  </a:lnTo>
                  <a:lnTo>
                    <a:pt x="712119" y="492543"/>
                  </a:lnTo>
                  <a:lnTo>
                    <a:pt x="716631" y="494047"/>
                  </a:lnTo>
                  <a:lnTo>
                    <a:pt x="722647" y="491791"/>
                  </a:lnTo>
                  <a:lnTo>
                    <a:pt x="727159" y="491791"/>
                  </a:lnTo>
                  <a:lnTo>
                    <a:pt x="730919" y="491791"/>
                  </a:lnTo>
                  <a:lnTo>
                    <a:pt x="735430" y="488783"/>
                  </a:lnTo>
                  <a:lnTo>
                    <a:pt x="738438" y="488783"/>
                  </a:lnTo>
                  <a:lnTo>
                    <a:pt x="741446" y="491039"/>
                  </a:lnTo>
                  <a:lnTo>
                    <a:pt x="743702" y="494047"/>
                  </a:lnTo>
                  <a:lnTo>
                    <a:pt x="743702" y="495551"/>
                  </a:lnTo>
                  <a:lnTo>
                    <a:pt x="743702" y="497055"/>
                  </a:lnTo>
                  <a:lnTo>
                    <a:pt x="740694" y="501566"/>
                  </a:lnTo>
                  <a:lnTo>
                    <a:pt x="736182" y="507582"/>
                  </a:lnTo>
                  <a:lnTo>
                    <a:pt x="730166" y="511342"/>
                  </a:lnTo>
                  <a:lnTo>
                    <a:pt x="724903" y="511342"/>
                  </a:lnTo>
                  <a:lnTo>
                    <a:pt x="721895" y="506078"/>
                  </a:lnTo>
                  <a:lnTo>
                    <a:pt x="720391" y="509086"/>
                  </a:lnTo>
                  <a:lnTo>
                    <a:pt x="719639" y="514350"/>
                  </a:lnTo>
                  <a:lnTo>
                    <a:pt x="717383" y="518862"/>
                  </a:lnTo>
                  <a:lnTo>
                    <a:pt x="712119" y="521870"/>
                  </a:lnTo>
                  <a:lnTo>
                    <a:pt x="710615" y="522622"/>
                  </a:lnTo>
                  <a:lnTo>
                    <a:pt x="705351" y="530893"/>
                  </a:lnTo>
                  <a:lnTo>
                    <a:pt x="703095" y="533149"/>
                  </a:lnTo>
                  <a:lnTo>
                    <a:pt x="700840" y="534653"/>
                  </a:lnTo>
                  <a:lnTo>
                    <a:pt x="688808" y="539917"/>
                  </a:lnTo>
                  <a:lnTo>
                    <a:pt x="687304" y="541421"/>
                  </a:lnTo>
                  <a:lnTo>
                    <a:pt x="681288" y="548189"/>
                  </a:lnTo>
                  <a:lnTo>
                    <a:pt x="679784" y="549693"/>
                  </a:lnTo>
                  <a:lnTo>
                    <a:pt x="674521" y="561724"/>
                  </a:lnTo>
                  <a:lnTo>
                    <a:pt x="673016" y="563228"/>
                  </a:lnTo>
                  <a:lnTo>
                    <a:pt x="671512" y="565484"/>
                  </a:lnTo>
                  <a:lnTo>
                    <a:pt x="660985" y="570748"/>
                  </a:lnTo>
                  <a:lnTo>
                    <a:pt x="657977" y="573004"/>
                  </a:lnTo>
                  <a:lnTo>
                    <a:pt x="656473" y="575260"/>
                  </a:lnTo>
                  <a:lnTo>
                    <a:pt x="651209" y="589547"/>
                  </a:lnTo>
                  <a:lnTo>
                    <a:pt x="642186" y="605339"/>
                  </a:lnTo>
                  <a:lnTo>
                    <a:pt x="634666" y="616619"/>
                  </a:lnTo>
                  <a:lnTo>
                    <a:pt x="621882" y="630154"/>
                  </a:lnTo>
                  <a:lnTo>
                    <a:pt x="606843" y="648201"/>
                  </a:lnTo>
                  <a:lnTo>
                    <a:pt x="605339" y="648201"/>
                  </a:lnTo>
                  <a:lnTo>
                    <a:pt x="603083" y="647449"/>
                  </a:lnTo>
                  <a:lnTo>
                    <a:pt x="597819" y="647449"/>
                  </a:lnTo>
                  <a:lnTo>
                    <a:pt x="585787" y="649705"/>
                  </a:lnTo>
                  <a:lnTo>
                    <a:pt x="578268" y="654969"/>
                  </a:lnTo>
                  <a:lnTo>
                    <a:pt x="573004" y="662489"/>
                  </a:lnTo>
                  <a:lnTo>
                    <a:pt x="564732" y="676776"/>
                  </a:lnTo>
                  <a:lnTo>
                    <a:pt x="563228" y="678280"/>
                  </a:lnTo>
                  <a:lnTo>
                    <a:pt x="560972" y="679032"/>
                  </a:lnTo>
                  <a:lnTo>
                    <a:pt x="551197" y="679784"/>
                  </a:lnTo>
                  <a:lnTo>
                    <a:pt x="545181" y="681288"/>
                  </a:lnTo>
                  <a:lnTo>
                    <a:pt x="543677" y="681288"/>
                  </a:lnTo>
                  <a:lnTo>
                    <a:pt x="543677" y="682792"/>
                  </a:lnTo>
                  <a:lnTo>
                    <a:pt x="542925" y="683544"/>
                  </a:lnTo>
                  <a:lnTo>
                    <a:pt x="539165" y="684296"/>
                  </a:lnTo>
                  <a:lnTo>
                    <a:pt x="535405" y="685800"/>
                  </a:lnTo>
                  <a:lnTo>
                    <a:pt x="528637" y="685048"/>
                  </a:lnTo>
                  <a:lnTo>
                    <a:pt x="525630" y="685800"/>
                  </a:lnTo>
                  <a:lnTo>
                    <a:pt x="525630" y="686552"/>
                  </a:lnTo>
                  <a:lnTo>
                    <a:pt x="527134" y="687304"/>
                  </a:lnTo>
                  <a:lnTo>
                    <a:pt x="530894" y="688056"/>
                  </a:lnTo>
                  <a:lnTo>
                    <a:pt x="532397" y="688808"/>
                  </a:lnTo>
                  <a:lnTo>
                    <a:pt x="533901" y="690312"/>
                  </a:lnTo>
                  <a:lnTo>
                    <a:pt x="533901" y="691816"/>
                  </a:lnTo>
                  <a:lnTo>
                    <a:pt x="535405" y="692568"/>
                  </a:lnTo>
                  <a:lnTo>
                    <a:pt x="537661" y="692568"/>
                  </a:lnTo>
                  <a:lnTo>
                    <a:pt x="526382" y="706103"/>
                  </a:lnTo>
                  <a:lnTo>
                    <a:pt x="524126" y="712871"/>
                  </a:lnTo>
                  <a:lnTo>
                    <a:pt x="521118" y="717383"/>
                  </a:lnTo>
                  <a:lnTo>
                    <a:pt x="520366" y="722647"/>
                  </a:lnTo>
                  <a:lnTo>
                    <a:pt x="519614" y="725655"/>
                  </a:lnTo>
                  <a:lnTo>
                    <a:pt x="516606" y="730166"/>
                  </a:lnTo>
                  <a:lnTo>
                    <a:pt x="514350" y="732422"/>
                  </a:lnTo>
                  <a:lnTo>
                    <a:pt x="509838" y="736182"/>
                  </a:lnTo>
                  <a:lnTo>
                    <a:pt x="508334" y="738438"/>
                  </a:lnTo>
                  <a:lnTo>
                    <a:pt x="507582" y="739942"/>
                  </a:lnTo>
                  <a:lnTo>
                    <a:pt x="508334" y="742198"/>
                  </a:lnTo>
                  <a:lnTo>
                    <a:pt x="508334" y="745206"/>
                  </a:lnTo>
                  <a:lnTo>
                    <a:pt x="506830" y="747462"/>
                  </a:lnTo>
                  <a:lnTo>
                    <a:pt x="501567" y="751974"/>
                  </a:lnTo>
                  <a:lnTo>
                    <a:pt x="498558" y="754230"/>
                  </a:lnTo>
                  <a:lnTo>
                    <a:pt x="496303" y="754982"/>
                  </a:lnTo>
                  <a:lnTo>
                    <a:pt x="494047" y="754982"/>
                  </a:lnTo>
                  <a:lnTo>
                    <a:pt x="490287" y="752726"/>
                  </a:lnTo>
                  <a:lnTo>
                    <a:pt x="487279" y="752726"/>
                  </a:lnTo>
                  <a:lnTo>
                    <a:pt x="487279" y="754230"/>
                  </a:lnTo>
                  <a:lnTo>
                    <a:pt x="488783" y="754230"/>
                  </a:lnTo>
                  <a:lnTo>
                    <a:pt x="490287" y="754230"/>
                  </a:lnTo>
                  <a:lnTo>
                    <a:pt x="491791" y="754982"/>
                  </a:lnTo>
                  <a:lnTo>
                    <a:pt x="491791" y="756486"/>
                  </a:lnTo>
                  <a:lnTo>
                    <a:pt x="489535" y="756486"/>
                  </a:lnTo>
                  <a:lnTo>
                    <a:pt x="486527" y="757238"/>
                  </a:lnTo>
                  <a:lnTo>
                    <a:pt x="486527" y="757989"/>
                  </a:lnTo>
                  <a:lnTo>
                    <a:pt x="488783" y="757989"/>
                  </a:lnTo>
                  <a:lnTo>
                    <a:pt x="490287" y="757989"/>
                  </a:lnTo>
                  <a:lnTo>
                    <a:pt x="491791" y="757238"/>
                  </a:lnTo>
                  <a:lnTo>
                    <a:pt x="492543" y="756486"/>
                  </a:lnTo>
                  <a:lnTo>
                    <a:pt x="494799" y="757238"/>
                  </a:lnTo>
                  <a:lnTo>
                    <a:pt x="488031" y="764757"/>
                  </a:lnTo>
                  <a:lnTo>
                    <a:pt x="480511" y="776037"/>
                  </a:lnTo>
                  <a:lnTo>
                    <a:pt x="479007" y="776789"/>
                  </a:lnTo>
                  <a:lnTo>
                    <a:pt x="476751" y="778293"/>
                  </a:lnTo>
                  <a:lnTo>
                    <a:pt x="475999" y="779045"/>
                  </a:lnTo>
                  <a:lnTo>
                    <a:pt x="469984" y="786564"/>
                  </a:lnTo>
                  <a:lnTo>
                    <a:pt x="469232" y="788820"/>
                  </a:lnTo>
                  <a:lnTo>
                    <a:pt x="466976" y="793332"/>
                  </a:lnTo>
                  <a:lnTo>
                    <a:pt x="465472" y="806116"/>
                  </a:lnTo>
                  <a:lnTo>
                    <a:pt x="467728" y="821907"/>
                  </a:lnTo>
                  <a:lnTo>
                    <a:pt x="467728" y="826419"/>
                  </a:lnTo>
                  <a:lnTo>
                    <a:pt x="467728" y="827923"/>
                  </a:lnTo>
                  <a:lnTo>
                    <a:pt x="466976" y="829427"/>
                  </a:lnTo>
                  <a:lnTo>
                    <a:pt x="466224" y="830179"/>
                  </a:lnTo>
                  <a:lnTo>
                    <a:pt x="465472" y="830931"/>
                  </a:lnTo>
                  <a:lnTo>
                    <a:pt x="464720" y="831683"/>
                  </a:lnTo>
                  <a:lnTo>
                    <a:pt x="461712" y="833187"/>
                  </a:lnTo>
                  <a:lnTo>
                    <a:pt x="456448" y="837699"/>
                  </a:lnTo>
                  <a:lnTo>
                    <a:pt x="454192" y="839203"/>
                  </a:lnTo>
                  <a:lnTo>
                    <a:pt x="451184" y="843715"/>
                  </a:lnTo>
                  <a:lnTo>
                    <a:pt x="448928" y="845218"/>
                  </a:lnTo>
                  <a:lnTo>
                    <a:pt x="437649" y="848978"/>
                  </a:lnTo>
                  <a:lnTo>
                    <a:pt x="437649" y="848226"/>
                  </a:lnTo>
                  <a:lnTo>
                    <a:pt x="434641" y="847474"/>
                  </a:lnTo>
                  <a:lnTo>
                    <a:pt x="433137" y="847474"/>
                  </a:lnTo>
                  <a:lnTo>
                    <a:pt x="432385" y="847474"/>
                  </a:lnTo>
                  <a:lnTo>
                    <a:pt x="431633" y="848226"/>
                  </a:lnTo>
                  <a:lnTo>
                    <a:pt x="430881" y="848226"/>
                  </a:lnTo>
                  <a:lnTo>
                    <a:pt x="430129" y="848226"/>
                  </a:lnTo>
                  <a:lnTo>
                    <a:pt x="429377" y="847474"/>
                  </a:lnTo>
                  <a:lnTo>
                    <a:pt x="427873" y="845970"/>
                  </a:lnTo>
                  <a:lnTo>
                    <a:pt x="427121" y="845970"/>
                  </a:lnTo>
                  <a:lnTo>
                    <a:pt x="426369" y="846722"/>
                  </a:lnTo>
                  <a:lnTo>
                    <a:pt x="425617" y="848978"/>
                  </a:lnTo>
                  <a:lnTo>
                    <a:pt x="424865" y="849730"/>
                  </a:lnTo>
                  <a:lnTo>
                    <a:pt x="424113" y="850482"/>
                  </a:lnTo>
                  <a:lnTo>
                    <a:pt x="423361" y="850482"/>
                  </a:lnTo>
                  <a:lnTo>
                    <a:pt x="422609" y="850482"/>
                  </a:lnTo>
                  <a:lnTo>
                    <a:pt x="421105" y="849730"/>
                  </a:lnTo>
                  <a:lnTo>
                    <a:pt x="419601" y="849730"/>
                  </a:lnTo>
                  <a:lnTo>
                    <a:pt x="418849" y="849730"/>
                  </a:lnTo>
                  <a:lnTo>
                    <a:pt x="418097" y="850482"/>
                  </a:lnTo>
                  <a:lnTo>
                    <a:pt x="417345" y="850482"/>
                  </a:lnTo>
                  <a:lnTo>
                    <a:pt x="416593" y="851234"/>
                  </a:lnTo>
                  <a:lnTo>
                    <a:pt x="415841" y="851986"/>
                  </a:lnTo>
                  <a:lnTo>
                    <a:pt x="415841" y="852738"/>
                  </a:lnTo>
                  <a:lnTo>
                    <a:pt x="415841" y="855746"/>
                  </a:lnTo>
                  <a:lnTo>
                    <a:pt x="415841" y="856498"/>
                  </a:lnTo>
                  <a:lnTo>
                    <a:pt x="415090" y="857250"/>
                  </a:lnTo>
                  <a:lnTo>
                    <a:pt x="415090" y="858002"/>
                  </a:lnTo>
                  <a:lnTo>
                    <a:pt x="414338" y="858002"/>
                  </a:lnTo>
                  <a:lnTo>
                    <a:pt x="413586" y="858002"/>
                  </a:lnTo>
                  <a:lnTo>
                    <a:pt x="412834" y="858002"/>
                  </a:lnTo>
                  <a:lnTo>
                    <a:pt x="412082" y="856498"/>
                  </a:lnTo>
                  <a:lnTo>
                    <a:pt x="409826" y="851986"/>
                  </a:lnTo>
                  <a:lnTo>
                    <a:pt x="409074" y="851234"/>
                  </a:lnTo>
                  <a:lnTo>
                    <a:pt x="408322" y="849730"/>
                  </a:lnTo>
                  <a:lnTo>
                    <a:pt x="406066" y="848978"/>
                  </a:lnTo>
                  <a:lnTo>
                    <a:pt x="405314" y="848226"/>
                  </a:lnTo>
                  <a:lnTo>
                    <a:pt x="403810" y="848226"/>
                  </a:lnTo>
                  <a:lnTo>
                    <a:pt x="387266" y="846722"/>
                  </a:lnTo>
                  <a:lnTo>
                    <a:pt x="386514" y="846722"/>
                  </a:lnTo>
                  <a:lnTo>
                    <a:pt x="383507" y="845218"/>
                  </a:lnTo>
                  <a:lnTo>
                    <a:pt x="382755" y="845218"/>
                  </a:lnTo>
                  <a:lnTo>
                    <a:pt x="382003" y="844466"/>
                  </a:lnTo>
                  <a:lnTo>
                    <a:pt x="377491" y="839203"/>
                  </a:lnTo>
                  <a:lnTo>
                    <a:pt x="375987" y="837699"/>
                  </a:lnTo>
                  <a:lnTo>
                    <a:pt x="375235" y="837699"/>
                  </a:lnTo>
                  <a:lnTo>
                    <a:pt x="372227" y="836195"/>
                  </a:lnTo>
                  <a:lnTo>
                    <a:pt x="369971" y="835443"/>
                  </a:lnTo>
                  <a:lnTo>
                    <a:pt x="369219" y="834691"/>
                  </a:lnTo>
                  <a:lnTo>
                    <a:pt x="368467" y="833939"/>
                  </a:lnTo>
                  <a:lnTo>
                    <a:pt x="366963" y="830179"/>
                  </a:lnTo>
                  <a:lnTo>
                    <a:pt x="366963" y="828675"/>
                  </a:lnTo>
                  <a:lnTo>
                    <a:pt x="366963" y="825667"/>
                  </a:lnTo>
                  <a:lnTo>
                    <a:pt x="366963" y="824915"/>
                  </a:lnTo>
                  <a:lnTo>
                    <a:pt x="364707" y="821155"/>
                  </a:lnTo>
                  <a:lnTo>
                    <a:pt x="364707" y="819651"/>
                  </a:lnTo>
                  <a:lnTo>
                    <a:pt x="364707" y="818147"/>
                  </a:lnTo>
                  <a:lnTo>
                    <a:pt x="365459" y="817395"/>
                  </a:lnTo>
                  <a:lnTo>
                    <a:pt x="367715" y="815140"/>
                  </a:lnTo>
                  <a:lnTo>
                    <a:pt x="367715" y="814387"/>
                  </a:lnTo>
                  <a:lnTo>
                    <a:pt x="367715" y="813636"/>
                  </a:lnTo>
                  <a:lnTo>
                    <a:pt x="367715" y="812132"/>
                  </a:lnTo>
                  <a:lnTo>
                    <a:pt x="367715" y="811380"/>
                  </a:lnTo>
                  <a:lnTo>
                    <a:pt x="367715" y="809876"/>
                  </a:lnTo>
                  <a:lnTo>
                    <a:pt x="366963" y="809124"/>
                  </a:lnTo>
                  <a:lnTo>
                    <a:pt x="366211" y="807620"/>
                  </a:lnTo>
                  <a:lnTo>
                    <a:pt x="363203" y="805364"/>
                  </a:lnTo>
                  <a:lnTo>
                    <a:pt x="362451" y="804612"/>
                  </a:lnTo>
                  <a:lnTo>
                    <a:pt x="361699" y="803860"/>
                  </a:lnTo>
                  <a:lnTo>
                    <a:pt x="360947" y="803860"/>
                  </a:lnTo>
                  <a:lnTo>
                    <a:pt x="360195" y="803860"/>
                  </a:lnTo>
                  <a:lnTo>
                    <a:pt x="359443" y="803860"/>
                  </a:lnTo>
                  <a:lnTo>
                    <a:pt x="357940" y="803860"/>
                  </a:lnTo>
                  <a:lnTo>
                    <a:pt x="357188" y="803860"/>
                  </a:lnTo>
                  <a:lnTo>
                    <a:pt x="348164" y="806868"/>
                  </a:lnTo>
                  <a:lnTo>
                    <a:pt x="347412" y="806868"/>
                  </a:lnTo>
                  <a:lnTo>
                    <a:pt x="346660" y="806868"/>
                  </a:lnTo>
                  <a:lnTo>
                    <a:pt x="345908" y="806868"/>
                  </a:lnTo>
                  <a:lnTo>
                    <a:pt x="345908" y="806116"/>
                  </a:lnTo>
                  <a:lnTo>
                    <a:pt x="345156" y="804612"/>
                  </a:lnTo>
                  <a:lnTo>
                    <a:pt x="345156" y="803860"/>
                  </a:lnTo>
                  <a:lnTo>
                    <a:pt x="345156" y="802356"/>
                  </a:lnTo>
                  <a:lnTo>
                    <a:pt x="345908" y="801604"/>
                  </a:lnTo>
                  <a:lnTo>
                    <a:pt x="346660" y="800100"/>
                  </a:lnTo>
                  <a:lnTo>
                    <a:pt x="346660" y="799348"/>
                  </a:lnTo>
                  <a:lnTo>
                    <a:pt x="346660" y="798596"/>
                  </a:lnTo>
                  <a:lnTo>
                    <a:pt x="346660" y="797844"/>
                  </a:lnTo>
                  <a:lnTo>
                    <a:pt x="345156" y="795588"/>
                  </a:lnTo>
                  <a:lnTo>
                    <a:pt x="345156" y="794084"/>
                  </a:lnTo>
                  <a:lnTo>
                    <a:pt x="345156" y="793332"/>
                  </a:lnTo>
                  <a:lnTo>
                    <a:pt x="345908" y="792580"/>
                  </a:lnTo>
                  <a:lnTo>
                    <a:pt x="345908" y="791076"/>
                  </a:lnTo>
                  <a:lnTo>
                    <a:pt x="346660" y="789572"/>
                  </a:lnTo>
                  <a:lnTo>
                    <a:pt x="347412" y="788068"/>
                  </a:lnTo>
                  <a:lnTo>
                    <a:pt x="347412" y="786564"/>
                  </a:lnTo>
                  <a:lnTo>
                    <a:pt x="347412" y="785061"/>
                  </a:lnTo>
                  <a:lnTo>
                    <a:pt x="346660" y="784309"/>
                  </a:lnTo>
                  <a:lnTo>
                    <a:pt x="345156" y="779045"/>
                  </a:lnTo>
                  <a:lnTo>
                    <a:pt x="345156" y="778293"/>
                  </a:lnTo>
                  <a:lnTo>
                    <a:pt x="344404" y="773029"/>
                  </a:lnTo>
                  <a:lnTo>
                    <a:pt x="344404" y="771525"/>
                  </a:lnTo>
                  <a:lnTo>
                    <a:pt x="343652" y="770773"/>
                  </a:lnTo>
                  <a:lnTo>
                    <a:pt x="342900" y="769269"/>
                  </a:lnTo>
                  <a:lnTo>
                    <a:pt x="340644" y="767765"/>
                  </a:lnTo>
                  <a:lnTo>
                    <a:pt x="338388" y="767013"/>
                  </a:lnTo>
                  <a:lnTo>
                    <a:pt x="336884" y="767013"/>
                  </a:lnTo>
                  <a:lnTo>
                    <a:pt x="334628" y="767013"/>
                  </a:lnTo>
                  <a:lnTo>
                    <a:pt x="333876" y="767013"/>
                  </a:lnTo>
                  <a:lnTo>
                    <a:pt x="333124" y="766261"/>
                  </a:lnTo>
                  <a:lnTo>
                    <a:pt x="332372" y="766261"/>
                  </a:lnTo>
                  <a:lnTo>
                    <a:pt x="331620" y="764757"/>
                  </a:lnTo>
                  <a:lnTo>
                    <a:pt x="330868" y="764005"/>
                  </a:lnTo>
                  <a:lnTo>
                    <a:pt x="328613" y="757989"/>
                  </a:lnTo>
                  <a:lnTo>
                    <a:pt x="327861" y="756486"/>
                  </a:lnTo>
                  <a:lnTo>
                    <a:pt x="327861" y="754230"/>
                  </a:lnTo>
                  <a:lnTo>
                    <a:pt x="327861" y="752726"/>
                  </a:lnTo>
                  <a:lnTo>
                    <a:pt x="327861" y="750470"/>
                  </a:lnTo>
                  <a:lnTo>
                    <a:pt x="328613" y="747462"/>
                  </a:lnTo>
                  <a:lnTo>
                    <a:pt x="329364" y="745206"/>
                  </a:lnTo>
                  <a:lnTo>
                    <a:pt x="329364" y="733926"/>
                  </a:lnTo>
                  <a:lnTo>
                    <a:pt x="328613" y="732422"/>
                  </a:lnTo>
                  <a:lnTo>
                    <a:pt x="327109" y="731670"/>
                  </a:lnTo>
                  <a:lnTo>
                    <a:pt x="321845" y="727159"/>
                  </a:lnTo>
                  <a:lnTo>
                    <a:pt x="321093" y="726407"/>
                  </a:lnTo>
                  <a:lnTo>
                    <a:pt x="320341" y="724903"/>
                  </a:lnTo>
                  <a:lnTo>
                    <a:pt x="318085" y="720391"/>
                  </a:lnTo>
                  <a:lnTo>
                    <a:pt x="318085" y="719639"/>
                  </a:lnTo>
                  <a:lnTo>
                    <a:pt x="305301" y="706855"/>
                  </a:lnTo>
                  <a:lnTo>
                    <a:pt x="304549" y="704599"/>
                  </a:lnTo>
                  <a:lnTo>
                    <a:pt x="303797" y="703847"/>
                  </a:lnTo>
                  <a:lnTo>
                    <a:pt x="303045" y="703095"/>
                  </a:lnTo>
                  <a:lnTo>
                    <a:pt x="301542" y="701591"/>
                  </a:lnTo>
                  <a:lnTo>
                    <a:pt x="300789" y="700840"/>
                  </a:lnTo>
                  <a:lnTo>
                    <a:pt x="299285" y="700840"/>
                  </a:lnTo>
                  <a:lnTo>
                    <a:pt x="298534" y="700840"/>
                  </a:lnTo>
                  <a:lnTo>
                    <a:pt x="293270" y="703847"/>
                  </a:lnTo>
                  <a:lnTo>
                    <a:pt x="292518" y="703847"/>
                  </a:lnTo>
                  <a:lnTo>
                    <a:pt x="291766" y="703847"/>
                  </a:lnTo>
                  <a:lnTo>
                    <a:pt x="291014" y="703847"/>
                  </a:lnTo>
                  <a:lnTo>
                    <a:pt x="290262" y="703847"/>
                  </a:lnTo>
                  <a:lnTo>
                    <a:pt x="288006" y="703847"/>
                  </a:lnTo>
                  <a:lnTo>
                    <a:pt x="284998" y="702343"/>
                  </a:lnTo>
                  <a:lnTo>
                    <a:pt x="284246" y="700088"/>
                  </a:lnTo>
                  <a:lnTo>
                    <a:pt x="276726" y="676024"/>
                  </a:lnTo>
                  <a:lnTo>
                    <a:pt x="273718" y="673768"/>
                  </a:lnTo>
                  <a:lnTo>
                    <a:pt x="270711" y="667001"/>
                  </a:lnTo>
                  <a:lnTo>
                    <a:pt x="270711" y="666249"/>
                  </a:lnTo>
                  <a:lnTo>
                    <a:pt x="269959" y="665497"/>
                  </a:lnTo>
                  <a:lnTo>
                    <a:pt x="271463" y="659481"/>
                  </a:lnTo>
                  <a:lnTo>
                    <a:pt x="271463" y="656473"/>
                  </a:lnTo>
                  <a:lnTo>
                    <a:pt x="271463" y="654969"/>
                  </a:lnTo>
                  <a:lnTo>
                    <a:pt x="271463" y="652713"/>
                  </a:lnTo>
                  <a:lnTo>
                    <a:pt x="270711" y="649705"/>
                  </a:lnTo>
                  <a:lnTo>
                    <a:pt x="267703" y="643689"/>
                  </a:lnTo>
                  <a:lnTo>
                    <a:pt x="266951" y="640682"/>
                  </a:lnTo>
                  <a:lnTo>
                    <a:pt x="266199" y="636922"/>
                  </a:lnTo>
                  <a:lnTo>
                    <a:pt x="266199" y="636170"/>
                  </a:lnTo>
                  <a:lnTo>
                    <a:pt x="265447" y="635418"/>
                  </a:lnTo>
                  <a:lnTo>
                    <a:pt x="265447" y="634666"/>
                  </a:lnTo>
                  <a:lnTo>
                    <a:pt x="261687" y="631658"/>
                  </a:lnTo>
                  <a:lnTo>
                    <a:pt x="260935" y="630906"/>
                  </a:lnTo>
                  <a:lnTo>
                    <a:pt x="260183" y="629402"/>
                  </a:lnTo>
                  <a:lnTo>
                    <a:pt x="253415" y="615114"/>
                  </a:lnTo>
                  <a:lnTo>
                    <a:pt x="252663" y="612859"/>
                  </a:lnTo>
                  <a:lnTo>
                    <a:pt x="252663" y="604587"/>
                  </a:lnTo>
                  <a:lnTo>
                    <a:pt x="252663" y="600827"/>
                  </a:lnTo>
                  <a:lnTo>
                    <a:pt x="252663" y="598571"/>
                  </a:lnTo>
                  <a:lnTo>
                    <a:pt x="251159" y="595563"/>
                  </a:lnTo>
                  <a:lnTo>
                    <a:pt x="251159" y="594059"/>
                  </a:lnTo>
                  <a:lnTo>
                    <a:pt x="251159" y="592555"/>
                  </a:lnTo>
                  <a:lnTo>
                    <a:pt x="251159" y="591803"/>
                  </a:lnTo>
                  <a:lnTo>
                    <a:pt x="252663" y="587291"/>
                  </a:lnTo>
                  <a:lnTo>
                    <a:pt x="252663" y="585788"/>
                  </a:lnTo>
                  <a:lnTo>
                    <a:pt x="252663" y="582780"/>
                  </a:lnTo>
                  <a:lnTo>
                    <a:pt x="253415" y="579020"/>
                  </a:lnTo>
                  <a:lnTo>
                    <a:pt x="255671" y="569996"/>
                  </a:lnTo>
                  <a:lnTo>
                    <a:pt x="255671" y="568492"/>
                  </a:lnTo>
                  <a:lnTo>
                    <a:pt x="255671" y="564732"/>
                  </a:lnTo>
                  <a:lnTo>
                    <a:pt x="254919" y="562476"/>
                  </a:lnTo>
                  <a:lnTo>
                    <a:pt x="254919" y="561724"/>
                  </a:lnTo>
                  <a:lnTo>
                    <a:pt x="254167" y="560972"/>
                  </a:lnTo>
                  <a:lnTo>
                    <a:pt x="254167" y="560220"/>
                  </a:lnTo>
                  <a:lnTo>
                    <a:pt x="252663" y="559468"/>
                  </a:lnTo>
                  <a:lnTo>
                    <a:pt x="239128" y="557213"/>
                  </a:lnTo>
                  <a:lnTo>
                    <a:pt x="232360" y="554957"/>
                  </a:lnTo>
                  <a:lnTo>
                    <a:pt x="230104" y="553453"/>
                  </a:lnTo>
                  <a:lnTo>
                    <a:pt x="227096" y="551949"/>
                  </a:lnTo>
                  <a:lnTo>
                    <a:pt x="224840" y="548941"/>
                  </a:lnTo>
                  <a:lnTo>
                    <a:pt x="222584" y="545933"/>
                  </a:lnTo>
                  <a:lnTo>
                    <a:pt x="221832" y="542925"/>
                  </a:lnTo>
                  <a:lnTo>
                    <a:pt x="220328" y="540669"/>
                  </a:lnTo>
                  <a:lnTo>
                    <a:pt x="219576" y="539917"/>
                  </a:lnTo>
                  <a:lnTo>
                    <a:pt x="218824" y="538413"/>
                  </a:lnTo>
                  <a:lnTo>
                    <a:pt x="212808" y="534653"/>
                  </a:lnTo>
                  <a:lnTo>
                    <a:pt x="210553" y="531645"/>
                  </a:lnTo>
                  <a:lnTo>
                    <a:pt x="209801" y="530893"/>
                  </a:lnTo>
                  <a:lnTo>
                    <a:pt x="209049" y="529390"/>
                  </a:lnTo>
                  <a:lnTo>
                    <a:pt x="208297" y="527134"/>
                  </a:lnTo>
                  <a:lnTo>
                    <a:pt x="208297" y="522622"/>
                  </a:lnTo>
                  <a:lnTo>
                    <a:pt x="208297" y="521870"/>
                  </a:lnTo>
                  <a:lnTo>
                    <a:pt x="206793" y="519614"/>
                  </a:lnTo>
                  <a:lnTo>
                    <a:pt x="206041" y="518862"/>
                  </a:lnTo>
                  <a:lnTo>
                    <a:pt x="206793" y="518110"/>
                  </a:lnTo>
                  <a:lnTo>
                    <a:pt x="206793" y="516606"/>
                  </a:lnTo>
                  <a:lnTo>
                    <a:pt x="206793" y="515854"/>
                  </a:lnTo>
                  <a:lnTo>
                    <a:pt x="206793" y="515102"/>
                  </a:lnTo>
                  <a:lnTo>
                    <a:pt x="203033" y="506830"/>
                  </a:lnTo>
                  <a:lnTo>
                    <a:pt x="202281" y="506078"/>
                  </a:lnTo>
                  <a:lnTo>
                    <a:pt x="201529" y="502318"/>
                  </a:lnTo>
                  <a:lnTo>
                    <a:pt x="201529" y="500814"/>
                  </a:lnTo>
                  <a:lnTo>
                    <a:pt x="202281" y="498559"/>
                  </a:lnTo>
                  <a:lnTo>
                    <a:pt x="202281" y="497807"/>
                  </a:lnTo>
                  <a:lnTo>
                    <a:pt x="202281" y="497055"/>
                  </a:lnTo>
                  <a:lnTo>
                    <a:pt x="203033" y="496303"/>
                  </a:lnTo>
                  <a:lnTo>
                    <a:pt x="203785" y="496303"/>
                  </a:lnTo>
                  <a:lnTo>
                    <a:pt x="206041" y="496303"/>
                  </a:lnTo>
                  <a:lnTo>
                    <a:pt x="209801" y="494799"/>
                  </a:lnTo>
                  <a:lnTo>
                    <a:pt x="210553" y="494047"/>
                  </a:lnTo>
                  <a:lnTo>
                    <a:pt x="210553" y="493295"/>
                  </a:lnTo>
                  <a:lnTo>
                    <a:pt x="210553" y="492543"/>
                  </a:lnTo>
                  <a:lnTo>
                    <a:pt x="210553" y="491791"/>
                  </a:lnTo>
                  <a:lnTo>
                    <a:pt x="209049" y="488783"/>
                  </a:lnTo>
                  <a:lnTo>
                    <a:pt x="208297" y="487279"/>
                  </a:lnTo>
                  <a:lnTo>
                    <a:pt x="207545" y="486527"/>
                  </a:lnTo>
                  <a:lnTo>
                    <a:pt x="207545" y="485023"/>
                  </a:lnTo>
                  <a:lnTo>
                    <a:pt x="207545" y="484271"/>
                  </a:lnTo>
                  <a:lnTo>
                    <a:pt x="206793" y="483519"/>
                  </a:lnTo>
                  <a:lnTo>
                    <a:pt x="206041" y="482767"/>
                  </a:lnTo>
                  <a:lnTo>
                    <a:pt x="204537" y="482015"/>
                  </a:lnTo>
                  <a:lnTo>
                    <a:pt x="203785" y="482015"/>
                  </a:lnTo>
                  <a:lnTo>
                    <a:pt x="202281" y="482015"/>
                  </a:lnTo>
                  <a:lnTo>
                    <a:pt x="198521" y="483519"/>
                  </a:lnTo>
                  <a:lnTo>
                    <a:pt x="192505" y="485023"/>
                  </a:lnTo>
                  <a:lnTo>
                    <a:pt x="191001" y="485023"/>
                  </a:lnTo>
                  <a:lnTo>
                    <a:pt x="190249" y="485023"/>
                  </a:lnTo>
                  <a:lnTo>
                    <a:pt x="189497" y="484271"/>
                  </a:lnTo>
                  <a:lnTo>
                    <a:pt x="189497" y="483519"/>
                  </a:lnTo>
                  <a:lnTo>
                    <a:pt x="189497" y="482767"/>
                  </a:lnTo>
                  <a:lnTo>
                    <a:pt x="190249" y="482015"/>
                  </a:lnTo>
                  <a:lnTo>
                    <a:pt x="190249" y="481263"/>
                  </a:lnTo>
                  <a:lnTo>
                    <a:pt x="190249" y="480511"/>
                  </a:lnTo>
                  <a:lnTo>
                    <a:pt x="191001" y="479759"/>
                  </a:lnTo>
                  <a:lnTo>
                    <a:pt x="190249" y="479007"/>
                  </a:lnTo>
                  <a:lnTo>
                    <a:pt x="190249" y="478255"/>
                  </a:lnTo>
                  <a:lnTo>
                    <a:pt x="187993" y="475247"/>
                  </a:lnTo>
                  <a:lnTo>
                    <a:pt x="187241" y="473743"/>
                  </a:lnTo>
                  <a:lnTo>
                    <a:pt x="187241" y="472991"/>
                  </a:lnTo>
                  <a:lnTo>
                    <a:pt x="187241" y="472240"/>
                  </a:lnTo>
                  <a:lnTo>
                    <a:pt x="187241" y="471488"/>
                  </a:lnTo>
                  <a:lnTo>
                    <a:pt x="187993" y="470736"/>
                  </a:lnTo>
                  <a:lnTo>
                    <a:pt x="188745" y="469984"/>
                  </a:lnTo>
                  <a:lnTo>
                    <a:pt x="189497" y="469232"/>
                  </a:lnTo>
                  <a:lnTo>
                    <a:pt x="189497" y="468480"/>
                  </a:lnTo>
                  <a:lnTo>
                    <a:pt x="189497" y="467728"/>
                  </a:lnTo>
                  <a:lnTo>
                    <a:pt x="188745" y="466976"/>
                  </a:lnTo>
                  <a:lnTo>
                    <a:pt x="187241" y="466224"/>
                  </a:lnTo>
                  <a:lnTo>
                    <a:pt x="185738" y="466976"/>
                  </a:lnTo>
                  <a:lnTo>
                    <a:pt x="184986" y="466976"/>
                  </a:lnTo>
                  <a:lnTo>
                    <a:pt x="182730" y="465472"/>
                  </a:lnTo>
                  <a:lnTo>
                    <a:pt x="181978" y="465472"/>
                  </a:lnTo>
                  <a:lnTo>
                    <a:pt x="181226" y="465472"/>
                  </a:lnTo>
                  <a:lnTo>
                    <a:pt x="179722" y="465472"/>
                  </a:lnTo>
                  <a:lnTo>
                    <a:pt x="178970" y="465472"/>
                  </a:lnTo>
                  <a:lnTo>
                    <a:pt x="178218" y="465472"/>
                  </a:lnTo>
                  <a:lnTo>
                    <a:pt x="176714" y="466224"/>
                  </a:lnTo>
                  <a:lnTo>
                    <a:pt x="175210" y="466976"/>
                  </a:lnTo>
                  <a:lnTo>
                    <a:pt x="174458" y="466976"/>
                  </a:lnTo>
                  <a:lnTo>
                    <a:pt x="173706" y="466976"/>
                  </a:lnTo>
                  <a:lnTo>
                    <a:pt x="172954" y="466976"/>
                  </a:lnTo>
                  <a:lnTo>
                    <a:pt x="172954" y="466224"/>
                  </a:lnTo>
                  <a:lnTo>
                    <a:pt x="172202" y="464720"/>
                  </a:lnTo>
                  <a:lnTo>
                    <a:pt x="172202" y="463216"/>
                  </a:lnTo>
                  <a:lnTo>
                    <a:pt x="172202" y="462464"/>
                  </a:lnTo>
                  <a:lnTo>
                    <a:pt x="172202" y="460208"/>
                  </a:lnTo>
                  <a:lnTo>
                    <a:pt x="172202" y="459456"/>
                  </a:lnTo>
                  <a:lnTo>
                    <a:pt x="172202" y="458704"/>
                  </a:lnTo>
                  <a:lnTo>
                    <a:pt x="172202" y="457952"/>
                  </a:lnTo>
                  <a:lnTo>
                    <a:pt x="171450" y="457200"/>
                  </a:lnTo>
                  <a:lnTo>
                    <a:pt x="170698" y="457200"/>
                  </a:lnTo>
                  <a:lnTo>
                    <a:pt x="169946" y="457952"/>
                  </a:lnTo>
                  <a:lnTo>
                    <a:pt x="169194" y="457952"/>
                  </a:lnTo>
                  <a:lnTo>
                    <a:pt x="169194" y="458704"/>
                  </a:lnTo>
                  <a:lnTo>
                    <a:pt x="168442" y="459456"/>
                  </a:lnTo>
                  <a:lnTo>
                    <a:pt x="167690" y="459456"/>
                  </a:lnTo>
                  <a:lnTo>
                    <a:pt x="166938" y="459456"/>
                  </a:lnTo>
                  <a:lnTo>
                    <a:pt x="166186" y="459456"/>
                  </a:lnTo>
                  <a:lnTo>
                    <a:pt x="165434" y="459456"/>
                  </a:lnTo>
                  <a:lnTo>
                    <a:pt x="163930" y="458704"/>
                  </a:lnTo>
                  <a:lnTo>
                    <a:pt x="163178" y="458704"/>
                  </a:lnTo>
                  <a:lnTo>
                    <a:pt x="163178" y="457952"/>
                  </a:lnTo>
                  <a:lnTo>
                    <a:pt x="163930" y="457200"/>
                  </a:lnTo>
                  <a:lnTo>
                    <a:pt x="163930" y="456448"/>
                  </a:lnTo>
                  <a:lnTo>
                    <a:pt x="162426" y="455696"/>
                  </a:lnTo>
                  <a:lnTo>
                    <a:pt x="161674" y="455696"/>
                  </a:lnTo>
                  <a:lnTo>
                    <a:pt x="160922" y="455696"/>
                  </a:lnTo>
                  <a:lnTo>
                    <a:pt x="160170" y="456448"/>
                  </a:lnTo>
                  <a:lnTo>
                    <a:pt x="160170" y="457200"/>
                  </a:lnTo>
                  <a:lnTo>
                    <a:pt x="160170" y="457952"/>
                  </a:lnTo>
                  <a:lnTo>
                    <a:pt x="160170" y="459456"/>
                  </a:lnTo>
                  <a:lnTo>
                    <a:pt x="160170" y="460208"/>
                  </a:lnTo>
                  <a:lnTo>
                    <a:pt x="158667" y="461712"/>
                  </a:lnTo>
                  <a:lnTo>
                    <a:pt x="158667" y="462464"/>
                  </a:lnTo>
                  <a:lnTo>
                    <a:pt x="157914" y="462464"/>
                  </a:lnTo>
                  <a:lnTo>
                    <a:pt x="156410" y="462464"/>
                  </a:lnTo>
                  <a:lnTo>
                    <a:pt x="155659" y="461712"/>
                  </a:lnTo>
                  <a:lnTo>
                    <a:pt x="154155" y="460208"/>
                  </a:lnTo>
                  <a:lnTo>
                    <a:pt x="151147" y="460208"/>
                  </a:lnTo>
                  <a:lnTo>
                    <a:pt x="150395" y="459456"/>
                  </a:lnTo>
                  <a:lnTo>
                    <a:pt x="148891" y="458704"/>
                  </a:lnTo>
                  <a:lnTo>
                    <a:pt x="147387" y="459456"/>
                  </a:lnTo>
                  <a:lnTo>
                    <a:pt x="147387" y="460208"/>
                  </a:lnTo>
                  <a:lnTo>
                    <a:pt x="147387" y="460960"/>
                  </a:lnTo>
                  <a:lnTo>
                    <a:pt x="147387" y="461712"/>
                  </a:lnTo>
                  <a:lnTo>
                    <a:pt x="148139" y="462464"/>
                  </a:lnTo>
                  <a:lnTo>
                    <a:pt x="147387" y="463216"/>
                  </a:lnTo>
                  <a:lnTo>
                    <a:pt x="147387" y="463968"/>
                  </a:lnTo>
                  <a:lnTo>
                    <a:pt x="145883" y="463968"/>
                  </a:lnTo>
                  <a:lnTo>
                    <a:pt x="143627" y="463968"/>
                  </a:lnTo>
                  <a:lnTo>
                    <a:pt x="142875" y="463968"/>
                  </a:lnTo>
                  <a:lnTo>
                    <a:pt x="142875" y="463216"/>
                  </a:lnTo>
                  <a:lnTo>
                    <a:pt x="142875" y="462464"/>
                  </a:lnTo>
                  <a:lnTo>
                    <a:pt x="142875" y="461712"/>
                  </a:lnTo>
                  <a:lnTo>
                    <a:pt x="142123" y="460960"/>
                  </a:lnTo>
                  <a:lnTo>
                    <a:pt x="139115" y="460960"/>
                  </a:lnTo>
                  <a:lnTo>
                    <a:pt x="138363" y="460960"/>
                  </a:lnTo>
                  <a:lnTo>
                    <a:pt x="137611" y="460208"/>
                  </a:lnTo>
                  <a:lnTo>
                    <a:pt x="138363" y="458704"/>
                  </a:lnTo>
                  <a:lnTo>
                    <a:pt x="137611" y="457952"/>
                  </a:lnTo>
                  <a:lnTo>
                    <a:pt x="136859" y="457200"/>
                  </a:lnTo>
                  <a:lnTo>
                    <a:pt x="134603" y="455696"/>
                  </a:lnTo>
                  <a:lnTo>
                    <a:pt x="133851" y="455696"/>
                  </a:lnTo>
                  <a:lnTo>
                    <a:pt x="133099" y="454944"/>
                  </a:lnTo>
                  <a:lnTo>
                    <a:pt x="133099" y="453440"/>
                  </a:lnTo>
                  <a:lnTo>
                    <a:pt x="133099" y="452688"/>
                  </a:lnTo>
                  <a:lnTo>
                    <a:pt x="132347" y="451936"/>
                  </a:lnTo>
                  <a:lnTo>
                    <a:pt x="131595" y="451936"/>
                  </a:lnTo>
                  <a:lnTo>
                    <a:pt x="130843" y="451184"/>
                  </a:lnTo>
                  <a:lnTo>
                    <a:pt x="130091" y="451184"/>
                  </a:lnTo>
                  <a:lnTo>
                    <a:pt x="129340" y="449680"/>
                  </a:lnTo>
                  <a:lnTo>
                    <a:pt x="128588" y="448928"/>
                  </a:lnTo>
                  <a:lnTo>
                    <a:pt x="125580" y="447424"/>
                  </a:lnTo>
                  <a:lnTo>
                    <a:pt x="124828" y="446672"/>
                  </a:lnTo>
                  <a:lnTo>
                    <a:pt x="124076" y="445168"/>
                  </a:lnTo>
                  <a:lnTo>
                    <a:pt x="123324" y="444416"/>
                  </a:lnTo>
                  <a:lnTo>
                    <a:pt x="122572" y="443664"/>
                  </a:lnTo>
                  <a:lnTo>
                    <a:pt x="121820" y="442913"/>
                  </a:lnTo>
                  <a:lnTo>
                    <a:pt x="121068" y="442913"/>
                  </a:lnTo>
                  <a:lnTo>
                    <a:pt x="120316" y="442913"/>
                  </a:lnTo>
                  <a:lnTo>
                    <a:pt x="119564" y="442913"/>
                  </a:lnTo>
                  <a:lnTo>
                    <a:pt x="118812" y="443664"/>
                  </a:lnTo>
                  <a:lnTo>
                    <a:pt x="116556" y="445168"/>
                  </a:lnTo>
                  <a:lnTo>
                    <a:pt x="115804" y="445168"/>
                  </a:lnTo>
                  <a:lnTo>
                    <a:pt x="115052" y="445920"/>
                  </a:lnTo>
                  <a:lnTo>
                    <a:pt x="112044" y="445920"/>
                  </a:lnTo>
                  <a:lnTo>
                    <a:pt x="110540" y="445920"/>
                  </a:lnTo>
                  <a:lnTo>
                    <a:pt x="109788" y="445920"/>
                  </a:lnTo>
                  <a:lnTo>
                    <a:pt x="108284" y="445168"/>
                  </a:lnTo>
                  <a:lnTo>
                    <a:pt x="108284" y="444416"/>
                  </a:lnTo>
                  <a:lnTo>
                    <a:pt x="107532" y="442913"/>
                  </a:lnTo>
                  <a:lnTo>
                    <a:pt x="107532" y="441409"/>
                  </a:lnTo>
                  <a:lnTo>
                    <a:pt x="108284" y="440657"/>
                  </a:lnTo>
                  <a:lnTo>
                    <a:pt x="108284" y="439905"/>
                  </a:lnTo>
                  <a:lnTo>
                    <a:pt x="107532" y="439153"/>
                  </a:lnTo>
                  <a:lnTo>
                    <a:pt x="106780" y="438401"/>
                  </a:lnTo>
                  <a:lnTo>
                    <a:pt x="105276" y="436145"/>
                  </a:lnTo>
                  <a:lnTo>
                    <a:pt x="104524" y="434641"/>
                  </a:lnTo>
                  <a:lnTo>
                    <a:pt x="103772" y="433137"/>
                  </a:lnTo>
                  <a:lnTo>
                    <a:pt x="103772" y="432385"/>
                  </a:lnTo>
                  <a:lnTo>
                    <a:pt x="104524" y="431633"/>
                  </a:lnTo>
                  <a:lnTo>
                    <a:pt x="105276" y="430881"/>
                  </a:lnTo>
                  <a:lnTo>
                    <a:pt x="105276" y="430129"/>
                  </a:lnTo>
                  <a:lnTo>
                    <a:pt x="105276" y="429377"/>
                  </a:lnTo>
                  <a:lnTo>
                    <a:pt x="104524" y="429377"/>
                  </a:lnTo>
                  <a:lnTo>
                    <a:pt x="102268" y="429377"/>
                  </a:lnTo>
                  <a:lnTo>
                    <a:pt x="101516" y="429377"/>
                  </a:lnTo>
                  <a:lnTo>
                    <a:pt x="100764" y="429377"/>
                  </a:lnTo>
                  <a:lnTo>
                    <a:pt x="100012" y="428625"/>
                  </a:lnTo>
                  <a:lnTo>
                    <a:pt x="100012" y="427121"/>
                  </a:lnTo>
                  <a:lnTo>
                    <a:pt x="99261" y="425617"/>
                  </a:lnTo>
                  <a:lnTo>
                    <a:pt x="97757" y="424113"/>
                  </a:lnTo>
                  <a:lnTo>
                    <a:pt x="94749" y="422609"/>
                  </a:lnTo>
                  <a:lnTo>
                    <a:pt x="93997" y="421857"/>
                  </a:lnTo>
                  <a:lnTo>
                    <a:pt x="93245" y="421857"/>
                  </a:lnTo>
                  <a:lnTo>
                    <a:pt x="92493" y="423361"/>
                  </a:lnTo>
                  <a:lnTo>
                    <a:pt x="91741" y="423361"/>
                  </a:lnTo>
                  <a:lnTo>
                    <a:pt x="90237" y="422609"/>
                  </a:lnTo>
                  <a:lnTo>
                    <a:pt x="88733" y="420353"/>
                  </a:lnTo>
                  <a:lnTo>
                    <a:pt x="86477" y="418849"/>
                  </a:lnTo>
                  <a:lnTo>
                    <a:pt x="84973" y="418097"/>
                  </a:lnTo>
                  <a:lnTo>
                    <a:pt x="84221" y="418097"/>
                  </a:lnTo>
                  <a:lnTo>
                    <a:pt x="83469" y="417345"/>
                  </a:lnTo>
                  <a:lnTo>
                    <a:pt x="82717" y="417345"/>
                  </a:lnTo>
                  <a:lnTo>
                    <a:pt x="81965" y="416593"/>
                  </a:lnTo>
                  <a:lnTo>
                    <a:pt x="81965" y="415841"/>
                  </a:lnTo>
                  <a:lnTo>
                    <a:pt x="80461" y="415090"/>
                  </a:lnTo>
                  <a:lnTo>
                    <a:pt x="79709" y="415090"/>
                  </a:lnTo>
                  <a:lnTo>
                    <a:pt x="78957" y="414338"/>
                  </a:lnTo>
                  <a:lnTo>
                    <a:pt x="78205" y="413586"/>
                  </a:lnTo>
                  <a:lnTo>
                    <a:pt x="76701" y="412082"/>
                  </a:lnTo>
                  <a:lnTo>
                    <a:pt x="75197" y="411330"/>
                  </a:lnTo>
                  <a:lnTo>
                    <a:pt x="74445" y="410578"/>
                  </a:lnTo>
                  <a:lnTo>
                    <a:pt x="73693" y="410578"/>
                  </a:lnTo>
                  <a:lnTo>
                    <a:pt x="72942" y="410578"/>
                  </a:lnTo>
                  <a:lnTo>
                    <a:pt x="70685" y="409074"/>
                  </a:lnTo>
                  <a:lnTo>
                    <a:pt x="69182" y="408322"/>
                  </a:lnTo>
                  <a:lnTo>
                    <a:pt x="68430" y="408322"/>
                  </a:lnTo>
                  <a:lnTo>
                    <a:pt x="66926" y="406818"/>
                  </a:lnTo>
                  <a:lnTo>
                    <a:pt x="66174" y="406818"/>
                  </a:lnTo>
                  <a:lnTo>
                    <a:pt x="65422" y="406818"/>
                  </a:lnTo>
                  <a:lnTo>
                    <a:pt x="64670" y="406818"/>
                  </a:lnTo>
                  <a:lnTo>
                    <a:pt x="63918" y="407570"/>
                  </a:lnTo>
                  <a:lnTo>
                    <a:pt x="63166" y="408322"/>
                  </a:lnTo>
                  <a:lnTo>
                    <a:pt x="62414" y="408322"/>
                  </a:lnTo>
                  <a:lnTo>
                    <a:pt x="61662" y="408322"/>
                  </a:lnTo>
                  <a:lnTo>
                    <a:pt x="58654" y="406818"/>
                  </a:lnTo>
                  <a:lnTo>
                    <a:pt x="57902" y="406066"/>
                  </a:lnTo>
                  <a:lnTo>
                    <a:pt x="57150" y="406818"/>
                  </a:lnTo>
                  <a:lnTo>
                    <a:pt x="55646" y="407570"/>
                  </a:lnTo>
                  <a:lnTo>
                    <a:pt x="54894" y="407570"/>
                  </a:lnTo>
                  <a:lnTo>
                    <a:pt x="54142" y="407570"/>
                  </a:lnTo>
                  <a:lnTo>
                    <a:pt x="53390" y="406818"/>
                  </a:lnTo>
                  <a:lnTo>
                    <a:pt x="52638" y="406818"/>
                  </a:lnTo>
                  <a:lnTo>
                    <a:pt x="51886" y="407570"/>
                  </a:lnTo>
                  <a:lnTo>
                    <a:pt x="50382" y="407570"/>
                  </a:lnTo>
                  <a:lnTo>
                    <a:pt x="48126" y="408322"/>
                  </a:lnTo>
                  <a:lnTo>
                    <a:pt x="46622" y="408322"/>
                  </a:lnTo>
                  <a:lnTo>
                    <a:pt x="45870" y="409074"/>
                  </a:lnTo>
                  <a:lnTo>
                    <a:pt x="45118" y="408322"/>
                  </a:lnTo>
                  <a:lnTo>
                    <a:pt x="43614" y="407570"/>
                  </a:lnTo>
                  <a:lnTo>
                    <a:pt x="42863" y="406818"/>
                  </a:lnTo>
                  <a:lnTo>
                    <a:pt x="42111" y="406818"/>
                  </a:lnTo>
                  <a:lnTo>
                    <a:pt x="37599" y="405314"/>
                  </a:lnTo>
                  <a:lnTo>
                    <a:pt x="36095" y="405314"/>
                  </a:lnTo>
                  <a:lnTo>
                    <a:pt x="33839" y="403810"/>
                  </a:lnTo>
                  <a:lnTo>
                    <a:pt x="33087" y="403058"/>
                  </a:lnTo>
                  <a:lnTo>
                    <a:pt x="32335" y="403058"/>
                  </a:lnTo>
                  <a:lnTo>
                    <a:pt x="30831" y="403058"/>
                  </a:lnTo>
                  <a:lnTo>
                    <a:pt x="25567" y="403810"/>
                  </a:lnTo>
                  <a:lnTo>
                    <a:pt x="24063" y="404562"/>
                  </a:lnTo>
                  <a:lnTo>
                    <a:pt x="21807" y="405314"/>
                  </a:lnTo>
                  <a:lnTo>
                    <a:pt x="21055" y="406066"/>
                  </a:lnTo>
                  <a:lnTo>
                    <a:pt x="16544" y="406066"/>
                  </a:lnTo>
                  <a:lnTo>
                    <a:pt x="15791" y="406066"/>
                  </a:lnTo>
                  <a:lnTo>
                    <a:pt x="15039" y="406066"/>
                  </a:lnTo>
                  <a:lnTo>
                    <a:pt x="14287" y="405314"/>
                  </a:lnTo>
                  <a:lnTo>
                    <a:pt x="13535" y="405314"/>
                  </a:lnTo>
                  <a:lnTo>
                    <a:pt x="12784" y="405314"/>
                  </a:lnTo>
                  <a:lnTo>
                    <a:pt x="11280" y="405314"/>
                  </a:lnTo>
                  <a:lnTo>
                    <a:pt x="10528" y="405314"/>
                  </a:lnTo>
                  <a:lnTo>
                    <a:pt x="9776" y="405314"/>
                  </a:lnTo>
                  <a:lnTo>
                    <a:pt x="8272" y="403058"/>
                  </a:lnTo>
                  <a:lnTo>
                    <a:pt x="7520" y="401554"/>
                  </a:lnTo>
                  <a:lnTo>
                    <a:pt x="6768" y="400050"/>
                  </a:lnTo>
                  <a:lnTo>
                    <a:pt x="6016" y="389522"/>
                  </a:lnTo>
                  <a:lnTo>
                    <a:pt x="5264" y="387266"/>
                  </a:lnTo>
                  <a:lnTo>
                    <a:pt x="5264" y="386515"/>
                  </a:lnTo>
                  <a:lnTo>
                    <a:pt x="5264" y="375235"/>
                  </a:lnTo>
                  <a:lnTo>
                    <a:pt x="5264" y="373731"/>
                  </a:lnTo>
                  <a:lnTo>
                    <a:pt x="4512" y="372227"/>
                  </a:lnTo>
                  <a:lnTo>
                    <a:pt x="4512" y="370723"/>
                  </a:lnTo>
                  <a:lnTo>
                    <a:pt x="3760" y="369971"/>
                  </a:lnTo>
                  <a:lnTo>
                    <a:pt x="3008" y="369971"/>
                  </a:lnTo>
                  <a:lnTo>
                    <a:pt x="752" y="369219"/>
                  </a:lnTo>
                  <a:lnTo>
                    <a:pt x="0" y="368467"/>
                  </a:lnTo>
                  <a:lnTo>
                    <a:pt x="0" y="367715"/>
                  </a:lnTo>
                  <a:lnTo>
                    <a:pt x="752" y="366211"/>
                  </a:lnTo>
                  <a:lnTo>
                    <a:pt x="1504" y="365459"/>
                  </a:lnTo>
                  <a:lnTo>
                    <a:pt x="2256" y="364707"/>
                  </a:lnTo>
                  <a:lnTo>
                    <a:pt x="5264" y="362451"/>
                  </a:lnTo>
                  <a:lnTo>
                    <a:pt x="6016" y="361699"/>
                  </a:lnTo>
                  <a:lnTo>
                    <a:pt x="6768" y="360947"/>
                  </a:lnTo>
                  <a:lnTo>
                    <a:pt x="6768" y="360195"/>
                  </a:lnTo>
                  <a:lnTo>
                    <a:pt x="6768" y="359443"/>
                  </a:lnTo>
                  <a:lnTo>
                    <a:pt x="6768" y="357939"/>
                  </a:lnTo>
                  <a:lnTo>
                    <a:pt x="6016" y="355684"/>
                  </a:lnTo>
                  <a:lnTo>
                    <a:pt x="6016" y="354932"/>
                  </a:lnTo>
                  <a:lnTo>
                    <a:pt x="5264" y="354180"/>
                  </a:lnTo>
                  <a:lnTo>
                    <a:pt x="3008" y="352676"/>
                  </a:lnTo>
                  <a:lnTo>
                    <a:pt x="3008" y="351924"/>
                  </a:lnTo>
                  <a:lnTo>
                    <a:pt x="2256" y="351924"/>
                  </a:lnTo>
                  <a:lnTo>
                    <a:pt x="1504" y="351172"/>
                  </a:lnTo>
                  <a:lnTo>
                    <a:pt x="1504" y="349668"/>
                  </a:lnTo>
                  <a:lnTo>
                    <a:pt x="1504" y="348164"/>
                  </a:lnTo>
                  <a:lnTo>
                    <a:pt x="2256" y="345156"/>
                  </a:lnTo>
                  <a:lnTo>
                    <a:pt x="3008" y="343652"/>
                  </a:lnTo>
                  <a:lnTo>
                    <a:pt x="3760" y="342900"/>
                  </a:lnTo>
                  <a:lnTo>
                    <a:pt x="6016" y="342900"/>
                  </a:lnTo>
                  <a:lnTo>
                    <a:pt x="6768" y="342148"/>
                  </a:lnTo>
                  <a:lnTo>
                    <a:pt x="7520" y="341396"/>
                  </a:lnTo>
                  <a:lnTo>
                    <a:pt x="8272" y="340644"/>
                  </a:lnTo>
                  <a:lnTo>
                    <a:pt x="10528" y="333876"/>
                  </a:lnTo>
                  <a:lnTo>
                    <a:pt x="11280" y="332372"/>
                  </a:lnTo>
                  <a:lnTo>
                    <a:pt x="12784" y="330116"/>
                  </a:lnTo>
                  <a:lnTo>
                    <a:pt x="12784" y="328613"/>
                  </a:lnTo>
                  <a:lnTo>
                    <a:pt x="12032" y="325605"/>
                  </a:lnTo>
                  <a:lnTo>
                    <a:pt x="9776" y="314325"/>
                  </a:lnTo>
                  <a:lnTo>
                    <a:pt x="9776" y="311317"/>
                  </a:lnTo>
                  <a:lnTo>
                    <a:pt x="9776" y="307557"/>
                  </a:lnTo>
                  <a:lnTo>
                    <a:pt x="8272" y="305301"/>
                  </a:lnTo>
                  <a:lnTo>
                    <a:pt x="3760" y="301541"/>
                  </a:lnTo>
                  <a:close/>
                  <a:moveTo>
                    <a:pt x="696327" y="560220"/>
                  </a:moveTo>
                  <a:lnTo>
                    <a:pt x="690312" y="560972"/>
                  </a:lnTo>
                  <a:lnTo>
                    <a:pt x="685048" y="560220"/>
                  </a:lnTo>
                  <a:lnTo>
                    <a:pt x="683544" y="557213"/>
                  </a:lnTo>
                  <a:lnTo>
                    <a:pt x="685048" y="551197"/>
                  </a:lnTo>
                  <a:lnTo>
                    <a:pt x="692568" y="543677"/>
                  </a:lnTo>
                  <a:lnTo>
                    <a:pt x="703095" y="539165"/>
                  </a:lnTo>
                  <a:lnTo>
                    <a:pt x="706855" y="535405"/>
                  </a:lnTo>
                  <a:lnTo>
                    <a:pt x="709863" y="534653"/>
                  </a:lnTo>
                  <a:lnTo>
                    <a:pt x="713623" y="534653"/>
                  </a:lnTo>
                  <a:lnTo>
                    <a:pt x="718135" y="536909"/>
                  </a:lnTo>
                  <a:lnTo>
                    <a:pt x="722647" y="536909"/>
                  </a:lnTo>
                  <a:lnTo>
                    <a:pt x="724151" y="538413"/>
                  </a:lnTo>
                  <a:lnTo>
                    <a:pt x="723399" y="541421"/>
                  </a:lnTo>
                  <a:lnTo>
                    <a:pt x="721143" y="544429"/>
                  </a:lnTo>
                  <a:lnTo>
                    <a:pt x="719639" y="548941"/>
                  </a:lnTo>
                  <a:lnTo>
                    <a:pt x="716631" y="551197"/>
                  </a:lnTo>
                  <a:lnTo>
                    <a:pt x="715127" y="552701"/>
                  </a:lnTo>
                  <a:lnTo>
                    <a:pt x="714375" y="555709"/>
                  </a:lnTo>
                  <a:lnTo>
                    <a:pt x="711367" y="558716"/>
                  </a:lnTo>
                  <a:lnTo>
                    <a:pt x="709863" y="559468"/>
                  </a:lnTo>
                  <a:lnTo>
                    <a:pt x="708359" y="559468"/>
                  </a:lnTo>
                  <a:lnTo>
                    <a:pt x="703847" y="560220"/>
                  </a:lnTo>
                  <a:lnTo>
                    <a:pt x="696327" y="560220"/>
                  </a:lnTo>
                  <a:close/>
                  <a:moveTo>
                    <a:pt x="717383" y="533901"/>
                  </a:moveTo>
                  <a:lnTo>
                    <a:pt x="715879" y="532397"/>
                  </a:lnTo>
                  <a:lnTo>
                    <a:pt x="712119" y="531645"/>
                  </a:lnTo>
                  <a:lnTo>
                    <a:pt x="711367" y="528637"/>
                  </a:lnTo>
                  <a:lnTo>
                    <a:pt x="715879" y="525630"/>
                  </a:lnTo>
                  <a:lnTo>
                    <a:pt x="719639" y="524126"/>
                  </a:lnTo>
                  <a:lnTo>
                    <a:pt x="721143" y="521118"/>
                  </a:lnTo>
                  <a:lnTo>
                    <a:pt x="721895" y="519614"/>
                  </a:lnTo>
                  <a:lnTo>
                    <a:pt x="724151" y="518110"/>
                  </a:lnTo>
                  <a:lnTo>
                    <a:pt x="727159" y="516606"/>
                  </a:lnTo>
                  <a:lnTo>
                    <a:pt x="731670" y="515854"/>
                  </a:lnTo>
                  <a:lnTo>
                    <a:pt x="734678" y="512846"/>
                  </a:lnTo>
                  <a:lnTo>
                    <a:pt x="737686" y="511342"/>
                  </a:lnTo>
                  <a:lnTo>
                    <a:pt x="739190" y="513598"/>
                  </a:lnTo>
                  <a:lnTo>
                    <a:pt x="736182" y="518862"/>
                  </a:lnTo>
                  <a:lnTo>
                    <a:pt x="735430" y="521118"/>
                  </a:lnTo>
                  <a:lnTo>
                    <a:pt x="733926" y="522622"/>
                  </a:lnTo>
                  <a:lnTo>
                    <a:pt x="733174" y="524126"/>
                  </a:lnTo>
                  <a:lnTo>
                    <a:pt x="732423" y="526382"/>
                  </a:lnTo>
                  <a:lnTo>
                    <a:pt x="727159" y="529390"/>
                  </a:lnTo>
                  <a:lnTo>
                    <a:pt x="726406" y="530142"/>
                  </a:lnTo>
                  <a:lnTo>
                    <a:pt x="725655" y="530893"/>
                  </a:lnTo>
                  <a:lnTo>
                    <a:pt x="722647" y="531645"/>
                  </a:lnTo>
                  <a:lnTo>
                    <a:pt x="721895" y="531645"/>
                  </a:lnTo>
                  <a:lnTo>
                    <a:pt x="717383" y="533901"/>
                  </a:lnTo>
                  <a:close/>
                  <a:moveTo>
                    <a:pt x="657977" y="353428"/>
                  </a:moveTo>
                  <a:lnTo>
                    <a:pt x="660233" y="354180"/>
                  </a:lnTo>
                  <a:lnTo>
                    <a:pt x="662489" y="353428"/>
                  </a:lnTo>
                  <a:lnTo>
                    <a:pt x="664745" y="353428"/>
                  </a:lnTo>
                  <a:lnTo>
                    <a:pt x="666249" y="353428"/>
                  </a:lnTo>
                  <a:lnTo>
                    <a:pt x="668505" y="355684"/>
                  </a:lnTo>
                  <a:lnTo>
                    <a:pt x="671512" y="360195"/>
                  </a:lnTo>
                  <a:lnTo>
                    <a:pt x="673016" y="361699"/>
                  </a:lnTo>
                  <a:lnTo>
                    <a:pt x="673016" y="365459"/>
                  </a:lnTo>
                  <a:lnTo>
                    <a:pt x="675272" y="369219"/>
                  </a:lnTo>
                  <a:lnTo>
                    <a:pt x="677528" y="371475"/>
                  </a:lnTo>
                  <a:lnTo>
                    <a:pt x="679032" y="375235"/>
                  </a:lnTo>
                  <a:lnTo>
                    <a:pt x="679784" y="378243"/>
                  </a:lnTo>
                  <a:lnTo>
                    <a:pt x="678280" y="380499"/>
                  </a:lnTo>
                  <a:lnTo>
                    <a:pt x="675272" y="383507"/>
                  </a:lnTo>
                  <a:lnTo>
                    <a:pt x="670008" y="388770"/>
                  </a:lnTo>
                  <a:lnTo>
                    <a:pt x="667001" y="390274"/>
                  </a:lnTo>
                  <a:lnTo>
                    <a:pt x="663241" y="391026"/>
                  </a:lnTo>
                  <a:lnTo>
                    <a:pt x="660233" y="390274"/>
                  </a:lnTo>
                  <a:lnTo>
                    <a:pt x="657225" y="388770"/>
                  </a:lnTo>
                  <a:lnTo>
                    <a:pt x="654969" y="378995"/>
                  </a:lnTo>
                  <a:lnTo>
                    <a:pt x="651961" y="375235"/>
                  </a:lnTo>
                  <a:lnTo>
                    <a:pt x="651209" y="372979"/>
                  </a:lnTo>
                  <a:lnTo>
                    <a:pt x="649705" y="371475"/>
                  </a:lnTo>
                  <a:lnTo>
                    <a:pt x="647449" y="370723"/>
                  </a:lnTo>
                  <a:lnTo>
                    <a:pt x="648201" y="365459"/>
                  </a:lnTo>
                  <a:lnTo>
                    <a:pt x="649705" y="361699"/>
                  </a:lnTo>
                  <a:lnTo>
                    <a:pt x="649705" y="358691"/>
                  </a:lnTo>
                  <a:lnTo>
                    <a:pt x="650457" y="356436"/>
                  </a:lnTo>
                  <a:lnTo>
                    <a:pt x="652713" y="355684"/>
                  </a:lnTo>
                  <a:lnTo>
                    <a:pt x="655721" y="355684"/>
                  </a:lnTo>
                  <a:lnTo>
                    <a:pt x="657977" y="353428"/>
                  </a:lnTo>
                  <a:close/>
                  <a:moveTo>
                    <a:pt x="644442" y="348164"/>
                  </a:moveTo>
                  <a:lnTo>
                    <a:pt x="642938" y="347412"/>
                  </a:lnTo>
                  <a:lnTo>
                    <a:pt x="642938" y="346660"/>
                  </a:lnTo>
                  <a:lnTo>
                    <a:pt x="644442" y="345156"/>
                  </a:lnTo>
                  <a:lnTo>
                    <a:pt x="648953" y="342148"/>
                  </a:lnTo>
                  <a:lnTo>
                    <a:pt x="651961" y="342148"/>
                  </a:lnTo>
                  <a:lnTo>
                    <a:pt x="656473" y="342148"/>
                  </a:lnTo>
                  <a:lnTo>
                    <a:pt x="658729" y="343652"/>
                  </a:lnTo>
                  <a:lnTo>
                    <a:pt x="661737" y="345908"/>
                  </a:lnTo>
                  <a:lnTo>
                    <a:pt x="663241" y="348916"/>
                  </a:lnTo>
                  <a:lnTo>
                    <a:pt x="663993" y="351172"/>
                  </a:lnTo>
                  <a:lnTo>
                    <a:pt x="662489" y="352676"/>
                  </a:lnTo>
                  <a:lnTo>
                    <a:pt x="660233" y="352676"/>
                  </a:lnTo>
                  <a:lnTo>
                    <a:pt x="657225" y="352676"/>
                  </a:lnTo>
                  <a:lnTo>
                    <a:pt x="656473" y="352676"/>
                  </a:lnTo>
                  <a:lnTo>
                    <a:pt x="654969" y="354180"/>
                  </a:lnTo>
                  <a:lnTo>
                    <a:pt x="653465" y="354180"/>
                  </a:lnTo>
                  <a:lnTo>
                    <a:pt x="651209" y="354180"/>
                  </a:lnTo>
                  <a:lnTo>
                    <a:pt x="649705" y="354180"/>
                  </a:lnTo>
                  <a:lnTo>
                    <a:pt x="648201" y="353428"/>
                  </a:lnTo>
                  <a:lnTo>
                    <a:pt x="647449" y="349668"/>
                  </a:lnTo>
                  <a:lnTo>
                    <a:pt x="645946" y="348916"/>
                  </a:lnTo>
                  <a:lnTo>
                    <a:pt x="644442" y="348164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" name="Forma Livre: Forma 215">
              <a:extLst>
                <a:ext uri="{FF2B5EF4-FFF2-40B4-BE49-F238E27FC236}">
                  <a16:creationId xmlns:a16="http://schemas.microsoft.com/office/drawing/2014/main" id="{F1A08B71-9431-9F40-F5FE-1104549E1525}"/>
                </a:ext>
              </a:extLst>
            </p:cNvPr>
            <p:cNvSpPr/>
            <p:nvPr/>
          </p:nvSpPr>
          <p:spPr>
            <a:xfrm>
              <a:off x="6257222" y="4853238"/>
              <a:ext cx="1094121" cy="1111417"/>
            </a:xfrm>
            <a:custGeom>
              <a:avLst/>
              <a:gdLst>
                <a:gd name="csX0" fmla="*/ 66174 w 1094121"/>
                <a:gd name="csY0" fmla="*/ 87229 h 1111417"/>
                <a:gd name="csX1" fmla="*/ 67678 w 1094121"/>
                <a:gd name="csY1" fmla="*/ 86477 h 1111417"/>
                <a:gd name="csX2" fmla="*/ 72190 w 1094121"/>
                <a:gd name="csY2" fmla="*/ 87981 h 1111417"/>
                <a:gd name="csX3" fmla="*/ 73694 w 1094121"/>
                <a:gd name="csY3" fmla="*/ 87981 h 1111417"/>
                <a:gd name="csX4" fmla="*/ 78205 w 1094121"/>
                <a:gd name="csY4" fmla="*/ 87229 h 1111417"/>
                <a:gd name="csX5" fmla="*/ 78957 w 1094121"/>
                <a:gd name="csY5" fmla="*/ 87981 h 1111417"/>
                <a:gd name="csX6" fmla="*/ 79709 w 1094121"/>
                <a:gd name="csY6" fmla="*/ 87981 h 1111417"/>
                <a:gd name="csX7" fmla="*/ 83469 w 1094121"/>
                <a:gd name="csY7" fmla="*/ 91741 h 1111417"/>
                <a:gd name="csX8" fmla="*/ 83469 w 1094121"/>
                <a:gd name="csY8" fmla="*/ 93997 h 1111417"/>
                <a:gd name="csX9" fmla="*/ 84221 w 1094121"/>
                <a:gd name="csY9" fmla="*/ 93997 h 1111417"/>
                <a:gd name="csX10" fmla="*/ 84221 w 1094121"/>
                <a:gd name="csY10" fmla="*/ 94749 h 1111417"/>
                <a:gd name="csX11" fmla="*/ 84221 w 1094121"/>
                <a:gd name="csY11" fmla="*/ 97756 h 1111417"/>
                <a:gd name="csX12" fmla="*/ 84221 w 1094121"/>
                <a:gd name="csY12" fmla="*/ 98509 h 1111417"/>
                <a:gd name="csX13" fmla="*/ 84221 w 1094121"/>
                <a:gd name="csY13" fmla="*/ 99260 h 1111417"/>
                <a:gd name="csX14" fmla="*/ 84221 w 1094121"/>
                <a:gd name="csY14" fmla="*/ 100013 h 1111417"/>
                <a:gd name="csX15" fmla="*/ 84973 w 1094121"/>
                <a:gd name="csY15" fmla="*/ 100013 h 1111417"/>
                <a:gd name="csX16" fmla="*/ 84973 w 1094121"/>
                <a:gd name="csY16" fmla="*/ 100764 h 1111417"/>
                <a:gd name="csX17" fmla="*/ 85725 w 1094121"/>
                <a:gd name="csY17" fmla="*/ 100764 h 1111417"/>
                <a:gd name="csX18" fmla="*/ 88733 w 1094121"/>
                <a:gd name="csY18" fmla="*/ 101516 h 1111417"/>
                <a:gd name="csX19" fmla="*/ 89485 w 1094121"/>
                <a:gd name="csY19" fmla="*/ 102268 h 1111417"/>
                <a:gd name="csX20" fmla="*/ 91741 w 1094121"/>
                <a:gd name="csY20" fmla="*/ 103773 h 1111417"/>
                <a:gd name="csX21" fmla="*/ 93245 w 1094121"/>
                <a:gd name="csY21" fmla="*/ 104524 h 1111417"/>
                <a:gd name="csX22" fmla="*/ 95501 w 1094121"/>
                <a:gd name="csY22" fmla="*/ 106780 h 1111417"/>
                <a:gd name="csX23" fmla="*/ 96253 w 1094121"/>
                <a:gd name="csY23" fmla="*/ 106780 h 1111417"/>
                <a:gd name="csX24" fmla="*/ 97005 w 1094121"/>
                <a:gd name="csY24" fmla="*/ 107532 h 1111417"/>
                <a:gd name="csX25" fmla="*/ 100013 w 1094121"/>
                <a:gd name="csY25" fmla="*/ 107532 h 1111417"/>
                <a:gd name="csX26" fmla="*/ 100765 w 1094121"/>
                <a:gd name="csY26" fmla="*/ 108284 h 1111417"/>
                <a:gd name="csX27" fmla="*/ 101516 w 1094121"/>
                <a:gd name="csY27" fmla="*/ 108284 h 1111417"/>
                <a:gd name="csX28" fmla="*/ 101516 w 1094121"/>
                <a:gd name="csY28" fmla="*/ 109036 h 1111417"/>
                <a:gd name="csX29" fmla="*/ 102268 w 1094121"/>
                <a:gd name="csY29" fmla="*/ 110540 h 1111417"/>
                <a:gd name="csX30" fmla="*/ 103773 w 1094121"/>
                <a:gd name="csY30" fmla="*/ 112044 h 1111417"/>
                <a:gd name="csX31" fmla="*/ 104525 w 1094121"/>
                <a:gd name="csY31" fmla="*/ 112796 h 1111417"/>
                <a:gd name="csX32" fmla="*/ 104525 w 1094121"/>
                <a:gd name="csY32" fmla="*/ 113548 h 1111417"/>
                <a:gd name="csX33" fmla="*/ 104525 w 1094121"/>
                <a:gd name="csY33" fmla="*/ 114300 h 1111417"/>
                <a:gd name="csX34" fmla="*/ 104525 w 1094121"/>
                <a:gd name="csY34" fmla="*/ 115052 h 1111417"/>
                <a:gd name="csX35" fmla="*/ 103773 w 1094121"/>
                <a:gd name="csY35" fmla="*/ 117308 h 1111417"/>
                <a:gd name="csX36" fmla="*/ 103773 w 1094121"/>
                <a:gd name="csY36" fmla="*/ 118060 h 1111417"/>
                <a:gd name="csX37" fmla="*/ 103773 w 1094121"/>
                <a:gd name="csY37" fmla="*/ 119564 h 1111417"/>
                <a:gd name="csX38" fmla="*/ 103773 w 1094121"/>
                <a:gd name="csY38" fmla="*/ 120316 h 1111417"/>
                <a:gd name="csX39" fmla="*/ 104525 w 1094121"/>
                <a:gd name="csY39" fmla="*/ 121068 h 1111417"/>
                <a:gd name="csX40" fmla="*/ 104525 w 1094121"/>
                <a:gd name="csY40" fmla="*/ 120316 h 1111417"/>
                <a:gd name="csX41" fmla="*/ 105276 w 1094121"/>
                <a:gd name="csY41" fmla="*/ 118812 h 1111417"/>
                <a:gd name="csX42" fmla="*/ 106780 w 1094121"/>
                <a:gd name="csY42" fmla="*/ 116556 h 1111417"/>
                <a:gd name="csX43" fmla="*/ 109036 w 1094121"/>
                <a:gd name="csY43" fmla="*/ 111292 h 1111417"/>
                <a:gd name="csX44" fmla="*/ 109788 w 1094121"/>
                <a:gd name="csY44" fmla="*/ 109788 h 1111417"/>
                <a:gd name="csX45" fmla="*/ 109788 w 1094121"/>
                <a:gd name="csY45" fmla="*/ 109036 h 1111417"/>
                <a:gd name="csX46" fmla="*/ 110540 w 1094121"/>
                <a:gd name="csY46" fmla="*/ 108284 h 1111417"/>
                <a:gd name="csX47" fmla="*/ 111292 w 1094121"/>
                <a:gd name="csY47" fmla="*/ 108284 h 1111417"/>
                <a:gd name="csX48" fmla="*/ 112796 w 1094121"/>
                <a:gd name="csY48" fmla="*/ 107532 h 1111417"/>
                <a:gd name="csX49" fmla="*/ 137611 w 1094121"/>
                <a:gd name="csY49" fmla="*/ 100764 h 1111417"/>
                <a:gd name="csX50" fmla="*/ 142123 w 1094121"/>
                <a:gd name="csY50" fmla="*/ 97756 h 1111417"/>
                <a:gd name="csX51" fmla="*/ 145131 w 1094121"/>
                <a:gd name="csY51" fmla="*/ 97005 h 1111417"/>
                <a:gd name="csX52" fmla="*/ 155659 w 1094121"/>
                <a:gd name="csY52" fmla="*/ 95501 h 1111417"/>
                <a:gd name="csX53" fmla="*/ 157163 w 1094121"/>
                <a:gd name="csY53" fmla="*/ 94749 h 1111417"/>
                <a:gd name="csX54" fmla="*/ 160923 w 1094121"/>
                <a:gd name="csY54" fmla="*/ 93245 h 1111417"/>
                <a:gd name="csX55" fmla="*/ 163178 w 1094121"/>
                <a:gd name="csY55" fmla="*/ 91741 h 1111417"/>
                <a:gd name="csX56" fmla="*/ 178970 w 1094121"/>
                <a:gd name="csY56" fmla="*/ 74445 h 1111417"/>
                <a:gd name="csX57" fmla="*/ 179722 w 1094121"/>
                <a:gd name="csY57" fmla="*/ 73693 h 1111417"/>
                <a:gd name="csX58" fmla="*/ 179722 w 1094121"/>
                <a:gd name="csY58" fmla="*/ 72941 h 1111417"/>
                <a:gd name="csX59" fmla="*/ 179722 w 1094121"/>
                <a:gd name="csY59" fmla="*/ 72190 h 1111417"/>
                <a:gd name="csX60" fmla="*/ 179722 w 1094121"/>
                <a:gd name="csY60" fmla="*/ 71438 h 1111417"/>
                <a:gd name="csX61" fmla="*/ 178970 w 1094121"/>
                <a:gd name="csY61" fmla="*/ 65422 h 1111417"/>
                <a:gd name="csX62" fmla="*/ 178970 w 1094121"/>
                <a:gd name="csY62" fmla="*/ 64670 h 1111417"/>
                <a:gd name="csX63" fmla="*/ 178970 w 1094121"/>
                <a:gd name="csY63" fmla="*/ 63918 h 1111417"/>
                <a:gd name="csX64" fmla="*/ 179722 w 1094121"/>
                <a:gd name="csY64" fmla="*/ 63166 h 1111417"/>
                <a:gd name="csX65" fmla="*/ 179722 w 1094121"/>
                <a:gd name="csY65" fmla="*/ 62414 h 1111417"/>
                <a:gd name="csX66" fmla="*/ 180474 w 1094121"/>
                <a:gd name="csY66" fmla="*/ 61662 h 1111417"/>
                <a:gd name="csX67" fmla="*/ 184234 w 1094121"/>
                <a:gd name="csY67" fmla="*/ 60158 h 1111417"/>
                <a:gd name="csX68" fmla="*/ 186490 w 1094121"/>
                <a:gd name="csY68" fmla="*/ 58654 h 1111417"/>
                <a:gd name="csX69" fmla="*/ 187993 w 1094121"/>
                <a:gd name="csY69" fmla="*/ 57150 h 1111417"/>
                <a:gd name="csX70" fmla="*/ 188745 w 1094121"/>
                <a:gd name="csY70" fmla="*/ 57150 h 1111417"/>
                <a:gd name="csX71" fmla="*/ 191002 w 1094121"/>
                <a:gd name="csY71" fmla="*/ 55646 h 1111417"/>
                <a:gd name="csX72" fmla="*/ 191753 w 1094121"/>
                <a:gd name="csY72" fmla="*/ 54894 h 1111417"/>
                <a:gd name="csX73" fmla="*/ 192505 w 1094121"/>
                <a:gd name="csY73" fmla="*/ 54142 h 1111417"/>
                <a:gd name="csX74" fmla="*/ 194761 w 1094121"/>
                <a:gd name="csY74" fmla="*/ 51134 h 1111417"/>
                <a:gd name="csX75" fmla="*/ 197017 w 1094121"/>
                <a:gd name="csY75" fmla="*/ 48878 h 1111417"/>
                <a:gd name="csX76" fmla="*/ 197017 w 1094121"/>
                <a:gd name="csY76" fmla="*/ 48126 h 1111417"/>
                <a:gd name="csX77" fmla="*/ 198521 w 1094121"/>
                <a:gd name="csY77" fmla="*/ 47374 h 1111417"/>
                <a:gd name="csX78" fmla="*/ 198521 w 1094121"/>
                <a:gd name="csY78" fmla="*/ 46622 h 1111417"/>
                <a:gd name="csX79" fmla="*/ 199273 w 1094121"/>
                <a:gd name="csY79" fmla="*/ 45870 h 1111417"/>
                <a:gd name="csX80" fmla="*/ 200025 w 1094121"/>
                <a:gd name="csY80" fmla="*/ 41359 h 1111417"/>
                <a:gd name="csX81" fmla="*/ 200025 w 1094121"/>
                <a:gd name="csY81" fmla="*/ 40607 h 1111417"/>
                <a:gd name="csX82" fmla="*/ 199273 w 1094121"/>
                <a:gd name="csY82" fmla="*/ 36095 h 1111417"/>
                <a:gd name="csX83" fmla="*/ 199273 w 1094121"/>
                <a:gd name="csY83" fmla="*/ 35343 h 1111417"/>
                <a:gd name="csX84" fmla="*/ 199273 w 1094121"/>
                <a:gd name="csY84" fmla="*/ 34591 h 1111417"/>
                <a:gd name="csX85" fmla="*/ 200025 w 1094121"/>
                <a:gd name="csY85" fmla="*/ 33839 h 1111417"/>
                <a:gd name="csX86" fmla="*/ 200025 w 1094121"/>
                <a:gd name="csY86" fmla="*/ 33087 h 1111417"/>
                <a:gd name="csX87" fmla="*/ 200777 w 1094121"/>
                <a:gd name="csY87" fmla="*/ 33087 h 1111417"/>
                <a:gd name="csX88" fmla="*/ 202281 w 1094121"/>
                <a:gd name="csY88" fmla="*/ 32335 h 1111417"/>
                <a:gd name="csX89" fmla="*/ 205289 w 1094121"/>
                <a:gd name="csY89" fmla="*/ 30831 h 1111417"/>
                <a:gd name="csX90" fmla="*/ 206793 w 1094121"/>
                <a:gd name="csY90" fmla="*/ 30079 h 1111417"/>
                <a:gd name="csX91" fmla="*/ 207545 w 1094121"/>
                <a:gd name="csY91" fmla="*/ 29327 h 1111417"/>
                <a:gd name="csX92" fmla="*/ 207545 w 1094121"/>
                <a:gd name="csY92" fmla="*/ 28575 h 1111417"/>
                <a:gd name="csX93" fmla="*/ 207545 w 1094121"/>
                <a:gd name="csY93" fmla="*/ 27823 h 1111417"/>
                <a:gd name="csX94" fmla="*/ 208297 w 1094121"/>
                <a:gd name="csY94" fmla="*/ 25567 h 1111417"/>
                <a:gd name="csX95" fmla="*/ 208297 w 1094121"/>
                <a:gd name="csY95" fmla="*/ 24815 h 1111417"/>
                <a:gd name="csX96" fmla="*/ 209049 w 1094121"/>
                <a:gd name="csY96" fmla="*/ 24063 h 1111417"/>
                <a:gd name="csX97" fmla="*/ 212809 w 1094121"/>
                <a:gd name="csY97" fmla="*/ 21055 h 1111417"/>
                <a:gd name="csX98" fmla="*/ 214313 w 1094121"/>
                <a:gd name="csY98" fmla="*/ 20303 h 1111417"/>
                <a:gd name="csX99" fmla="*/ 226344 w 1094121"/>
                <a:gd name="csY99" fmla="*/ 21807 h 1111417"/>
                <a:gd name="csX100" fmla="*/ 247400 w 1094121"/>
                <a:gd name="csY100" fmla="*/ 19551 h 1111417"/>
                <a:gd name="csX101" fmla="*/ 249655 w 1094121"/>
                <a:gd name="csY101" fmla="*/ 19551 h 1111417"/>
                <a:gd name="csX102" fmla="*/ 251159 w 1094121"/>
                <a:gd name="csY102" fmla="*/ 18799 h 1111417"/>
                <a:gd name="csX103" fmla="*/ 251911 w 1094121"/>
                <a:gd name="csY103" fmla="*/ 18799 h 1111417"/>
                <a:gd name="csX104" fmla="*/ 253415 w 1094121"/>
                <a:gd name="csY104" fmla="*/ 18799 h 1111417"/>
                <a:gd name="csX105" fmla="*/ 258679 w 1094121"/>
                <a:gd name="csY105" fmla="*/ 20303 h 1111417"/>
                <a:gd name="csX106" fmla="*/ 260935 w 1094121"/>
                <a:gd name="csY106" fmla="*/ 21055 h 1111417"/>
                <a:gd name="csX107" fmla="*/ 263943 w 1094121"/>
                <a:gd name="csY107" fmla="*/ 20303 h 1111417"/>
                <a:gd name="csX108" fmla="*/ 266199 w 1094121"/>
                <a:gd name="csY108" fmla="*/ 19551 h 1111417"/>
                <a:gd name="csX109" fmla="*/ 269207 w 1094121"/>
                <a:gd name="csY109" fmla="*/ 18047 h 1111417"/>
                <a:gd name="csX110" fmla="*/ 272215 w 1094121"/>
                <a:gd name="csY110" fmla="*/ 15039 h 1111417"/>
                <a:gd name="csX111" fmla="*/ 273719 w 1094121"/>
                <a:gd name="csY111" fmla="*/ 15039 h 1111417"/>
                <a:gd name="csX112" fmla="*/ 275974 w 1094121"/>
                <a:gd name="csY112" fmla="*/ 15791 h 1111417"/>
                <a:gd name="csX113" fmla="*/ 277478 w 1094121"/>
                <a:gd name="csY113" fmla="*/ 15791 h 1111417"/>
                <a:gd name="csX114" fmla="*/ 279734 w 1094121"/>
                <a:gd name="csY114" fmla="*/ 15039 h 1111417"/>
                <a:gd name="csX115" fmla="*/ 281238 w 1094121"/>
                <a:gd name="csY115" fmla="*/ 14287 h 1111417"/>
                <a:gd name="csX116" fmla="*/ 281990 w 1094121"/>
                <a:gd name="csY116" fmla="*/ 12783 h 1111417"/>
                <a:gd name="csX117" fmla="*/ 287254 w 1094121"/>
                <a:gd name="csY117" fmla="*/ 6768 h 1111417"/>
                <a:gd name="csX118" fmla="*/ 288006 w 1094121"/>
                <a:gd name="csY118" fmla="*/ 6016 h 1111417"/>
                <a:gd name="csX119" fmla="*/ 289510 w 1094121"/>
                <a:gd name="csY119" fmla="*/ 5264 h 1111417"/>
                <a:gd name="csX120" fmla="*/ 291014 w 1094121"/>
                <a:gd name="csY120" fmla="*/ 4512 h 1111417"/>
                <a:gd name="csX121" fmla="*/ 292518 w 1094121"/>
                <a:gd name="csY121" fmla="*/ 3760 h 1111417"/>
                <a:gd name="csX122" fmla="*/ 296278 w 1094121"/>
                <a:gd name="csY122" fmla="*/ 3008 h 1111417"/>
                <a:gd name="csX123" fmla="*/ 303798 w 1094121"/>
                <a:gd name="csY123" fmla="*/ 1504 h 1111417"/>
                <a:gd name="csX124" fmla="*/ 306805 w 1094121"/>
                <a:gd name="csY124" fmla="*/ 752 h 1111417"/>
                <a:gd name="csX125" fmla="*/ 309061 w 1094121"/>
                <a:gd name="csY125" fmla="*/ 0 h 1111417"/>
                <a:gd name="csX126" fmla="*/ 312069 w 1094121"/>
                <a:gd name="csY126" fmla="*/ 0 h 1111417"/>
                <a:gd name="csX127" fmla="*/ 318085 w 1094121"/>
                <a:gd name="csY127" fmla="*/ 752 h 1111417"/>
                <a:gd name="csX128" fmla="*/ 320341 w 1094121"/>
                <a:gd name="csY128" fmla="*/ 1504 h 1111417"/>
                <a:gd name="csX129" fmla="*/ 323349 w 1094121"/>
                <a:gd name="csY129" fmla="*/ 3760 h 1111417"/>
                <a:gd name="csX130" fmla="*/ 324853 w 1094121"/>
                <a:gd name="csY130" fmla="*/ 6016 h 1111417"/>
                <a:gd name="csX131" fmla="*/ 325605 w 1094121"/>
                <a:gd name="csY131" fmla="*/ 7520 h 1111417"/>
                <a:gd name="csX132" fmla="*/ 326357 w 1094121"/>
                <a:gd name="csY132" fmla="*/ 9024 h 1111417"/>
                <a:gd name="csX133" fmla="*/ 326357 w 1094121"/>
                <a:gd name="csY133" fmla="*/ 9776 h 1111417"/>
                <a:gd name="csX134" fmla="*/ 327109 w 1094121"/>
                <a:gd name="csY134" fmla="*/ 10528 h 1111417"/>
                <a:gd name="csX135" fmla="*/ 327861 w 1094121"/>
                <a:gd name="csY135" fmla="*/ 11280 h 1111417"/>
                <a:gd name="csX136" fmla="*/ 330117 w 1094121"/>
                <a:gd name="csY136" fmla="*/ 12783 h 1111417"/>
                <a:gd name="csX137" fmla="*/ 341396 w 1094121"/>
                <a:gd name="csY137" fmla="*/ 15039 h 1111417"/>
                <a:gd name="csX138" fmla="*/ 345908 w 1094121"/>
                <a:gd name="csY138" fmla="*/ 17295 h 1111417"/>
                <a:gd name="csX139" fmla="*/ 350420 w 1094121"/>
                <a:gd name="csY139" fmla="*/ 18799 h 1111417"/>
                <a:gd name="csX140" fmla="*/ 352676 w 1094121"/>
                <a:gd name="csY140" fmla="*/ 20303 h 1111417"/>
                <a:gd name="csX141" fmla="*/ 353428 w 1094121"/>
                <a:gd name="csY141" fmla="*/ 21055 h 1111417"/>
                <a:gd name="csX142" fmla="*/ 355684 w 1094121"/>
                <a:gd name="csY142" fmla="*/ 24063 h 1111417"/>
                <a:gd name="csX143" fmla="*/ 357188 w 1094121"/>
                <a:gd name="csY143" fmla="*/ 24815 h 1111417"/>
                <a:gd name="csX144" fmla="*/ 359444 w 1094121"/>
                <a:gd name="csY144" fmla="*/ 26319 h 1111417"/>
                <a:gd name="csX145" fmla="*/ 368467 w 1094121"/>
                <a:gd name="csY145" fmla="*/ 27823 h 1111417"/>
                <a:gd name="csX146" fmla="*/ 371475 w 1094121"/>
                <a:gd name="csY146" fmla="*/ 27071 h 1111417"/>
                <a:gd name="csX147" fmla="*/ 375987 w 1094121"/>
                <a:gd name="csY147" fmla="*/ 29327 h 1111417"/>
                <a:gd name="csX148" fmla="*/ 380499 w 1094121"/>
                <a:gd name="csY148" fmla="*/ 30079 h 1111417"/>
                <a:gd name="csX149" fmla="*/ 382755 w 1094121"/>
                <a:gd name="csY149" fmla="*/ 30831 h 1111417"/>
                <a:gd name="csX150" fmla="*/ 386515 w 1094121"/>
                <a:gd name="csY150" fmla="*/ 33087 h 1111417"/>
                <a:gd name="csX151" fmla="*/ 388771 w 1094121"/>
                <a:gd name="csY151" fmla="*/ 35343 h 1111417"/>
                <a:gd name="csX152" fmla="*/ 389523 w 1094121"/>
                <a:gd name="csY152" fmla="*/ 36847 h 1111417"/>
                <a:gd name="csX153" fmla="*/ 390275 w 1094121"/>
                <a:gd name="csY153" fmla="*/ 39855 h 1111417"/>
                <a:gd name="csX154" fmla="*/ 391026 w 1094121"/>
                <a:gd name="csY154" fmla="*/ 40607 h 1111417"/>
                <a:gd name="csX155" fmla="*/ 391778 w 1094121"/>
                <a:gd name="csY155" fmla="*/ 42111 h 1111417"/>
                <a:gd name="csX156" fmla="*/ 396290 w 1094121"/>
                <a:gd name="csY156" fmla="*/ 47374 h 1111417"/>
                <a:gd name="csX157" fmla="*/ 397794 w 1094121"/>
                <a:gd name="csY157" fmla="*/ 49630 h 1111417"/>
                <a:gd name="csX158" fmla="*/ 401554 w 1094121"/>
                <a:gd name="csY158" fmla="*/ 52638 h 1111417"/>
                <a:gd name="csX159" fmla="*/ 411330 w 1094121"/>
                <a:gd name="csY159" fmla="*/ 57150 h 1111417"/>
                <a:gd name="csX160" fmla="*/ 417345 w 1094121"/>
                <a:gd name="csY160" fmla="*/ 58654 h 1111417"/>
                <a:gd name="csX161" fmla="*/ 419601 w 1094121"/>
                <a:gd name="csY161" fmla="*/ 60158 h 1111417"/>
                <a:gd name="csX162" fmla="*/ 421857 w 1094121"/>
                <a:gd name="csY162" fmla="*/ 61662 h 1111417"/>
                <a:gd name="csX163" fmla="*/ 425617 w 1094121"/>
                <a:gd name="csY163" fmla="*/ 62414 h 1111417"/>
                <a:gd name="csX164" fmla="*/ 427121 w 1094121"/>
                <a:gd name="csY164" fmla="*/ 63166 h 1111417"/>
                <a:gd name="csX165" fmla="*/ 430129 w 1094121"/>
                <a:gd name="csY165" fmla="*/ 65422 h 1111417"/>
                <a:gd name="csX166" fmla="*/ 431633 w 1094121"/>
                <a:gd name="csY166" fmla="*/ 66926 h 1111417"/>
                <a:gd name="csX167" fmla="*/ 434641 w 1094121"/>
                <a:gd name="csY167" fmla="*/ 69933 h 1111417"/>
                <a:gd name="csX168" fmla="*/ 451184 w 1094121"/>
                <a:gd name="csY168" fmla="*/ 78957 h 1111417"/>
                <a:gd name="csX169" fmla="*/ 460960 w 1094121"/>
                <a:gd name="csY169" fmla="*/ 78205 h 1111417"/>
                <a:gd name="csX170" fmla="*/ 463216 w 1094121"/>
                <a:gd name="csY170" fmla="*/ 78205 h 1111417"/>
                <a:gd name="csX171" fmla="*/ 466976 w 1094121"/>
                <a:gd name="csY171" fmla="*/ 78205 h 1111417"/>
                <a:gd name="csX172" fmla="*/ 482767 w 1094121"/>
                <a:gd name="csY172" fmla="*/ 74445 h 1111417"/>
                <a:gd name="csX173" fmla="*/ 485023 w 1094121"/>
                <a:gd name="csY173" fmla="*/ 74445 h 1111417"/>
                <a:gd name="csX174" fmla="*/ 489535 w 1094121"/>
                <a:gd name="csY174" fmla="*/ 74445 h 1111417"/>
                <a:gd name="csX175" fmla="*/ 491791 w 1094121"/>
                <a:gd name="csY175" fmla="*/ 74445 h 1111417"/>
                <a:gd name="csX176" fmla="*/ 494047 w 1094121"/>
                <a:gd name="csY176" fmla="*/ 73693 h 1111417"/>
                <a:gd name="csX177" fmla="*/ 507582 w 1094121"/>
                <a:gd name="csY177" fmla="*/ 66174 h 1111417"/>
                <a:gd name="csX178" fmla="*/ 509086 w 1094121"/>
                <a:gd name="csY178" fmla="*/ 64670 h 1111417"/>
                <a:gd name="csX179" fmla="*/ 509838 w 1094121"/>
                <a:gd name="csY179" fmla="*/ 63166 h 1111417"/>
                <a:gd name="csX180" fmla="*/ 511342 w 1094121"/>
                <a:gd name="csY180" fmla="*/ 60158 h 1111417"/>
                <a:gd name="csX181" fmla="*/ 512094 w 1094121"/>
                <a:gd name="csY181" fmla="*/ 58654 h 1111417"/>
                <a:gd name="csX182" fmla="*/ 513598 w 1094121"/>
                <a:gd name="csY182" fmla="*/ 57150 h 1111417"/>
                <a:gd name="csX183" fmla="*/ 516606 w 1094121"/>
                <a:gd name="csY183" fmla="*/ 55646 h 1111417"/>
                <a:gd name="csX184" fmla="*/ 524878 w 1094121"/>
                <a:gd name="csY184" fmla="*/ 52638 h 1111417"/>
                <a:gd name="csX185" fmla="*/ 538413 w 1094121"/>
                <a:gd name="csY185" fmla="*/ 50382 h 1111417"/>
                <a:gd name="csX186" fmla="*/ 539917 w 1094121"/>
                <a:gd name="csY186" fmla="*/ 50382 h 1111417"/>
                <a:gd name="csX187" fmla="*/ 541421 w 1094121"/>
                <a:gd name="csY187" fmla="*/ 51134 h 1111417"/>
                <a:gd name="csX188" fmla="*/ 547437 w 1094121"/>
                <a:gd name="csY188" fmla="*/ 51134 h 1111417"/>
                <a:gd name="csX189" fmla="*/ 548941 w 1094121"/>
                <a:gd name="csY189" fmla="*/ 51134 h 1111417"/>
                <a:gd name="csX190" fmla="*/ 550445 w 1094121"/>
                <a:gd name="csY190" fmla="*/ 51886 h 1111417"/>
                <a:gd name="csX191" fmla="*/ 553453 w 1094121"/>
                <a:gd name="csY191" fmla="*/ 53390 h 1111417"/>
                <a:gd name="csX192" fmla="*/ 557213 w 1094121"/>
                <a:gd name="csY192" fmla="*/ 56398 h 1111417"/>
                <a:gd name="csX193" fmla="*/ 565484 w 1094121"/>
                <a:gd name="csY193" fmla="*/ 61662 h 1111417"/>
                <a:gd name="csX194" fmla="*/ 566236 w 1094121"/>
                <a:gd name="csY194" fmla="*/ 62414 h 1111417"/>
                <a:gd name="csX195" fmla="*/ 566988 w 1094121"/>
                <a:gd name="csY195" fmla="*/ 63918 h 1111417"/>
                <a:gd name="csX196" fmla="*/ 567740 w 1094121"/>
                <a:gd name="csY196" fmla="*/ 65422 h 1111417"/>
                <a:gd name="csX197" fmla="*/ 567740 w 1094121"/>
                <a:gd name="csY197" fmla="*/ 66926 h 1111417"/>
                <a:gd name="csX198" fmla="*/ 567740 w 1094121"/>
                <a:gd name="csY198" fmla="*/ 69933 h 1111417"/>
                <a:gd name="csX199" fmla="*/ 568492 w 1094121"/>
                <a:gd name="csY199" fmla="*/ 71438 h 1111417"/>
                <a:gd name="csX200" fmla="*/ 569244 w 1094121"/>
                <a:gd name="csY200" fmla="*/ 74445 h 1111417"/>
                <a:gd name="csX201" fmla="*/ 569244 w 1094121"/>
                <a:gd name="csY201" fmla="*/ 75949 h 1111417"/>
                <a:gd name="csX202" fmla="*/ 570748 w 1094121"/>
                <a:gd name="csY202" fmla="*/ 76701 h 1111417"/>
                <a:gd name="csX203" fmla="*/ 572252 w 1094121"/>
                <a:gd name="csY203" fmla="*/ 77453 h 1111417"/>
                <a:gd name="csX204" fmla="*/ 576764 w 1094121"/>
                <a:gd name="csY204" fmla="*/ 78205 h 1111417"/>
                <a:gd name="csX205" fmla="*/ 579020 w 1094121"/>
                <a:gd name="csY205" fmla="*/ 78205 h 1111417"/>
                <a:gd name="csX206" fmla="*/ 582028 w 1094121"/>
                <a:gd name="csY206" fmla="*/ 77453 h 1111417"/>
                <a:gd name="csX207" fmla="*/ 594811 w 1094121"/>
                <a:gd name="csY207" fmla="*/ 71438 h 1111417"/>
                <a:gd name="csX208" fmla="*/ 601579 w 1094121"/>
                <a:gd name="csY208" fmla="*/ 69933 h 1111417"/>
                <a:gd name="csX209" fmla="*/ 605339 w 1094121"/>
                <a:gd name="csY209" fmla="*/ 69181 h 1111417"/>
                <a:gd name="csX210" fmla="*/ 608347 w 1094121"/>
                <a:gd name="csY210" fmla="*/ 69933 h 1111417"/>
                <a:gd name="csX211" fmla="*/ 610603 w 1094121"/>
                <a:gd name="csY211" fmla="*/ 69181 h 1111417"/>
                <a:gd name="csX212" fmla="*/ 613611 w 1094121"/>
                <a:gd name="csY212" fmla="*/ 67678 h 1111417"/>
                <a:gd name="csX213" fmla="*/ 617370 w 1094121"/>
                <a:gd name="csY213" fmla="*/ 63166 h 1111417"/>
                <a:gd name="csX214" fmla="*/ 618875 w 1094121"/>
                <a:gd name="csY214" fmla="*/ 60910 h 1111417"/>
                <a:gd name="csX215" fmla="*/ 620378 w 1094121"/>
                <a:gd name="csY215" fmla="*/ 57902 h 1111417"/>
                <a:gd name="csX216" fmla="*/ 620378 w 1094121"/>
                <a:gd name="csY216" fmla="*/ 56398 h 1111417"/>
                <a:gd name="csX217" fmla="*/ 621130 w 1094121"/>
                <a:gd name="csY217" fmla="*/ 54894 h 1111417"/>
                <a:gd name="csX218" fmla="*/ 622634 w 1094121"/>
                <a:gd name="csY218" fmla="*/ 52638 h 1111417"/>
                <a:gd name="csX219" fmla="*/ 624138 w 1094121"/>
                <a:gd name="csY219" fmla="*/ 51134 h 1111417"/>
                <a:gd name="csX220" fmla="*/ 633162 w 1094121"/>
                <a:gd name="csY220" fmla="*/ 46622 h 1111417"/>
                <a:gd name="csX221" fmla="*/ 637674 w 1094121"/>
                <a:gd name="csY221" fmla="*/ 42862 h 1111417"/>
                <a:gd name="csX222" fmla="*/ 651209 w 1094121"/>
                <a:gd name="csY222" fmla="*/ 27823 h 1111417"/>
                <a:gd name="csX223" fmla="*/ 653465 w 1094121"/>
                <a:gd name="csY223" fmla="*/ 24063 h 1111417"/>
                <a:gd name="csX224" fmla="*/ 654217 w 1094121"/>
                <a:gd name="csY224" fmla="*/ 22559 h 1111417"/>
                <a:gd name="csX225" fmla="*/ 655721 w 1094121"/>
                <a:gd name="csY225" fmla="*/ 21055 h 1111417"/>
                <a:gd name="csX226" fmla="*/ 657225 w 1094121"/>
                <a:gd name="csY226" fmla="*/ 18799 h 1111417"/>
                <a:gd name="csX227" fmla="*/ 664745 w 1094121"/>
                <a:gd name="csY227" fmla="*/ 12783 h 1111417"/>
                <a:gd name="csX228" fmla="*/ 667001 w 1094121"/>
                <a:gd name="csY228" fmla="*/ 11280 h 1111417"/>
                <a:gd name="csX229" fmla="*/ 669257 w 1094121"/>
                <a:gd name="csY229" fmla="*/ 10528 h 1111417"/>
                <a:gd name="csX230" fmla="*/ 677528 w 1094121"/>
                <a:gd name="csY230" fmla="*/ 9776 h 1111417"/>
                <a:gd name="csX231" fmla="*/ 678280 w 1094121"/>
                <a:gd name="csY231" fmla="*/ 11280 h 1111417"/>
                <a:gd name="csX232" fmla="*/ 678280 w 1094121"/>
                <a:gd name="csY232" fmla="*/ 12783 h 1111417"/>
                <a:gd name="csX233" fmla="*/ 678280 w 1094121"/>
                <a:gd name="csY233" fmla="*/ 15791 h 1111417"/>
                <a:gd name="csX234" fmla="*/ 678280 w 1094121"/>
                <a:gd name="csY234" fmla="*/ 17295 h 1111417"/>
                <a:gd name="csX235" fmla="*/ 678280 w 1094121"/>
                <a:gd name="csY235" fmla="*/ 19551 h 1111417"/>
                <a:gd name="csX236" fmla="*/ 673016 w 1094121"/>
                <a:gd name="csY236" fmla="*/ 39102 h 1111417"/>
                <a:gd name="csX237" fmla="*/ 673016 w 1094121"/>
                <a:gd name="csY237" fmla="*/ 49630 h 1111417"/>
                <a:gd name="csX238" fmla="*/ 672265 w 1094121"/>
                <a:gd name="csY238" fmla="*/ 51134 h 1111417"/>
                <a:gd name="csX239" fmla="*/ 670761 w 1094121"/>
                <a:gd name="csY239" fmla="*/ 56398 h 1111417"/>
                <a:gd name="csX240" fmla="*/ 667753 w 1094121"/>
                <a:gd name="csY240" fmla="*/ 72190 h 1111417"/>
                <a:gd name="csX241" fmla="*/ 667753 w 1094121"/>
                <a:gd name="csY241" fmla="*/ 73693 h 1111417"/>
                <a:gd name="csX242" fmla="*/ 666249 w 1094121"/>
                <a:gd name="csY242" fmla="*/ 75197 h 1111417"/>
                <a:gd name="csX243" fmla="*/ 665497 w 1094121"/>
                <a:gd name="csY243" fmla="*/ 75197 h 1111417"/>
                <a:gd name="csX244" fmla="*/ 658729 w 1094121"/>
                <a:gd name="csY244" fmla="*/ 76701 h 1111417"/>
                <a:gd name="csX245" fmla="*/ 653465 w 1094121"/>
                <a:gd name="csY245" fmla="*/ 78957 h 1111417"/>
                <a:gd name="csX246" fmla="*/ 651209 w 1094121"/>
                <a:gd name="csY246" fmla="*/ 79709 h 1111417"/>
                <a:gd name="csX247" fmla="*/ 650457 w 1094121"/>
                <a:gd name="csY247" fmla="*/ 81213 h 1111417"/>
                <a:gd name="csX248" fmla="*/ 648953 w 1094121"/>
                <a:gd name="csY248" fmla="*/ 81965 h 1111417"/>
                <a:gd name="csX249" fmla="*/ 648201 w 1094121"/>
                <a:gd name="csY249" fmla="*/ 84221 h 1111417"/>
                <a:gd name="csX250" fmla="*/ 647449 w 1094121"/>
                <a:gd name="csY250" fmla="*/ 88733 h 1111417"/>
                <a:gd name="csX251" fmla="*/ 646697 w 1094121"/>
                <a:gd name="csY251" fmla="*/ 90237 h 1111417"/>
                <a:gd name="csX252" fmla="*/ 642938 w 1094121"/>
                <a:gd name="csY252" fmla="*/ 94749 h 1111417"/>
                <a:gd name="csX253" fmla="*/ 641434 w 1094121"/>
                <a:gd name="csY253" fmla="*/ 99260 h 1111417"/>
                <a:gd name="csX254" fmla="*/ 640682 w 1094121"/>
                <a:gd name="csY254" fmla="*/ 100764 h 1111417"/>
                <a:gd name="csX255" fmla="*/ 635418 w 1094121"/>
                <a:gd name="csY255" fmla="*/ 106028 h 1111417"/>
                <a:gd name="csX256" fmla="*/ 633162 w 1094121"/>
                <a:gd name="csY256" fmla="*/ 109036 h 1111417"/>
                <a:gd name="csX257" fmla="*/ 632410 w 1094121"/>
                <a:gd name="csY257" fmla="*/ 112044 h 1111417"/>
                <a:gd name="csX258" fmla="*/ 631658 w 1094121"/>
                <a:gd name="csY258" fmla="*/ 113548 h 1111417"/>
                <a:gd name="csX259" fmla="*/ 631658 w 1094121"/>
                <a:gd name="csY259" fmla="*/ 115052 h 1111417"/>
                <a:gd name="csX260" fmla="*/ 632410 w 1094121"/>
                <a:gd name="csY260" fmla="*/ 116556 h 1111417"/>
                <a:gd name="csX261" fmla="*/ 633914 w 1094121"/>
                <a:gd name="csY261" fmla="*/ 118812 h 1111417"/>
                <a:gd name="csX262" fmla="*/ 639178 w 1094121"/>
                <a:gd name="csY262" fmla="*/ 118060 h 1111417"/>
                <a:gd name="csX263" fmla="*/ 649705 w 1094121"/>
                <a:gd name="csY263" fmla="*/ 121068 h 1111417"/>
                <a:gd name="csX264" fmla="*/ 665497 w 1094121"/>
                <a:gd name="csY264" fmla="*/ 129339 h 1111417"/>
                <a:gd name="csX265" fmla="*/ 671513 w 1094121"/>
                <a:gd name="csY265" fmla="*/ 130092 h 1111417"/>
                <a:gd name="csX266" fmla="*/ 690312 w 1094121"/>
                <a:gd name="csY266" fmla="*/ 127835 h 1111417"/>
                <a:gd name="csX267" fmla="*/ 694072 w 1094121"/>
                <a:gd name="csY267" fmla="*/ 127835 h 1111417"/>
                <a:gd name="csX268" fmla="*/ 706855 w 1094121"/>
                <a:gd name="csY268" fmla="*/ 130843 h 1111417"/>
                <a:gd name="csX269" fmla="*/ 711367 w 1094121"/>
                <a:gd name="csY269" fmla="*/ 131595 h 1111417"/>
                <a:gd name="csX270" fmla="*/ 715879 w 1094121"/>
                <a:gd name="csY270" fmla="*/ 130843 h 1111417"/>
                <a:gd name="csX271" fmla="*/ 717383 w 1094121"/>
                <a:gd name="csY271" fmla="*/ 129339 h 1111417"/>
                <a:gd name="csX272" fmla="*/ 720391 w 1094121"/>
                <a:gd name="csY272" fmla="*/ 129339 h 1111417"/>
                <a:gd name="csX273" fmla="*/ 734678 w 1094121"/>
                <a:gd name="csY273" fmla="*/ 128588 h 1111417"/>
                <a:gd name="csX274" fmla="*/ 737686 w 1094121"/>
                <a:gd name="csY274" fmla="*/ 129339 h 1111417"/>
                <a:gd name="csX275" fmla="*/ 749718 w 1094121"/>
                <a:gd name="csY275" fmla="*/ 131595 h 1111417"/>
                <a:gd name="csX276" fmla="*/ 753478 w 1094121"/>
                <a:gd name="csY276" fmla="*/ 133099 h 1111417"/>
                <a:gd name="csX277" fmla="*/ 759493 w 1094121"/>
                <a:gd name="csY277" fmla="*/ 133851 h 1111417"/>
                <a:gd name="csX278" fmla="*/ 771525 w 1094121"/>
                <a:gd name="csY278" fmla="*/ 132347 h 1111417"/>
                <a:gd name="csX279" fmla="*/ 773781 w 1094121"/>
                <a:gd name="csY279" fmla="*/ 131595 h 1111417"/>
                <a:gd name="csX280" fmla="*/ 773781 w 1094121"/>
                <a:gd name="csY280" fmla="*/ 136107 h 1111417"/>
                <a:gd name="csX281" fmla="*/ 775285 w 1094121"/>
                <a:gd name="csY281" fmla="*/ 139867 h 1111417"/>
                <a:gd name="csX282" fmla="*/ 775285 w 1094121"/>
                <a:gd name="csY282" fmla="*/ 144379 h 1111417"/>
                <a:gd name="csX283" fmla="*/ 773029 w 1094121"/>
                <a:gd name="csY283" fmla="*/ 175962 h 1111417"/>
                <a:gd name="csX284" fmla="*/ 773029 w 1094121"/>
                <a:gd name="csY284" fmla="*/ 178970 h 1111417"/>
                <a:gd name="csX285" fmla="*/ 773781 w 1094121"/>
                <a:gd name="csY285" fmla="*/ 181226 h 1111417"/>
                <a:gd name="csX286" fmla="*/ 775285 w 1094121"/>
                <a:gd name="csY286" fmla="*/ 183482 h 1111417"/>
                <a:gd name="csX287" fmla="*/ 776789 w 1094121"/>
                <a:gd name="csY287" fmla="*/ 186490 h 1111417"/>
                <a:gd name="csX288" fmla="*/ 779797 w 1094121"/>
                <a:gd name="csY288" fmla="*/ 189497 h 1111417"/>
                <a:gd name="csX289" fmla="*/ 781301 w 1094121"/>
                <a:gd name="csY289" fmla="*/ 191001 h 1111417"/>
                <a:gd name="csX290" fmla="*/ 783557 w 1094121"/>
                <a:gd name="csY290" fmla="*/ 191001 h 1111417"/>
                <a:gd name="csX291" fmla="*/ 785061 w 1094121"/>
                <a:gd name="csY291" fmla="*/ 190249 h 1111417"/>
                <a:gd name="csX292" fmla="*/ 786565 w 1094121"/>
                <a:gd name="csY292" fmla="*/ 189497 h 1111417"/>
                <a:gd name="csX293" fmla="*/ 792580 w 1094121"/>
                <a:gd name="csY293" fmla="*/ 184986 h 1111417"/>
                <a:gd name="csX294" fmla="*/ 794084 w 1094121"/>
                <a:gd name="csY294" fmla="*/ 184233 h 1111417"/>
                <a:gd name="csX295" fmla="*/ 795588 w 1094121"/>
                <a:gd name="csY295" fmla="*/ 184233 h 1111417"/>
                <a:gd name="csX296" fmla="*/ 796340 w 1094121"/>
                <a:gd name="csY296" fmla="*/ 184233 h 1111417"/>
                <a:gd name="csX297" fmla="*/ 797844 w 1094121"/>
                <a:gd name="csY297" fmla="*/ 184233 h 1111417"/>
                <a:gd name="csX298" fmla="*/ 800852 w 1094121"/>
                <a:gd name="csY298" fmla="*/ 185737 h 1111417"/>
                <a:gd name="csX299" fmla="*/ 814388 w 1094121"/>
                <a:gd name="csY299" fmla="*/ 191753 h 1111417"/>
                <a:gd name="csX300" fmla="*/ 815891 w 1094121"/>
                <a:gd name="csY300" fmla="*/ 193257 h 1111417"/>
                <a:gd name="csX301" fmla="*/ 816644 w 1094121"/>
                <a:gd name="csY301" fmla="*/ 194761 h 1111417"/>
                <a:gd name="csX302" fmla="*/ 815891 w 1094121"/>
                <a:gd name="csY302" fmla="*/ 198521 h 1111417"/>
                <a:gd name="csX303" fmla="*/ 815140 w 1094121"/>
                <a:gd name="csY303" fmla="*/ 200777 h 1111417"/>
                <a:gd name="csX304" fmla="*/ 813636 w 1094121"/>
                <a:gd name="csY304" fmla="*/ 203033 h 1111417"/>
                <a:gd name="csX305" fmla="*/ 805364 w 1094121"/>
                <a:gd name="csY305" fmla="*/ 214312 h 1111417"/>
                <a:gd name="csX306" fmla="*/ 803108 w 1094121"/>
                <a:gd name="csY306" fmla="*/ 218072 h 1111417"/>
                <a:gd name="csX307" fmla="*/ 797844 w 1094121"/>
                <a:gd name="csY307" fmla="*/ 230856 h 1111417"/>
                <a:gd name="csX308" fmla="*/ 797092 w 1094121"/>
                <a:gd name="csY308" fmla="*/ 233864 h 1111417"/>
                <a:gd name="csX309" fmla="*/ 797092 w 1094121"/>
                <a:gd name="csY309" fmla="*/ 234616 h 1111417"/>
                <a:gd name="csX310" fmla="*/ 797092 w 1094121"/>
                <a:gd name="csY310" fmla="*/ 235368 h 1111417"/>
                <a:gd name="csX311" fmla="*/ 801604 w 1094121"/>
                <a:gd name="csY311" fmla="*/ 237624 h 1111417"/>
                <a:gd name="csX312" fmla="*/ 818148 w 1094121"/>
                <a:gd name="csY312" fmla="*/ 242135 h 1111417"/>
                <a:gd name="csX313" fmla="*/ 828675 w 1094121"/>
                <a:gd name="csY313" fmla="*/ 242135 h 1111417"/>
                <a:gd name="csX314" fmla="*/ 835443 w 1094121"/>
                <a:gd name="csY314" fmla="*/ 244391 h 1111417"/>
                <a:gd name="csX315" fmla="*/ 839955 w 1094121"/>
                <a:gd name="csY315" fmla="*/ 244391 h 1111417"/>
                <a:gd name="csX316" fmla="*/ 858002 w 1094121"/>
                <a:gd name="csY316" fmla="*/ 241384 h 1111417"/>
                <a:gd name="csX317" fmla="*/ 860258 w 1094121"/>
                <a:gd name="csY317" fmla="*/ 242135 h 1111417"/>
                <a:gd name="csX318" fmla="*/ 861762 w 1094121"/>
                <a:gd name="csY318" fmla="*/ 242888 h 1111417"/>
                <a:gd name="csX319" fmla="*/ 866274 w 1094121"/>
                <a:gd name="csY319" fmla="*/ 245895 h 1111417"/>
                <a:gd name="csX320" fmla="*/ 877553 w 1094121"/>
                <a:gd name="csY320" fmla="*/ 257175 h 1111417"/>
                <a:gd name="csX321" fmla="*/ 879057 w 1094121"/>
                <a:gd name="csY321" fmla="*/ 258679 h 1111417"/>
                <a:gd name="csX322" fmla="*/ 881313 w 1094121"/>
                <a:gd name="csY322" fmla="*/ 259431 h 1111417"/>
                <a:gd name="csX323" fmla="*/ 884321 w 1094121"/>
                <a:gd name="csY323" fmla="*/ 259431 h 1111417"/>
                <a:gd name="csX324" fmla="*/ 891841 w 1094121"/>
                <a:gd name="csY324" fmla="*/ 258679 h 1111417"/>
                <a:gd name="csX325" fmla="*/ 894097 w 1094121"/>
                <a:gd name="csY325" fmla="*/ 259431 h 1111417"/>
                <a:gd name="csX326" fmla="*/ 897857 w 1094121"/>
                <a:gd name="csY326" fmla="*/ 260183 h 1111417"/>
                <a:gd name="csX327" fmla="*/ 906880 w 1094121"/>
                <a:gd name="csY327" fmla="*/ 264695 h 1111417"/>
                <a:gd name="csX328" fmla="*/ 918160 w 1094121"/>
                <a:gd name="csY328" fmla="*/ 272214 h 1111417"/>
                <a:gd name="csX329" fmla="*/ 920416 w 1094121"/>
                <a:gd name="csY329" fmla="*/ 274470 h 1111417"/>
                <a:gd name="csX330" fmla="*/ 921168 w 1094121"/>
                <a:gd name="csY330" fmla="*/ 275974 h 1111417"/>
                <a:gd name="csX331" fmla="*/ 921920 w 1094121"/>
                <a:gd name="csY331" fmla="*/ 277478 h 1111417"/>
                <a:gd name="csX332" fmla="*/ 922672 w 1094121"/>
                <a:gd name="csY332" fmla="*/ 278230 h 1111417"/>
                <a:gd name="csX333" fmla="*/ 924176 w 1094121"/>
                <a:gd name="csY333" fmla="*/ 279734 h 1111417"/>
                <a:gd name="csX334" fmla="*/ 927184 w 1094121"/>
                <a:gd name="csY334" fmla="*/ 281238 h 1111417"/>
                <a:gd name="csX335" fmla="*/ 932447 w 1094121"/>
                <a:gd name="csY335" fmla="*/ 283494 h 1111417"/>
                <a:gd name="csX336" fmla="*/ 940719 w 1094121"/>
                <a:gd name="csY336" fmla="*/ 284998 h 1111417"/>
                <a:gd name="csX337" fmla="*/ 945983 w 1094121"/>
                <a:gd name="csY337" fmla="*/ 287254 h 1111417"/>
                <a:gd name="csX338" fmla="*/ 951247 w 1094121"/>
                <a:gd name="csY338" fmla="*/ 291014 h 1111417"/>
                <a:gd name="csX339" fmla="*/ 955007 w 1094121"/>
                <a:gd name="csY339" fmla="*/ 295526 h 1111417"/>
                <a:gd name="csX340" fmla="*/ 957263 w 1094121"/>
                <a:gd name="csY340" fmla="*/ 296278 h 1111417"/>
                <a:gd name="csX341" fmla="*/ 987342 w 1094121"/>
                <a:gd name="csY341" fmla="*/ 309813 h 1111417"/>
                <a:gd name="csX342" fmla="*/ 988845 w 1094121"/>
                <a:gd name="csY342" fmla="*/ 309813 h 1111417"/>
                <a:gd name="csX343" fmla="*/ 996365 w 1094121"/>
                <a:gd name="csY343" fmla="*/ 311317 h 1111417"/>
                <a:gd name="csX344" fmla="*/ 1002381 w 1094121"/>
                <a:gd name="csY344" fmla="*/ 310565 h 1111417"/>
                <a:gd name="csX345" fmla="*/ 1003885 w 1094121"/>
                <a:gd name="csY345" fmla="*/ 310565 h 1111417"/>
                <a:gd name="csX346" fmla="*/ 1013661 w 1094121"/>
                <a:gd name="csY346" fmla="*/ 313573 h 1111417"/>
                <a:gd name="csX347" fmla="*/ 1019676 w 1094121"/>
                <a:gd name="csY347" fmla="*/ 314325 h 1111417"/>
                <a:gd name="csX348" fmla="*/ 1021180 w 1094121"/>
                <a:gd name="csY348" fmla="*/ 315077 h 1111417"/>
                <a:gd name="csX349" fmla="*/ 1022684 w 1094121"/>
                <a:gd name="csY349" fmla="*/ 315829 h 1111417"/>
                <a:gd name="csX350" fmla="*/ 1032460 w 1094121"/>
                <a:gd name="csY350" fmla="*/ 324853 h 1111417"/>
                <a:gd name="csX351" fmla="*/ 1036220 w 1094121"/>
                <a:gd name="csY351" fmla="*/ 327861 h 1111417"/>
                <a:gd name="csX352" fmla="*/ 1037724 w 1094121"/>
                <a:gd name="csY352" fmla="*/ 329365 h 1111417"/>
                <a:gd name="csX353" fmla="*/ 1039980 w 1094121"/>
                <a:gd name="csY353" fmla="*/ 330116 h 1111417"/>
                <a:gd name="csX354" fmla="*/ 1041484 w 1094121"/>
                <a:gd name="csY354" fmla="*/ 330868 h 1111417"/>
                <a:gd name="csX355" fmla="*/ 1043740 w 1094121"/>
                <a:gd name="csY355" fmla="*/ 331620 h 1111417"/>
                <a:gd name="csX356" fmla="*/ 1049755 w 1094121"/>
                <a:gd name="csY356" fmla="*/ 331620 h 1111417"/>
                <a:gd name="csX357" fmla="*/ 1051259 w 1094121"/>
                <a:gd name="csY357" fmla="*/ 332372 h 1111417"/>
                <a:gd name="csX358" fmla="*/ 1056523 w 1094121"/>
                <a:gd name="csY358" fmla="*/ 334628 h 1111417"/>
                <a:gd name="csX359" fmla="*/ 1058027 w 1094121"/>
                <a:gd name="csY359" fmla="*/ 334628 h 1111417"/>
                <a:gd name="csX360" fmla="*/ 1061787 w 1094121"/>
                <a:gd name="csY360" fmla="*/ 334628 h 1111417"/>
                <a:gd name="csX361" fmla="*/ 1063291 w 1094121"/>
                <a:gd name="csY361" fmla="*/ 334628 h 1111417"/>
                <a:gd name="csX362" fmla="*/ 1065547 w 1094121"/>
                <a:gd name="csY362" fmla="*/ 334628 h 1111417"/>
                <a:gd name="csX363" fmla="*/ 1067051 w 1094121"/>
                <a:gd name="csY363" fmla="*/ 336132 h 1111417"/>
                <a:gd name="csX364" fmla="*/ 1069307 w 1094121"/>
                <a:gd name="csY364" fmla="*/ 337636 h 1111417"/>
                <a:gd name="csX365" fmla="*/ 1071563 w 1094121"/>
                <a:gd name="csY365" fmla="*/ 339140 h 1111417"/>
                <a:gd name="csX366" fmla="*/ 1079082 w 1094121"/>
                <a:gd name="csY366" fmla="*/ 348164 h 1111417"/>
                <a:gd name="csX367" fmla="*/ 1090362 w 1094121"/>
                <a:gd name="csY367" fmla="*/ 364707 h 1111417"/>
                <a:gd name="csX368" fmla="*/ 1089610 w 1094121"/>
                <a:gd name="csY368" fmla="*/ 368467 h 1111417"/>
                <a:gd name="csX369" fmla="*/ 1091114 w 1094121"/>
                <a:gd name="csY369" fmla="*/ 371475 h 1111417"/>
                <a:gd name="csX370" fmla="*/ 1093370 w 1094121"/>
                <a:gd name="csY370" fmla="*/ 374483 h 1111417"/>
                <a:gd name="csX371" fmla="*/ 1094122 w 1094121"/>
                <a:gd name="csY371" fmla="*/ 376739 h 1111417"/>
                <a:gd name="csX372" fmla="*/ 1091866 w 1094121"/>
                <a:gd name="csY372" fmla="*/ 379746 h 1111417"/>
                <a:gd name="csX373" fmla="*/ 1091114 w 1094121"/>
                <a:gd name="csY373" fmla="*/ 380499 h 1111417"/>
                <a:gd name="csX374" fmla="*/ 1088106 w 1094121"/>
                <a:gd name="csY374" fmla="*/ 380499 h 1111417"/>
                <a:gd name="csX375" fmla="*/ 1086602 w 1094121"/>
                <a:gd name="csY375" fmla="*/ 381251 h 1111417"/>
                <a:gd name="csX376" fmla="*/ 1085850 w 1094121"/>
                <a:gd name="csY376" fmla="*/ 382003 h 1111417"/>
                <a:gd name="csX377" fmla="*/ 1085850 w 1094121"/>
                <a:gd name="csY377" fmla="*/ 383506 h 1111417"/>
                <a:gd name="csX378" fmla="*/ 1085850 w 1094121"/>
                <a:gd name="csY378" fmla="*/ 392530 h 1111417"/>
                <a:gd name="csX379" fmla="*/ 1085098 w 1094121"/>
                <a:gd name="csY379" fmla="*/ 396290 h 1111417"/>
                <a:gd name="csX380" fmla="*/ 1081338 w 1094121"/>
                <a:gd name="csY380" fmla="*/ 400802 h 1111417"/>
                <a:gd name="csX381" fmla="*/ 1080586 w 1094121"/>
                <a:gd name="csY381" fmla="*/ 405314 h 1111417"/>
                <a:gd name="csX382" fmla="*/ 1080586 w 1094121"/>
                <a:gd name="csY382" fmla="*/ 409825 h 1111417"/>
                <a:gd name="csX383" fmla="*/ 1083594 w 1094121"/>
                <a:gd name="csY383" fmla="*/ 433889 h 1111417"/>
                <a:gd name="csX384" fmla="*/ 1083594 w 1094121"/>
                <a:gd name="csY384" fmla="*/ 454192 h 1111417"/>
                <a:gd name="csX385" fmla="*/ 1085098 w 1094121"/>
                <a:gd name="csY385" fmla="*/ 466223 h 1111417"/>
                <a:gd name="csX386" fmla="*/ 1079834 w 1094121"/>
                <a:gd name="csY386" fmla="*/ 479759 h 1111417"/>
                <a:gd name="csX387" fmla="*/ 1076074 w 1094121"/>
                <a:gd name="csY387" fmla="*/ 486527 h 1111417"/>
                <a:gd name="csX388" fmla="*/ 1071563 w 1094121"/>
                <a:gd name="csY388" fmla="*/ 491791 h 1111417"/>
                <a:gd name="csX389" fmla="*/ 1067051 w 1094121"/>
                <a:gd name="csY389" fmla="*/ 495551 h 1111417"/>
                <a:gd name="csX390" fmla="*/ 1064043 w 1094121"/>
                <a:gd name="csY390" fmla="*/ 497806 h 1111417"/>
                <a:gd name="csX391" fmla="*/ 1043740 w 1094121"/>
                <a:gd name="csY391" fmla="*/ 503822 h 1111417"/>
                <a:gd name="csX392" fmla="*/ 1034716 w 1094121"/>
                <a:gd name="csY392" fmla="*/ 508334 h 1111417"/>
                <a:gd name="csX393" fmla="*/ 1032460 w 1094121"/>
                <a:gd name="csY393" fmla="*/ 510590 h 1111417"/>
                <a:gd name="csX394" fmla="*/ 1026444 w 1094121"/>
                <a:gd name="csY394" fmla="*/ 516606 h 1111417"/>
                <a:gd name="csX395" fmla="*/ 1024188 w 1094121"/>
                <a:gd name="csY395" fmla="*/ 521118 h 1111417"/>
                <a:gd name="csX396" fmla="*/ 1018173 w 1094121"/>
                <a:gd name="csY396" fmla="*/ 528638 h 1111417"/>
                <a:gd name="csX397" fmla="*/ 1014413 w 1094121"/>
                <a:gd name="csY397" fmla="*/ 533901 h 1111417"/>
                <a:gd name="csX398" fmla="*/ 1006893 w 1094121"/>
                <a:gd name="csY398" fmla="*/ 542173 h 1111417"/>
                <a:gd name="csX399" fmla="*/ 999373 w 1094121"/>
                <a:gd name="csY399" fmla="*/ 543677 h 1111417"/>
                <a:gd name="csX400" fmla="*/ 996365 w 1094121"/>
                <a:gd name="csY400" fmla="*/ 545933 h 1111417"/>
                <a:gd name="csX401" fmla="*/ 995613 w 1094121"/>
                <a:gd name="csY401" fmla="*/ 548941 h 1111417"/>
                <a:gd name="csX402" fmla="*/ 994109 w 1094121"/>
                <a:gd name="csY402" fmla="*/ 556460 h 1111417"/>
                <a:gd name="csX403" fmla="*/ 990349 w 1094121"/>
                <a:gd name="csY403" fmla="*/ 562476 h 1111417"/>
                <a:gd name="csX404" fmla="*/ 990349 w 1094121"/>
                <a:gd name="csY404" fmla="*/ 566236 h 1111417"/>
                <a:gd name="csX405" fmla="*/ 990349 w 1094121"/>
                <a:gd name="csY405" fmla="*/ 573756 h 1111417"/>
                <a:gd name="csX406" fmla="*/ 988845 w 1094121"/>
                <a:gd name="csY406" fmla="*/ 591051 h 1111417"/>
                <a:gd name="csX407" fmla="*/ 987342 w 1094121"/>
                <a:gd name="csY407" fmla="*/ 594059 h 1111417"/>
                <a:gd name="csX408" fmla="*/ 976814 w 1094121"/>
                <a:gd name="csY408" fmla="*/ 606091 h 1111417"/>
                <a:gd name="csX409" fmla="*/ 973806 w 1094121"/>
                <a:gd name="csY409" fmla="*/ 608347 h 1111417"/>
                <a:gd name="csX410" fmla="*/ 973054 w 1094121"/>
                <a:gd name="csY410" fmla="*/ 609098 h 1111417"/>
                <a:gd name="csX411" fmla="*/ 971550 w 1094121"/>
                <a:gd name="csY411" fmla="*/ 610603 h 1111417"/>
                <a:gd name="csX412" fmla="*/ 967790 w 1094121"/>
                <a:gd name="csY412" fmla="*/ 620378 h 1111417"/>
                <a:gd name="csX413" fmla="*/ 964782 w 1094121"/>
                <a:gd name="csY413" fmla="*/ 624890 h 1111417"/>
                <a:gd name="csX414" fmla="*/ 964030 w 1094121"/>
                <a:gd name="csY414" fmla="*/ 625642 h 1111417"/>
                <a:gd name="csX415" fmla="*/ 963278 w 1094121"/>
                <a:gd name="csY415" fmla="*/ 626394 h 1111417"/>
                <a:gd name="csX416" fmla="*/ 961023 w 1094121"/>
                <a:gd name="csY416" fmla="*/ 627898 h 1111417"/>
                <a:gd name="csX417" fmla="*/ 957263 w 1094121"/>
                <a:gd name="csY417" fmla="*/ 630906 h 1111417"/>
                <a:gd name="csX418" fmla="*/ 954255 w 1094121"/>
                <a:gd name="csY418" fmla="*/ 632410 h 1111417"/>
                <a:gd name="csX419" fmla="*/ 952751 w 1094121"/>
                <a:gd name="csY419" fmla="*/ 634666 h 1111417"/>
                <a:gd name="csX420" fmla="*/ 951999 w 1094121"/>
                <a:gd name="csY420" fmla="*/ 639177 h 1111417"/>
                <a:gd name="csX421" fmla="*/ 955007 w 1094121"/>
                <a:gd name="csY421" fmla="*/ 652713 h 1111417"/>
                <a:gd name="csX422" fmla="*/ 955759 w 1094121"/>
                <a:gd name="csY422" fmla="*/ 659481 h 1111417"/>
                <a:gd name="csX423" fmla="*/ 952751 w 1094121"/>
                <a:gd name="csY423" fmla="*/ 667001 h 1111417"/>
                <a:gd name="csX424" fmla="*/ 943727 w 1094121"/>
                <a:gd name="csY424" fmla="*/ 676776 h 1111417"/>
                <a:gd name="csX425" fmla="*/ 942975 w 1094121"/>
                <a:gd name="csY425" fmla="*/ 679784 h 1111417"/>
                <a:gd name="csX426" fmla="*/ 938463 w 1094121"/>
                <a:gd name="csY426" fmla="*/ 687304 h 1111417"/>
                <a:gd name="csX427" fmla="*/ 936207 w 1094121"/>
                <a:gd name="csY427" fmla="*/ 688808 h 1111417"/>
                <a:gd name="csX428" fmla="*/ 933199 w 1094121"/>
                <a:gd name="csY428" fmla="*/ 690312 h 1111417"/>
                <a:gd name="csX429" fmla="*/ 930944 w 1094121"/>
                <a:gd name="csY429" fmla="*/ 689560 h 1111417"/>
                <a:gd name="csX430" fmla="*/ 928688 w 1094121"/>
                <a:gd name="csY430" fmla="*/ 688808 h 1111417"/>
                <a:gd name="csX431" fmla="*/ 925680 w 1094121"/>
                <a:gd name="csY431" fmla="*/ 688808 h 1111417"/>
                <a:gd name="csX432" fmla="*/ 923424 w 1094121"/>
                <a:gd name="csY432" fmla="*/ 688808 h 1111417"/>
                <a:gd name="csX433" fmla="*/ 922672 w 1094121"/>
                <a:gd name="csY433" fmla="*/ 689560 h 1111417"/>
                <a:gd name="csX434" fmla="*/ 921168 w 1094121"/>
                <a:gd name="csY434" fmla="*/ 690312 h 1111417"/>
                <a:gd name="csX435" fmla="*/ 920416 w 1094121"/>
                <a:gd name="csY435" fmla="*/ 691816 h 1111417"/>
                <a:gd name="csX436" fmla="*/ 920416 w 1094121"/>
                <a:gd name="csY436" fmla="*/ 692568 h 1111417"/>
                <a:gd name="csX437" fmla="*/ 920416 w 1094121"/>
                <a:gd name="csY437" fmla="*/ 693320 h 1111417"/>
                <a:gd name="csX438" fmla="*/ 920416 w 1094121"/>
                <a:gd name="csY438" fmla="*/ 694072 h 1111417"/>
                <a:gd name="csX439" fmla="*/ 919664 w 1094121"/>
                <a:gd name="csY439" fmla="*/ 694824 h 1111417"/>
                <a:gd name="csX440" fmla="*/ 918912 w 1094121"/>
                <a:gd name="csY440" fmla="*/ 695575 h 1111417"/>
                <a:gd name="csX441" fmla="*/ 918160 w 1094121"/>
                <a:gd name="csY441" fmla="*/ 695575 h 1111417"/>
                <a:gd name="csX442" fmla="*/ 917408 w 1094121"/>
                <a:gd name="csY442" fmla="*/ 696328 h 1111417"/>
                <a:gd name="csX443" fmla="*/ 916656 w 1094121"/>
                <a:gd name="csY443" fmla="*/ 700839 h 1111417"/>
                <a:gd name="csX444" fmla="*/ 923424 w 1094121"/>
                <a:gd name="csY444" fmla="*/ 712119 h 1111417"/>
                <a:gd name="csX445" fmla="*/ 925680 w 1094121"/>
                <a:gd name="csY445" fmla="*/ 712871 h 1111417"/>
                <a:gd name="csX446" fmla="*/ 926432 w 1094121"/>
                <a:gd name="csY446" fmla="*/ 714375 h 1111417"/>
                <a:gd name="csX447" fmla="*/ 927184 w 1094121"/>
                <a:gd name="csY447" fmla="*/ 715879 h 1111417"/>
                <a:gd name="csX448" fmla="*/ 926432 w 1094121"/>
                <a:gd name="csY448" fmla="*/ 719639 h 1111417"/>
                <a:gd name="csX449" fmla="*/ 924176 w 1094121"/>
                <a:gd name="csY449" fmla="*/ 722647 h 1111417"/>
                <a:gd name="csX450" fmla="*/ 921168 w 1094121"/>
                <a:gd name="csY450" fmla="*/ 724903 h 1111417"/>
                <a:gd name="csX451" fmla="*/ 917408 w 1094121"/>
                <a:gd name="csY451" fmla="*/ 727911 h 1111417"/>
                <a:gd name="csX452" fmla="*/ 912144 w 1094121"/>
                <a:gd name="csY452" fmla="*/ 730167 h 1111417"/>
                <a:gd name="csX453" fmla="*/ 909888 w 1094121"/>
                <a:gd name="csY453" fmla="*/ 731671 h 1111417"/>
                <a:gd name="csX454" fmla="*/ 905377 w 1094121"/>
                <a:gd name="csY454" fmla="*/ 739190 h 1111417"/>
                <a:gd name="csX455" fmla="*/ 904625 w 1094121"/>
                <a:gd name="csY455" fmla="*/ 741446 h 1111417"/>
                <a:gd name="csX456" fmla="*/ 904625 w 1094121"/>
                <a:gd name="csY456" fmla="*/ 744454 h 1111417"/>
                <a:gd name="csX457" fmla="*/ 903873 w 1094121"/>
                <a:gd name="csY457" fmla="*/ 746710 h 1111417"/>
                <a:gd name="csX458" fmla="*/ 902368 w 1094121"/>
                <a:gd name="csY458" fmla="*/ 748214 h 1111417"/>
                <a:gd name="csX459" fmla="*/ 901617 w 1094121"/>
                <a:gd name="csY459" fmla="*/ 749718 h 1111417"/>
                <a:gd name="csX460" fmla="*/ 900113 w 1094121"/>
                <a:gd name="csY460" fmla="*/ 751222 h 1111417"/>
                <a:gd name="csX461" fmla="*/ 898609 w 1094121"/>
                <a:gd name="csY461" fmla="*/ 752726 h 1111417"/>
                <a:gd name="csX462" fmla="*/ 895601 w 1094121"/>
                <a:gd name="csY462" fmla="*/ 753478 h 1111417"/>
                <a:gd name="csX463" fmla="*/ 894849 w 1094121"/>
                <a:gd name="csY463" fmla="*/ 754230 h 1111417"/>
                <a:gd name="csX464" fmla="*/ 887329 w 1094121"/>
                <a:gd name="csY464" fmla="*/ 761750 h 1111417"/>
                <a:gd name="csX465" fmla="*/ 885825 w 1094121"/>
                <a:gd name="csY465" fmla="*/ 764005 h 1111417"/>
                <a:gd name="csX466" fmla="*/ 885073 w 1094121"/>
                <a:gd name="csY466" fmla="*/ 766261 h 1111417"/>
                <a:gd name="csX467" fmla="*/ 884321 w 1094121"/>
                <a:gd name="csY467" fmla="*/ 771525 h 1111417"/>
                <a:gd name="csX468" fmla="*/ 883569 w 1094121"/>
                <a:gd name="csY468" fmla="*/ 773781 h 1111417"/>
                <a:gd name="csX469" fmla="*/ 879057 w 1094121"/>
                <a:gd name="csY469" fmla="*/ 783556 h 1111417"/>
                <a:gd name="csX470" fmla="*/ 879057 w 1094121"/>
                <a:gd name="csY470" fmla="*/ 784309 h 1111417"/>
                <a:gd name="csX471" fmla="*/ 877553 w 1094121"/>
                <a:gd name="csY471" fmla="*/ 788820 h 1111417"/>
                <a:gd name="csX472" fmla="*/ 876801 w 1094121"/>
                <a:gd name="csY472" fmla="*/ 790324 h 1111417"/>
                <a:gd name="csX473" fmla="*/ 867026 w 1094121"/>
                <a:gd name="csY473" fmla="*/ 799348 h 1111417"/>
                <a:gd name="csX474" fmla="*/ 864018 w 1094121"/>
                <a:gd name="csY474" fmla="*/ 803108 h 1111417"/>
                <a:gd name="csX475" fmla="*/ 863266 w 1094121"/>
                <a:gd name="csY475" fmla="*/ 803860 h 1111417"/>
                <a:gd name="csX476" fmla="*/ 859506 w 1094121"/>
                <a:gd name="csY476" fmla="*/ 806116 h 1111417"/>
                <a:gd name="csX477" fmla="*/ 858002 w 1094121"/>
                <a:gd name="csY477" fmla="*/ 806868 h 1111417"/>
                <a:gd name="csX478" fmla="*/ 854242 w 1094121"/>
                <a:gd name="csY478" fmla="*/ 810628 h 1111417"/>
                <a:gd name="csX479" fmla="*/ 852738 w 1094121"/>
                <a:gd name="csY479" fmla="*/ 811380 h 1111417"/>
                <a:gd name="csX480" fmla="*/ 851234 w 1094121"/>
                <a:gd name="csY480" fmla="*/ 812131 h 1111417"/>
                <a:gd name="csX481" fmla="*/ 848227 w 1094121"/>
                <a:gd name="csY481" fmla="*/ 812131 h 1111417"/>
                <a:gd name="csX482" fmla="*/ 846722 w 1094121"/>
                <a:gd name="csY482" fmla="*/ 812884 h 1111417"/>
                <a:gd name="csX483" fmla="*/ 843715 w 1094121"/>
                <a:gd name="csY483" fmla="*/ 814388 h 1111417"/>
                <a:gd name="csX484" fmla="*/ 839203 w 1094121"/>
                <a:gd name="csY484" fmla="*/ 818899 h 1111417"/>
                <a:gd name="csX485" fmla="*/ 830931 w 1094121"/>
                <a:gd name="csY485" fmla="*/ 821907 h 1111417"/>
                <a:gd name="csX486" fmla="*/ 827923 w 1094121"/>
                <a:gd name="csY486" fmla="*/ 823411 h 1111417"/>
                <a:gd name="csX487" fmla="*/ 823411 w 1094121"/>
                <a:gd name="csY487" fmla="*/ 827923 h 1111417"/>
                <a:gd name="csX488" fmla="*/ 809124 w 1094121"/>
                <a:gd name="csY488" fmla="*/ 836195 h 1111417"/>
                <a:gd name="csX489" fmla="*/ 808372 w 1094121"/>
                <a:gd name="csY489" fmla="*/ 836947 h 1111417"/>
                <a:gd name="csX490" fmla="*/ 807620 w 1094121"/>
                <a:gd name="csY490" fmla="*/ 837699 h 1111417"/>
                <a:gd name="csX491" fmla="*/ 806116 w 1094121"/>
                <a:gd name="csY491" fmla="*/ 842210 h 1111417"/>
                <a:gd name="csX492" fmla="*/ 805364 w 1094121"/>
                <a:gd name="csY492" fmla="*/ 842963 h 1111417"/>
                <a:gd name="csX493" fmla="*/ 794084 w 1094121"/>
                <a:gd name="csY493" fmla="*/ 848226 h 1111417"/>
                <a:gd name="csX494" fmla="*/ 791076 w 1094121"/>
                <a:gd name="csY494" fmla="*/ 849730 h 1111417"/>
                <a:gd name="csX495" fmla="*/ 788821 w 1094121"/>
                <a:gd name="csY495" fmla="*/ 849730 h 1111417"/>
                <a:gd name="csX496" fmla="*/ 787317 w 1094121"/>
                <a:gd name="csY496" fmla="*/ 848226 h 1111417"/>
                <a:gd name="csX497" fmla="*/ 786565 w 1094121"/>
                <a:gd name="csY497" fmla="*/ 848978 h 1111417"/>
                <a:gd name="csX498" fmla="*/ 783557 w 1094121"/>
                <a:gd name="csY498" fmla="*/ 853490 h 1111417"/>
                <a:gd name="csX499" fmla="*/ 781301 w 1094121"/>
                <a:gd name="csY499" fmla="*/ 858754 h 1111417"/>
                <a:gd name="csX500" fmla="*/ 779797 w 1094121"/>
                <a:gd name="csY500" fmla="*/ 860258 h 1111417"/>
                <a:gd name="csX501" fmla="*/ 778293 w 1094121"/>
                <a:gd name="csY501" fmla="*/ 861010 h 1111417"/>
                <a:gd name="csX502" fmla="*/ 776037 w 1094121"/>
                <a:gd name="csY502" fmla="*/ 861762 h 1111417"/>
                <a:gd name="csX503" fmla="*/ 774533 w 1094121"/>
                <a:gd name="csY503" fmla="*/ 862514 h 1111417"/>
                <a:gd name="csX504" fmla="*/ 773781 w 1094121"/>
                <a:gd name="csY504" fmla="*/ 863266 h 1111417"/>
                <a:gd name="csX505" fmla="*/ 764757 w 1094121"/>
                <a:gd name="csY505" fmla="*/ 879809 h 1111417"/>
                <a:gd name="csX506" fmla="*/ 760998 w 1094121"/>
                <a:gd name="csY506" fmla="*/ 884321 h 1111417"/>
                <a:gd name="csX507" fmla="*/ 756486 w 1094121"/>
                <a:gd name="csY507" fmla="*/ 888833 h 1111417"/>
                <a:gd name="csX508" fmla="*/ 709111 w 1094121"/>
                <a:gd name="csY508" fmla="*/ 909888 h 1111417"/>
                <a:gd name="csX509" fmla="*/ 697832 w 1094121"/>
                <a:gd name="csY509" fmla="*/ 916656 h 1111417"/>
                <a:gd name="csX510" fmla="*/ 693320 w 1094121"/>
                <a:gd name="csY510" fmla="*/ 921920 h 1111417"/>
                <a:gd name="csX511" fmla="*/ 691064 w 1094121"/>
                <a:gd name="csY511" fmla="*/ 924927 h 1111417"/>
                <a:gd name="csX512" fmla="*/ 687304 w 1094121"/>
                <a:gd name="csY512" fmla="*/ 934703 h 1111417"/>
                <a:gd name="csX513" fmla="*/ 685800 w 1094121"/>
                <a:gd name="csY513" fmla="*/ 940719 h 1111417"/>
                <a:gd name="csX514" fmla="*/ 684296 w 1094121"/>
                <a:gd name="csY514" fmla="*/ 955006 h 1111417"/>
                <a:gd name="csX515" fmla="*/ 682040 w 1094121"/>
                <a:gd name="csY515" fmla="*/ 961774 h 1111417"/>
                <a:gd name="csX516" fmla="*/ 679032 w 1094121"/>
                <a:gd name="csY516" fmla="*/ 967790 h 1111417"/>
                <a:gd name="csX517" fmla="*/ 674521 w 1094121"/>
                <a:gd name="csY517" fmla="*/ 980574 h 1111417"/>
                <a:gd name="csX518" fmla="*/ 671513 w 1094121"/>
                <a:gd name="csY518" fmla="*/ 986589 h 1111417"/>
                <a:gd name="csX519" fmla="*/ 667753 w 1094121"/>
                <a:gd name="csY519" fmla="*/ 991853 h 1111417"/>
                <a:gd name="csX520" fmla="*/ 651209 w 1094121"/>
                <a:gd name="csY520" fmla="*/ 1002381 h 1111417"/>
                <a:gd name="csX521" fmla="*/ 638426 w 1094121"/>
                <a:gd name="csY521" fmla="*/ 1007645 h 1111417"/>
                <a:gd name="csX522" fmla="*/ 634666 w 1094121"/>
                <a:gd name="csY522" fmla="*/ 1010653 h 1111417"/>
                <a:gd name="csX523" fmla="*/ 634666 w 1094121"/>
                <a:gd name="csY523" fmla="*/ 1012157 h 1111417"/>
                <a:gd name="csX524" fmla="*/ 634666 w 1094121"/>
                <a:gd name="csY524" fmla="*/ 1018172 h 1111417"/>
                <a:gd name="csX525" fmla="*/ 627146 w 1094121"/>
                <a:gd name="csY525" fmla="*/ 1042987 h 1111417"/>
                <a:gd name="csX526" fmla="*/ 626394 w 1094121"/>
                <a:gd name="csY526" fmla="*/ 1052763 h 1111417"/>
                <a:gd name="csX527" fmla="*/ 621130 w 1094121"/>
                <a:gd name="csY527" fmla="*/ 1065547 h 1111417"/>
                <a:gd name="csX528" fmla="*/ 619627 w 1094121"/>
                <a:gd name="csY528" fmla="*/ 1072315 h 1111417"/>
                <a:gd name="csX529" fmla="*/ 619627 w 1094121"/>
                <a:gd name="csY529" fmla="*/ 1087354 h 1111417"/>
                <a:gd name="csX530" fmla="*/ 618123 w 1094121"/>
                <a:gd name="csY530" fmla="*/ 1094874 h 1111417"/>
                <a:gd name="csX531" fmla="*/ 615115 w 1094121"/>
                <a:gd name="csY531" fmla="*/ 1097881 h 1111417"/>
                <a:gd name="csX532" fmla="*/ 603083 w 1094121"/>
                <a:gd name="csY532" fmla="*/ 1103898 h 1111417"/>
                <a:gd name="csX533" fmla="*/ 602331 w 1094121"/>
                <a:gd name="csY533" fmla="*/ 1106153 h 1111417"/>
                <a:gd name="csX534" fmla="*/ 599323 w 1094121"/>
                <a:gd name="csY534" fmla="*/ 1108409 h 1111417"/>
                <a:gd name="csX535" fmla="*/ 593307 w 1094121"/>
                <a:gd name="csY535" fmla="*/ 1111417 h 1111417"/>
                <a:gd name="csX536" fmla="*/ 588796 w 1094121"/>
                <a:gd name="csY536" fmla="*/ 1109161 h 1111417"/>
                <a:gd name="csX537" fmla="*/ 574508 w 1094121"/>
                <a:gd name="csY537" fmla="*/ 1100138 h 1111417"/>
                <a:gd name="csX538" fmla="*/ 566236 w 1094121"/>
                <a:gd name="csY538" fmla="*/ 1088858 h 1111417"/>
                <a:gd name="csX539" fmla="*/ 563229 w 1094121"/>
                <a:gd name="csY539" fmla="*/ 1086602 h 1111417"/>
                <a:gd name="csX540" fmla="*/ 537661 w 1094121"/>
                <a:gd name="csY540" fmla="*/ 1071562 h 1111417"/>
                <a:gd name="csX541" fmla="*/ 533150 w 1094121"/>
                <a:gd name="csY541" fmla="*/ 1070811 h 1111417"/>
                <a:gd name="csX542" fmla="*/ 530894 w 1094121"/>
                <a:gd name="csY542" fmla="*/ 1071562 h 1111417"/>
                <a:gd name="csX543" fmla="*/ 527134 w 1094121"/>
                <a:gd name="csY543" fmla="*/ 1076074 h 1111417"/>
                <a:gd name="csX544" fmla="*/ 524878 w 1094121"/>
                <a:gd name="csY544" fmla="*/ 1077578 h 1111417"/>
                <a:gd name="csX545" fmla="*/ 504574 w 1094121"/>
                <a:gd name="csY545" fmla="*/ 1084346 h 1111417"/>
                <a:gd name="csX546" fmla="*/ 494799 w 1094121"/>
                <a:gd name="csY546" fmla="*/ 1089610 h 1111417"/>
                <a:gd name="csX547" fmla="*/ 493295 w 1094121"/>
                <a:gd name="csY547" fmla="*/ 1091866 h 1111417"/>
                <a:gd name="csX548" fmla="*/ 489535 w 1094121"/>
                <a:gd name="csY548" fmla="*/ 1096378 h 1111417"/>
                <a:gd name="csX549" fmla="*/ 487279 w 1094121"/>
                <a:gd name="csY549" fmla="*/ 1097881 h 1111417"/>
                <a:gd name="csX550" fmla="*/ 484271 w 1094121"/>
                <a:gd name="csY550" fmla="*/ 1098634 h 1111417"/>
                <a:gd name="csX551" fmla="*/ 479759 w 1094121"/>
                <a:gd name="csY551" fmla="*/ 1098634 h 1111417"/>
                <a:gd name="csX552" fmla="*/ 476752 w 1094121"/>
                <a:gd name="csY552" fmla="*/ 1100138 h 1111417"/>
                <a:gd name="csX553" fmla="*/ 472240 w 1094121"/>
                <a:gd name="csY553" fmla="*/ 1100889 h 1111417"/>
                <a:gd name="csX554" fmla="*/ 462464 w 1094121"/>
                <a:gd name="csY554" fmla="*/ 1100889 h 1111417"/>
                <a:gd name="csX555" fmla="*/ 458704 w 1094121"/>
                <a:gd name="csY555" fmla="*/ 1103145 h 1111417"/>
                <a:gd name="csX556" fmla="*/ 453440 w 1094121"/>
                <a:gd name="csY556" fmla="*/ 1106153 h 1111417"/>
                <a:gd name="csX557" fmla="*/ 448176 w 1094121"/>
                <a:gd name="csY557" fmla="*/ 1106153 h 1111417"/>
                <a:gd name="csX558" fmla="*/ 442913 w 1094121"/>
                <a:gd name="csY558" fmla="*/ 1105401 h 1111417"/>
                <a:gd name="csX559" fmla="*/ 437649 w 1094121"/>
                <a:gd name="csY559" fmla="*/ 1103145 h 1111417"/>
                <a:gd name="csX560" fmla="*/ 432385 w 1094121"/>
                <a:gd name="csY560" fmla="*/ 1102394 h 1111417"/>
                <a:gd name="csX561" fmla="*/ 423361 w 1094121"/>
                <a:gd name="csY561" fmla="*/ 1101641 h 1111417"/>
                <a:gd name="csX562" fmla="*/ 418097 w 1094121"/>
                <a:gd name="csY562" fmla="*/ 1099385 h 1111417"/>
                <a:gd name="csX563" fmla="*/ 415090 w 1094121"/>
                <a:gd name="csY563" fmla="*/ 1095626 h 1111417"/>
                <a:gd name="csX564" fmla="*/ 413586 w 1094121"/>
                <a:gd name="csY564" fmla="*/ 1091114 h 1111417"/>
                <a:gd name="csX565" fmla="*/ 411330 w 1094121"/>
                <a:gd name="csY565" fmla="*/ 1059531 h 1111417"/>
                <a:gd name="csX566" fmla="*/ 408322 w 1094121"/>
                <a:gd name="csY566" fmla="*/ 1049003 h 1111417"/>
                <a:gd name="csX567" fmla="*/ 401554 w 1094121"/>
                <a:gd name="csY567" fmla="*/ 1041483 h 1111417"/>
                <a:gd name="csX568" fmla="*/ 398546 w 1094121"/>
                <a:gd name="csY568" fmla="*/ 1037723 h 1111417"/>
                <a:gd name="csX569" fmla="*/ 397794 w 1094121"/>
                <a:gd name="csY569" fmla="*/ 1031708 h 1111417"/>
                <a:gd name="csX570" fmla="*/ 397794 w 1094121"/>
                <a:gd name="csY570" fmla="*/ 1025692 h 1111417"/>
                <a:gd name="csX571" fmla="*/ 397042 w 1094121"/>
                <a:gd name="csY571" fmla="*/ 1020428 h 1111417"/>
                <a:gd name="csX572" fmla="*/ 396290 w 1094121"/>
                <a:gd name="csY572" fmla="*/ 1014412 h 1111417"/>
                <a:gd name="csX573" fmla="*/ 400802 w 1094121"/>
                <a:gd name="csY573" fmla="*/ 1005389 h 1111417"/>
                <a:gd name="csX574" fmla="*/ 400802 w 1094121"/>
                <a:gd name="csY574" fmla="*/ 1000125 h 1111417"/>
                <a:gd name="csX575" fmla="*/ 399298 w 1094121"/>
                <a:gd name="csY575" fmla="*/ 997117 h 1111417"/>
                <a:gd name="csX576" fmla="*/ 394786 w 1094121"/>
                <a:gd name="csY576" fmla="*/ 992605 h 1111417"/>
                <a:gd name="csX577" fmla="*/ 393282 w 1094121"/>
                <a:gd name="csY577" fmla="*/ 988845 h 1111417"/>
                <a:gd name="csX578" fmla="*/ 394034 w 1094121"/>
                <a:gd name="csY578" fmla="*/ 985838 h 1111417"/>
                <a:gd name="csX579" fmla="*/ 397794 w 1094121"/>
                <a:gd name="csY579" fmla="*/ 978318 h 1111417"/>
                <a:gd name="csX580" fmla="*/ 397794 w 1094121"/>
                <a:gd name="csY580" fmla="*/ 975310 h 1111417"/>
                <a:gd name="csX581" fmla="*/ 394034 w 1094121"/>
                <a:gd name="csY581" fmla="*/ 963278 h 1111417"/>
                <a:gd name="csX582" fmla="*/ 394034 w 1094121"/>
                <a:gd name="csY582" fmla="*/ 961774 h 1111417"/>
                <a:gd name="csX583" fmla="*/ 389523 w 1094121"/>
                <a:gd name="csY583" fmla="*/ 959518 h 1111417"/>
                <a:gd name="csX584" fmla="*/ 388018 w 1094121"/>
                <a:gd name="csY584" fmla="*/ 957263 h 1111417"/>
                <a:gd name="csX585" fmla="*/ 388018 w 1094121"/>
                <a:gd name="csY585" fmla="*/ 954255 h 1111417"/>
                <a:gd name="csX586" fmla="*/ 388771 w 1094121"/>
                <a:gd name="csY586" fmla="*/ 948239 h 1111417"/>
                <a:gd name="csX587" fmla="*/ 388018 w 1094121"/>
                <a:gd name="csY587" fmla="*/ 945231 h 1111417"/>
                <a:gd name="csX588" fmla="*/ 385763 w 1094121"/>
                <a:gd name="csY588" fmla="*/ 942975 h 1111417"/>
                <a:gd name="csX589" fmla="*/ 382003 w 1094121"/>
                <a:gd name="csY589" fmla="*/ 937711 h 1111417"/>
                <a:gd name="csX590" fmla="*/ 382003 w 1094121"/>
                <a:gd name="csY590" fmla="*/ 935455 h 1111417"/>
                <a:gd name="csX591" fmla="*/ 382755 w 1094121"/>
                <a:gd name="csY591" fmla="*/ 929440 h 1111417"/>
                <a:gd name="csX592" fmla="*/ 382755 w 1094121"/>
                <a:gd name="csY592" fmla="*/ 927184 h 1111417"/>
                <a:gd name="csX593" fmla="*/ 378995 w 1094121"/>
                <a:gd name="csY593" fmla="*/ 914400 h 1111417"/>
                <a:gd name="csX594" fmla="*/ 378995 w 1094121"/>
                <a:gd name="csY594" fmla="*/ 908384 h 1111417"/>
                <a:gd name="csX595" fmla="*/ 381251 w 1094121"/>
                <a:gd name="csY595" fmla="*/ 903120 h 1111417"/>
                <a:gd name="csX596" fmla="*/ 383507 w 1094121"/>
                <a:gd name="csY596" fmla="*/ 898608 h 1111417"/>
                <a:gd name="csX597" fmla="*/ 385011 w 1094121"/>
                <a:gd name="csY597" fmla="*/ 892593 h 1111417"/>
                <a:gd name="csX598" fmla="*/ 385011 w 1094121"/>
                <a:gd name="csY598" fmla="*/ 891089 h 1111417"/>
                <a:gd name="csX599" fmla="*/ 384259 w 1094121"/>
                <a:gd name="csY599" fmla="*/ 888833 h 1111417"/>
                <a:gd name="csX600" fmla="*/ 383507 w 1094121"/>
                <a:gd name="csY600" fmla="*/ 887329 h 1111417"/>
                <a:gd name="csX601" fmla="*/ 383507 w 1094121"/>
                <a:gd name="csY601" fmla="*/ 885825 h 1111417"/>
                <a:gd name="csX602" fmla="*/ 384259 w 1094121"/>
                <a:gd name="csY602" fmla="*/ 882817 h 1111417"/>
                <a:gd name="csX603" fmla="*/ 385011 w 1094121"/>
                <a:gd name="csY603" fmla="*/ 882065 h 1111417"/>
                <a:gd name="csX604" fmla="*/ 384259 w 1094121"/>
                <a:gd name="csY604" fmla="*/ 878305 h 1111417"/>
                <a:gd name="csX605" fmla="*/ 383507 w 1094121"/>
                <a:gd name="csY605" fmla="*/ 876801 h 1111417"/>
                <a:gd name="csX606" fmla="*/ 381251 w 1094121"/>
                <a:gd name="csY606" fmla="*/ 875297 h 1111417"/>
                <a:gd name="csX607" fmla="*/ 378243 w 1094121"/>
                <a:gd name="csY607" fmla="*/ 874546 h 1111417"/>
                <a:gd name="csX608" fmla="*/ 372979 w 1094121"/>
                <a:gd name="csY608" fmla="*/ 871537 h 1111417"/>
                <a:gd name="csX609" fmla="*/ 369219 w 1094121"/>
                <a:gd name="csY609" fmla="*/ 867026 h 1111417"/>
                <a:gd name="csX610" fmla="*/ 366211 w 1094121"/>
                <a:gd name="csY610" fmla="*/ 861762 h 1111417"/>
                <a:gd name="csX611" fmla="*/ 365459 w 1094121"/>
                <a:gd name="csY611" fmla="*/ 855746 h 1111417"/>
                <a:gd name="csX612" fmla="*/ 364707 w 1094121"/>
                <a:gd name="csY612" fmla="*/ 842210 h 1111417"/>
                <a:gd name="csX613" fmla="*/ 363955 w 1094121"/>
                <a:gd name="csY613" fmla="*/ 837699 h 1111417"/>
                <a:gd name="csX614" fmla="*/ 362451 w 1094121"/>
                <a:gd name="csY614" fmla="*/ 836195 h 1111417"/>
                <a:gd name="csX615" fmla="*/ 355684 w 1094121"/>
                <a:gd name="csY615" fmla="*/ 831683 h 1111417"/>
                <a:gd name="csX616" fmla="*/ 348164 w 1094121"/>
                <a:gd name="csY616" fmla="*/ 821155 h 1111417"/>
                <a:gd name="csX617" fmla="*/ 346660 w 1094121"/>
                <a:gd name="csY617" fmla="*/ 824915 h 1111417"/>
                <a:gd name="csX618" fmla="*/ 346660 w 1094121"/>
                <a:gd name="csY618" fmla="*/ 825667 h 1111417"/>
                <a:gd name="csX619" fmla="*/ 343652 w 1094121"/>
                <a:gd name="csY619" fmla="*/ 824163 h 1111417"/>
                <a:gd name="csX620" fmla="*/ 333877 w 1094121"/>
                <a:gd name="csY620" fmla="*/ 823411 h 1111417"/>
                <a:gd name="csX621" fmla="*/ 331620 w 1094121"/>
                <a:gd name="csY621" fmla="*/ 821907 h 1111417"/>
                <a:gd name="csX622" fmla="*/ 329365 w 1094121"/>
                <a:gd name="csY622" fmla="*/ 820403 h 1111417"/>
                <a:gd name="csX623" fmla="*/ 327861 w 1094121"/>
                <a:gd name="csY623" fmla="*/ 819651 h 1111417"/>
                <a:gd name="csX624" fmla="*/ 325605 w 1094121"/>
                <a:gd name="csY624" fmla="*/ 820403 h 1111417"/>
                <a:gd name="csX625" fmla="*/ 323349 w 1094121"/>
                <a:gd name="csY625" fmla="*/ 821155 h 1111417"/>
                <a:gd name="csX626" fmla="*/ 297782 w 1094121"/>
                <a:gd name="csY626" fmla="*/ 819651 h 1111417"/>
                <a:gd name="csX627" fmla="*/ 294774 w 1094121"/>
                <a:gd name="csY627" fmla="*/ 818899 h 1111417"/>
                <a:gd name="csX628" fmla="*/ 292518 w 1094121"/>
                <a:gd name="csY628" fmla="*/ 817395 h 1111417"/>
                <a:gd name="csX629" fmla="*/ 288006 w 1094121"/>
                <a:gd name="csY629" fmla="*/ 812884 h 1111417"/>
                <a:gd name="csX630" fmla="*/ 278982 w 1094121"/>
                <a:gd name="csY630" fmla="*/ 807620 h 1111417"/>
                <a:gd name="csX631" fmla="*/ 274470 w 1094121"/>
                <a:gd name="csY631" fmla="*/ 803108 h 1111417"/>
                <a:gd name="csX632" fmla="*/ 271463 w 1094121"/>
                <a:gd name="csY632" fmla="*/ 797844 h 1111417"/>
                <a:gd name="csX633" fmla="*/ 266951 w 1094121"/>
                <a:gd name="csY633" fmla="*/ 788069 h 1111417"/>
                <a:gd name="csX634" fmla="*/ 265447 w 1094121"/>
                <a:gd name="csY634" fmla="*/ 786565 h 1111417"/>
                <a:gd name="csX635" fmla="*/ 263191 w 1094121"/>
                <a:gd name="csY635" fmla="*/ 785812 h 1111417"/>
                <a:gd name="csX636" fmla="*/ 252663 w 1094121"/>
                <a:gd name="csY636" fmla="*/ 788069 h 1111417"/>
                <a:gd name="csX637" fmla="*/ 249655 w 1094121"/>
                <a:gd name="csY637" fmla="*/ 788820 h 1111417"/>
                <a:gd name="csX638" fmla="*/ 248151 w 1094121"/>
                <a:gd name="csY638" fmla="*/ 790324 h 1111417"/>
                <a:gd name="csX639" fmla="*/ 246648 w 1094121"/>
                <a:gd name="csY639" fmla="*/ 791828 h 1111417"/>
                <a:gd name="csX640" fmla="*/ 244391 w 1094121"/>
                <a:gd name="csY640" fmla="*/ 795588 h 1111417"/>
                <a:gd name="csX641" fmla="*/ 244391 w 1094121"/>
                <a:gd name="csY641" fmla="*/ 796340 h 1111417"/>
                <a:gd name="csX642" fmla="*/ 243640 w 1094121"/>
                <a:gd name="csY642" fmla="*/ 798596 h 1111417"/>
                <a:gd name="csX643" fmla="*/ 242888 w 1094121"/>
                <a:gd name="csY643" fmla="*/ 799348 h 1111417"/>
                <a:gd name="csX644" fmla="*/ 241384 w 1094121"/>
                <a:gd name="csY644" fmla="*/ 800100 h 1111417"/>
                <a:gd name="csX645" fmla="*/ 241384 w 1094121"/>
                <a:gd name="csY645" fmla="*/ 800852 h 1111417"/>
                <a:gd name="csX646" fmla="*/ 238376 w 1094121"/>
                <a:gd name="csY646" fmla="*/ 805364 h 1111417"/>
                <a:gd name="csX647" fmla="*/ 236872 w 1094121"/>
                <a:gd name="csY647" fmla="*/ 806868 h 1111417"/>
                <a:gd name="csX648" fmla="*/ 232360 w 1094121"/>
                <a:gd name="csY648" fmla="*/ 810628 h 1111417"/>
                <a:gd name="csX649" fmla="*/ 230856 w 1094121"/>
                <a:gd name="csY649" fmla="*/ 811380 h 1111417"/>
                <a:gd name="csX650" fmla="*/ 229352 w 1094121"/>
                <a:gd name="csY650" fmla="*/ 812131 h 1111417"/>
                <a:gd name="csX651" fmla="*/ 227848 w 1094121"/>
                <a:gd name="csY651" fmla="*/ 812884 h 1111417"/>
                <a:gd name="csX652" fmla="*/ 230104 w 1094121"/>
                <a:gd name="csY652" fmla="*/ 815891 h 1111417"/>
                <a:gd name="csX653" fmla="*/ 229352 w 1094121"/>
                <a:gd name="csY653" fmla="*/ 817395 h 1111417"/>
                <a:gd name="csX654" fmla="*/ 226344 w 1094121"/>
                <a:gd name="csY654" fmla="*/ 816643 h 1111417"/>
                <a:gd name="csX655" fmla="*/ 221832 w 1094121"/>
                <a:gd name="csY655" fmla="*/ 810628 h 1111417"/>
                <a:gd name="csX656" fmla="*/ 218824 w 1094121"/>
                <a:gd name="csY656" fmla="*/ 809124 h 1111417"/>
                <a:gd name="csX657" fmla="*/ 218072 w 1094121"/>
                <a:gd name="csY657" fmla="*/ 809876 h 1111417"/>
                <a:gd name="csX658" fmla="*/ 217321 w 1094121"/>
                <a:gd name="csY658" fmla="*/ 812884 h 1111417"/>
                <a:gd name="csX659" fmla="*/ 216569 w 1094121"/>
                <a:gd name="csY659" fmla="*/ 813635 h 1111417"/>
                <a:gd name="csX660" fmla="*/ 214313 w 1094121"/>
                <a:gd name="csY660" fmla="*/ 815139 h 1111417"/>
                <a:gd name="csX661" fmla="*/ 214313 w 1094121"/>
                <a:gd name="csY661" fmla="*/ 814388 h 1111417"/>
                <a:gd name="csX662" fmla="*/ 214313 w 1094121"/>
                <a:gd name="csY662" fmla="*/ 813635 h 1111417"/>
                <a:gd name="csX663" fmla="*/ 212809 w 1094121"/>
                <a:gd name="csY663" fmla="*/ 813635 h 1111417"/>
                <a:gd name="csX664" fmla="*/ 208297 w 1094121"/>
                <a:gd name="csY664" fmla="*/ 815139 h 1111417"/>
                <a:gd name="csX665" fmla="*/ 206793 w 1094121"/>
                <a:gd name="csY665" fmla="*/ 815139 h 1111417"/>
                <a:gd name="csX666" fmla="*/ 204537 w 1094121"/>
                <a:gd name="csY666" fmla="*/ 814388 h 1111417"/>
                <a:gd name="csX667" fmla="*/ 204537 w 1094121"/>
                <a:gd name="csY667" fmla="*/ 815139 h 1111417"/>
                <a:gd name="csX668" fmla="*/ 203785 w 1094121"/>
                <a:gd name="csY668" fmla="*/ 815891 h 1111417"/>
                <a:gd name="csX669" fmla="*/ 203033 w 1094121"/>
                <a:gd name="csY669" fmla="*/ 817395 h 1111417"/>
                <a:gd name="csX670" fmla="*/ 199273 w 1094121"/>
                <a:gd name="csY670" fmla="*/ 821155 h 1111417"/>
                <a:gd name="csX671" fmla="*/ 197769 w 1094121"/>
                <a:gd name="csY671" fmla="*/ 821907 h 1111417"/>
                <a:gd name="csX672" fmla="*/ 194009 w 1094121"/>
                <a:gd name="csY672" fmla="*/ 821155 h 1111417"/>
                <a:gd name="csX673" fmla="*/ 194009 w 1094121"/>
                <a:gd name="csY673" fmla="*/ 819651 h 1111417"/>
                <a:gd name="csX674" fmla="*/ 192505 w 1094121"/>
                <a:gd name="csY674" fmla="*/ 815139 h 1111417"/>
                <a:gd name="csX675" fmla="*/ 190249 w 1094121"/>
                <a:gd name="csY675" fmla="*/ 812884 h 1111417"/>
                <a:gd name="csX676" fmla="*/ 188745 w 1094121"/>
                <a:gd name="csY676" fmla="*/ 816643 h 1111417"/>
                <a:gd name="csX677" fmla="*/ 187242 w 1094121"/>
                <a:gd name="csY677" fmla="*/ 816643 h 1111417"/>
                <a:gd name="csX678" fmla="*/ 184234 w 1094121"/>
                <a:gd name="csY678" fmla="*/ 815139 h 1111417"/>
                <a:gd name="csX679" fmla="*/ 182730 w 1094121"/>
                <a:gd name="csY679" fmla="*/ 815139 h 1111417"/>
                <a:gd name="csX680" fmla="*/ 181978 w 1094121"/>
                <a:gd name="csY680" fmla="*/ 815891 h 1111417"/>
                <a:gd name="csX681" fmla="*/ 181226 w 1094121"/>
                <a:gd name="csY681" fmla="*/ 815139 h 1111417"/>
                <a:gd name="csX682" fmla="*/ 181226 w 1094121"/>
                <a:gd name="csY682" fmla="*/ 812131 h 1111417"/>
                <a:gd name="csX683" fmla="*/ 179722 w 1094121"/>
                <a:gd name="csY683" fmla="*/ 813635 h 1111417"/>
                <a:gd name="csX684" fmla="*/ 178218 w 1094121"/>
                <a:gd name="csY684" fmla="*/ 813635 h 1111417"/>
                <a:gd name="csX685" fmla="*/ 174458 w 1094121"/>
                <a:gd name="csY685" fmla="*/ 812131 h 1111417"/>
                <a:gd name="csX686" fmla="*/ 171450 w 1094121"/>
                <a:gd name="csY686" fmla="*/ 812131 h 1111417"/>
                <a:gd name="csX687" fmla="*/ 166938 w 1094121"/>
                <a:gd name="csY687" fmla="*/ 812131 h 1111417"/>
                <a:gd name="csX688" fmla="*/ 164682 w 1094121"/>
                <a:gd name="csY688" fmla="*/ 812131 h 1111417"/>
                <a:gd name="csX689" fmla="*/ 163930 w 1094121"/>
                <a:gd name="csY689" fmla="*/ 812884 h 1111417"/>
                <a:gd name="csX690" fmla="*/ 163178 w 1094121"/>
                <a:gd name="csY690" fmla="*/ 812884 h 1111417"/>
                <a:gd name="csX691" fmla="*/ 162426 w 1094121"/>
                <a:gd name="csY691" fmla="*/ 812884 h 1111417"/>
                <a:gd name="csX692" fmla="*/ 159419 w 1094121"/>
                <a:gd name="csY692" fmla="*/ 812131 h 1111417"/>
                <a:gd name="csX693" fmla="*/ 158667 w 1094121"/>
                <a:gd name="csY693" fmla="*/ 811380 h 1111417"/>
                <a:gd name="csX694" fmla="*/ 158667 w 1094121"/>
                <a:gd name="csY694" fmla="*/ 810628 h 1111417"/>
                <a:gd name="csX695" fmla="*/ 157163 w 1094121"/>
                <a:gd name="csY695" fmla="*/ 809876 h 1111417"/>
                <a:gd name="csX696" fmla="*/ 152651 w 1094121"/>
                <a:gd name="csY696" fmla="*/ 807620 h 1111417"/>
                <a:gd name="csX697" fmla="*/ 150395 w 1094121"/>
                <a:gd name="csY697" fmla="*/ 807620 h 1111417"/>
                <a:gd name="csX698" fmla="*/ 148891 w 1094121"/>
                <a:gd name="csY698" fmla="*/ 807620 h 1111417"/>
                <a:gd name="csX699" fmla="*/ 148139 w 1094121"/>
                <a:gd name="csY699" fmla="*/ 808372 h 1111417"/>
                <a:gd name="csX700" fmla="*/ 147387 w 1094121"/>
                <a:gd name="csY700" fmla="*/ 809124 h 1111417"/>
                <a:gd name="csX701" fmla="*/ 145883 w 1094121"/>
                <a:gd name="csY701" fmla="*/ 809124 h 1111417"/>
                <a:gd name="csX702" fmla="*/ 144379 w 1094121"/>
                <a:gd name="csY702" fmla="*/ 807620 h 1111417"/>
                <a:gd name="csX703" fmla="*/ 144379 w 1094121"/>
                <a:gd name="csY703" fmla="*/ 805364 h 1111417"/>
                <a:gd name="csX704" fmla="*/ 143627 w 1094121"/>
                <a:gd name="csY704" fmla="*/ 804612 h 1111417"/>
                <a:gd name="csX705" fmla="*/ 141371 w 1094121"/>
                <a:gd name="csY705" fmla="*/ 805364 h 1111417"/>
                <a:gd name="csX706" fmla="*/ 137611 w 1094121"/>
                <a:gd name="csY706" fmla="*/ 808372 h 1111417"/>
                <a:gd name="csX707" fmla="*/ 134603 w 1094121"/>
                <a:gd name="csY707" fmla="*/ 809124 h 1111417"/>
                <a:gd name="csX708" fmla="*/ 127836 w 1094121"/>
                <a:gd name="csY708" fmla="*/ 807620 h 1111417"/>
                <a:gd name="csX709" fmla="*/ 125580 w 1094121"/>
                <a:gd name="csY709" fmla="*/ 806868 h 1111417"/>
                <a:gd name="csX710" fmla="*/ 125580 w 1094121"/>
                <a:gd name="csY710" fmla="*/ 807620 h 1111417"/>
                <a:gd name="csX711" fmla="*/ 124828 w 1094121"/>
                <a:gd name="csY711" fmla="*/ 808372 h 1111417"/>
                <a:gd name="csX712" fmla="*/ 124076 w 1094121"/>
                <a:gd name="csY712" fmla="*/ 809124 h 1111417"/>
                <a:gd name="csX713" fmla="*/ 122572 w 1094121"/>
                <a:gd name="csY713" fmla="*/ 809124 h 1111417"/>
                <a:gd name="csX714" fmla="*/ 120316 w 1094121"/>
                <a:gd name="csY714" fmla="*/ 808372 h 1111417"/>
                <a:gd name="csX715" fmla="*/ 118812 w 1094121"/>
                <a:gd name="csY715" fmla="*/ 807620 h 1111417"/>
                <a:gd name="csX716" fmla="*/ 118812 w 1094121"/>
                <a:gd name="csY716" fmla="*/ 809124 h 1111417"/>
                <a:gd name="csX717" fmla="*/ 117308 w 1094121"/>
                <a:gd name="csY717" fmla="*/ 809124 h 1111417"/>
                <a:gd name="csX718" fmla="*/ 112796 w 1094121"/>
                <a:gd name="csY718" fmla="*/ 805364 h 1111417"/>
                <a:gd name="csX719" fmla="*/ 110540 w 1094121"/>
                <a:gd name="csY719" fmla="*/ 804612 h 1111417"/>
                <a:gd name="csX720" fmla="*/ 109036 w 1094121"/>
                <a:gd name="csY720" fmla="*/ 804612 h 1111417"/>
                <a:gd name="csX721" fmla="*/ 105276 w 1094121"/>
                <a:gd name="csY721" fmla="*/ 803108 h 1111417"/>
                <a:gd name="csX722" fmla="*/ 104525 w 1094121"/>
                <a:gd name="csY722" fmla="*/ 803108 h 1111417"/>
                <a:gd name="csX723" fmla="*/ 98509 w 1094121"/>
                <a:gd name="csY723" fmla="*/ 804612 h 1111417"/>
                <a:gd name="csX724" fmla="*/ 94749 w 1094121"/>
                <a:gd name="csY724" fmla="*/ 802356 h 1111417"/>
                <a:gd name="csX725" fmla="*/ 93997 w 1094121"/>
                <a:gd name="csY725" fmla="*/ 802356 h 1111417"/>
                <a:gd name="csX726" fmla="*/ 91741 w 1094121"/>
                <a:gd name="csY726" fmla="*/ 801604 h 1111417"/>
                <a:gd name="csX727" fmla="*/ 90989 w 1094121"/>
                <a:gd name="csY727" fmla="*/ 802356 h 1111417"/>
                <a:gd name="csX728" fmla="*/ 90237 w 1094121"/>
                <a:gd name="csY728" fmla="*/ 802356 h 1111417"/>
                <a:gd name="csX729" fmla="*/ 89485 w 1094121"/>
                <a:gd name="csY729" fmla="*/ 803108 h 1111417"/>
                <a:gd name="csX730" fmla="*/ 85725 w 1094121"/>
                <a:gd name="csY730" fmla="*/ 803860 h 1111417"/>
                <a:gd name="csX731" fmla="*/ 82717 w 1094121"/>
                <a:gd name="csY731" fmla="*/ 803108 h 1111417"/>
                <a:gd name="csX732" fmla="*/ 81213 w 1094121"/>
                <a:gd name="csY732" fmla="*/ 800852 h 1111417"/>
                <a:gd name="csX733" fmla="*/ 78957 w 1094121"/>
                <a:gd name="csY733" fmla="*/ 797844 h 1111417"/>
                <a:gd name="csX734" fmla="*/ 76701 w 1094121"/>
                <a:gd name="csY734" fmla="*/ 791076 h 1111417"/>
                <a:gd name="csX735" fmla="*/ 75197 w 1094121"/>
                <a:gd name="csY735" fmla="*/ 790324 h 1111417"/>
                <a:gd name="csX736" fmla="*/ 74446 w 1094121"/>
                <a:gd name="csY736" fmla="*/ 790324 h 1111417"/>
                <a:gd name="csX737" fmla="*/ 72942 w 1094121"/>
                <a:gd name="csY737" fmla="*/ 791076 h 1111417"/>
                <a:gd name="csX738" fmla="*/ 71438 w 1094121"/>
                <a:gd name="csY738" fmla="*/ 791828 h 1111417"/>
                <a:gd name="csX739" fmla="*/ 68430 w 1094121"/>
                <a:gd name="csY739" fmla="*/ 791828 h 1111417"/>
                <a:gd name="csX740" fmla="*/ 66174 w 1094121"/>
                <a:gd name="csY740" fmla="*/ 791076 h 1111417"/>
                <a:gd name="csX741" fmla="*/ 64670 w 1094121"/>
                <a:gd name="csY741" fmla="*/ 791076 h 1111417"/>
                <a:gd name="csX742" fmla="*/ 61662 w 1094121"/>
                <a:gd name="csY742" fmla="*/ 791828 h 1111417"/>
                <a:gd name="csX743" fmla="*/ 60910 w 1094121"/>
                <a:gd name="csY743" fmla="*/ 791828 h 1111417"/>
                <a:gd name="csX744" fmla="*/ 59406 w 1094121"/>
                <a:gd name="csY744" fmla="*/ 791828 h 1111417"/>
                <a:gd name="csX745" fmla="*/ 58654 w 1094121"/>
                <a:gd name="csY745" fmla="*/ 791828 h 1111417"/>
                <a:gd name="csX746" fmla="*/ 57902 w 1094121"/>
                <a:gd name="csY746" fmla="*/ 793332 h 1111417"/>
                <a:gd name="csX747" fmla="*/ 57902 w 1094121"/>
                <a:gd name="csY747" fmla="*/ 794084 h 1111417"/>
                <a:gd name="csX748" fmla="*/ 58654 w 1094121"/>
                <a:gd name="csY748" fmla="*/ 794084 h 1111417"/>
                <a:gd name="csX749" fmla="*/ 56398 w 1094121"/>
                <a:gd name="csY749" fmla="*/ 794836 h 1111417"/>
                <a:gd name="csX750" fmla="*/ 55646 w 1094121"/>
                <a:gd name="csY750" fmla="*/ 795588 h 1111417"/>
                <a:gd name="csX751" fmla="*/ 54142 w 1094121"/>
                <a:gd name="csY751" fmla="*/ 794836 h 1111417"/>
                <a:gd name="csX752" fmla="*/ 52638 w 1094121"/>
                <a:gd name="csY752" fmla="*/ 794836 h 1111417"/>
                <a:gd name="csX753" fmla="*/ 49630 w 1094121"/>
                <a:gd name="csY753" fmla="*/ 797092 h 1111417"/>
                <a:gd name="csX754" fmla="*/ 48127 w 1094121"/>
                <a:gd name="csY754" fmla="*/ 797092 h 1111417"/>
                <a:gd name="csX755" fmla="*/ 47374 w 1094121"/>
                <a:gd name="csY755" fmla="*/ 797092 h 1111417"/>
                <a:gd name="csX756" fmla="*/ 45118 w 1094121"/>
                <a:gd name="csY756" fmla="*/ 794836 h 1111417"/>
                <a:gd name="csX757" fmla="*/ 43615 w 1094121"/>
                <a:gd name="csY757" fmla="*/ 794084 h 1111417"/>
                <a:gd name="csX758" fmla="*/ 42863 w 1094121"/>
                <a:gd name="csY758" fmla="*/ 794084 h 1111417"/>
                <a:gd name="csX759" fmla="*/ 40607 w 1094121"/>
                <a:gd name="csY759" fmla="*/ 794836 h 1111417"/>
                <a:gd name="csX760" fmla="*/ 38351 w 1094121"/>
                <a:gd name="csY760" fmla="*/ 794836 h 1111417"/>
                <a:gd name="csX761" fmla="*/ 33839 w 1094121"/>
                <a:gd name="csY761" fmla="*/ 793332 h 1111417"/>
                <a:gd name="csX762" fmla="*/ 31583 w 1094121"/>
                <a:gd name="csY762" fmla="*/ 791076 h 1111417"/>
                <a:gd name="csX763" fmla="*/ 30079 w 1094121"/>
                <a:gd name="csY763" fmla="*/ 788820 h 1111417"/>
                <a:gd name="csX764" fmla="*/ 28575 w 1094121"/>
                <a:gd name="csY764" fmla="*/ 787316 h 1111417"/>
                <a:gd name="csX765" fmla="*/ 26319 w 1094121"/>
                <a:gd name="csY765" fmla="*/ 785812 h 1111417"/>
                <a:gd name="csX766" fmla="*/ 26319 w 1094121"/>
                <a:gd name="csY766" fmla="*/ 784309 h 1111417"/>
                <a:gd name="csX767" fmla="*/ 26319 w 1094121"/>
                <a:gd name="csY767" fmla="*/ 782052 h 1111417"/>
                <a:gd name="csX768" fmla="*/ 26319 w 1094121"/>
                <a:gd name="csY768" fmla="*/ 779797 h 1111417"/>
                <a:gd name="csX769" fmla="*/ 30079 w 1094121"/>
                <a:gd name="csY769" fmla="*/ 770021 h 1111417"/>
                <a:gd name="csX770" fmla="*/ 30079 w 1094121"/>
                <a:gd name="csY770" fmla="*/ 768517 h 1111417"/>
                <a:gd name="csX771" fmla="*/ 31583 w 1094121"/>
                <a:gd name="csY771" fmla="*/ 767013 h 1111417"/>
                <a:gd name="csX772" fmla="*/ 35343 w 1094121"/>
                <a:gd name="csY772" fmla="*/ 760245 h 1111417"/>
                <a:gd name="csX773" fmla="*/ 35343 w 1094121"/>
                <a:gd name="csY773" fmla="*/ 758741 h 1111417"/>
                <a:gd name="csX774" fmla="*/ 34591 w 1094121"/>
                <a:gd name="csY774" fmla="*/ 754982 h 1111417"/>
                <a:gd name="csX775" fmla="*/ 32335 w 1094121"/>
                <a:gd name="csY775" fmla="*/ 751973 h 1111417"/>
                <a:gd name="csX776" fmla="*/ 30831 w 1094121"/>
                <a:gd name="csY776" fmla="*/ 749718 h 1111417"/>
                <a:gd name="csX777" fmla="*/ 32335 w 1094121"/>
                <a:gd name="csY777" fmla="*/ 746710 h 1111417"/>
                <a:gd name="csX778" fmla="*/ 33839 w 1094121"/>
                <a:gd name="csY778" fmla="*/ 742950 h 1111417"/>
                <a:gd name="csX779" fmla="*/ 34591 w 1094121"/>
                <a:gd name="csY779" fmla="*/ 739942 h 1111417"/>
                <a:gd name="csX780" fmla="*/ 33839 w 1094121"/>
                <a:gd name="csY780" fmla="*/ 736934 h 1111417"/>
                <a:gd name="csX781" fmla="*/ 33839 w 1094121"/>
                <a:gd name="csY781" fmla="*/ 733926 h 1111417"/>
                <a:gd name="csX782" fmla="*/ 39855 w 1094121"/>
                <a:gd name="csY782" fmla="*/ 723399 h 1111417"/>
                <a:gd name="csX783" fmla="*/ 39103 w 1094121"/>
                <a:gd name="csY783" fmla="*/ 721895 h 1111417"/>
                <a:gd name="csX784" fmla="*/ 37599 w 1094121"/>
                <a:gd name="csY784" fmla="*/ 720391 h 1111417"/>
                <a:gd name="csX785" fmla="*/ 36095 w 1094121"/>
                <a:gd name="csY785" fmla="*/ 718135 h 1111417"/>
                <a:gd name="csX786" fmla="*/ 34591 w 1094121"/>
                <a:gd name="csY786" fmla="*/ 715127 h 1111417"/>
                <a:gd name="csX787" fmla="*/ 33839 w 1094121"/>
                <a:gd name="csY787" fmla="*/ 712871 h 1111417"/>
                <a:gd name="csX788" fmla="*/ 34591 w 1094121"/>
                <a:gd name="csY788" fmla="*/ 709863 h 1111417"/>
                <a:gd name="csX789" fmla="*/ 36847 w 1094121"/>
                <a:gd name="csY789" fmla="*/ 706103 h 1111417"/>
                <a:gd name="csX790" fmla="*/ 37599 w 1094121"/>
                <a:gd name="csY790" fmla="*/ 703095 h 1111417"/>
                <a:gd name="csX791" fmla="*/ 36095 w 1094121"/>
                <a:gd name="csY791" fmla="*/ 701592 h 1111417"/>
                <a:gd name="csX792" fmla="*/ 33839 w 1094121"/>
                <a:gd name="csY792" fmla="*/ 700088 h 1111417"/>
                <a:gd name="csX793" fmla="*/ 32335 w 1094121"/>
                <a:gd name="csY793" fmla="*/ 697079 h 1111417"/>
                <a:gd name="csX794" fmla="*/ 32335 w 1094121"/>
                <a:gd name="csY794" fmla="*/ 694072 h 1111417"/>
                <a:gd name="csX795" fmla="*/ 32335 w 1094121"/>
                <a:gd name="csY795" fmla="*/ 690312 h 1111417"/>
                <a:gd name="csX796" fmla="*/ 35343 w 1094121"/>
                <a:gd name="csY796" fmla="*/ 685048 h 1111417"/>
                <a:gd name="csX797" fmla="*/ 45118 w 1094121"/>
                <a:gd name="csY797" fmla="*/ 669256 h 1111417"/>
                <a:gd name="csX798" fmla="*/ 46622 w 1094121"/>
                <a:gd name="csY798" fmla="*/ 664745 h 1111417"/>
                <a:gd name="csX799" fmla="*/ 44367 w 1094121"/>
                <a:gd name="csY799" fmla="*/ 663241 h 1111417"/>
                <a:gd name="csX800" fmla="*/ 42111 w 1094121"/>
                <a:gd name="csY800" fmla="*/ 662489 h 1111417"/>
                <a:gd name="csX801" fmla="*/ 40607 w 1094121"/>
                <a:gd name="csY801" fmla="*/ 660985 h 1111417"/>
                <a:gd name="csX802" fmla="*/ 40607 w 1094121"/>
                <a:gd name="csY802" fmla="*/ 660233 h 1111417"/>
                <a:gd name="csX803" fmla="*/ 39855 w 1094121"/>
                <a:gd name="csY803" fmla="*/ 659481 h 1111417"/>
                <a:gd name="csX804" fmla="*/ 39103 w 1094121"/>
                <a:gd name="csY804" fmla="*/ 657977 h 1111417"/>
                <a:gd name="csX805" fmla="*/ 39103 w 1094121"/>
                <a:gd name="csY805" fmla="*/ 655721 h 1111417"/>
                <a:gd name="csX806" fmla="*/ 39855 w 1094121"/>
                <a:gd name="csY806" fmla="*/ 654217 h 1111417"/>
                <a:gd name="csX807" fmla="*/ 44367 w 1094121"/>
                <a:gd name="csY807" fmla="*/ 651209 h 1111417"/>
                <a:gd name="csX808" fmla="*/ 47374 w 1094121"/>
                <a:gd name="csY808" fmla="*/ 645945 h 1111417"/>
                <a:gd name="csX809" fmla="*/ 49630 w 1094121"/>
                <a:gd name="csY809" fmla="*/ 639177 h 1111417"/>
                <a:gd name="csX810" fmla="*/ 50382 w 1094121"/>
                <a:gd name="csY810" fmla="*/ 631658 h 1111417"/>
                <a:gd name="csX811" fmla="*/ 48878 w 1094121"/>
                <a:gd name="csY811" fmla="*/ 624890 h 1111417"/>
                <a:gd name="csX812" fmla="*/ 46622 w 1094121"/>
                <a:gd name="csY812" fmla="*/ 619626 h 1111417"/>
                <a:gd name="csX813" fmla="*/ 46622 w 1094121"/>
                <a:gd name="csY813" fmla="*/ 617370 h 1111417"/>
                <a:gd name="csX814" fmla="*/ 51134 w 1094121"/>
                <a:gd name="csY814" fmla="*/ 610603 h 1111417"/>
                <a:gd name="csX815" fmla="*/ 52638 w 1094121"/>
                <a:gd name="csY815" fmla="*/ 606843 h 1111417"/>
                <a:gd name="csX816" fmla="*/ 51886 w 1094121"/>
                <a:gd name="csY816" fmla="*/ 603835 h 1111417"/>
                <a:gd name="csX817" fmla="*/ 48878 w 1094121"/>
                <a:gd name="csY817" fmla="*/ 601579 h 1111417"/>
                <a:gd name="csX818" fmla="*/ 48878 w 1094121"/>
                <a:gd name="csY818" fmla="*/ 603835 h 1111417"/>
                <a:gd name="csX819" fmla="*/ 47374 w 1094121"/>
                <a:gd name="csY819" fmla="*/ 603835 h 1111417"/>
                <a:gd name="csX820" fmla="*/ 44367 w 1094121"/>
                <a:gd name="csY820" fmla="*/ 600075 h 1111417"/>
                <a:gd name="csX821" fmla="*/ 40607 w 1094121"/>
                <a:gd name="csY821" fmla="*/ 597067 h 1111417"/>
                <a:gd name="csX822" fmla="*/ 39855 w 1094121"/>
                <a:gd name="csY822" fmla="*/ 597067 h 1111417"/>
                <a:gd name="csX823" fmla="*/ 39103 w 1094121"/>
                <a:gd name="csY823" fmla="*/ 597067 h 1111417"/>
                <a:gd name="csX824" fmla="*/ 38351 w 1094121"/>
                <a:gd name="csY824" fmla="*/ 596315 h 1111417"/>
                <a:gd name="csX825" fmla="*/ 37599 w 1094121"/>
                <a:gd name="csY825" fmla="*/ 595563 h 1111417"/>
                <a:gd name="csX826" fmla="*/ 36847 w 1094121"/>
                <a:gd name="csY826" fmla="*/ 594059 h 1111417"/>
                <a:gd name="csX827" fmla="*/ 38351 w 1094121"/>
                <a:gd name="csY827" fmla="*/ 591803 h 1111417"/>
                <a:gd name="csX828" fmla="*/ 44367 w 1094121"/>
                <a:gd name="csY828" fmla="*/ 588796 h 1111417"/>
                <a:gd name="csX829" fmla="*/ 45870 w 1094121"/>
                <a:gd name="csY829" fmla="*/ 586539 h 1111417"/>
                <a:gd name="csX830" fmla="*/ 45870 w 1094121"/>
                <a:gd name="csY830" fmla="*/ 583532 h 1111417"/>
                <a:gd name="csX831" fmla="*/ 44367 w 1094121"/>
                <a:gd name="csY831" fmla="*/ 581276 h 1111417"/>
                <a:gd name="csX832" fmla="*/ 41359 w 1094121"/>
                <a:gd name="csY832" fmla="*/ 579772 h 1111417"/>
                <a:gd name="csX833" fmla="*/ 38351 w 1094121"/>
                <a:gd name="csY833" fmla="*/ 579020 h 1111417"/>
                <a:gd name="csX834" fmla="*/ 34591 w 1094121"/>
                <a:gd name="csY834" fmla="*/ 579020 h 1111417"/>
                <a:gd name="csX835" fmla="*/ 33087 w 1094121"/>
                <a:gd name="csY835" fmla="*/ 577516 h 1111417"/>
                <a:gd name="csX836" fmla="*/ 34591 w 1094121"/>
                <a:gd name="csY836" fmla="*/ 576012 h 1111417"/>
                <a:gd name="csX837" fmla="*/ 36847 w 1094121"/>
                <a:gd name="csY837" fmla="*/ 574508 h 1111417"/>
                <a:gd name="csX838" fmla="*/ 38351 w 1094121"/>
                <a:gd name="csY838" fmla="*/ 573004 h 1111417"/>
                <a:gd name="csX839" fmla="*/ 39855 w 1094121"/>
                <a:gd name="csY839" fmla="*/ 571500 h 1111417"/>
                <a:gd name="csX840" fmla="*/ 42863 w 1094121"/>
                <a:gd name="csY840" fmla="*/ 570748 h 1111417"/>
                <a:gd name="csX841" fmla="*/ 45118 w 1094121"/>
                <a:gd name="csY841" fmla="*/ 569996 h 1111417"/>
                <a:gd name="csX842" fmla="*/ 45870 w 1094121"/>
                <a:gd name="csY842" fmla="*/ 569244 h 1111417"/>
                <a:gd name="csX843" fmla="*/ 45870 w 1094121"/>
                <a:gd name="csY843" fmla="*/ 567740 h 1111417"/>
                <a:gd name="csX844" fmla="*/ 44367 w 1094121"/>
                <a:gd name="csY844" fmla="*/ 566236 h 1111417"/>
                <a:gd name="csX845" fmla="*/ 42111 w 1094121"/>
                <a:gd name="csY845" fmla="*/ 564732 h 1111417"/>
                <a:gd name="csX846" fmla="*/ 40607 w 1094121"/>
                <a:gd name="csY846" fmla="*/ 563980 h 1111417"/>
                <a:gd name="csX847" fmla="*/ 40607 w 1094121"/>
                <a:gd name="csY847" fmla="*/ 562476 h 1111417"/>
                <a:gd name="csX848" fmla="*/ 39855 w 1094121"/>
                <a:gd name="csY848" fmla="*/ 560220 h 1111417"/>
                <a:gd name="csX849" fmla="*/ 39103 w 1094121"/>
                <a:gd name="csY849" fmla="*/ 559468 h 1111417"/>
                <a:gd name="csX850" fmla="*/ 36847 w 1094121"/>
                <a:gd name="csY850" fmla="*/ 557964 h 1111417"/>
                <a:gd name="csX851" fmla="*/ 34591 w 1094121"/>
                <a:gd name="csY851" fmla="*/ 557213 h 1111417"/>
                <a:gd name="csX852" fmla="*/ 32335 w 1094121"/>
                <a:gd name="csY852" fmla="*/ 558717 h 1111417"/>
                <a:gd name="csX853" fmla="*/ 30831 w 1094121"/>
                <a:gd name="csY853" fmla="*/ 563980 h 1111417"/>
                <a:gd name="csX854" fmla="*/ 30079 w 1094121"/>
                <a:gd name="csY854" fmla="*/ 564732 h 1111417"/>
                <a:gd name="csX855" fmla="*/ 28575 w 1094121"/>
                <a:gd name="csY855" fmla="*/ 563228 h 1111417"/>
                <a:gd name="csX856" fmla="*/ 27071 w 1094121"/>
                <a:gd name="csY856" fmla="*/ 561724 h 1111417"/>
                <a:gd name="csX857" fmla="*/ 27071 w 1094121"/>
                <a:gd name="csY857" fmla="*/ 559468 h 1111417"/>
                <a:gd name="csX858" fmla="*/ 28575 w 1094121"/>
                <a:gd name="csY858" fmla="*/ 556460 h 1111417"/>
                <a:gd name="csX859" fmla="*/ 28575 w 1094121"/>
                <a:gd name="csY859" fmla="*/ 554957 h 1111417"/>
                <a:gd name="csX860" fmla="*/ 27823 w 1094121"/>
                <a:gd name="csY860" fmla="*/ 552700 h 1111417"/>
                <a:gd name="csX861" fmla="*/ 25567 w 1094121"/>
                <a:gd name="csY861" fmla="*/ 549693 h 1111417"/>
                <a:gd name="csX862" fmla="*/ 25567 w 1094121"/>
                <a:gd name="csY862" fmla="*/ 547437 h 1111417"/>
                <a:gd name="csX863" fmla="*/ 25567 w 1094121"/>
                <a:gd name="csY863" fmla="*/ 543677 h 1111417"/>
                <a:gd name="csX864" fmla="*/ 25567 w 1094121"/>
                <a:gd name="csY864" fmla="*/ 542173 h 1111417"/>
                <a:gd name="csX865" fmla="*/ 24063 w 1094121"/>
                <a:gd name="csY865" fmla="*/ 538413 h 1111417"/>
                <a:gd name="csX866" fmla="*/ 23311 w 1094121"/>
                <a:gd name="csY866" fmla="*/ 534653 h 1111417"/>
                <a:gd name="csX867" fmla="*/ 22559 w 1094121"/>
                <a:gd name="csY867" fmla="*/ 530141 h 1111417"/>
                <a:gd name="csX868" fmla="*/ 23311 w 1094121"/>
                <a:gd name="csY868" fmla="*/ 527134 h 1111417"/>
                <a:gd name="csX869" fmla="*/ 25567 w 1094121"/>
                <a:gd name="csY869" fmla="*/ 522621 h 1111417"/>
                <a:gd name="csX870" fmla="*/ 26319 w 1094121"/>
                <a:gd name="csY870" fmla="*/ 519614 h 1111417"/>
                <a:gd name="csX871" fmla="*/ 24063 w 1094121"/>
                <a:gd name="csY871" fmla="*/ 518110 h 1111417"/>
                <a:gd name="csX872" fmla="*/ 21055 w 1094121"/>
                <a:gd name="csY872" fmla="*/ 517358 h 1111417"/>
                <a:gd name="csX873" fmla="*/ 17296 w 1094121"/>
                <a:gd name="csY873" fmla="*/ 515854 h 1111417"/>
                <a:gd name="csX874" fmla="*/ 14288 w 1094121"/>
                <a:gd name="csY874" fmla="*/ 512846 h 1111417"/>
                <a:gd name="csX875" fmla="*/ 12032 w 1094121"/>
                <a:gd name="csY875" fmla="*/ 510590 h 1111417"/>
                <a:gd name="csX876" fmla="*/ 10528 w 1094121"/>
                <a:gd name="csY876" fmla="*/ 507582 h 1111417"/>
                <a:gd name="csX877" fmla="*/ 9776 w 1094121"/>
                <a:gd name="csY877" fmla="*/ 503822 h 1111417"/>
                <a:gd name="csX878" fmla="*/ 9024 w 1094121"/>
                <a:gd name="csY878" fmla="*/ 499310 h 1111417"/>
                <a:gd name="csX879" fmla="*/ 10528 w 1094121"/>
                <a:gd name="csY879" fmla="*/ 494799 h 1111417"/>
                <a:gd name="csX880" fmla="*/ 9776 w 1094121"/>
                <a:gd name="csY880" fmla="*/ 493295 h 1111417"/>
                <a:gd name="csX881" fmla="*/ 9024 w 1094121"/>
                <a:gd name="csY881" fmla="*/ 492543 h 1111417"/>
                <a:gd name="csX882" fmla="*/ 7520 w 1094121"/>
                <a:gd name="csY882" fmla="*/ 491791 h 1111417"/>
                <a:gd name="csX883" fmla="*/ 6016 w 1094121"/>
                <a:gd name="csY883" fmla="*/ 491791 h 1111417"/>
                <a:gd name="csX884" fmla="*/ 5264 w 1094121"/>
                <a:gd name="csY884" fmla="*/ 492543 h 1111417"/>
                <a:gd name="csX885" fmla="*/ 4512 w 1094121"/>
                <a:gd name="csY885" fmla="*/ 493295 h 1111417"/>
                <a:gd name="csX886" fmla="*/ 3760 w 1094121"/>
                <a:gd name="csY886" fmla="*/ 494047 h 1111417"/>
                <a:gd name="csX887" fmla="*/ 752 w 1094121"/>
                <a:gd name="csY887" fmla="*/ 491791 h 1111417"/>
                <a:gd name="csX888" fmla="*/ 0 w 1094121"/>
                <a:gd name="csY888" fmla="*/ 488783 h 1111417"/>
                <a:gd name="csX889" fmla="*/ 752 w 1094121"/>
                <a:gd name="csY889" fmla="*/ 485775 h 1111417"/>
                <a:gd name="csX890" fmla="*/ 6768 w 1094121"/>
                <a:gd name="csY890" fmla="*/ 484271 h 1111417"/>
                <a:gd name="csX891" fmla="*/ 6016 w 1094121"/>
                <a:gd name="csY891" fmla="*/ 482767 h 1111417"/>
                <a:gd name="csX892" fmla="*/ 4512 w 1094121"/>
                <a:gd name="csY892" fmla="*/ 480511 h 1111417"/>
                <a:gd name="csX893" fmla="*/ 3760 w 1094121"/>
                <a:gd name="csY893" fmla="*/ 479759 h 1111417"/>
                <a:gd name="csX894" fmla="*/ 2256 w 1094121"/>
                <a:gd name="csY894" fmla="*/ 479007 h 1111417"/>
                <a:gd name="csX895" fmla="*/ 1504 w 1094121"/>
                <a:gd name="csY895" fmla="*/ 479007 h 1111417"/>
                <a:gd name="csX896" fmla="*/ 752 w 1094121"/>
                <a:gd name="csY896" fmla="*/ 479007 h 1111417"/>
                <a:gd name="csX897" fmla="*/ 0 w 1094121"/>
                <a:gd name="csY897" fmla="*/ 475999 h 1111417"/>
                <a:gd name="csX898" fmla="*/ 6768 w 1094121"/>
                <a:gd name="csY898" fmla="*/ 473743 h 1111417"/>
                <a:gd name="csX899" fmla="*/ 9024 w 1094121"/>
                <a:gd name="csY899" fmla="*/ 472991 h 1111417"/>
                <a:gd name="csX900" fmla="*/ 9776 w 1094121"/>
                <a:gd name="csY900" fmla="*/ 471487 h 1111417"/>
                <a:gd name="csX901" fmla="*/ 11280 w 1094121"/>
                <a:gd name="csY901" fmla="*/ 469232 h 1111417"/>
                <a:gd name="csX902" fmla="*/ 12032 w 1094121"/>
                <a:gd name="csY902" fmla="*/ 468480 h 1111417"/>
                <a:gd name="csX903" fmla="*/ 16544 w 1094121"/>
                <a:gd name="csY903" fmla="*/ 466976 h 1111417"/>
                <a:gd name="csX904" fmla="*/ 21055 w 1094121"/>
                <a:gd name="csY904" fmla="*/ 460208 h 1111417"/>
                <a:gd name="csX905" fmla="*/ 24815 w 1094121"/>
                <a:gd name="csY905" fmla="*/ 458704 h 1111417"/>
                <a:gd name="csX906" fmla="*/ 26319 w 1094121"/>
                <a:gd name="csY906" fmla="*/ 457952 h 1111417"/>
                <a:gd name="csX907" fmla="*/ 27823 w 1094121"/>
                <a:gd name="csY907" fmla="*/ 457200 h 1111417"/>
                <a:gd name="csX908" fmla="*/ 29327 w 1094121"/>
                <a:gd name="csY908" fmla="*/ 455696 h 1111417"/>
                <a:gd name="csX909" fmla="*/ 29327 w 1094121"/>
                <a:gd name="csY909" fmla="*/ 454192 h 1111417"/>
                <a:gd name="csX910" fmla="*/ 30831 w 1094121"/>
                <a:gd name="csY910" fmla="*/ 453440 h 1111417"/>
                <a:gd name="csX911" fmla="*/ 33087 w 1094121"/>
                <a:gd name="csY911" fmla="*/ 454192 h 1111417"/>
                <a:gd name="csX912" fmla="*/ 36847 w 1094121"/>
                <a:gd name="csY912" fmla="*/ 454944 h 1111417"/>
                <a:gd name="csX913" fmla="*/ 39855 w 1094121"/>
                <a:gd name="csY913" fmla="*/ 453440 h 1111417"/>
                <a:gd name="csX914" fmla="*/ 42111 w 1094121"/>
                <a:gd name="csY914" fmla="*/ 451184 h 1111417"/>
                <a:gd name="csX915" fmla="*/ 44367 w 1094121"/>
                <a:gd name="csY915" fmla="*/ 448176 h 1111417"/>
                <a:gd name="csX916" fmla="*/ 45870 w 1094121"/>
                <a:gd name="csY916" fmla="*/ 446672 h 1111417"/>
                <a:gd name="csX917" fmla="*/ 30079 w 1094121"/>
                <a:gd name="csY917" fmla="*/ 432385 h 1111417"/>
                <a:gd name="csX918" fmla="*/ 18048 w 1094121"/>
                <a:gd name="csY918" fmla="*/ 421105 h 1111417"/>
                <a:gd name="csX919" fmla="*/ 6768 w 1094121"/>
                <a:gd name="csY919" fmla="*/ 410578 h 1111417"/>
                <a:gd name="csX920" fmla="*/ 5264 w 1094121"/>
                <a:gd name="csY920" fmla="*/ 406066 h 1111417"/>
                <a:gd name="csX921" fmla="*/ 10528 w 1094121"/>
                <a:gd name="csY921" fmla="*/ 394786 h 1111417"/>
                <a:gd name="csX922" fmla="*/ 12784 w 1094121"/>
                <a:gd name="csY922" fmla="*/ 391026 h 1111417"/>
                <a:gd name="csX923" fmla="*/ 16544 w 1094121"/>
                <a:gd name="csY923" fmla="*/ 382003 h 1111417"/>
                <a:gd name="csX924" fmla="*/ 21055 w 1094121"/>
                <a:gd name="csY924" fmla="*/ 372979 h 1111417"/>
                <a:gd name="csX925" fmla="*/ 22559 w 1094121"/>
                <a:gd name="csY925" fmla="*/ 369219 h 1111417"/>
                <a:gd name="csX926" fmla="*/ 27071 w 1094121"/>
                <a:gd name="csY926" fmla="*/ 359444 h 1111417"/>
                <a:gd name="csX927" fmla="*/ 37599 w 1094121"/>
                <a:gd name="csY927" fmla="*/ 337636 h 1111417"/>
                <a:gd name="csX928" fmla="*/ 48127 w 1094121"/>
                <a:gd name="csY928" fmla="*/ 315829 h 1111417"/>
                <a:gd name="csX929" fmla="*/ 52638 w 1094121"/>
                <a:gd name="csY929" fmla="*/ 306053 h 1111417"/>
                <a:gd name="csX930" fmla="*/ 56398 w 1094121"/>
                <a:gd name="csY930" fmla="*/ 298533 h 1111417"/>
                <a:gd name="csX931" fmla="*/ 58654 w 1094121"/>
                <a:gd name="csY931" fmla="*/ 297029 h 1111417"/>
                <a:gd name="csX932" fmla="*/ 67678 w 1094121"/>
                <a:gd name="csY932" fmla="*/ 296278 h 1111417"/>
                <a:gd name="csX933" fmla="*/ 66174 w 1094121"/>
                <a:gd name="csY933" fmla="*/ 288758 h 1111417"/>
                <a:gd name="csX934" fmla="*/ 65422 w 1094121"/>
                <a:gd name="csY934" fmla="*/ 279734 h 1111417"/>
                <a:gd name="csX935" fmla="*/ 64670 w 1094121"/>
                <a:gd name="csY935" fmla="*/ 276726 h 1111417"/>
                <a:gd name="csX936" fmla="*/ 63166 w 1094121"/>
                <a:gd name="csY936" fmla="*/ 275222 h 1111417"/>
                <a:gd name="csX937" fmla="*/ 57150 w 1094121"/>
                <a:gd name="csY937" fmla="*/ 274470 h 1111417"/>
                <a:gd name="csX938" fmla="*/ 59406 w 1094121"/>
                <a:gd name="csY938" fmla="*/ 269207 h 1111417"/>
                <a:gd name="csX939" fmla="*/ 66174 w 1094121"/>
                <a:gd name="csY939" fmla="*/ 245895 h 1111417"/>
                <a:gd name="csX940" fmla="*/ 73694 w 1094121"/>
                <a:gd name="csY940" fmla="*/ 223336 h 1111417"/>
                <a:gd name="csX941" fmla="*/ 80461 w 1094121"/>
                <a:gd name="csY941" fmla="*/ 200777 h 1111417"/>
                <a:gd name="csX942" fmla="*/ 87229 w 1094121"/>
                <a:gd name="csY942" fmla="*/ 178218 h 1111417"/>
                <a:gd name="csX943" fmla="*/ 90237 w 1094121"/>
                <a:gd name="csY943" fmla="*/ 169946 h 1111417"/>
                <a:gd name="csX944" fmla="*/ 91741 w 1094121"/>
                <a:gd name="csY944" fmla="*/ 168442 h 1111417"/>
                <a:gd name="csX945" fmla="*/ 94749 w 1094121"/>
                <a:gd name="csY945" fmla="*/ 167690 h 1111417"/>
                <a:gd name="csX946" fmla="*/ 105276 w 1094121"/>
                <a:gd name="csY946" fmla="*/ 167690 h 1111417"/>
                <a:gd name="csX947" fmla="*/ 105276 w 1094121"/>
                <a:gd name="csY947" fmla="*/ 163930 h 1111417"/>
                <a:gd name="csX948" fmla="*/ 103773 w 1094121"/>
                <a:gd name="csY948" fmla="*/ 162426 h 1111417"/>
                <a:gd name="csX949" fmla="*/ 101516 w 1094121"/>
                <a:gd name="csY949" fmla="*/ 161674 h 1111417"/>
                <a:gd name="csX950" fmla="*/ 98509 w 1094121"/>
                <a:gd name="csY950" fmla="*/ 161674 h 1111417"/>
                <a:gd name="csX951" fmla="*/ 92493 w 1094121"/>
                <a:gd name="csY951" fmla="*/ 158667 h 1111417"/>
                <a:gd name="csX952" fmla="*/ 87229 w 1094121"/>
                <a:gd name="csY952" fmla="*/ 148891 h 1111417"/>
                <a:gd name="csX953" fmla="*/ 79709 w 1094121"/>
                <a:gd name="csY953" fmla="*/ 129339 h 1111417"/>
                <a:gd name="csX954" fmla="*/ 65422 w 1094121"/>
                <a:gd name="csY954" fmla="*/ 104524 h 1111417"/>
                <a:gd name="csX955" fmla="*/ 69934 w 1094121"/>
                <a:gd name="csY955" fmla="*/ 104524 h 1111417"/>
                <a:gd name="csX956" fmla="*/ 70686 w 1094121"/>
                <a:gd name="csY956" fmla="*/ 101516 h 1111417"/>
                <a:gd name="csX957" fmla="*/ 68430 w 1094121"/>
                <a:gd name="csY957" fmla="*/ 97756 h 1111417"/>
                <a:gd name="csX958" fmla="*/ 65422 w 1094121"/>
                <a:gd name="csY958" fmla="*/ 93997 h 1111417"/>
                <a:gd name="csX959" fmla="*/ 64670 w 1094121"/>
                <a:gd name="csY959" fmla="*/ 92493 h 1111417"/>
                <a:gd name="csX960" fmla="*/ 66174 w 1094121"/>
                <a:gd name="csY960" fmla="*/ 87229 h 11114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</a:cxnLst>
              <a:rect l="l" t="t" r="r" b="b"/>
              <a:pathLst>
                <a:path w="1094121" h="1111417">
                  <a:moveTo>
                    <a:pt x="66174" y="87229"/>
                  </a:moveTo>
                  <a:lnTo>
                    <a:pt x="67678" y="86477"/>
                  </a:lnTo>
                  <a:lnTo>
                    <a:pt x="72190" y="87981"/>
                  </a:lnTo>
                  <a:lnTo>
                    <a:pt x="73694" y="87981"/>
                  </a:lnTo>
                  <a:lnTo>
                    <a:pt x="78205" y="87229"/>
                  </a:lnTo>
                  <a:lnTo>
                    <a:pt x="78957" y="87981"/>
                  </a:lnTo>
                  <a:lnTo>
                    <a:pt x="79709" y="87981"/>
                  </a:lnTo>
                  <a:lnTo>
                    <a:pt x="83469" y="91741"/>
                  </a:lnTo>
                  <a:lnTo>
                    <a:pt x="83469" y="93997"/>
                  </a:lnTo>
                  <a:lnTo>
                    <a:pt x="84221" y="93997"/>
                  </a:lnTo>
                  <a:lnTo>
                    <a:pt x="84221" y="94749"/>
                  </a:lnTo>
                  <a:lnTo>
                    <a:pt x="84221" y="97756"/>
                  </a:lnTo>
                  <a:lnTo>
                    <a:pt x="84221" y="98509"/>
                  </a:lnTo>
                  <a:lnTo>
                    <a:pt x="84221" y="99260"/>
                  </a:lnTo>
                  <a:lnTo>
                    <a:pt x="84221" y="100013"/>
                  </a:lnTo>
                  <a:lnTo>
                    <a:pt x="84973" y="100013"/>
                  </a:lnTo>
                  <a:lnTo>
                    <a:pt x="84973" y="100764"/>
                  </a:lnTo>
                  <a:lnTo>
                    <a:pt x="85725" y="100764"/>
                  </a:lnTo>
                  <a:lnTo>
                    <a:pt x="88733" y="101516"/>
                  </a:lnTo>
                  <a:lnTo>
                    <a:pt x="89485" y="102268"/>
                  </a:lnTo>
                  <a:lnTo>
                    <a:pt x="91741" y="103773"/>
                  </a:lnTo>
                  <a:lnTo>
                    <a:pt x="93245" y="104524"/>
                  </a:lnTo>
                  <a:lnTo>
                    <a:pt x="95501" y="106780"/>
                  </a:lnTo>
                  <a:lnTo>
                    <a:pt x="96253" y="106780"/>
                  </a:lnTo>
                  <a:lnTo>
                    <a:pt x="97005" y="107532"/>
                  </a:lnTo>
                  <a:lnTo>
                    <a:pt x="100013" y="107532"/>
                  </a:lnTo>
                  <a:lnTo>
                    <a:pt x="100765" y="108284"/>
                  </a:lnTo>
                  <a:lnTo>
                    <a:pt x="101516" y="108284"/>
                  </a:lnTo>
                  <a:lnTo>
                    <a:pt x="101516" y="109036"/>
                  </a:lnTo>
                  <a:lnTo>
                    <a:pt x="102268" y="110540"/>
                  </a:lnTo>
                  <a:lnTo>
                    <a:pt x="103773" y="112044"/>
                  </a:lnTo>
                  <a:lnTo>
                    <a:pt x="104525" y="112796"/>
                  </a:lnTo>
                  <a:lnTo>
                    <a:pt x="104525" y="113548"/>
                  </a:lnTo>
                  <a:lnTo>
                    <a:pt x="104525" y="114300"/>
                  </a:lnTo>
                  <a:lnTo>
                    <a:pt x="104525" y="115052"/>
                  </a:lnTo>
                  <a:lnTo>
                    <a:pt x="103773" y="117308"/>
                  </a:lnTo>
                  <a:lnTo>
                    <a:pt x="103773" y="118060"/>
                  </a:lnTo>
                  <a:lnTo>
                    <a:pt x="103773" y="119564"/>
                  </a:lnTo>
                  <a:lnTo>
                    <a:pt x="103773" y="120316"/>
                  </a:lnTo>
                  <a:lnTo>
                    <a:pt x="104525" y="121068"/>
                  </a:lnTo>
                  <a:lnTo>
                    <a:pt x="104525" y="120316"/>
                  </a:lnTo>
                  <a:lnTo>
                    <a:pt x="105276" y="118812"/>
                  </a:lnTo>
                  <a:lnTo>
                    <a:pt x="106780" y="116556"/>
                  </a:lnTo>
                  <a:lnTo>
                    <a:pt x="109036" y="111292"/>
                  </a:lnTo>
                  <a:lnTo>
                    <a:pt x="109788" y="109788"/>
                  </a:lnTo>
                  <a:lnTo>
                    <a:pt x="109788" y="109036"/>
                  </a:lnTo>
                  <a:lnTo>
                    <a:pt x="110540" y="108284"/>
                  </a:lnTo>
                  <a:lnTo>
                    <a:pt x="111292" y="108284"/>
                  </a:lnTo>
                  <a:lnTo>
                    <a:pt x="112796" y="107532"/>
                  </a:lnTo>
                  <a:lnTo>
                    <a:pt x="137611" y="100764"/>
                  </a:lnTo>
                  <a:lnTo>
                    <a:pt x="142123" y="97756"/>
                  </a:lnTo>
                  <a:lnTo>
                    <a:pt x="145131" y="97005"/>
                  </a:lnTo>
                  <a:lnTo>
                    <a:pt x="155659" y="95501"/>
                  </a:lnTo>
                  <a:lnTo>
                    <a:pt x="157163" y="94749"/>
                  </a:lnTo>
                  <a:lnTo>
                    <a:pt x="160923" y="93245"/>
                  </a:lnTo>
                  <a:lnTo>
                    <a:pt x="163178" y="91741"/>
                  </a:lnTo>
                  <a:lnTo>
                    <a:pt x="178970" y="74445"/>
                  </a:lnTo>
                  <a:lnTo>
                    <a:pt x="179722" y="73693"/>
                  </a:lnTo>
                  <a:lnTo>
                    <a:pt x="179722" y="72941"/>
                  </a:lnTo>
                  <a:lnTo>
                    <a:pt x="179722" y="72190"/>
                  </a:lnTo>
                  <a:lnTo>
                    <a:pt x="179722" y="71438"/>
                  </a:lnTo>
                  <a:lnTo>
                    <a:pt x="178970" y="65422"/>
                  </a:lnTo>
                  <a:lnTo>
                    <a:pt x="178970" y="64670"/>
                  </a:lnTo>
                  <a:lnTo>
                    <a:pt x="178970" y="63918"/>
                  </a:lnTo>
                  <a:lnTo>
                    <a:pt x="179722" y="63166"/>
                  </a:lnTo>
                  <a:lnTo>
                    <a:pt x="179722" y="62414"/>
                  </a:lnTo>
                  <a:lnTo>
                    <a:pt x="180474" y="61662"/>
                  </a:lnTo>
                  <a:lnTo>
                    <a:pt x="184234" y="60158"/>
                  </a:lnTo>
                  <a:lnTo>
                    <a:pt x="186490" y="58654"/>
                  </a:lnTo>
                  <a:lnTo>
                    <a:pt x="187993" y="57150"/>
                  </a:lnTo>
                  <a:lnTo>
                    <a:pt x="188745" y="57150"/>
                  </a:lnTo>
                  <a:lnTo>
                    <a:pt x="191002" y="55646"/>
                  </a:lnTo>
                  <a:lnTo>
                    <a:pt x="191753" y="54894"/>
                  </a:lnTo>
                  <a:lnTo>
                    <a:pt x="192505" y="54142"/>
                  </a:lnTo>
                  <a:lnTo>
                    <a:pt x="194761" y="51134"/>
                  </a:lnTo>
                  <a:lnTo>
                    <a:pt x="197017" y="48878"/>
                  </a:lnTo>
                  <a:lnTo>
                    <a:pt x="197017" y="48126"/>
                  </a:lnTo>
                  <a:lnTo>
                    <a:pt x="198521" y="47374"/>
                  </a:lnTo>
                  <a:lnTo>
                    <a:pt x="198521" y="46622"/>
                  </a:lnTo>
                  <a:lnTo>
                    <a:pt x="199273" y="45870"/>
                  </a:lnTo>
                  <a:lnTo>
                    <a:pt x="200025" y="41359"/>
                  </a:lnTo>
                  <a:lnTo>
                    <a:pt x="200025" y="40607"/>
                  </a:lnTo>
                  <a:lnTo>
                    <a:pt x="199273" y="36095"/>
                  </a:lnTo>
                  <a:lnTo>
                    <a:pt x="199273" y="35343"/>
                  </a:lnTo>
                  <a:lnTo>
                    <a:pt x="199273" y="34591"/>
                  </a:lnTo>
                  <a:lnTo>
                    <a:pt x="200025" y="33839"/>
                  </a:lnTo>
                  <a:lnTo>
                    <a:pt x="200025" y="33087"/>
                  </a:lnTo>
                  <a:lnTo>
                    <a:pt x="200777" y="33087"/>
                  </a:lnTo>
                  <a:lnTo>
                    <a:pt x="202281" y="32335"/>
                  </a:lnTo>
                  <a:lnTo>
                    <a:pt x="205289" y="30831"/>
                  </a:lnTo>
                  <a:lnTo>
                    <a:pt x="206793" y="30079"/>
                  </a:lnTo>
                  <a:lnTo>
                    <a:pt x="207545" y="29327"/>
                  </a:lnTo>
                  <a:lnTo>
                    <a:pt x="207545" y="28575"/>
                  </a:lnTo>
                  <a:lnTo>
                    <a:pt x="207545" y="27823"/>
                  </a:lnTo>
                  <a:lnTo>
                    <a:pt x="208297" y="25567"/>
                  </a:lnTo>
                  <a:lnTo>
                    <a:pt x="208297" y="24815"/>
                  </a:lnTo>
                  <a:lnTo>
                    <a:pt x="209049" y="24063"/>
                  </a:lnTo>
                  <a:lnTo>
                    <a:pt x="212809" y="21055"/>
                  </a:lnTo>
                  <a:lnTo>
                    <a:pt x="214313" y="20303"/>
                  </a:lnTo>
                  <a:lnTo>
                    <a:pt x="226344" y="21807"/>
                  </a:lnTo>
                  <a:lnTo>
                    <a:pt x="247400" y="19551"/>
                  </a:lnTo>
                  <a:lnTo>
                    <a:pt x="249655" y="19551"/>
                  </a:lnTo>
                  <a:lnTo>
                    <a:pt x="251159" y="18799"/>
                  </a:lnTo>
                  <a:lnTo>
                    <a:pt x="251911" y="18799"/>
                  </a:lnTo>
                  <a:lnTo>
                    <a:pt x="253415" y="18799"/>
                  </a:lnTo>
                  <a:lnTo>
                    <a:pt x="258679" y="20303"/>
                  </a:lnTo>
                  <a:lnTo>
                    <a:pt x="260935" y="21055"/>
                  </a:lnTo>
                  <a:lnTo>
                    <a:pt x="263943" y="20303"/>
                  </a:lnTo>
                  <a:lnTo>
                    <a:pt x="266199" y="19551"/>
                  </a:lnTo>
                  <a:lnTo>
                    <a:pt x="269207" y="18047"/>
                  </a:lnTo>
                  <a:lnTo>
                    <a:pt x="272215" y="15039"/>
                  </a:lnTo>
                  <a:lnTo>
                    <a:pt x="273719" y="15039"/>
                  </a:lnTo>
                  <a:lnTo>
                    <a:pt x="275974" y="15791"/>
                  </a:lnTo>
                  <a:lnTo>
                    <a:pt x="277478" y="15791"/>
                  </a:lnTo>
                  <a:lnTo>
                    <a:pt x="279734" y="15039"/>
                  </a:lnTo>
                  <a:lnTo>
                    <a:pt x="281238" y="14287"/>
                  </a:lnTo>
                  <a:lnTo>
                    <a:pt x="281990" y="12783"/>
                  </a:lnTo>
                  <a:lnTo>
                    <a:pt x="287254" y="6768"/>
                  </a:lnTo>
                  <a:lnTo>
                    <a:pt x="288006" y="6016"/>
                  </a:lnTo>
                  <a:lnTo>
                    <a:pt x="289510" y="5264"/>
                  </a:lnTo>
                  <a:lnTo>
                    <a:pt x="291014" y="4512"/>
                  </a:lnTo>
                  <a:lnTo>
                    <a:pt x="292518" y="3760"/>
                  </a:lnTo>
                  <a:lnTo>
                    <a:pt x="296278" y="3008"/>
                  </a:lnTo>
                  <a:lnTo>
                    <a:pt x="303798" y="1504"/>
                  </a:lnTo>
                  <a:lnTo>
                    <a:pt x="306805" y="752"/>
                  </a:lnTo>
                  <a:lnTo>
                    <a:pt x="309061" y="0"/>
                  </a:lnTo>
                  <a:lnTo>
                    <a:pt x="312069" y="0"/>
                  </a:lnTo>
                  <a:lnTo>
                    <a:pt x="318085" y="752"/>
                  </a:lnTo>
                  <a:lnTo>
                    <a:pt x="320341" y="1504"/>
                  </a:lnTo>
                  <a:lnTo>
                    <a:pt x="323349" y="3760"/>
                  </a:lnTo>
                  <a:lnTo>
                    <a:pt x="324853" y="6016"/>
                  </a:lnTo>
                  <a:lnTo>
                    <a:pt x="325605" y="7520"/>
                  </a:lnTo>
                  <a:lnTo>
                    <a:pt x="326357" y="9024"/>
                  </a:lnTo>
                  <a:lnTo>
                    <a:pt x="326357" y="9776"/>
                  </a:lnTo>
                  <a:lnTo>
                    <a:pt x="327109" y="10528"/>
                  </a:lnTo>
                  <a:lnTo>
                    <a:pt x="327861" y="11280"/>
                  </a:lnTo>
                  <a:lnTo>
                    <a:pt x="330117" y="12783"/>
                  </a:lnTo>
                  <a:lnTo>
                    <a:pt x="341396" y="15039"/>
                  </a:lnTo>
                  <a:lnTo>
                    <a:pt x="345908" y="17295"/>
                  </a:lnTo>
                  <a:lnTo>
                    <a:pt x="350420" y="18799"/>
                  </a:lnTo>
                  <a:lnTo>
                    <a:pt x="352676" y="20303"/>
                  </a:lnTo>
                  <a:lnTo>
                    <a:pt x="353428" y="21055"/>
                  </a:lnTo>
                  <a:lnTo>
                    <a:pt x="355684" y="24063"/>
                  </a:lnTo>
                  <a:lnTo>
                    <a:pt x="357188" y="24815"/>
                  </a:lnTo>
                  <a:lnTo>
                    <a:pt x="359444" y="26319"/>
                  </a:lnTo>
                  <a:lnTo>
                    <a:pt x="368467" y="27823"/>
                  </a:lnTo>
                  <a:lnTo>
                    <a:pt x="371475" y="27071"/>
                  </a:lnTo>
                  <a:lnTo>
                    <a:pt x="375987" y="29327"/>
                  </a:lnTo>
                  <a:lnTo>
                    <a:pt x="380499" y="30079"/>
                  </a:lnTo>
                  <a:lnTo>
                    <a:pt x="382755" y="30831"/>
                  </a:lnTo>
                  <a:lnTo>
                    <a:pt x="386515" y="33087"/>
                  </a:lnTo>
                  <a:lnTo>
                    <a:pt x="388771" y="35343"/>
                  </a:lnTo>
                  <a:lnTo>
                    <a:pt x="389523" y="36847"/>
                  </a:lnTo>
                  <a:lnTo>
                    <a:pt x="390275" y="39855"/>
                  </a:lnTo>
                  <a:lnTo>
                    <a:pt x="391026" y="40607"/>
                  </a:lnTo>
                  <a:lnTo>
                    <a:pt x="391778" y="42111"/>
                  </a:lnTo>
                  <a:lnTo>
                    <a:pt x="396290" y="47374"/>
                  </a:lnTo>
                  <a:lnTo>
                    <a:pt x="397794" y="49630"/>
                  </a:lnTo>
                  <a:lnTo>
                    <a:pt x="401554" y="52638"/>
                  </a:lnTo>
                  <a:lnTo>
                    <a:pt x="411330" y="57150"/>
                  </a:lnTo>
                  <a:lnTo>
                    <a:pt x="417345" y="58654"/>
                  </a:lnTo>
                  <a:lnTo>
                    <a:pt x="419601" y="60158"/>
                  </a:lnTo>
                  <a:lnTo>
                    <a:pt x="421857" y="61662"/>
                  </a:lnTo>
                  <a:lnTo>
                    <a:pt x="425617" y="62414"/>
                  </a:lnTo>
                  <a:lnTo>
                    <a:pt x="427121" y="63166"/>
                  </a:lnTo>
                  <a:lnTo>
                    <a:pt x="430129" y="65422"/>
                  </a:lnTo>
                  <a:lnTo>
                    <a:pt x="431633" y="66926"/>
                  </a:lnTo>
                  <a:lnTo>
                    <a:pt x="434641" y="69933"/>
                  </a:lnTo>
                  <a:lnTo>
                    <a:pt x="451184" y="78957"/>
                  </a:lnTo>
                  <a:lnTo>
                    <a:pt x="460960" y="78205"/>
                  </a:lnTo>
                  <a:lnTo>
                    <a:pt x="463216" y="78205"/>
                  </a:lnTo>
                  <a:lnTo>
                    <a:pt x="466976" y="78205"/>
                  </a:lnTo>
                  <a:lnTo>
                    <a:pt x="482767" y="74445"/>
                  </a:lnTo>
                  <a:lnTo>
                    <a:pt x="485023" y="74445"/>
                  </a:lnTo>
                  <a:lnTo>
                    <a:pt x="489535" y="74445"/>
                  </a:lnTo>
                  <a:lnTo>
                    <a:pt x="491791" y="74445"/>
                  </a:lnTo>
                  <a:lnTo>
                    <a:pt x="494047" y="73693"/>
                  </a:lnTo>
                  <a:lnTo>
                    <a:pt x="507582" y="66174"/>
                  </a:lnTo>
                  <a:lnTo>
                    <a:pt x="509086" y="64670"/>
                  </a:lnTo>
                  <a:lnTo>
                    <a:pt x="509838" y="63166"/>
                  </a:lnTo>
                  <a:lnTo>
                    <a:pt x="511342" y="60158"/>
                  </a:lnTo>
                  <a:lnTo>
                    <a:pt x="512094" y="58654"/>
                  </a:lnTo>
                  <a:lnTo>
                    <a:pt x="513598" y="57150"/>
                  </a:lnTo>
                  <a:lnTo>
                    <a:pt x="516606" y="55646"/>
                  </a:lnTo>
                  <a:lnTo>
                    <a:pt x="524878" y="52638"/>
                  </a:lnTo>
                  <a:lnTo>
                    <a:pt x="538413" y="50382"/>
                  </a:lnTo>
                  <a:lnTo>
                    <a:pt x="539917" y="50382"/>
                  </a:lnTo>
                  <a:lnTo>
                    <a:pt x="541421" y="51134"/>
                  </a:lnTo>
                  <a:lnTo>
                    <a:pt x="547437" y="51134"/>
                  </a:lnTo>
                  <a:lnTo>
                    <a:pt x="548941" y="51134"/>
                  </a:lnTo>
                  <a:lnTo>
                    <a:pt x="550445" y="51886"/>
                  </a:lnTo>
                  <a:lnTo>
                    <a:pt x="553453" y="53390"/>
                  </a:lnTo>
                  <a:lnTo>
                    <a:pt x="557213" y="56398"/>
                  </a:lnTo>
                  <a:lnTo>
                    <a:pt x="565484" y="61662"/>
                  </a:lnTo>
                  <a:lnTo>
                    <a:pt x="566236" y="62414"/>
                  </a:lnTo>
                  <a:lnTo>
                    <a:pt x="566988" y="63918"/>
                  </a:lnTo>
                  <a:lnTo>
                    <a:pt x="567740" y="65422"/>
                  </a:lnTo>
                  <a:lnTo>
                    <a:pt x="567740" y="66926"/>
                  </a:lnTo>
                  <a:lnTo>
                    <a:pt x="567740" y="69933"/>
                  </a:lnTo>
                  <a:lnTo>
                    <a:pt x="568492" y="71438"/>
                  </a:lnTo>
                  <a:lnTo>
                    <a:pt x="569244" y="74445"/>
                  </a:lnTo>
                  <a:lnTo>
                    <a:pt x="569244" y="75949"/>
                  </a:lnTo>
                  <a:lnTo>
                    <a:pt x="570748" y="76701"/>
                  </a:lnTo>
                  <a:lnTo>
                    <a:pt x="572252" y="77453"/>
                  </a:lnTo>
                  <a:lnTo>
                    <a:pt x="576764" y="78205"/>
                  </a:lnTo>
                  <a:lnTo>
                    <a:pt x="579020" y="78205"/>
                  </a:lnTo>
                  <a:lnTo>
                    <a:pt x="582028" y="77453"/>
                  </a:lnTo>
                  <a:lnTo>
                    <a:pt x="594811" y="71438"/>
                  </a:lnTo>
                  <a:lnTo>
                    <a:pt x="601579" y="69933"/>
                  </a:lnTo>
                  <a:lnTo>
                    <a:pt x="605339" y="69181"/>
                  </a:lnTo>
                  <a:lnTo>
                    <a:pt x="608347" y="69933"/>
                  </a:lnTo>
                  <a:lnTo>
                    <a:pt x="610603" y="69181"/>
                  </a:lnTo>
                  <a:lnTo>
                    <a:pt x="613611" y="67678"/>
                  </a:lnTo>
                  <a:lnTo>
                    <a:pt x="617370" y="63166"/>
                  </a:lnTo>
                  <a:lnTo>
                    <a:pt x="618875" y="60910"/>
                  </a:lnTo>
                  <a:lnTo>
                    <a:pt x="620378" y="57902"/>
                  </a:lnTo>
                  <a:lnTo>
                    <a:pt x="620378" y="56398"/>
                  </a:lnTo>
                  <a:lnTo>
                    <a:pt x="621130" y="54894"/>
                  </a:lnTo>
                  <a:lnTo>
                    <a:pt x="622634" y="52638"/>
                  </a:lnTo>
                  <a:lnTo>
                    <a:pt x="624138" y="51134"/>
                  </a:lnTo>
                  <a:lnTo>
                    <a:pt x="633162" y="46622"/>
                  </a:lnTo>
                  <a:lnTo>
                    <a:pt x="637674" y="42862"/>
                  </a:lnTo>
                  <a:lnTo>
                    <a:pt x="651209" y="27823"/>
                  </a:lnTo>
                  <a:lnTo>
                    <a:pt x="653465" y="24063"/>
                  </a:lnTo>
                  <a:lnTo>
                    <a:pt x="654217" y="22559"/>
                  </a:lnTo>
                  <a:lnTo>
                    <a:pt x="655721" y="21055"/>
                  </a:lnTo>
                  <a:lnTo>
                    <a:pt x="657225" y="18799"/>
                  </a:lnTo>
                  <a:lnTo>
                    <a:pt x="664745" y="12783"/>
                  </a:lnTo>
                  <a:lnTo>
                    <a:pt x="667001" y="11280"/>
                  </a:lnTo>
                  <a:lnTo>
                    <a:pt x="669257" y="10528"/>
                  </a:lnTo>
                  <a:lnTo>
                    <a:pt x="677528" y="9776"/>
                  </a:lnTo>
                  <a:lnTo>
                    <a:pt x="678280" y="11280"/>
                  </a:lnTo>
                  <a:lnTo>
                    <a:pt x="678280" y="12783"/>
                  </a:lnTo>
                  <a:lnTo>
                    <a:pt x="678280" y="15791"/>
                  </a:lnTo>
                  <a:lnTo>
                    <a:pt x="678280" y="17295"/>
                  </a:lnTo>
                  <a:lnTo>
                    <a:pt x="678280" y="19551"/>
                  </a:lnTo>
                  <a:lnTo>
                    <a:pt x="673016" y="39102"/>
                  </a:lnTo>
                  <a:lnTo>
                    <a:pt x="673016" y="49630"/>
                  </a:lnTo>
                  <a:lnTo>
                    <a:pt x="672265" y="51134"/>
                  </a:lnTo>
                  <a:lnTo>
                    <a:pt x="670761" y="56398"/>
                  </a:lnTo>
                  <a:lnTo>
                    <a:pt x="667753" y="72190"/>
                  </a:lnTo>
                  <a:lnTo>
                    <a:pt x="667753" y="73693"/>
                  </a:lnTo>
                  <a:lnTo>
                    <a:pt x="666249" y="75197"/>
                  </a:lnTo>
                  <a:lnTo>
                    <a:pt x="665497" y="75197"/>
                  </a:lnTo>
                  <a:lnTo>
                    <a:pt x="658729" y="76701"/>
                  </a:lnTo>
                  <a:lnTo>
                    <a:pt x="653465" y="78957"/>
                  </a:lnTo>
                  <a:lnTo>
                    <a:pt x="651209" y="79709"/>
                  </a:lnTo>
                  <a:lnTo>
                    <a:pt x="650457" y="81213"/>
                  </a:lnTo>
                  <a:lnTo>
                    <a:pt x="648953" y="81965"/>
                  </a:lnTo>
                  <a:lnTo>
                    <a:pt x="648201" y="84221"/>
                  </a:lnTo>
                  <a:lnTo>
                    <a:pt x="647449" y="88733"/>
                  </a:lnTo>
                  <a:lnTo>
                    <a:pt x="646697" y="90237"/>
                  </a:lnTo>
                  <a:lnTo>
                    <a:pt x="642938" y="94749"/>
                  </a:lnTo>
                  <a:lnTo>
                    <a:pt x="641434" y="99260"/>
                  </a:lnTo>
                  <a:lnTo>
                    <a:pt x="640682" y="100764"/>
                  </a:lnTo>
                  <a:lnTo>
                    <a:pt x="635418" y="106028"/>
                  </a:lnTo>
                  <a:lnTo>
                    <a:pt x="633162" y="109036"/>
                  </a:lnTo>
                  <a:lnTo>
                    <a:pt x="632410" y="112044"/>
                  </a:lnTo>
                  <a:lnTo>
                    <a:pt x="631658" y="113548"/>
                  </a:lnTo>
                  <a:lnTo>
                    <a:pt x="631658" y="115052"/>
                  </a:lnTo>
                  <a:lnTo>
                    <a:pt x="632410" y="116556"/>
                  </a:lnTo>
                  <a:lnTo>
                    <a:pt x="633914" y="118812"/>
                  </a:lnTo>
                  <a:lnTo>
                    <a:pt x="639178" y="118060"/>
                  </a:lnTo>
                  <a:lnTo>
                    <a:pt x="649705" y="121068"/>
                  </a:lnTo>
                  <a:lnTo>
                    <a:pt x="665497" y="129339"/>
                  </a:lnTo>
                  <a:lnTo>
                    <a:pt x="671513" y="130092"/>
                  </a:lnTo>
                  <a:lnTo>
                    <a:pt x="690312" y="127835"/>
                  </a:lnTo>
                  <a:lnTo>
                    <a:pt x="694072" y="127835"/>
                  </a:lnTo>
                  <a:lnTo>
                    <a:pt x="706855" y="130843"/>
                  </a:lnTo>
                  <a:lnTo>
                    <a:pt x="711367" y="131595"/>
                  </a:lnTo>
                  <a:lnTo>
                    <a:pt x="715879" y="130843"/>
                  </a:lnTo>
                  <a:lnTo>
                    <a:pt x="717383" y="129339"/>
                  </a:lnTo>
                  <a:lnTo>
                    <a:pt x="720391" y="129339"/>
                  </a:lnTo>
                  <a:lnTo>
                    <a:pt x="734678" y="128588"/>
                  </a:lnTo>
                  <a:lnTo>
                    <a:pt x="737686" y="129339"/>
                  </a:lnTo>
                  <a:lnTo>
                    <a:pt x="749718" y="131595"/>
                  </a:lnTo>
                  <a:lnTo>
                    <a:pt x="753478" y="133099"/>
                  </a:lnTo>
                  <a:lnTo>
                    <a:pt x="759493" y="133851"/>
                  </a:lnTo>
                  <a:lnTo>
                    <a:pt x="771525" y="132347"/>
                  </a:lnTo>
                  <a:lnTo>
                    <a:pt x="773781" y="131595"/>
                  </a:lnTo>
                  <a:lnTo>
                    <a:pt x="773781" y="136107"/>
                  </a:lnTo>
                  <a:lnTo>
                    <a:pt x="775285" y="139867"/>
                  </a:lnTo>
                  <a:lnTo>
                    <a:pt x="775285" y="144379"/>
                  </a:lnTo>
                  <a:lnTo>
                    <a:pt x="773029" y="175962"/>
                  </a:lnTo>
                  <a:lnTo>
                    <a:pt x="773029" y="178970"/>
                  </a:lnTo>
                  <a:lnTo>
                    <a:pt x="773781" y="181226"/>
                  </a:lnTo>
                  <a:lnTo>
                    <a:pt x="775285" y="183482"/>
                  </a:lnTo>
                  <a:lnTo>
                    <a:pt x="776789" y="186490"/>
                  </a:lnTo>
                  <a:lnTo>
                    <a:pt x="779797" y="189497"/>
                  </a:lnTo>
                  <a:lnTo>
                    <a:pt x="781301" y="191001"/>
                  </a:lnTo>
                  <a:lnTo>
                    <a:pt x="783557" y="191001"/>
                  </a:lnTo>
                  <a:lnTo>
                    <a:pt x="785061" y="190249"/>
                  </a:lnTo>
                  <a:lnTo>
                    <a:pt x="786565" y="189497"/>
                  </a:lnTo>
                  <a:lnTo>
                    <a:pt x="792580" y="184986"/>
                  </a:lnTo>
                  <a:lnTo>
                    <a:pt x="794084" y="184233"/>
                  </a:lnTo>
                  <a:lnTo>
                    <a:pt x="795588" y="184233"/>
                  </a:lnTo>
                  <a:lnTo>
                    <a:pt x="796340" y="184233"/>
                  </a:lnTo>
                  <a:lnTo>
                    <a:pt x="797844" y="184233"/>
                  </a:lnTo>
                  <a:lnTo>
                    <a:pt x="800852" y="185737"/>
                  </a:lnTo>
                  <a:lnTo>
                    <a:pt x="814388" y="191753"/>
                  </a:lnTo>
                  <a:lnTo>
                    <a:pt x="815891" y="193257"/>
                  </a:lnTo>
                  <a:lnTo>
                    <a:pt x="816644" y="194761"/>
                  </a:lnTo>
                  <a:lnTo>
                    <a:pt x="815891" y="198521"/>
                  </a:lnTo>
                  <a:lnTo>
                    <a:pt x="815140" y="200777"/>
                  </a:lnTo>
                  <a:lnTo>
                    <a:pt x="813636" y="203033"/>
                  </a:lnTo>
                  <a:lnTo>
                    <a:pt x="805364" y="214312"/>
                  </a:lnTo>
                  <a:lnTo>
                    <a:pt x="803108" y="218072"/>
                  </a:lnTo>
                  <a:lnTo>
                    <a:pt x="797844" y="230856"/>
                  </a:lnTo>
                  <a:lnTo>
                    <a:pt x="797092" y="233864"/>
                  </a:lnTo>
                  <a:lnTo>
                    <a:pt x="797092" y="234616"/>
                  </a:lnTo>
                  <a:lnTo>
                    <a:pt x="797092" y="235368"/>
                  </a:lnTo>
                  <a:lnTo>
                    <a:pt x="801604" y="237624"/>
                  </a:lnTo>
                  <a:lnTo>
                    <a:pt x="818148" y="242135"/>
                  </a:lnTo>
                  <a:lnTo>
                    <a:pt x="828675" y="242135"/>
                  </a:lnTo>
                  <a:lnTo>
                    <a:pt x="835443" y="244391"/>
                  </a:lnTo>
                  <a:lnTo>
                    <a:pt x="839955" y="244391"/>
                  </a:lnTo>
                  <a:lnTo>
                    <a:pt x="858002" y="241384"/>
                  </a:lnTo>
                  <a:lnTo>
                    <a:pt x="860258" y="242135"/>
                  </a:lnTo>
                  <a:lnTo>
                    <a:pt x="861762" y="242888"/>
                  </a:lnTo>
                  <a:lnTo>
                    <a:pt x="866274" y="245895"/>
                  </a:lnTo>
                  <a:lnTo>
                    <a:pt x="877553" y="257175"/>
                  </a:lnTo>
                  <a:lnTo>
                    <a:pt x="879057" y="258679"/>
                  </a:lnTo>
                  <a:lnTo>
                    <a:pt x="881313" y="259431"/>
                  </a:lnTo>
                  <a:lnTo>
                    <a:pt x="884321" y="259431"/>
                  </a:lnTo>
                  <a:lnTo>
                    <a:pt x="891841" y="258679"/>
                  </a:lnTo>
                  <a:lnTo>
                    <a:pt x="894097" y="259431"/>
                  </a:lnTo>
                  <a:lnTo>
                    <a:pt x="897857" y="260183"/>
                  </a:lnTo>
                  <a:lnTo>
                    <a:pt x="906880" y="264695"/>
                  </a:lnTo>
                  <a:lnTo>
                    <a:pt x="918160" y="272214"/>
                  </a:lnTo>
                  <a:lnTo>
                    <a:pt x="920416" y="274470"/>
                  </a:lnTo>
                  <a:lnTo>
                    <a:pt x="921168" y="275974"/>
                  </a:lnTo>
                  <a:lnTo>
                    <a:pt x="921920" y="277478"/>
                  </a:lnTo>
                  <a:lnTo>
                    <a:pt x="922672" y="278230"/>
                  </a:lnTo>
                  <a:lnTo>
                    <a:pt x="924176" y="279734"/>
                  </a:lnTo>
                  <a:lnTo>
                    <a:pt x="927184" y="281238"/>
                  </a:lnTo>
                  <a:lnTo>
                    <a:pt x="932447" y="283494"/>
                  </a:lnTo>
                  <a:lnTo>
                    <a:pt x="940719" y="284998"/>
                  </a:lnTo>
                  <a:lnTo>
                    <a:pt x="945983" y="287254"/>
                  </a:lnTo>
                  <a:lnTo>
                    <a:pt x="951247" y="291014"/>
                  </a:lnTo>
                  <a:lnTo>
                    <a:pt x="955007" y="295526"/>
                  </a:lnTo>
                  <a:lnTo>
                    <a:pt x="957263" y="296278"/>
                  </a:lnTo>
                  <a:lnTo>
                    <a:pt x="987342" y="309813"/>
                  </a:lnTo>
                  <a:lnTo>
                    <a:pt x="988845" y="309813"/>
                  </a:lnTo>
                  <a:lnTo>
                    <a:pt x="996365" y="311317"/>
                  </a:lnTo>
                  <a:lnTo>
                    <a:pt x="1002381" y="310565"/>
                  </a:lnTo>
                  <a:lnTo>
                    <a:pt x="1003885" y="310565"/>
                  </a:lnTo>
                  <a:lnTo>
                    <a:pt x="1013661" y="313573"/>
                  </a:lnTo>
                  <a:lnTo>
                    <a:pt x="1019676" y="314325"/>
                  </a:lnTo>
                  <a:lnTo>
                    <a:pt x="1021180" y="315077"/>
                  </a:lnTo>
                  <a:lnTo>
                    <a:pt x="1022684" y="315829"/>
                  </a:lnTo>
                  <a:lnTo>
                    <a:pt x="1032460" y="324853"/>
                  </a:lnTo>
                  <a:lnTo>
                    <a:pt x="1036220" y="327861"/>
                  </a:lnTo>
                  <a:lnTo>
                    <a:pt x="1037724" y="329365"/>
                  </a:lnTo>
                  <a:lnTo>
                    <a:pt x="1039980" y="330116"/>
                  </a:lnTo>
                  <a:lnTo>
                    <a:pt x="1041484" y="330868"/>
                  </a:lnTo>
                  <a:lnTo>
                    <a:pt x="1043740" y="331620"/>
                  </a:lnTo>
                  <a:lnTo>
                    <a:pt x="1049755" y="331620"/>
                  </a:lnTo>
                  <a:lnTo>
                    <a:pt x="1051259" y="332372"/>
                  </a:lnTo>
                  <a:lnTo>
                    <a:pt x="1056523" y="334628"/>
                  </a:lnTo>
                  <a:lnTo>
                    <a:pt x="1058027" y="334628"/>
                  </a:lnTo>
                  <a:lnTo>
                    <a:pt x="1061787" y="334628"/>
                  </a:lnTo>
                  <a:lnTo>
                    <a:pt x="1063291" y="334628"/>
                  </a:lnTo>
                  <a:lnTo>
                    <a:pt x="1065547" y="334628"/>
                  </a:lnTo>
                  <a:lnTo>
                    <a:pt x="1067051" y="336132"/>
                  </a:lnTo>
                  <a:lnTo>
                    <a:pt x="1069307" y="337636"/>
                  </a:lnTo>
                  <a:lnTo>
                    <a:pt x="1071563" y="339140"/>
                  </a:lnTo>
                  <a:lnTo>
                    <a:pt x="1079082" y="348164"/>
                  </a:lnTo>
                  <a:lnTo>
                    <a:pt x="1090362" y="364707"/>
                  </a:lnTo>
                  <a:lnTo>
                    <a:pt x="1089610" y="368467"/>
                  </a:lnTo>
                  <a:lnTo>
                    <a:pt x="1091114" y="371475"/>
                  </a:lnTo>
                  <a:lnTo>
                    <a:pt x="1093370" y="374483"/>
                  </a:lnTo>
                  <a:lnTo>
                    <a:pt x="1094122" y="376739"/>
                  </a:lnTo>
                  <a:lnTo>
                    <a:pt x="1091866" y="379746"/>
                  </a:lnTo>
                  <a:lnTo>
                    <a:pt x="1091114" y="380499"/>
                  </a:lnTo>
                  <a:lnTo>
                    <a:pt x="1088106" y="380499"/>
                  </a:lnTo>
                  <a:lnTo>
                    <a:pt x="1086602" y="381251"/>
                  </a:lnTo>
                  <a:lnTo>
                    <a:pt x="1085850" y="382003"/>
                  </a:lnTo>
                  <a:lnTo>
                    <a:pt x="1085850" y="383506"/>
                  </a:lnTo>
                  <a:lnTo>
                    <a:pt x="1085850" y="392530"/>
                  </a:lnTo>
                  <a:lnTo>
                    <a:pt x="1085098" y="396290"/>
                  </a:lnTo>
                  <a:lnTo>
                    <a:pt x="1081338" y="400802"/>
                  </a:lnTo>
                  <a:lnTo>
                    <a:pt x="1080586" y="405314"/>
                  </a:lnTo>
                  <a:lnTo>
                    <a:pt x="1080586" y="409825"/>
                  </a:lnTo>
                  <a:lnTo>
                    <a:pt x="1083594" y="433889"/>
                  </a:lnTo>
                  <a:lnTo>
                    <a:pt x="1083594" y="454192"/>
                  </a:lnTo>
                  <a:lnTo>
                    <a:pt x="1085098" y="466223"/>
                  </a:lnTo>
                  <a:lnTo>
                    <a:pt x="1079834" y="479759"/>
                  </a:lnTo>
                  <a:lnTo>
                    <a:pt x="1076074" y="486527"/>
                  </a:lnTo>
                  <a:lnTo>
                    <a:pt x="1071563" y="491791"/>
                  </a:lnTo>
                  <a:lnTo>
                    <a:pt x="1067051" y="495551"/>
                  </a:lnTo>
                  <a:lnTo>
                    <a:pt x="1064043" y="497806"/>
                  </a:lnTo>
                  <a:lnTo>
                    <a:pt x="1043740" y="503822"/>
                  </a:lnTo>
                  <a:lnTo>
                    <a:pt x="1034716" y="508334"/>
                  </a:lnTo>
                  <a:lnTo>
                    <a:pt x="1032460" y="510590"/>
                  </a:lnTo>
                  <a:lnTo>
                    <a:pt x="1026444" y="516606"/>
                  </a:lnTo>
                  <a:lnTo>
                    <a:pt x="1024188" y="521118"/>
                  </a:lnTo>
                  <a:lnTo>
                    <a:pt x="1018173" y="528638"/>
                  </a:lnTo>
                  <a:lnTo>
                    <a:pt x="1014413" y="533901"/>
                  </a:lnTo>
                  <a:lnTo>
                    <a:pt x="1006893" y="542173"/>
                  </a:lnTo>
                  <a:lnTo>
                    <a:pt x="999373" y="543677"/>
                  </a:lnTo>
                  <a:lnTo>
                    <a:pt x="996365" y="545933"/>
                  </a:lnTo>
                  <a:lnTo>
                    <a:pt x="995613" y="548941"/>
                  </a:lnTo>
                  <a:lnTo>
                    <a:pt x="994109" y="556460"/>
                  </a:lnTo>
                  <a:lnTo>
                    <a:pt x="990349" y="562476"/>
                  </a:lnTo>
                  <a:lnTo>
                    <a:pt x="990349" y="566236"/>
                  </a:lnTo>
                  <a:lnTo>
                    <a:pt x="990349" y="573756"/>
                  </a:lnTo>
                  <a:lnTo>
                    <a:pt x="988845" y="591051"/>
                  </a:lnTo>
                  <a:lnTo>
                    <a:pt x="987342" y="594059"/>
                  </a:lnTo>
                  <a:lnTo>
                    <a:pt x="976814" y="606091"/>
                  </a:lnTo>
                  <a:lnTo>
                    <a:pt x="973806" y="608347"/>
                  </a:lnTo>
                  <a:lnTo>
                    <a:pt x="973054" y="609098"/>
                  </a:lnTo>
                  <a:lnTo>
                    <a:pt x="971550" y="610603"/>
                  </a:lnTo>
                  <a:lnTo>
                    <a:pt x="967790" y="620378"/>
                  </a:lnTo>
                  <a:lnTo>
                    <a:pt x="964782" y="624890"/>
                  </a:lnTo>
                  <a:lnTo>
                    <a:pt x="964030" y="625642"/>
                  </a:lnTo>
                  <a:lnTo>
                    <a:pt x="963278" y="626394"/>
                  </a:lnTo>
                  <a:lnTo>
                    <a:pt x="961023" y="627898"/>
                  </a:lnTo>
                  <a:lnTo>
                    <a:pt x="957263" y="630906"/>
                  </a:lnTo>
                  <a:lnTo>
                    <a:pt x="954255" y="632410"/>
                  </a:lnTo>
                  <a:lnTo>
                    <a:pt x="952751" y="634666"/>
                  </a:lnTo>
                  <a:lnTo>
                    <a:pt x="951999" y="639177"/>
                  </a:lnTo>
                  <a:lnTo>
                    <a:pt x="955007" y="652713"/>
                  </a:lnTo>
                  <a:lnTo>
                    <a:pt x="955759" y="659481"/>
                  </a:lnTo>
                  <a:lnTo>
                    <a:pt x="952751" y="667001"/>
                  </a:lnTo>
                  <a:lnTo>
                    <a:pt x="943727" y="676776"/>
                  </a:lnTo>
                  <a:lnTo>
                    <a:pt x="942975" y="679784"/>
                  </a:lnTo>
                  <a:lnTo>
                    <a:pt x="938463" y="687304"/>
                  </a:lnTo>
                  <a:lnTo>
                    <a:pt x="936207" y="688808"/>
                  </a:lnTo>
                  <a:lnTo>
                    <a:pt x="933199" y="690312"/>
                  </a:lnTo>
                  <a:lnTo>
                    <a:pt x="930944" y="689560"/>
                  </a:lnTo>
                  <a:lnTo>
                    <a:pt x="928688" y="688808"/>
                  </a:lnTo>
                  <a:lnTo>
                    <a:pt x="925680" y="688808"/>
                  </a:lnTo>
                  <a:lnTo>
                    <a:pt x="923424" y="688808"/>
                  </a:lnTo>
                  <a:lnTo>
                    <a:pt x="922672" y="689560"/>
                  </a:lnTo>
                  <a:lnTo>
                    <a:pt x="921168" y="690312"/>
                  </a:lnTo>
                  <a:lnTo>
                    <a:pt x="920416" y="691816"/>
                  </a:lnTo>
                  <a:lnTo>
                    <a:pt x="920416" y="692568"/>
                  </a:lnTo>
                  <a:lnTo>
                    <a:pt x="920416" y="693320"/>
                  </a:lnTo>
                  <a:lnTo>
                    <a:pt x="920416" y="694072"/>
                  </a:lnTo>
                  <a:lnTo>
                    <a:pt x="919664" y="694824"/>
                  </a:lnTo>
                  <a:lnTo>
                    <a:pt x="918912" y="695575"/>
                  </a:lnTo>
                  <a:lnTo>
                    <a:pt x="918160" y="695575"/>
                  </a:lnTo>
                  <a:lnTo>
                    <a:pt x="917408" y="696328"/>
                  </a:lnTo>
                  <a:lnTo>
                    <a:pt x="916656" y="700839"/>
                  </a:lnTo>
                  <a:lnTo>
                    <a:pt x="923424" y="712119"/>
                  </a:lnTo>
                  <a:lnTo>
                    <a:pt x="925680" y="712871"/>
                  </a:lnTo>
                  <a:lnTo>
                    <a:pt x="926432" y="714375"/>
                  </a:lnTo>
                  <a:lnTo>
                    <a:pt x="927184" y="715879"/>
                  </a:lnTo>
                  <a:lnTo>
                    <a:pt x="926432" y="719639"/>
                  </a:lnTo>
                  <a:lnTo>
                    <a:pt x="924176" y="722647"/>
                  </a:lnTo>
                  <a:lnTo>
                    <a:pt x="921168" y="724903"/>
                  </a:lnTo>
                  <a:lnTo>
                    <a:pt x="917408" y="727911"/>
                  </a:lnTo>
                  <a:lnTo>
                    <a:pt x="912144" y="730167"/>
                  </a:lnTo>
                  <a:lnTo>
                    <a:pt x="909888" y="731671"/>
                  </a:lnTo>
                  <a:lnTo>
                    <a:pt x="905377" y="739190"/>
                  </a:lnTo>
                  <a:lnTo>
                    <a:pt x="904625" y="741446"/>
                  </a:lnTo>
                  <a:lnTo>
                    <a:pt x="904625" y="744454"/>
                  </a:lnTo>
                  <a:lnTo>
                    <a:pt x="903873" y="746710"/>
                  </a:lnTo>
                  <a:lnTo>
                    <a:pt x="902368" y="748214"/>
                  </a:lnTo>
                  <a:lnTo>
                    <a:pt x="901617" y="749718"/>
                  </a:lnTo>
                  <a:lnTo>
                    <a:pt x="900113" y="751222"/>
                  </a:lnTo>
                  <a:lnTo>
                    <a:pt x="898609" y="752726"/>
                  </a:lnTo>
                  <a:lnTo>
                    <a:pt x="895601" y="753478"/>
                  </a:lnTo>
                  <a:lnTo>
                    <a:pt x="894849" y="754230"/>
                  </a:lnTo>
                  <a:lnTo>
                    <a:pt x="887329" y="761750"/>
                  </a:lnTo>
                  <a:lnTo>
                    <a:pt x="885825" y="764005"/>
                  </a:lnTo>
                  <a:lnTo>
                    <a:pt x="885073" y="766261"/>
                  </a:lnTo>
                  <a:lnTo>
                    <a:pt x="884321" y="771525"/>
                  </a:lnTo>
                  <a:lnTo>
                    <a:pt x="883569" y="773781"/>
                  </a:lnTo>
                  <a:lnTo>
                    <a:pt x="879057" y="783556"/>
                  </a:lnTo>
                  <a:lnTo>
                    <a:pt x="879057" y="784309"/>
                  </a:lnTo>
                  <a:lnTo>
                    <a:pt x="877553" y="788820"/>
                  </a:lnTo>
                  <a:lnTo>
                    <a:pt x="876801" y="790324"/>
                  </a:lnTo>
                  <a:lnTo>
                    <a:pt x="867026" y="799348"/>
                  </a:lnTo>
                  <a:lnTo>
                    <a:pt x="864018" y="803108"/>
                  </a:lnTo>
                  <a:lnTo>
                    <a:pt x="863266" y="803860"/>
                  </a:lnTo>
                  <a:lnTo>
                    <a:pt x="859506" y="806116"/>
                  </a:lnTo>
                  <a:lnTo>
                    <a:pt x="858002" y="806868"/>
                  </a:lnTo>
                  <a:lnTo>
                    <a:pt x="854242" y="810628"/>
                  </a:lnTo>
                  <a:lnTo>
                    <a:pt x="852738" y="811380"/>
                  </a:lnTo>
                  <a:lnTo>
                    <a:pt x="851234" y="812131"/>
                  </a:lnTo>
                  <a:lnTo>
                    <a:pt x="848227" y="812131"/>
                  </a:lnTo>
                  <a:lnTo>
                    <a:pt x="846722" y="812884"/>
                  </a:lnTo>
                  <a:lnTo>
                    <a:pt x="843715" y="814388"/>
                  </a:lnTo>
                  <a:lnTo>
                    <a:pt x="839203" y="818899"/>
                  </a:lnTo>
                  <a:lnTo>
                    <a:pt x="830931" y="821907"/>
                  </a:lnTo>
                  <a:lnTo>
                    <a:pt x="827923" y="823411"/>
                  </a:lnTo>
                  <a:lnTo>
                    <a:pt x="823411" y="827923"/>
                  </a:lnTo>
                  <a:lnTo>
                    <a:pt x="809124" y="836195"/>
                  </a:lnTo>
                  <a:lnTo>
                    <a:pt x="808372" y="836947"/>
                  </a:lnTo>
                  <a:lnTo>
                    <a:pt x="807620" y="837699"/>
                  </a:lnTo>
                  <a:lnTo>
                    <a:pt x="806116" y="842210"/>
                  </a:lnTo>
                  <a:lnTo>
                    <a:pt x="805364" y="842963"/>
                  </a:lnTo>
                  <a:lnTo>
                    <a:pt x="794084" y="848226"/>
                  </a:lnTo>
                  <a:lnTo>
                    <a:pt x="791076" y="849730"/>
                  </a:lnTo>
                  <a:lnTo>
                    <a:pt x="788821" y="849730"/>
                  </a:lnTo>
                  <a:lnTo>
                    <a:pt x="787317" y="848226"/>
                  </a:lnTo>
                  <a:lnTo>
                    <a:pt x="786565" y="848978"/>
                  </a:lnTo>
                  <a:lnTo>
                    <a:pt x="783557" y="853490"/>
                  </a:lnTo>
                  <a:lnTo>
                    <a:pt x="781301" y="858754"/>
                  </a:lnTo>
                  <a:lnTo>
                    <a:pt x="779797" y="860258"/>
                  </a:lnTo>
                  <a:lnTo>
                    <a:pt x="778293" y="861010"/>
                  </a:lnTo>
                  <a:lnTo>
                    <a:pt x="776037" y="861762"/>
                  </a:lnTo>
                  <a:lnTo>
                    <a:pt x="774533" y="862514"/>
                  </a:lnTo>
                  <a:lnTo>
                    <a:pt x="773781" y="863266"/>
                  </a:lnTo>
                  <a:lnTo>
                    <a:pt x="764757" y="879809"/>
                  </a:lnTo>
                  <a:lnTo>
                    <a:pt x="760998" y="884321"/>
                  </a:lnTo>
                  <a:lnTo>
                    <a:pt x="756486" y="888833"/>
                  </a:lnTo>
                  <a:lnTo>
                    <a:pt x="709111" y="909888"/>
                  </a:lnTo>
                  <a:lnTo>
                    <a:pt x="697832" y="916656"/>
                  </a:lnTo>
                  <a:lnTo>
                    <a:pt x="693320" y="921920"/>
                  </a:lnTo>
                  <a:lnTo>
                    <a:pt x="691064" y="924927"/>
                  </a:lnTo>
                  <a:lnTo>
                    <a:pt x="687304" y="934703"/>
                  </a:lnTo>
                  <a:lnTo>
                    <a:pt x="685800" y="940719"/>
                  </a:lnTo>
                  <a:lnTo>
                    <a:pt x="684296" y="955006"/>
                  </a:lnTo>
                  <a:lnTo>
                    <a:pt x="682040" y="961774"/>
                  </a:lnTo>
                  <a:lnTo>
                    <a:pt x="679032" y="967790"/>
                  </a:lnTo>
                  <a:lnTo>
                    <a:pt x="674521" y="980574"/>
                  </a:lnTo>
                  <a:lnTo>
                    <a:pt x="671513" y="986589"/>
                  </a:lnTo>
                  <a:lnTo>
                    <a:pt x="667753" y="991853"/>
                  </a:lnTo>
                  <a:lnTo>
                    <a:pt x="651209" y="1002381"/>
                  </a:lnTo>
                  <a:lnTo>
                    <a:pt x="638426" y="1007645"/>
                  </a:lnTo>
                  <a:lnTo>
                    <a:pt x="634666" y="1010653"/>
                  </a:lnTo>
                  <a:lnTo>
                    <a:pt x="634666" y="1012157"/>
                  </a:lnTo>
                  <a:lnTo>
                    <a:pt x="634666" y="1018172"/>
                  </a:lnTo>
                  <a:lnTo>
                    <a:pt x="627146" y="1042987"/>
                  </a:lnTo>
                  <a:lnTo>
                    <a:pt x="626394" y="1052763"/>
                  </a:lnTo>
                  <a:lnTo>
                    <a:pt x="621130" y="1065547"/>
                  </a:lnTo>
                  <a:lnTo>
                    <a:pt x="619627" y="1072315"/>
                  </a:lnTo>
                  <a:lnTo>
                    <a:pt x="619627" y="1087354"/>
                  </a:lnTo>
                  <a:lnTo>
                    <a:pt x="618123" y="1094874"/>
                  </a:lnTo>
                  <a:lnTo>
                    <a:pt x="615115" y="1097881"/>
                  </a:lnTo>
                  <a:lnTo>
                    <a:pt x="603083" y="1103898"/>
                  </a:lnTo>
                  <a:lnTo>
                    <a:pt x="602331" y="1106153"/>
                  </a:lnTo>
                  <a:lnTo>
                    <a:pt x="599323" y="1108409"/>
                  </a:lnTo>
                  <a:lnTo>
                    <a:pt x="593307" y="1111417"/>
                  </a:lnTo>
                  <a:lnTo>
                    <a:pt x="588796" y="1109161"/>
                  </a:lnTo>
                  <a:lnTo>
                    <a:pt x="574508" y="1100138"/>
                  </a:lnTo>
                  <a:lnTo>
                    <a:pt x="566236" y="1088858"/>
                  </a:lnTo>
                  <a:lnTo>
                    <a:pt x="563229" y="1086602"/>
                  </a:lnTo>
                  <a:lnTo>
                    <a:pt x="537661" y="1071562"/>
                  </a:lnTo>
                  <a:lnTo>
                    <a:pt x="533150" y="1070811"/>
                  </a:lnTo>
                  <a:lnTo>
                    <a:pt x="530894" y="1071562"/>
                  </a:lnTo>
                  <a:lnTo>
                    <a:pt x="527134" y="1076074"/>
                  </a:lnTo>
                  <a:lnTo>
                    <a:pt x="524878" y="1077578"/>
                  </a:lnTo>
                  <a:lnTo>
                    <a:pt x="504574" y="1084346"/>
                  </a:lnTo>
                  <a:lnTo>
                    <a:pt x="494799" y="1089610"/>
                  </a:lnTo>
                  <a:lnTo>
                    <a:pt x="493295" y="1091866"/>
                  </a:lnTo>
                  <a:lnTo>
                    <a:pt x="489535" y="1096378"/>
                  </a:lnTo>
                  <a:lnTo>
                    <a:pt x="487279" y="1097881"/>
                  </a:lnTo>
                  <a:lnTo>
                    <a:pt x="484271" y="1098634"/>
                  </a:lnTo>
                  <a:lnTo>
                    <a:pt x="479759" y="1098634"/>
                  </a:lnTo>
                  <a:lnTo>
                    <a:pt x="476752" y="1100138"/>
                  </a:lnTo>
                  <a:lnTo>
                    <a:pt x="472240" y="1100889"/>
                  </a:lnTo>
                  <a:lnTo>
                    <a:pt x="462464" y="1100889"/>
                  </a:lnTo>
                  <a:lnTo>
                    <a:pt x="458704" y="1103145"/>
                  </a:lnTo>
                  <a:lnTo>
                    <a:pt x="453440" y="1106153"/>
                  </a:lnTo>
                  <a:lnTo>
                    <a:pt x="448176" y="1106153"/>
                  </a:lnTo>
                  <a:lnTo>
                    <a:pt x="442913" y="1105401"/>
                  </a:lnTo>
                  <a:lnTo>
                    <a:pt x="437649" y="1103145"/>
                  </a:lnTo>
                  <a:lnTo>
                    <a:pt x="432385" y="1102394"/>
                  </a:lnTo>
                  <a:lnTo>
                    <a:pt x="423361" y="1101641"/>
                  </a:lnTo>
                  <a:lnTo>
                    <a:pt x="418097" y="1099385"/>
                  </a:lnTo>
                  <a:lnTo>
                    <a:pt x="415090" y="1095626"/>
                  </a:lnTo>
                  <a:lnTo>
                    <a:pt x="413586" y="1091114"/>
                  </a:lnTo>
                  <a:lnTo>
                    <a:pt x="411330" y="1059531"/>
                  </a:lnTo>
                  <a:lnTo>
                    <a:pt x="408322" y="1049003"/>
                  </a:lnTo>
                  <a:lnTo>
                    <a:pt x="401554" y="1041483"/>
                  </a:lnTo>
                  <a:lnTo>
                    <a:pt x="398546" y="1037723"/>
                  </a:lnTo>
                  <a:lnTo>
                    <a:pt x="397794" y="1031708"/>
                  </a:lnTo>
                  <a:lnTo>
                    <a:pt x="397794" y="1025692"/>
                  </a:lnTo>
                  <a:lnTo>
                    <a:pt x="397042" y="1020428"/>
                  </a:lnTo>
                  <a:lnTo>
                    <a:pt x="396290" y="1014412"/>
                  </a:lnTo>
                  <a:lnTo>
                    <a:pt x="400802" y="1005389"/>
                  </a:lnTo>
                  <a:lnTo>
                    <a:pt x="400802" y="1000125"/>
                  </a:lnTo>
                  <a:lnTo>
                    <a:pt x="399298" y="997117"/>
                  </a:lnTo>
                  <a:lnTo>
                    <a:pt x="394786" y="992605"/>
                  </a:lnTo>
                  <a:lnTo>
                    <a:pt x="393282" y="988845"/>
                  </a:lnTo>
                  <a:lnTo>
                    <a:pt x="394034" y="985838"/>
                  </a:lnTo>
                  <a:lnTo>
                    <a:pt x="397794" y="978318"/>
                  </a:lnTo>
                  <a:lnTo>
                    <a:pt x="397794" y="975310"/>
                  </a:lnTo>
                  <a:lnTo>
                    <a:pt x="394034" y="963278"/>
                  </a:lnTo>
                  <a:lnTo>
                    <a:pt x="394034" y="961774"/>
                  </a:lnTo>
                  <a:lnTo>
                    <a:pt x="389523" y="959518"/>
                  </a:lnTo>
                  <a:lnTo>
                    <a:pt x="388018" y="957263"/>
                  </a:lnTo>
                  <a:lnTo>
                    <a:pt x="388018" y="954255"/>
                  </a:lnTo>
                  <a:lnTo>
                    <a:pt x="388771" y="948239"/>
                  </a:lnTo>
                  <a:lnTo>
                    <a:pt x="388018" y="945231"/>
                  </a:lnTo>
                  <a:lnTo>
                    <a:pt x="385763" y="942975"/>
                  </a:lnTo>
                  <a:lnTo>
                    <a:pt x="382003" y="937711"/>
                  </a:lnTo>
                  <a:lnTo>
                    <a:pt x="382003" y="935455"/>
                  </a:lnTo>
                  <a:lnTo>
                    <a:pt x="382755" y="929440"/>
                  </a:lnTo>
                  <a:lnTo>
                    <a:pt x="382755" y="927184"/>
                  </a:lnTo>
                  <a:lnTo>
                    <a:pt x="378995" y="914400"/>
                  </a:lnTo>
                  <a:lnTo>
                    <a:pt x="378995" y="908384"/>
                  </a:lnTo>
                  <a:lnTo>
                    <a:pt x="381251" y="903120"/>
                  </a:lnTo>
                  <a:lnTo>
                    <a:pt x="383507" y="898608"/>
                  </a:lnTo>
                  <a:lnTo>
                    <a:pt x="385011" y="892593"/>
                  </a:lnTo>
                  <a:lnTo>
                    <a:pt x="385011" y="891089"/>
                  </a:lnTo>
                  <a:lnTo>
                    <a:pt x="384259" y="888833"/>
                  </a:lnTo>
                  <a:lnTo>
                    <a:pt x="383507" y="887329"/>
                  </a:lnTo>
                  <a:lnTo>
                    <a:pt x="383507" y="885825"/>
                  </a:lnTo>
                  <a:lnTo>
                    <a:pt x="384259" y="882817"/>
                  </a:lnTo>
                  <a:lnTo>
                    <a:pt x="385011" y="882065"/>
                  </a:lnTo>
                  <a:lnTo>
                    <a:pt x="384259" y="878305"/>
                  </a:lnTo>
                  <a:lnTo>
                    <a:pt x="383507" y="876801"/>
                  </a:lnTo>
                  <a:lnTo>
                    <a:pt x="381251" y="875297"/>
                  </a:lnTo>
                  <a:lnTo>
                    <a:pt x="378243" y="874546"/>
                  </a:lnTo>
                  <a:lnTo>
                    <a:pt x="372979" y="871537"/>
                  </a:lnTo>
                  <a:lnTo>
                    <a:pt x="369219" y="867026"/>
                  </a:lnTo>
                  <a:lnTo>
                    <a:pt x="366211" y="861762"/>
                  </a:lnTo>
                  <a:lnTo>
                    <a:pt x="365459" y="855746"/>
                  </a:lnTo>
                  <a:lnTo>
                    <a:pt x="364707" y="842210"/>
                  </a:lnTo>
                  <a:lnTo>
                    <a:pt x="363955" y="837699"/>
                  </a:lnTo>
                  <a:lnTo>
                    <a:pt x="362451" y="836195"/>
                  </a:lnTo>
                  <a:lnTo>
                    <a:pt x="355684" y="831683"/>
                  </a:lnTo>
                  <a:lnTo>
                    <a:pt x="348164" y="821155"/>
                  </a:lnTo>
                  <a:lnTo>
                    <a:pt x="346660" y="824915"/>
                  </a:lnTo>
                  <a:lnTo>
                    <a:pt x="346660" y="825667"/>
                  </a:lnTo>
                  <a:lnTo>
                    <a:pt x="343652" y="824163"/>
                  </a:lnTo>
                  <a:lnTo>
                    <a:pt x="333877" y="823411"/>
                  </a:lnTo>
                  <a:lnTo>
                    <a:pt x="331620" y="821907"/>
                  </a:lnTo>
                  <a:lnTo>
                    <a:pt x="329365" y="820403"/>
                  </a:lnTo>
                  <a:lnTo>
                    <a:pt x="327861" y="819651"/>
                  </a:lnTo>
                  <a:lnTo>
                    <a:pt x="325605" y="820403"/>
                  </a:lnTo>
                  <a:lnTo>
                    <a:pt x="323349" y="821155"/>
                  </a:lnTo>
                  <a:lnTo>
                    <a:pt x="297782" y="819651"/>
                  </a:lnTo>
                  <a:lnTo>
                    <a:pt x="294774" y="818899"/>
                  </a:lnTo>
                  <a:lnTo>
                    <a:pt x="292518" y="817395"/>
                  </a:lnTo>
                  <a:lnTo>
                    <a:pt x="288006" y="812884"/>
                  </a:lnTo>
                  <a:lnTo>
                    <a:pt x="278982" y="807620"/>
                  </a:lnTo>
                  <a:lnTo>
                    <a:pt x="274470" y="803108"/>
                  </a:lnTo>
                  <a:lnTo>
                    <a:pt x="271463" y="797844"/>
                  </a:lnTo>
                  <a:lnTo>
                    <a:pt x="266951" y="788069"/>
                  </a:lnTo>
                  <a:lnTo>
                    <a:pt x="265447" y="786565"/>
                  </a:lnTo>
                  <a:lnTo>
                    <a:pt x="263191" y="785812"/>
                  </a:lnTo>
                  <a:lnTo>
                    <a:pt x="252663" y="788069"/>
                  </a:lnTo>
                  <a:lnTo>
                    <a:pt x="249655" y="788820"/>
                  </a:lnTo>
                  <a:lnTo>
                    <a:pt x="248151" y="790324"/>
                  </a:lnTo>
                  <a:lnTo>
                    <a:pt x="246648" y="791828"/>
                  </a:lnTo>
                  <a:lnTo>
                    <a:pt x="244391" y="795588"/>
                  </a:lnTo>
                  <a:lnTo>
                    <a:pt x="244391" y="796340"/>
                  </a:lnTo>
                  <a:lnTo>
                    <a:pt x="243640" y="798596"/>
                  </a:lnTo>
                  <a:lnTo>
                    <a:pt x="242888" y="799348"/>
                  </a:lnTo>
                  <a:lnTo>
                    <a:pt x="241384" y="800100"/>
                  </a:lnTo>
                  <a:lnTo>
                    <a:pt x="241384" y="800852"/>
                  </a:lnTo>
                  <a:lnTo>
                    <a:pt x="238376" y="805364"/>
                  </a:lnTo>
                  <a:lnTo>
                    <a:pt x="236872" y="806868"/>
                  </a:lnTo>
                  <a:lnTo>
                    <a:pt x="232360" y="810628"/>
                  </a:lnTo>
                  <a:lnTo>
                    <a:pt x="230856" y="811380"/>
                  </a:lnTo>
                  <a:lnTo>
                    <a:pt x="229352" y="812131"/>
                  </a:lnTo>
                  <a:lnTo>
                    <a:pt x="227848" y="812884"/>
                  </a:lnTo>
                  <a:lnTo>
                    <a:pt x="230104" y="815891"/>
                  </a:lnTo>
                  <a:lnTo>
                    <a:pt x="229352" y="817395"/>
                  </a:lnTo>
                  <a:lnTo>
                    <a:pt x="226344" y="816643"/>
                  </a:lnTo>
                  <a:lnTo>
                    <a:pt x="221832" y="810628"/>
                  </a:lnTo>
                  <a:lnTo>
                    <a:pt x="218824" y="809124"/>
                  </a:lnTo>
                  <a:lnTo>
                    <a:pt x="218072" y="809876"/>
                  </a:lnTo>
                  <a:lnTo>
                    <a:pt x="217321" y="812884"/>
                  </a:lnTo>
                  <a:lnTo>
                    <a:pt x="216569" y="813635"/>
                  </a:lnTo>
                  <a:lnTo>
                    <a:pt x="214313" y="815139"/>
                  </a:lnTo>
                  <a:lnTo>
                    <a:pt x="214313" y="814388"/>
                  </a:lnTo>
                  <a:lnTo>
                    <a:pt x="214313" y="813635"/>
                  </a:lnTo>
                  <a:lnTo>
                    <a:pt x="212809" y="813635"/>
                  </a:lnTo>
                  <a:lnTo>
                    <a:pt x="208297" y="815139"/>
                  </a:lnTo>
                  <a:lnTo>
                    <a:pt x="206793" y="815139"/>
                  </a:lnTo>
                  <a:lnTo>
                    <a:pt x="204537" y="814388"/>
                  </a:lnTo>
                  <a:lnTo>
                    <a:pt x="204537" y="815139"/>
                  </a:lnTo>
                  <a:lnTo>
                    <a:pt x="203785" y="815891"/>
                  </a:lnTo>
                  <a:lnTo>
                    <a:pt x="203033" y="817395"/>
                  </a:lnTo>
                  <a:lnTo>
                    <a:pt x="199273" y="821155"/>
                  </a:lnTo>
                  <a:lnTo>
                    <a:pt x="197769" y="821907"/>
                  </a:lnTo>
                  <a:lnTo>
                    <a:pt x="194009" y="821155"/>
                  </a:lnTo>
                  <a:lnTo>
                    <a:pt x="194009" y="819651"/>
                  </a:lnTo>
                  <a:lnTo>
                    <a:pt x="192505" y="815139"/>
                  </a:lnTo>
                  <a:lnTo>
                    <a:pt x="190249" y="812884"/>
                  </a:lnTo>
                  <a:lnTo>
                    <a:pt x="188745" y="816643"/>
                  </a:lnTo>
                  <a:lnTo>
                    <a:pt x="187242" y="816643"/>
                  </a:lnTo>
                  <a:lnTo>
                    <a:pt x="184234" y="815139"/>
                  </a:lnTo>
                  <a:lnTo>
                    <a:pt x="182730" y="815139"/>
                  </a:lnTo>
                  <a:lnTo>
                    <a:pt x="181978" y="815891"/>
                  </a:lnTo>
                  <a:lnTo>
                    <a:pt x="181226" y="815139"/>
                  </a:lnTo>
                  <a:lnTo>
                    <a:pt x="181226" y="812131"/>
                  </a:lnTo>
                  <a:lnTo>
                    <a:pt x="179722" y="813635"/>
                  </a:lnTo>
                  <a:lnTo>
                    <a:pt x="178218" y="813635"/>
                  </a:lnTo>
                  <a:lnTo>
                    <a:pt x="174458" y="812131"/>
                  </a:lnTo>
                  <a:lnTo>
                    <a:pt x="171450" y="812131"/>
                  </a:lnTo>
                  <a:lnTo>
                    <a:pt x="166938" y="812131"/>
                  </a:lnTo>
                  <a:lnTo>
                    <a:pt x="164682" y="812131"/>
                  </a:lnTo>
                  <a:lnTo>
                    <a:pt x="163930" y="812884"/>
                  </a:lnTo>
                  <a:lnTo>
                    <a:pt x="163178" y="812884"/>
                  </a:lnTo>
                  <a:lnTo>
                    <a:pt x="162426" y="812884"/>
                  </a:lnTo>
                  <a:lnTo>
                    <a:pt x="159419" y="812131"/>
                  </a:lnTo>
                  <a:lnTo>
                    <a:pt x="158667" y="811380"/>
                  </a:lnTo>
                  <a:lnTo>
                    <a:pt x="158667" y="810628"/>
                  </a:lnTo>
                  <a:lnTo>
                    <a:pt x="157163" y="809876"/>
                  </a:lnTo>
                  <a:lnTo>
                    <a:pt x="152651" y="807620"/>
                  </a:lnTo>
                  <a:lnTo>
                    <a:pt x="150395" y="807620"/>
                  </a:lnTo>
                  <a:lnTo>
                    <a:pt x="148891" y="807620"/>
                  </a:lnTo>
                  <a:lnTo>
                    <a:pt x="148139" y="808372"/>
                  </a:lnTo>
                  <a:lnTo>
                    <a:pt x="147387" y="809124"/>
                  </a:lnTo>
                  <a:lnTo>
                    <a:pt x="145883" y="809124"/>
                  </a:lnTo>
                  <a:lnTo>
                    <a:pt x="144379" y="807620"/>
                  </a:lnTo>
                  <a:lnTo>
                    <a:pt x="144379" y="805364"/>
                  </a:lnTo>
                  <a:lnTo>
                    <a:pt x="143627" y="804612"/>
                  </a:lnTo>
                  <a:lnTo>
                    <a:pt x="141371" y="805364"/>
                  </a:lnTo>
                  <a:lnTo>
                    <a:pt x="137611" y="808372"/>
                  </a:lnTo>
                  <a:lnTo>
                    <a:pt x="134603" y="809124"/>
                  </a:lnTo>
                  <a:lnTo>
                    <a:pt x="127836" y="807620"/>
                  </a:lnTo>
                  <a:lnTo>
                    <a:pt x="125580" y="806868"/>
                  </a:lnTo>
                  <a:lnTo>
                    <a:pt x="125580" y="807620"/>
                  </a:lnTo>
                  <a:lnTo>
                    <a:pt x="124828" y="808372"/>
                  </a:lnTo>
                  <a:lnTo>
                    <a:pt x="124076" y="809124"/>
                  </a:lnTo>
                  <a:lnTo>
                    <a:pt x="122572" y="809124"/>
                  </a:lnTo>
                  <a:lnTo>
                    <a:pt x="120316" y="808372"/>
                  </a:lnTo>
                  <a:lnTo>
                    <a:pt x="118812" y="807620"/>
                  </a:lnTo>
                  <a:lnTo>
                    <a:pt x="118812" y="809124"/>
                  </a:lnTo>
                  <a:lnTo>
                    <a:pt x="117308" y="809124"/>
                  </a:lnTo>
                  <a:lnTo>
                    <a:pt x="112796" y="805364"/>
                  </a:lnTo>
                  <a:lnTo>
                    <a:pt x="110540" y="804612"/>
                  </a:lnTo>
                  <a:lnTo>
                    <a:pt x="109036" y="804612"/>
                  </a:lnTo>
                  <a:lnTo>
                    <a:pt x="105276" y="803108"/>
                  </a:lnTo>
                  <a:lnTo>
                    <a:pt x="104525" y="803108"/>
                  </a:lnTo>
                  <a:lnTo>
                    <a:pt x="98509" y="804612"/>
                  </a:lnTo>
                  <a:lnTo>
                    <a:pt x="94749" y="802356"/>
                  </a:lnTo>
                  <a:lnTo>
                    <a:pt x="93997" y="802356"/>
                  </a:lnTo>
                  <a:lnTo>
                    <a:pt x="91741" y="801604"/>
                  </a:lnTo>
                  <a:lnTo>
                    <a:pt x="90989" y="802356"/>
                  </a:lnTo>
                  <a:lnTo>
                    <a:pt x="90237" y="802356"/>
                  </a:lnTo>
                  <a:lnTo>
                    <a:pt x="89485" y="803108"/>
                  </a:lnTo>
                  <a:lnTo>
                    <a:pt x="85725" y="803860"/>
                  </a:lnTo>
                  <a:lnTo>
                    <a:pt x="82717" y="803108"/>
                  </a:lnTo>
                  <a:lnTo>
                    <a:pt x="81213" y="800852"/>
                  </a:lnTo>
                  <a:lnTo>
                    <a:pt x="78957" y="797844"/>
                  </a:lnTo>
                  <a:lnTo>
                    <a:pt x="76701" y="791076"/>
                  </a:lnTo>
                  <a:lnTo>
                    <a:pt x="75197" y="790324"/>
                  </a:lnTo>
                  <a:lnTo>
                    <a:pt x="74446" y="790324"/>
                  </a:lnTo>
                  <a:lnTo>
                    <a:pt x="72942" y="791076"/>
                  </a:lnTo>
                  <a:lnTo>
                    <a:pt x="71438" y="791828"/>
                  </a:lnTo>
                  <a:lnTo>
                    <a:pt x="68430" y="791828"/>
                  </a:lnTo>
                  <a:lnTo>
                    <a:pt x="66174" y="791076"/>
                  </a:lnTo>
                  <a:lnTo>
                    <a:pt x="64670" y="791076"/>
                  </a:lnTo>
                  <a:lnTo>
                    <a:pt x="61662" y="791828"/>
                  </a:lnTo>
                  <a:lnTo>
                    <a:pt x="60910" y="791828"/>
                  </a:lnTo>
                  <a:lnTo>
                    <a:pt x="59406" y="791828"/>
                  </a:lnTo>
                  <a:lnTo>
                    <a:pt x="58654" y="791828"/>
                  </a:lnTo>
                  <a:lnTo>
                    <a:pt x="57902" y="793332"/>
                  </a:lnTo>
                  <a:lnTo>
                    <a:pt x="57902" y="794084"/>
                  </a:lnTo>
                  <a:lnTo>
                    <a:pt x="58654" y="794084"/>
                  </a:lnTo>
                  <a:lnTo>
                    <a:pt x="56398" y="794836"/>
                  </a:lnTo>
                  <a:lnTo>
                    <a:pt x="55646" y="795588"/>
                  </a:lnTo>
                  <a:lnTo>
                    <a:pt x="54142" y="794836"/>
                  </a:lnTo>
                  <a:lnTo>
                    <a:pt x="52638" y="794836"/>
                  </a:lnTo>
                  <a:lnTo>
                    <a:pt x="49630" y="797092"/>
                  </a:lnTo>
                  <a:lnTo>
                    <a:pt x="48127" y="797092"/>
                  </a:lnTo>
                  <a:lnTo>
                    <a:pt x="47374" y="797092"/>
                  </a:lnTo>
                  <a:lnTo>
                    <a:pt x="45118" y="794836"/>
                  </a:lnTo>
                  <a:lnTo>
                    <a:pt x="43615" y="794084"/>
                  </a:lnTo>
                  <a:lnTo>
                    <a:pt x="42863" y="794084"/>
                  </a:lnTo>
                  <a:lnTo>
                    <a:pt x="40607" y="794836"/>
                  </a:lnTo>
                  <a:lnTo>
                    <a:pt x="38351" y="794836"/>
                  </a:lnTo>
                  <a:lnTo>
                    <a:pt x="33839" y="793332"/>
                  </a:lnTo>
                  <a:lnTo>
                    <a:pt x="31583" y="791076"/>
                  </a:lnTo>
                  <a:lnTo>
                    <a:pt x="30079" y="788820"/>
                  </a:lnTo>
                  <a:lnTo>
                    <a:pt x="28575" y="787316"/>
                  </a:lnTo>
                  <a:lnTo>
                    <a:pt x="26319" y="785812"/>
                  </a:lnTo>
                  <a:lnTo>
                    <a:pt x="26319" y="784309"/>
                  </a:lnTo>
                  <a:lnTo>
                    <a:pt x="26319" y="782052"/>
                  </a:lnTo>
                  <a:lnTo>
                    <a:pt x="26319" y="779797"/>
                  </a:lnTo>
                  <a:lnTo>
                    <a:pt x="30079" y="770021"/>
                  </a:lnTo>
                  <a:lnTo>
                    <a:pt x="30079" y="768517"/>
                  </a:lnTo>
                  <a:lnTo>
                    <a:pt x="31583" y="767013"/>
                  </a:lnTo>
                  <a:lnTo>
                    <a:pt x="35343" y="760245"/>
                  </a:lnTo>
                  <a:lnTo>
                    <a:pt x="35343" y="758741"/>
                  </a:lnTo>
                  <a:lnTo>
                    <a:pt x="34591" y="754982"/>
                  </a:lnTo>
                  <a:lnTo>
                    <a:pt x="32335" y="751973"/>
                  </a:lnTo>
                  <a:lnTo>
                    <a:pt x="30831" y="749718"/>
                  </a:lnTo>
                  <a:lnTo>
                    <a:pt x="32335" y="746710"/>
                  </a:lnTo>
                  <a:lnTo>
                    <a:pt x="33839" y="742950"/>
                  </a:lnTo>
                  <a:lnTo>
                    <a:pt x="34591" y="739942"/>
                  </a:lnTo>
                  <a:lnTo>
                    <a:pt x="33839" y="736934"/>
                  </a:lnTo>
                  <a:lnTo>
                    <a:pt x="33839" y="733926"/>
                  </a:lnTo>
                  <a:lnTo>
                    <a:pt x="39855" y="723399"/>
                  </a:lnTo>
                  <a:lnTo>
                    <a:pt x="39103" y="721895"/>
                  </a:lnTo>
                  <a:lnTo>
                    <a:pt x="37599" y="720391"/>
                  </a:lnTo>
                  <a:lnTo>
                    <a:pt x="36095" y="718135"/>
                  </a:lnTo>
                  <a:lnTo>
                    <a:pt x="34591" y="715127"/>
                  </a:lnTo>
                  <a:lnTo>
                    <a:pt x="33839" y="712871"/>
                  </a:lnTo>
                  <a:lnTo>
                    <a:pt x="34591" y="709863"/>
                  </a:lnTo>
                  <a:lnTo>
                    <a:pt x="36847" y="706103"/>
                  </a:lnTo>
                  <a:lnTo>
                    <a:pt x="37599" y="703095"/>
                  </a:lnTo>
                  <a:lnTo>
                    <a:pt x="36095" y="701592"/>
                  </a:lnTo>
                  <a:lnTo>
                    <a:pt x="33839" y="700088"/>
                  </a:lnTo>
                  <a:lnTo>
                    <a:pt x="32335" y="697079"/>
                  </a:lnTo>
                  <a:lnTo>
                    <a:pt x="32335" y="694072"/>
                  </a:lnTo>
                  <a:lnTo>
                    <a:pt x="32335" y="690312"/>
                  </a:lnTo>
                  <a:lnTo>
                    <a:pt x="35343" y="685048"/>
                  </a:lnTo>
                  <a:lnTo>
                    <a:pt x="45118" y="669256"/>
                  </a:lnTo>
                  <a:lnTo>
                    <a:pt x="46622" y="664745"/>
                  </a:lnTo>
                  <a:lnTo>
                    <a:pt x="44367" y="663241"/>
                  </a:lnTo>
                  <a:lnTo>
                    <a:pt x="42111" y="662489"/>
                  </a:lnTo>
                  <a:lnTo>
                    <a:pt x="40607" y="660985"/>
                  </a:lnTo>
                  <a:lnTo>
                    <a:pt x="40607" y="660233"/>
                  </a:lnTo>
                  <a:lnTo>
                    <a:pt x="39855" y="659481"/>
                  </a:lnTo>
                  <a:lnTo>
                    <a:pt x="39103" y="657977"/>
                  </a:lnTo>
                  <a:lnTo>
                    <a:pt x="39103" y="655721"/>
                  </a:lnTo>
                  <a:lnTo>
                    <a:pt x="39855" y="654217"/>
                  </a:lnTo>
                  <a:lnTo>
                    <a:pt x="44367" y="651209"/>
                  </a:lnTo>
                  <a:lnTo>
                    <a:pt x="47374" y="645945"/>
                  </a:lnTo>
                  <a:lnTo>
                    <a:pt x="49630" y="639177"/>
                  </a:lnTo>
                  <a:lnTo>
                    <a:pt x="50382" y="631658"/>
                  </a:lnTo>
                  <a:lnTo>
                    <a:pt x="48878" y="624890"/>
                  </a:lnTo>
                  <a:lnTo>
                    <a:pt x="46622" y="619626"/>
                  </a:lnTo>
                  <a:lnTo>
                    <a:pt x="46622" y="617370"/>
                  </a:lnTo>
                  <a:lnTo>
                    <a:pt x="51134" y="610603"/>
                  </a:lnTo>
                  <a:lnTo>
                    <a:pt x="52638" y="606843"/>
                  </a:lnTo>
                  <a:lnTo>
                    <a:pt x="51886" y="603835"/>
                  </a:lnTo>
                  <a:lnTo>
                    <a:pt x="48878" y="601579"/>
                  </a:lnTo>
                  <a:lnTo>
                    <a:pt x="48878" y="603835"/>
                  </a:lnTo>
                  <a:lnTo>
                    <a:pt x="47374" y="603835"/>
                  </a:lnTo>
                  <a:lnTo>
                    <a:pt x="44367" y="600075"/>
                  </a:lnTo>
                  <a:lnTo>
                    <a:pt x="40607" y="597067"/>
                  </a:lnTo>
                  <a:lnTo>
                    <a:pt x="39855" y="597067"/>
                  </a:lnTo>
                  <a:lnTo>
                    <a:pt x="39103" y="597067"/>
                  </a:lnTo>
                  <a:lnTo>
                    <a:pt x="38351" y="596315"/>
                  </a:lnTo>
                  <a:lnTo>
                    <a:pt x="37599" y="595563"/>
                  </a:lnTo>
                  <a:lnTo>
                    <a:pt x="36847" y="594059"/>
                  </a:lnTo>
                  <a:lnTo>
                    <a:pt x="38351" y="591803"/>
                  </a:lnTo>
                  <a:lnTo>
                    <a:pt x="44367" y="588796"/>
                  </a:lnTo>
                  <a:lnTo>
                    <a:pt x="45870" y="586539"/>
                  </a:lnTo>
                  <a:lnTo>
                    <a:pt x="45870" y="583532"/>
                  </a:lnTo>
                  <a:lnTo>
                    <a:pt x="44367" y="581276"/>
                  </a:lnTo>
                  <a:lnTo>
                    <a:pt x="41359" y="579772"/>
                  </a:lnTo>
                  <a:lnTo>
                    <a:pt x="38351" y="579020"/>
                  </a:lnTo>
                  <a:lnTo>
                    <a:pt x="34591" y="579020"/>
                  </a:lnTo>
                  <a:lnTo>
                    <a:pt x="33087" y="577516"/>
                  </a:lnTo>
                  <a:lnTo>
                    <a:pt x="34591" y="576012"/>
                  </a:lnTo>
                  <a:lnTo>
                    <a:pt x="36847" y="574508"/>
                  </a:lnTo>
                  <a:lnTo>
                    <a:pt x="38351" y="573004"/>
                  </a:lnTo>
                  <a:lnTo>
                    <a:pt x="39855" y="571500"/>
                  </a:lnTo>
                  <a:lnTo>
                    <a:pt x="42863" y="570748"/>
                  </a:lnTo>
                  <a:lnTo>
                    <a:pt x="45118" y="569996"/>
                  </a:lnTo>
                  <a:lnTo>
                    <a:pt x="45870" y="569244"/>
                  </a:lnTo>
                  <a:lnTo>
                    <a:pt x="45870" y="567740"/>
                  </a:lnTo>
                  <a:lnTo>
                    <a:pt x="44367" y="566236"/>
                  </a:lnTo>
                  <a:lnTo>
                    <a:pt x="42111" y="564732"/>
                  </a:lnTo>
                  <a:lnTo>
                    <a:pt x="40607" y="563980"/>
                  </a:lnTo>
                  <a:lnTo>
                    <a:pt x="40607" y="562476"/>
                  </a:lnTo>
                  <a:lnTo>
                    <a:pt x="39855" y="560220"/>
                  </a:lnTo>
                  <a:lnTo>
                    <a:pt x="39103" y="559468"/>
                  </a:lnTo>
                  <a:lnTo>
                    <a:pt x="36847" y="557964"/>
                  </a:lnTo>
                  <a:lnTo>
                    <a:pt x="34591" y="557213"/>
                  </a:lnTo>
                  <a:lnTo>
                    <a:pt x="32335" y="558717"/>
                  </a:lnTo>
                  <a:lnTo>
                    <a:pt x="30831" y="563980"/>
                  </a:lnTo>
                  <a:lnTo>
                    <a:pt x="30079" y="564732"/>
                  </a:lnTo>
                  <a:lnTo>
                    <a:pt x="28575" y="563228"/>
                  </a:lnTo>
                  <a:lnTo>
                    <a:pt x="27071" y="561724"/>
                  </a:lnTo>
                  <a:lnTo>
                    <a:pt x="27071" y="559468"/>
                  </a:lnTo>
                  <a:lnTo>
                    <a:pt x="28575" y="556460"/>
                  </a:lnTo>
                  <a:lnTo>
                    <a:pt x="28575" y="554957"/>
                  </a:lnTo>
                  <a:lnTo>
                    <a:pt x="27823" y="552700"/>
                  </a:lnTo>
                  <a:lnTo>
                    <a:pt x="25567" y="549693"/>
                  </a:lnTo>
                  <a:lnTo>
                    <a:pt x="25567" y="547437"/>
                  </a:lnTo>
                  <a:lnTo>
                    <a:pt x="25567" y="543677"/>
                  </a:lnTo>
                  <a:lnTo>
                    <a:pt x="25567" y="542173"/>
                  </a:lnTo>
                  <a:lnTo>
                    <a:pt x="24063" y="538413"/>
                  </a:lnTo>
                  <a:lnTo>
                    <a:pt x="23311" y="534653"/>
                  </a:lnTo>
                  <a:lnTo>
                    <a:pt x="22559" y="530141"/>
                  </a:lnTo>
                  <a:lnTo>
                    <a:pt x="23311" y="527134"/>
                  </a:lnTo>
                  <a:lnTo>
                    <a:pt x="25567" y="522621"/>
                  </a:lnTo>
                  <a:lnTo>
                    <a:pt x="26319" y="519614"/>
                  </a:lnTo>
                  <a:lnTo>
                    <a:pt x="24063" y="518110"/>
                  </a:lnTo>
                  <a:lnTo>
                    <a:pt x="21055" y="517358"/>
                  </a:lnTo>
                  <a:lnTo>
                    <a:pt x="17296" y="515854"/>
                  </a:lnTo>
                  <a:lnTo>
                    <a:pt x="14288" y="512846"/>
                  </a:lnTo>
                  <a:lnTo>
                    <a:pt x="12032" y="510590"/>
                  </a:lnTo>
                  <a:lnTo>
                    <a:pt x="10528" y="507582"/>
                  </a:lnTo>
                  <a:lnTo>
                    <a:pt x="9776" y="503822"/>
                  </a:lnTo>
                  <a:lnTo>
                    <a:pt x="9024" y="499310"/>
                  </a:lnTo>
                  <a:lnTo>
                    <a:pt x="10528" y="494799"/>
                  </a:lnTo>
                  <a:lnTo>
                    <a:pt x="9776" y="493295"/>
                  </a:lnTo>
                  <a:lnTo>
                    <a:pt x="9024" y="492543"/>
                  </a:lnTo>
                  <a:lnTo>
                    <a:pt x="7520" y="491791"/>
                  </a:lnTo>
                  <a:lnTo>
                    <a:pt x="6016" y="491791"/>
                  </a:lnTo>
                  <a:lnTo>
                    <a:pt x="5264" y="492543"/>
                  </a:lnTo>
                  <a:lnTo>
                    <a:pt x="4512" y="493295"/>
                  </a:lnTo>
                  <a:lnTo>
                    <a:pt x="3760" y="494047"/>
                  </a:lnTo>
                  <a:lnTo>
                    <a:pt x="752" y="491791"/>
                  </a:lnTo>
                  <a:lnTo>
                    <a:pt x="0" y="488783"/>
                  </a:lnTo>
                  <a:lnTo>
                    <a:pt x="752" y="485775"/>
                  </a:lnTo>
                  <a:lnTo>
                    <a:pt x="6768" y="484271"/>
                  </a:lnTo>
                  <a:lnTo>
                    <a:pt x="6016" y="482767"/>
                  </a:lnTo>
                  <a:lnTo>
                    <a:pt x="4512" y="480511"/>
                  </a:lnTo>
                  <a:lnTo>
                    <a:pt x="3760" y="479759"/>
                  </a:lnTo>
                  <a:lnTo>
                    <a:pt x="2256" y="479007"/>
                  </a:lnTo>
                  <a:lnTo>
                    <a:pt x="1504" y="479007"/>
                  </a:lnTo>
                  <a:lnTo>
                    <a:pt x="752" y="479007"/>
                  </a:lnTo>
                  <a:lnTo>
                    <a:pt x="0" y="475999"/>
                  </a:lnTo>
                  <a:lnTo>
                    <a:pt x="6768" y="473743"/>
                  </a:lnTo>
                  <a:lnTo>
                    <a:pt x="9024" y="472991"/>
                  </a:lnTo>
                  <a:lnTo>
                    <a:pt x="9776" y="471487"/>
                  </a:lnTo>
                  <a:lnTo>
                    <a:pt x="11280" y="469232"/>
                  </a:lnTo>
                  <a:lnTo>
                    <a:pt x="12032" y="468480"/>
                  </a:lnTo>
                  <a:lnTo>
                    <a:pt x="16544" y="466976"/>
                  </a:lnTo>
                  <a:lnTo>
                    <a:pt x="21055" y="460208"/>
                  </a:lnTo>
                  <a:lnTo>
                    <a:pt x="24815" y="458704"/>
                  </a:lnTo>
                  <a:lnTo>
                    <a:pt x="26319" y="457952"/>
                  </a:lnTo>
                  <a:lnTo>
                    <a:pt x="27823" y="457200"/>
                  </a:lnTo>
                  <a:lnTo>
                    <a:pt x="29327" y="455696"/>
                  </a:lnTo>
                  <a:lnTo>
                    <a:pt x="29327" y="454192"/>
                  </a:lnTo>
                  <a:lnTo>
                    <a:pt x="30831" y="453440"/>
                  </a:lnTo>
                  <a:lnTo>
                    <a:pt x="33087" y="454192"/>
                  </a:lnTo>
                  <a:lnTo>
                    <a:pt x="36847" y="454944"/>
                  </a:lnTo>
                  <a:lnTo>
                    <a:pt x="39855" y="453440"/>
                  </a:lnTo>
                  <a:lnTo>
                    <a:pt x="42111" y="451184"/>
                  </a:lnTo>
                  <a:lnTo>
                    <a:pt x="44367" y="448176"/>
                  </a:lnTo>
                  <a:lnTo>
                    <a:pt x="45870" y="446672"/>
                  </a:lnTo>
                  <a:lnTo>
                    <a:pt x="30079" y="432385"/>
                  </a:lnTo>
                  <a:lnTo>
                    <a:pt x="18048" y="421105"/>
                  </a:lnTo>
                  <a:lnTo>
                    <a:pt x="6768" y="410578"/>
                  </a:lnTo>
                  <a:lnTo>
                    <a:pt x="5264" y="406066"/>
                  </a:lnTo>
                  <a:lnTo>
                    <a:pt x="10528" y="394786"/>
                  </a:lnTo>
                  <a:lnTo>
                    <a:pt x="12784" y="391026"/>
                  </a:lnTo>
                  <a:lnTo>
                    <a:pt x="16544" y="382003"/>
                  </a:lnTo>
                  <a:lnTo>
                    <a:pt x="21055" y="372979"/>
                  </a:lnTo>
                  <a:lnTo>
                    <a:pt x="22559" y="369219"/>
                  </a:lnTo>
                  <a:lnTo>
                    <a:pt x="27071" y="359444"/>
                  </a:lnTo>
                  <a:lnTo>
                    <a:pt x="37599" y="337636"/>
                  </a:lnTo>
                  <a:lnTo>
                    <a:pt x="48127" y="315829"/>
                  </a:lnTo>
                  <a:lnTo>
                    <a:pt x="52638" y="306053"/>
                  </a:lnTo>
                  <a:lnTo>
                    <a:pt x="56398" y="298533"/>
                  </a:lnTo>
                  <a:lnTo>
                    <a:pt x="58654" y="297029"/>
                  </a:lnTo>
                  <a:lnTo>
                    <a:pt x="67678" y="296278"/>
                  </a:lnTo>
                  <a:lnTo>
                    <a:pt x="66174" y="288758"/>
                  </a:lnTo>
                  <a:lnTo>
                    <a:pt x="65422" y="279734"/>
                  </a:lnTo>
                  <a:lnTo>
                    <a:pt x="64670" y="276726"/>
                  </a:lnTo>
                  <a:lnTo>
                    <a:pt x="63166" y="275222"/>
                  </a:lnTo>
                  <a:lnTo>
                    <a:pt x="57150" y="274470"/>
                  </a:lnTo>
                  <a:lnTo>
                    <a:pt x="59406" y="269207"/>
                  </a:lnTo>
                  <a:lnTo>
                    <a:pt x="66174" y="245895"/>
                  </a:lnTo>
                  <a:lnTo>
                    <a:pt x="73694" y="223336"/>
                  </a:lnTo>
                  <a:lnTo>
                    <a:pt x="80461" y="200777"/>
                  </a:lnTo>
                  <a:lnTo>
                    <a:pt x="87229" y="178218"/>
                  </a:lnTo>
                  <a:lnTo>
                    <a:pt x="90237" y="169946"/>
                  </a:lnTo>
                  <a:lnTo>
                    <a:pt x="91741" y="168442"/>
                  </a:lnTo>
                  <a:lnTo>
                    <a:pt x="94749" y="167690"/>
                  </a:lnTo>
                  <a:lnTo>
                    <a:pt x="105276" y="167690"/>
                  </a:lnTo>
                  <a:lnTo>
                    <a:pt x="105276" y="163930"/>
                  </a:lnTo>
                  <a:lnTo>
                    <a:pt x="103773" y="162426"/>
                  </a:lnTo>
                  <a:lnTo>
                    <a:pt x="101516" y="161674"/>
                  </a:lnTo>
                  <a:lnTo>
                    <a:pt x="98509" y="161674"/>
                  </a:lnTo>
                  <a:lnTo>
                    <a:pt x="92493" y="158667"/>
                  </a:lnTo>
                  <a:lnTo>
                    <a:pt x="87229" y="148891"/>
                  </a:lnTo>
                  <a:lnTo>
                    <a:pt x="79709" y="129339"/>
                  </a:lnTo>
                  <a:lnTo>
                    <a:pt x="65422" y="104524"/>
                  </a:lnTo>
                  <a:lnTo>
                    <a:pt x="69934" y="104524"/>
                  </a:lnTo>
                  <a:lnTo>
                    <a:pt x="70686" y="101516"/>
                  </a:lnTo>
                  <a:lnTo>
                    <a:pt x="68430" y="97756"/>
                  </a:lnTo>
                  <a:lnTo>
                    <a:pt x="65422" y="93997"/>
                  </a:lnTo>
                  <a:lnTo>
                    <a:pt x="64670" y="92493"/>
                  </a:lnTo>
                  <a:lnTo>
                    <a:pt x="66174" y="87229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7" name="Forma Livre: Forma 216">
              <a:extLst>
                <a:ext uri="{FF2B5EF4-FFF2-40B4-BE49-F238E27FC236}">
                  <a16:creationId xmlns:a16="http://schemas.microsoft.com/office/drawing/2014/main" id="{218A2BD6-13F7-E548-124A-490A65747F27}"/>
                </a:ext>
              </a:extLst>
            </p:cNvPr>
            <p:cNvSpPr/>
            <p:nvPr/>
          </p:nvSpPr>
          <p:spPr>
            <a:xfrm>
              <a:off x="6794884" y="5712744"/>
              <a:ext cx="996365" cy="697079"/>
            </a:xfrm>
            <a:custGeom>
              <a:avLst/>
              <a:gdLst>
                <a:gd name="csX0" fmla="*/ 55646 w 996365"/>
                <a:gd name="csY0" fmla="*/ 251911 h 697079"/>
                <a:gd name="csX1" fmla="*/ 61662 w 996365"/>
                <a:gd name="csY1" fmla="*/ 248903 h 697079"/>
                <a:gd name="csX2" fmla="*/ 64670 w 996365"/>
                <a:gd name="csY2" fmla="*/ 246647 h 697079"/>
                <a:gd name="csX3" fmla="*/ 65422 w 996365"/>
                <a:gd name="csY3" fmla="*/ 244391 h 697079"/>
                <a:gd name="csX4" fmla="*/ 77453 w 996365"/>
                <a:gd name="csY4" fmla="*/ 238375 h 697079"/>
                <a:gd name="csX5" fmla="*/ 80461 w 996365"/>
                <a:gd name="csY5" fmla="*/ 235368 h 697079"/>
                <a:gd name="csX6" fmla="*/ 81965 w 996365"/>
                <a:gd name="csY6" fmla="*/ 227848 h 697079"/>
                <a:gd name="csX7" fmla="*/ 81965 w 996365"/>
                <a:gd name="csY7" fmla="*/ 212808 h 697079"/>
                <a:gd name="csX8" fmla="*/ 83469 w 996365"/>
                <a:gd name="csY8" fmla="*/ 206041 h 697079"/>
                <a:gd name="csX9" fmla="*/ 88733 w 996365"/>
                <a:gd name="csY9" fmla="*/ 193257 h 697079"/>
                <a:gd name="csX10" fmla="*/ 89485 w 996365"/>
                <a:gd name="csY10" fmla="*/ 183481 h 697079"/>
                <a:gd name="csX11" fmla="*/ 97005 w 996365"/>
                <a:gd name="csY11" fmla="*/ 158666 h 697079"/>
                <a:gd name="csX12" fmla="*/ 97005 w 996365"/>
                <a:gd name="csY12" fmla="*/ 152651 h 697079"/>
                <a:gd name="csX13" fmla="*/ 97005 w 996365"/>
                <a:gd name="csY13" fmla="*/ 151147 h 697079"/>
                <a:gd name="csX14" fmla="*/ 100765 w 996365"/>
                <a:gd name="csY14" fmla="*/ 148138 h 697079"/>
                <a:gd name="csX15" fmla="*/ 113548 w 996365"/>
                <a:gd name="csY15" fmla="*/ 142875 h 697079"/>
                <a:gd name="csX16" fmla="*/ 130092 w 996365"/>
                <a:gd name="csY16" fmla="*/ 132347 h 697079"/>
                <a:gd name="csX17" fmla="*/ 133851 w 996365"/>
                <a:gd name="csY17" fmla="*/ 127083 h 697079"/>
                <a:gd name="csX18" fmla="*/ 136859 w 996365"/>
                <a:gd name="csY18" fmla="*/ 121068 h 697079"/>
                <a:gd name="csX19" fmla="*/ 141371 w 996365"/>
                <a:gd name="csY19" fmla="*/ 108284 h 697079"/>
                <a:gd name="csX20" fmla="*/ 144379 w 996365"/>
                <a:gd name="csY20" fmla="*/ 102268 h 697079"/>
                <a:gd name="csX21" fmla="*/ 146635 w 996365"/>
                <a:gd name="csY21" fmla="*/ 95500 h 697079"/>
                <a:gd name="csX22" fmla="*/ 148139 w 996365"/>
                <a:gd name="csY22" fmla="*/ 81213 h 697079"/>
                <a:gd name="csX23" fmla="*/ 149643 w 996365"/>
                <a:gd name="csY23" fmla="*/ 75197 h 697079"/>
                <a:gd name="csX24" fmla="*/ 153403 w 996365"/>
                <a:gd name="csY24" fmla="*/ 65421 h 697079"/>
                <a:gd name="csX25" fmla="*/ 155659 w 996365"/>
                <a:gd name="csY25" fmla="*/ 62414 h 697079"/>
                <a:gd name="csX26" fmla="*/ 160171 w 996365"/>
                <a:gd name="csY26" fmla="*/ 57150 h 697079"/>
                <a:gd name="csX27" fmla="*/ 171450 w 996365"/>
                <a:gd name="csY27" fmla="*/ 50382 h 697079"/>
                <a:gd name="csX28" fmla="*/ 218824 w 996365"/>
                <a:gd name="csY28" fmla="*/ 29327 h 697079"/>
                <a:gd name="csX29" fmla="*/ 221080 w 996365"/>
                <a:gd name="csY29" fmla="*/ 28575 h 697079"/>
                <a:gd name="csX30" fmla="*/ 226344 w 996365"/>
                <a:gd name="csY30" fmla="*/ 27071 h 697079"/>
                <a:gd name="csX31" fmla="*/ 227848 w 996365"/>
                <a:gd name="csY31" fmla="*/ 25567 h 697079"/>
                <a:gd name="csX32" fmla="*/ 235368 w 996365"/>
                <a:gd name="csY32" fmla="*/ 18047 h 697079"/>
                <a:gd name="csX33" fmla="*/ 242888 w 996365"/>
                <a:gd name="csY33" fmla="*/ 12783 h 697079"/>
                <a:gd name="csX34" fmla="*/ 245143 w 996365"/>
                <a:gd name="csY34" fmla="*/ 11280 h 697079"/>
                <a:gd name="csX35" fmla="*/ 248903 w 996365"/>
                <a:gd name="csY35" fmla="*/ 9023 h 697079"/>
                <a:gd name="csX36" fmla="*/ 251911 w 996365"/>
                <a:gd name="csY36" fmla="*/ 7520 h 697079"/>
                <a:gd name="csX37" fmla="*/ 260183 w 996365"/>
                <a:gd name="csY37" fmla="*/ 7520 h 697079"/>
                <a:gd name="csX38" fmla="*/ 262439 w 996365"/>
                <a:gd name="csY38" fmla="*/ 8272 h 697079"/>
                <a:gd name="csX39" fmla="*/ 266199 w 996365"/>
                <a:gd name="csY39" fmla="*/ 10527 h 697079"/>
                <a:gd name="csX40" fmla="*/ 268455 w 996365"/>
                <a:gd name="csY40" fmla="*/ 11280 h 697079"/>
                <a:gd name="csX41" fmla="*/ 275222 w 996365"/>
                <a:gd name="csY41" fmla="*/ 10527 h 697079"/>
                <a:gd name="csX42" fmla="*/ 290262 w 996365"/>
                <a:gd name="csY42" fmla="*/ 13535 h 697079"/>
                <a:gd name="csX43" fmla="*/ 294022 w 996365"/>
                <a:gd name="csY43" fmla="*/ 12783 h 697079"/>
                <a:gd name="csX44" fmla="*/ 302294 w 996365"/>
                <a:gd name="csY44" fmla="*/ 7520 h 697079"/>
                <a:gd name="csX45" fmla="*/ 307557 w 996365"/>
                <a:gd name="csY45" fmla="*/ 8272 h 697079"/>
                <a:gd name="csX46" fmla="*/ 312069 w 996365"/>
                <a:gd name="csY46" fmla="*/ 12031 h 697079"/>
                <a:gd name="csX47" fmla="*/ 316581 w 996365"/>
                <a:gd name="csY47" fmla="*/ 15039 h 697079"/>
                <a:gd name="csX48" fmla="*/ 322597 w 996365"/>
                <a:gd name="csY48" fmla="*/ 14287 h 697079"/>
                <a:gd name="csX49" fmla="*/ 325605 w 996365"/>
                <a:gd name="csY49" fmla="*/ 13535 h 697079"/>
                <a:gd name="csX50" fmla="*/ 327861 w 996365"/>
                <a:gd name="csY50" fmla="*/ 12783 h 697079"/>
                <a:gd name="csX51" fmla="*/ 333877 w 996365"/>
                <a:gd name="csY51" fmla="*/ 13535 h 697079"/>
                <a:gd name="csX52" fmla="*/ 337636 w 996365"/>
                <a:gd name="csY52" fmla="*/ 13535 h 697079"/>
                <a:gd name="csX53" fmla="*/ 344404 w 996365"/>
                <a:gd name="csY53" fmla="*/ 15791 h 697079"/>
                <a:gd name="csX54" fmla="*/ 348164 w 996365"/>
                <a:gd name="csY54" fmla="*/ 15791 h 697079"/>
                <a:gd name="csX55" fmla="*/ 351924 w 996365"/>
                <a:gd name="csY55" fmla="*/ 12783 h 697079"/>
                <a:gd name="csX56" fmla="*/ 353428 w 996365"/>
                <a:gd name="csY56" fmla="*/ 12031 h 697079"/>
                <a:gd name="csX57" fmla="*/ 355684 w 996365"/>
                <a:gd name="csY57" fmla="*/ 12783 h 697079"/>
                <a:gd name="csX58" fmla="*/ 357188 w 996365"/>
                <a:gd name="csY58" fmla="*/ 13535 h 697079"/>
                <a:gd name="csX59" fmla="*/ 357940 w 996365"/>
                <a:gd name="csY59" fmla="*/ 14287 h 697079"/>
                <a:gd name="csX60" fmla="*/ 358692 w 996365"/>
                <a:gd name="csY60" fmla="*/ 14287 h 697079"/>
                <a:gd name="csX61" fmla="*/ 360196 w 996365"/>
                <a:gd name="csY61" fmla="*/ 15791 h 697079"/>
                <a:gd name="csX62" fmla="*/ 360947 w 996365"/>
                <a:gd name="csY62" fmla="*/ 18047 h 697079"/>
                <a:gd name="csX63" fmla="*/ 362451 w 996365"/>
                <a:gd name="csY63" fmla="*/ 19551 h 697079"/>
                <a:gd name="csX64" fmla="*/ 366211 w 996365"/>
                <a:gd name="csY64" fmla="*/ 18799 h 697079"/>
                <a:gd name="csX65" fmla="*/ 369219 w 996365"/>
                <a:gd name="csY65" fmla="*/ 16543 h 697079"/>
                <a:gd name="csX66" fmla="*/ 370723 w 996365"/>
                <a:gd name="csY66" fmla="*/ 13535 h 697079"/>
                <a:gd name="csX67" fmla="*/ 372227 w 996365"/>
                <a:gd name="csY67" fmla="*/ 9023 h 697079"/>
                <a:gd name="csX68" fmla="*/ 372979 w 996365"/>
                <a:gd name="csY68" fmla="*/ 6016 h 697079"/>
                <a:gd name="csX69" fmla="*/ 374483 w 996365"/>
                <a:gd name="csY69" fmla="*/ 3008 h 697079"/>
                <a:gd name="csX70" fmla="*/ 377491 w 996365"/>
                <a:gd name="csY70" fmla="*/ 752 h 697079"/>
                <a:gd name="csX71" fmla="*/ 382003 w 996365"/>
                <a:gd name="csY71" fmla="*/ 0 h 697079"/>
                <a:gd name="csX72" fmla="*/ 385011 w 996365"/>
                <a:gd name="csY72" fmla="*/ 0 h 697079"/>
                <a:gd name="csX73" fmla="*/ 391778 w 996365"/>
                <a:gd name="csY73" fmla="*/ 1504 h 697079"/>
                <a:gd name="csX74" fmla="*/ 397794 w 996365"/>
                <a:gd name="csY74" fmla="*/ 4512 h 697079"/>
                <a:gd name="csX75" fmla="*/ 414338 w 996365"/>
                <a:gd name="csY75" fmla="*/ 14287 h 697079"/>
                <a:gd name="csX76" fmla="*/ 417345 w 996365"/>
                <a:gd name="csY76" fmla="*/ 15039 h 697079"/>
                <a:gd name="csX77" fmla="*/ 421105 w 996365"/>
                <a:gd name="csY77" fmla="*/ 15791 h 697079"/>
                <a:gd name="csX78" fmla="*/ 430881 w 996365"/>
                <a:gd name="csY78" fmla="*/ 14287 h 697079"/>
                <a:gd name="csX79" fmla="*/ 433889 w 996365"/>
                <a:gd name="csY79" fmla="*/ 15791 h 697079"/>
                <a:gd name="csX80" fmla="*/ 438401 w 996365"/>
                <a:gd name="csY80" fmla="*/ 20303 h 697079"/>
                <a:gd name="csX81" fmla="*/ 441409 w 996365"/>
                <a:gd name="csY81" fmla="*/ 23311 h 697079"/>
                <a:gd name="csX82" fmla="*/ 443664 w 996365"/>
                <a:gd name="csY82" fmla="*/ 22559 h 697079"/>
                <a:gd name="csX83" fmla="*/ 446673 w 996365"/>
                <a:gd name="csY83" fmla="*/ 21055 h 697079"/>
                <a:gd name="csX84" fmla="*/ 449680 w 996365"/>
                <a:gd name="csY84" fmla="*/ 21055 h 697079"/>
                <a:gd name="csX85" fmla="*/ 452688 w 996365"/>
                <a:gd name="csY85" fmla="*/ 22559 h 697079"/>
                <a:gd name="csX86" fmla="*/ 457952 w 996365"/>
                <a:gd name="csY86" fmla="*/ 24815 h 697079"/>
                <a:gd name="csX87" fmla="*/ 460960 w 996365"/>
                <a:gd name="csY87" fmla="*/ 26319 h 697079"/>
                <a:gd name="csX88" fmla="*/ 463968 w 996365"/>
                <a:gd name="csY88" fmla="*/ 26319 h 697079"/>
                <a:gd name="csX89" fmla="*/ 469984 w 996365"/>
                <a:gd name="csY89" fmla="*/ 27071 h 697079"/>
                <a:gd name="csX90" fmla="*/ 472992 w 996365"/>
                <a:gd name="csY90" fmla="*/ 26319 h 697079"/>
                <a:gd name="csX91" fmla="*/ 475247 w 996365"/>
                <a:gd name="csY91" fmla="*/ 25567 h 697079"/>
                <a:gd name="csX92" fmla="*/ 476000 w 996365"/>
                <a:gd name="csY92" fmla="*/ 24815 h 697079"/>
                <a:gd name="csX93" fmla="*/ 476752 w 996365"/>
                <a:gd name="csY93" fmla="*/ 24815 h 697079"/>
                <a:gd name="csX94" fmla="*/ 479759 w 996365"/>
                <a:gd name="csY94" fmla="*/ 22559 h 697079"/>
                <a:gd name="csX95" fmla="*/ 480511 w 996365"/>
                <a:gd name="csY95" fmla="*/ 21807 h 697079"/>
                <a:gd name="csX96" fmla="*/ 482015 w 996365"/>
                <a:gd name="csY96" fmla="*/ 21807 h 697079"/>
                <a:gd name="csX97" fmla="*/ 483519 w 996365"/>
                <a:gd name="csY97" fmla="*/ 21807 h 697079"/>
                <a:gd name="csX98" fmla="*/ 486527 w 996365"/>
                <a:gd name="csY98" fmla="*/ 21807 h 697079"/>
                <a:gd name="csX99" fmla="*/ 488031 w 996365"/>
                <a:gd name="csY99" fmla="*/ 21807 h 697079"/>
                <a:gd name="csX100" fmla="*/ 489535 w 996365"/>
                <a:gd name="csY100" fmla="*/ 21807 h 697079"/>
                <a:gd name="csX101" fmla="*/ 491039 w 996365"/>
                <a:gd name="csY101" fmla="*/ 21055 h 697079"/>
                <a:gd name="csX102" fmla="*/ 491791 w 996365"/>
                <a:gd name="csY102" fmla="*/ 21055 h 697079"/>
                <a:gd name="csX103" fmla="*/ 493295 w 996365"/>
                <a:gd name="csY103" fmla="*/ 21055 h 697079"/>
                <a:gd name="csX104" fmla="*/ 494047 w 996365"/>
                <a:gd name="csY104" fmla="*/ 21055 h 697079"/>
                <a:gd name="csX105" fmla="*/ 496303 w 996365"/>
                <a:gd name="csY105" fmla="*/ 21807 h 697079"/>
                <a:gd name="csX106" fmla="*/ 499311 w 996365"/>
                <a:gd name="csY106" fmla="*/ 23311 h 697079"/>
                <a:gd name="csX107" fmla="*/ 503071 w 996365"/>
                <a:gd name="csY107" fmla="*/ 25567 h 697079"/>
                <a:gd name="csX108" fmla="*/ 506830 w 996365"/>
                <a:gd name="csY108" fmla="*/ 27071 h 697079"/>
                <a:gd name="csX109" fmla="*/ 519614 w 996365"/>
                <a:gd name="csY109" fmla="*/ 35342 h 697079"/>
                <a:gd name="csX110" fmla="*/ 530141 w 996365"/>
                <a:gd name="csY110" fmla="*/ 39855 h 697079"/>
                <a:gd name="csX111" fmla="*/ 546685 w 996365"/>
                <a:gd name="csY111" fmla="*/ 44366 h 697079"/>
                <a:gd name="csX112" fmla="*/ 564732 w 996365"/>
                <a:gd name="csY112" fmla="*/ 48878 h 697079"/>
                <a:gd name="csX113" fmla="*/ 566988 w 996365"/>
                <a:gd name="csY113" fmla="*/ 50382 h 697079"/>
                <a:gd name="csX114" fmla="*/ 568492 w 996365"/>
                <a:gd name="csY114" fmla="*/ 51134 h 697079"/>
                <a:gd name="csX115" fmla="*/ 574508 w 996365"/>
                <a:gd name="csY115" fmla="*/ 59406 h 697079"/>
                <a:gd name="csX116" fmla="*/ 576012 w 996365"/>
                <a:gd name="csY116" fmla="*/ 61661 h 697079"/>
                <a:gd name="csX117" fmla="*/ 577516 w 996365"/>
                <a:gd name="csY117" fmla="*/ 66174 h 697079"/>
                <a:gd name="csX118" fmla="*/ 578268 w 996365"/>
                <a:gd name="csY118" fmla="*/ 67678 h 697079"/>
                <a:gd name="csX119" fmla="*/ 579020 w 996365"/>
                <a:gd name="csY119" fmla="*/ 69181 h 697079"/>
                <a:gd name="csX120" fmla="*/ 580524 w 996365"/>
                <a:gd name="csY120" fmla="*/ 69933 h 697079"/>
                <a:gd name="csX121" fmla="*/ 582780 w 996365"/>
                <a:gd name="csY121" fmla="*/ 70685 h 697079"/>
                <a:gd name="csX122" fmla="*/ 585035 w 996365"/>
                <a:gd name="csY122" fmla="*/ 70685 h 697079"/>
                <a:gd name="csX123" fmla="*/ 588795 w 996365"/>
                <a:gd name="csY123" fmla="*/ 70685 h 697079"/>
                <a:gd name="csX124" fmla="*/ 591052 w 996365"/>
                <a:gd name="csY124" fmla="*/ 69181 h 697079"/>
                <a:gd name="csX125" fmla="*/ 592555 w 996365"/>
                <a:gd name="csY125" fmla="*/ 68429 h 697079"/>
                <a:gd name="csX126" fmla="*/ 596315 w 996365"/>
                <a:gd name="csY126" fmla="*/ 66174 h 697079"/>
                <a:gd name="csX127" fmla="*/ 599323 w 996365"/>
                <a:gd name="csY127" fmla="*/ 65421 h 697079"/>
                <a:gd name="csX128" fmla="*/ 603083 w 996365"/>
                <a:gd name="csY128" fmla="*/ 65421 h 697079"/>
                <a:gd name="csX129" fmla="*/ 615867 w 996365"/>
                <a:gd name="csY129" fmla="*/ 66925 h 697079"/>
                <a:gd name="csX130" fmla="*/ 618874 w 996365"/>
                <a:gd name="csY130" fmla="*/ 68429 h 697079"/>
                <a:gd name="csX131" fmla="*/ 619627 w 996365"/>
                <a:gd name="csY131" fmla="*/ 68429 h 697079"/>
                <a:gd name="csX132" fmla="*/ 620378 w 996365"/>
                <a:gd name="csY132" fmla="*/ 69181 h 697079"/>
                <a:gd name="csX133" fmla="*/ 621131 w 996365"/>
                <a:gd name="csY133" fmla="*/ 69181 h 697079"/>
                <a:gd name="csX134" fmla="*/ 622634 w 996365"/>
                <a:gd name="csY134" fmla="*/ 69933 h 697079"/>
                <a:gd name="csX135" fmla="*/ 631658 w 996365"/>
                <a:gd name="csY135" fmla="*/ 69181 h 697079"/>
                <a:gd name="csX136" fmla="*/ 633162 w 996365"/>
                <a:gd name="csY136" fmla="*/ 69933 h 697079"/>
                <a:gd name="csX137" fmla="*/ 636170 w 996365"/>
                <a:gd name="csY137" fmla="*/ 66174 h 697079"/>
                <a:gd name="csX138" fmla="*/ 637674 w 996365"/>
                <a:gd name="csY138" fmla="*/ 64670 h 697079"/>
                <a:gd name="csX139" fmla="*/ 639930 w 996365"/>
                <a:gd name="csY139" fmla="*/ 63918 h 697079"/>
                <a:gd name="csX140" fmla="*/ 642938 w 996365"/>
                <a:gd name="csY140" fmla="*/ 64670 h 697079"/>
                <a:gd name="csX141" fmla="*/ 644442 w 996365"/>
                <a:gd name="csY141" fmla="*/ 65421 h 697079"/>
                <a:gd name="csX142" fmla="*/ 647450 w 996365"/>
                <a:gd name="csY142" fmla="*/ 68429 h 697079"/>
                <a:gd name="csX143" fmla="*/ 649705 w 996365"/>
                <a:gd name="csY143" fmla="*/ 69181 h 697079"/>
                <a:gd name="csX144" fmla="*/ 651961 w 996365"/>
                <a:gd name="csY144" fmla="*/ 70685 h 697079"/>
                <a:gd name="csX145" fmla="*/ 654217 w 996365"/>
                <a:gd name="csY145" fmla="*/ 70685 h 697079"/>
                <a:gd name="csX146" fmla="*/ 654969 w 996365"/>
                <a:gd name="csY146" fmla="*/ 69181 h 697079"/>
                <a:gd name="csX147" fmla="*/ 656473 w 996365"/>
                <a:gd name="csY147" fmla="*/ 67678 h 697079"/>
                <a:gd name="csX148" fmla="*/ 658729 w 996365"/>
                <a:gd name="csY148" fmla="*/ 67678 h 697079"/>
                <a:gd name="csX149" fmla="*/ 660985 w 996365"/>
                <a:gd name="csY149" fmla="*/ 68429 h 697079"/>
                <a:gd name="csX150" fmla="*/ 662489 w 996365"/>
                <a:gd name="csY150" fmla="*/ 69181 h 697079"/>
                <a:gd name="csX151" fmla="*/ 667001 w 996365"/>
                <a:gd name="csY151" fmla="*/ 69933 h 697079"/>
                <a:gd name="csX152" fmla="*/ 679032 w 996365"/>
                <a:gd name="csY152" fmla="*/ 68429 h 697079"/>
                <a:gd name="csX153" fmla="*/ 682040 w 996365"/>
                <a:gd name="csY153" fmla="*/ 67678 h 697079"/>
                <a:gd name="csX154" fmla="*/ 683544 w 996365"/>
                <a:gd name="csY154" fmla="*/ 66925 h 697079"/>
                <a:gd name="csX155" fmla="*/ 694072 w 996365"/>
                <a:gd name="csY155" fmla="*/ 63918 h 697079"/>
                <a:gd name="csX156" fmla="*/ 695576 w 996365"/>
                <a:gd name="csY156" fmla="*/ 63918 h 697079"/>
                <a:gd name="csX157" fmla="*/ 698584 w 996365"/>
                <a:gd name="csY157" fmla="*/ 65421 h 697079"/>
                <a:gd name="csX158" fmla="*/ 698584 w 996365"/>
                <a:gd name="csY158" fmla="*/ 62414 h 697079"/>
                <a:gd name="csX159" fmla="*/ 700088 w 996365"/>
                <a:gd name="csY159" fmla="*/ 61661 h 697079"/>
                <a:gd name="csX160" fmla="*/ 701591 w 996365"/>
                <a:gd name="csY160" fmla="*/ 62414 h 697079"/>
                <a:gd name="csX161" fmla="*/ 703095 w 996365"/>
                <a:gd name="csY161" fmla="*/ 63918 h 697079"/>
                <a:gd name="csX162" fmla="*/ 703095 w 996365"/>
                <a:gd name="csY162" fmla="*/ 66174 h 697079"/>
                <a:gd name="csX163" fmla="*/ 703095 w 996365"/>
                <a:gd name="csY163" fmla="*/ 70685 h 697079"/>
                <a:gd name="csX164" fmla="*/ 704599 w 996365"/>
                <a:gd name="csY164" fmla="*/ 72189 h 697079"/>
                <a:gd name="csX165" fmla="*/ 709111 w 996365"/>
                <a:gd name="csY165" fmla="*/ 74445 h 697079"/>
                <a:gd name="csX166" fmla="*/ 711367 w 996365"/>
                <a:gd name="csY166" fmla="*/ 75949 h 697079"/>
                <a:gd name="csX167" fmla="*/ 712119 w 996365"/>
                <a:gd name="csY167" fmla="*/ 78205 h 697079"/>
                <a:gd name="csX168" fmla="*/ 711367 w 996365"/>
                <a:gd name="csY168" fmla="*/ 82717 h 697079"/>
                <a:gd name="csX169" fmla="*/ 712119 w 996365"/>
                <a:gd name="csY169" fmla="*/ 84221 h 697079"/>
                <a:gd name="csX170" fmla="*/ 714375 w 996365"/>
                <a:gd name="csY170" fmla="*/ 86477 h 697079"/>
                <a:gd name="csX171" fmla="*/ 716631 w 996365"/>
                <a:gd name="csY171" fmla="*/ 87981 h 697079"/>
                <a:gd name="csX172" fmla="*/ 718135 w 996365"/>
                <a:gd name="csY172" fmla="*/ 87981 h 697079"/>
                <a:gd name="csX173" fmla="*/ 722647 w 996365"/>
                <a:gd name="csY173" fmla="*/ 88733 h 697079"/>
                <a:gd name="csX174" fmla="*/ 724151 w 996365"/>
                <a:gd name="csY174" fmla="*/ 89485 h 697079"/>
                <a:gd name="csX175" fmla="*/ 728663 w 996365"/>
                <a:gd name="csY175" fmla="*/ 91740 h 697079"/>
                <a:gd name="csX176" fmla="*/ 729415 w 996365"/>
                <a:gd name="csY176" fmla="*/ 92493 h 697079"/>
                <a:gd name="csX177" fmla="*/ 733174 w 996365"/>
                <a:gd name="csY177" fmla="*/ 93997 h 697079"/>
                <a:gd name="csX178" fmla="*/ 733927 w 996365"/>
                <a:gd name="csY178" fmla="*/ 94749 h 697079"/>
                <a:gd name="csX179" fmla="*/ 734678 w 996365"/>
                <a:gd name="csY179" fmla="*/ 93997 h 697079"/>
                <a:gd name="csX180" fmla="*/ 736934 w 996365"/>
                <a:gd name="csY180" fmla="*/ 93997 h 697079"/>
                <a:gd name="csX181" fmla="*/ 737687 w 996365"/>
                <a:gd name="csY181" fmla="*/ 93997 h 697079"/>
                <a:gd name="csX182" fmla="*/ 738438 w 996365"/>
                <a:gd name="csY182" fmla="*/ 94749 h 697079"/>
                <a:gd name="csX183" fmla="*/ 739190 w 996365"/>
                <a:gd name="csY183" fmla="*/ 95500 h 697079"/>
                <a:gd name="csX184" fmla="*/ 739942 w 996365"/>
                <a:gd name="csY184" fmla="*/ 97757 h 697079"/>
                <a:gd name="csX185" fmla="*/ 739942 w 996365"/>
                <a:gd name="csY185" fmla="*/ 99260 h 697079"/>
                <a:gd name="csX186" fmla="*/ 739942 w 996365"/>
                <a:gd name="csY186" fmla="*/ 100764 h 697079"/>
                <a:gd name="csX187" fmla="*/ 740694 w 996365"/>
                <a:gd name="csY187" fmla="*/ 101516 h 697079"/>
                <a:gd name="csX188" fmla="*/ 744454 w 996365"/>
                <a:gd name="csY188" fmla="*/ 104524 h 697079"/>
                <a:gd name="csX189" fmla="*/ 748214 w 996365"/>
                <a:gd name="csY189" fmla="*/ 110540 h 697079"/>
                <a:gd name="csX190" fmla="*/ 752726 w 996365"/>
                <a:gd name="csY190" fmla="*/ 121068 h 697079"/>
                <a:gd name="csX191" fmla="*/ 755734 w 996365"/>
                <a:gd name="csY191" fmla="*/ 135355 h 697079"/>
                <a:gd name="csX192" fmla="*/ 756486 w 996365"/>
                <a:gd name="csY192" fmla="*/ 142875 h 697079"/>
                <a:gd name="csX193" fmla="*/ 756486 w 996365"/>
                <a:gd name="csY193" fmla="*/ 145883 h 697079"/>
                <a:gd name="csX194" fmla="*/ 752726 w 996365"/>
                <a:gd name="csY194" fmla="*/ 156410 h 697079"/>
                <a:gd name="csX195" fmla="*/ 751974 w 996365"/>
                <a:gd name="csY195" fmla="*/ 158666 h 697079"/>
                <a:gd name="csX196" fmla="*/ 751222 w 996365"/>
                <a:gd name="csY196" fmla="*/ 159418 h 697079"/>
                <a:gd name="csX197" fmla="*/ 751222 w 996365"/>
                <a:gd name="csY197" fmla="*/ 160170 h 697079"/>
                <a:gd name="csX198" fmla="*/ 751222 w 996365"/>
                <a:gd name="csY198" fmla="*/ 160922 h 697079"/>
                <a:gd name="csX199" fmla="*/ 750470 w 996365"/>
                <a:gd name="csY199" fmla="*/ 161674 h 697079"/>
                <a:gd name="csX200" fmla="*/ 750470 w 996365"/>
                <a:gd name="csY200" fmla="*/ 163178 h 697079"/>
                <a:gd name="csX201" fmla="*/ 751222 w 996365"/>
                <a:gd name="csY201" fmla="*/ 163930 h 697079"/>
                <a:gd name="csX202" fmla="*/ 753478 w 996365"/>
                <a:gd name="csY202" fmla="*/ 165434 h 697079"/>
                <a:gd name="csX203" fmla="*/ 754230 w 996365"/>
                <a:gd name="csY203" fmla="*/ 166186 h 697079"/>
                <a:gd name="csX204" fmla="*/ 754230 w 996365"/>
                <a:gd name="csY204" fmla="*/ 167690 h 697079"/>
                <a:gd name="csX205" fmla="*/ 754982 w 996365"/>
                <a:gd name="csY205" fmla="*/ 169946 h 697079"/>
                <a:gd name="csX206" fmla="*/ 754982 w 996365"/>
                <a:gd name="csY206" fmla="*/ 176714 h 697079"/>
                <a:gd name="csX207" fmla="*/ 755734 w 996365"/>
                <a:gd name="csY207" fmla="*/ 179721 h 697079"/>
                <a:gd name="csX208" fmla="*/ 757989 w 996365"/>
                <a:gd name="csY208" fmla="*/ 184234 h 697079"/>
                <a:gd name="csX209" fmla="*/ 760998 w 996365"/>
                <a:gd name="csY209" fmla="*/ 188745 h 697079"/>
                <a:gd name="csX210" fmla="*/ 762502 w 996365"/>
                <a:gd name="csY210" fmla="*/ 190249 h 697079"/>
                <a:gd name="csX211" fmla="*/ 764006 w 996365"/>
                <a:gd name="csY211" fmla="*/ 192505 h 697079"/>
                <a:gd name="csX212" fmla="*/ 765509 w 996365"/>
                <a:gd name="csY212" fmla="*/ 193257 h 697079"/>
                <a:gd name="csX213" fmla="*/ 765509 w 996365"/>
                <a:gd name="csY213" fmla="*/ 194009 h 697079"/>
                <a:gd name="csX214" fmla="*/ 766261 w 996365"/>
                <a:gd name="csY214" fmla="*/ 195513 h 697079"/>
                <a:gd name="csX215" fmla="*/ 764757 w 996365"/>
                <a:gd name="csY215" fmla="*/ 204536 h 697079"/>
                <a:gd name="csX216" fmla="*/ 764006 w 996365"/>
                <a:gd name="csY216" fmla="*/ 212056 h 697079"/>
                <a:gd name="csX217" fmla="*/ 764006 w 996365"/>
                <a:gd name="csY217" fmla="*/ 214313 h 697079"/>
                <a:gd name="csX218" fmla="*/ 763253 w 996365"/>
                <a:gd name="csY218" fmla="*/ 215816 h 697079"/>
                <a:gd name="csX219" fmla="*/ 762502 w 996365"/>
                <a:gd name="csY219" fmla="*/ 217320 h 697079"/>
                <a:gd name="csX220" fmla="*/ 762502 w 996365"/>
                <a:gd name="csY220" fmla="*/ 218072 h 697079"/>
                <a:gd name="csX221" fmla="*/ 761749 w 996365"/>
                <a:gd name="csY221" fmla="*/ 218072 h 697079"/>
                <a:gd name="csX222" fmla="*/ 759493 w 996365"/>
                <a:gd name="csY222" fmla="*/ 218824 h 697079"/>
                <a:gd name="csX223" fmla="*/ 758742 w 996365"/>
                <a:gd name="csY223" fmla="*/ 218824 h 697079"/>
                <a:gd name="csX224" fmla="*/ 758742 w 996365"/>
                <a:gd name="csY224" fmla="*/ 220328 h 697079"/>
                <a:gd name="csX225" fmla="*/ 758742 w 996365"/>
                <a:gd name="csY225" fmla="*/ 221080 h 697079"/>
                <a:gd name="csX226" fmla="*/ 759493 w 996365"/>
                <a:gd name="csY226" fmla="*/ 224088 h 697079"/>
                <a:gd name="csX227" fmla="*/ 760246 w 996365"/>
                <a:gd name="csY227" fmla="*/ 224840 h 697079"/>
                <a:gd name="csX228" fmla="*/ 760998 w 996365"/>
                <a:gd name="csY228" fmla="*/ 225592 h 697079"/>
                <a:gd name="csX229" fmla="*/ 761749 w 996365"/>
                <a:gd name="csY229" fmla="*/ 226344 h 697079"/>
                <a:gd name="csX230" fmla="*/ 763253 w 996365"/>
                <a:gd name="csY230" fmla="*/ 226344 h 697079"/>
                <a:gd name="csX231" fmla="*/ 764006 w 996365"/>
                <a:gd name="csY231" fmla="*/ 227096 h 697079"/>
                <a:gd name="csX232" fmla="*/ 766261 w 996365"/>
                <a:gd name="csY232" fmla="*/ 231608 h 697079"/>
                <a:gd name="csX233" fmla="*/ 768517 w 996365"/>
                <a:gd name="csY233" fmla="*/ 233112 h 697079"/>
                <a:gd name="csX234" fmla="*/ 769269 w 996365"/>
                <a:gd name="csY234" fmla="*/ 233112 h 697079"/>
                <a:gd name="csX235" fmla="*/ 770021 w 996365"/>
                <a:gd name="csY235" fmla="*/ 233112 h 697079"/>
                <a:gd name="csX236" fmla="*/ 770773 w 996365"/>
                <a:gd name="csY236" fmla="*/ 232360 h 697079"/>
                <a:gd name="csX237" fmla="*/ 771525 w 996365"/>
                <a:gd name="csY237" fmla="*/ 232360 h 697079"/>
                <a:gd name="csX238" fmla="*/ 772277 w 996365"/>
                <a:gd name="csY238" fmla="*/ 233112 h 697079"/>
                <a:gd name="csX239" fmla="*/ 771525 w 996365"/>
                <a:gd name="csY239" fmla="*/ 235368 h 697079"/>
                <a:gd name="csX240" fmla="*/ 772277 w 996365"/>
                <a:gd name="csY240" fmla="*/ 236119 h 697079"/>
                <a:gd name="csX241" fmla="*/ 773029 w 996365"/>
                <a:gd name="csY241" fmla="*/ 236872 h 697079"/>
                <a:gd name="csX242" fmla="*/ 773029 w 996365"/>
                <a:gd name="csY242" fmla="*/ 238375 h 697079"/>
                <a:gd name="csX243" fmla="*/ 773781 w 996365"/>
                <a:gd name="csY243" fmla="*/ 239879 h 697079"/>
                <a:gd name="csX244" fmla="*/ 774533 w 996365"/>
                <a:gd name="csY244" fmla="*/ 242135 h 697079"/>
                <a:gd name="csX245" fmla="*/ 777541 w 996365"/>
                <a:gd name="csY245" fmla="*/ 245895 h 697079"/>
                <a:gd name="csX246" fmla="*/ 779797 w 996365"/>
                <a:gd name="csY246" fmla="*/ 248903 h 697079"/>
                <a:gd name="csX247" fmla="*/ 781301 w 996365"/>
                <a:gd name="csY247" fmla="*/ 251911 h 697079"/>
                <a:gd name="csX248" fmla="*/ 782053 w 996365"/>
                <a:gd name="csY248" fmla="*/ 251911 h 697079"/>
                <a:gd name="csX249" fmla="*/ 782805 w 996365"/>
                <a:gd name="csY249" fmla="*/ 252663 h 697079"/>
                <a:gd name="csX250" fmla="*/ 784309 w 996365"/>
                <a:gd name="csY250" fmla="*/ 253415 h 697079"/>
                <a:gd name="csX251" fmla="*/ 785061 w 996365"/>
                <a:gd name="csY251" fmla="*/ 254167 h 697079"/>
                <a:gd name="csX252" fmla="*/ 785813 w 996365"/>
                <a:gd name="csY252" fmla="*/ 254919 h 697079"/>
                <a:gd name="csX253" fmla="*/ 786565 w 996365"/>
                <a:gd name="csY253" fmla="*/ 256423 h 697079"/>
                <a:gd name="csX254" fmla="*/ 787317 w 996365"/>
                <a:gd name="csY254" fmla="*/ 257927 h 697079"/>
                <a:gd name="csX255" fmla="*/ 788068 w 996365"/>
                <a:gd name="csY255" fmla="*/ 258679 h 697079"/>
                <a:gd name="csX256" fmla="*/ 789572 w 996365"/>
                <a:gd name="csY256" fmla="*/ 258679 h 697079"/>
                <a:gd name="csX257" fmla="*/ 792580 w 996365"/>
                <a:gd name="csY257" fmla="*/ 260183 h 697079"/>
                <a:gd name="csX258" fmla="*/ 793332 w 996365"/>
                <a:gd name="csY258" fmla="*/ 260183 h 697079"/>
                <a:gd name="csX259" fmla="*/ 794836 w 996365"/>
                <a:gd name="csY259" fmla="*/ 260935 h 697079"/>
                <a:gd name="csX260" fmla="*/ 795588 w 996365"/>
                <a:gd name="csY260" fmla="*/ 261687 h 697079"/>
                <a:gd name="csX261" fmla="*/ 796340 w 996365"/>
                <a:gd name="csY261" fmla="*/ 262439 h 697079"/>
                <a:gd name="csX262" fmla="*/ 797844 w 996365"/>
                <a:gd name="csY262" fmla="*/ 264694 h 697079"/>
                <a:gd name="csX263" fmla="*/ 798596 w 996365"/>
                <a:gd name="csY263" fmla="*/ 265447 h 697079"/>
                <a:gd name="csX264" fmla="*/ 799348 w 996365"/>
                <a:gd name="csY264" fmla="*/ 266951 h 697079"/>
                <a:gd name="csX265" fmla="*/ 799348 w 996365"/>
                <a:gd name="csY265" fmla="*/ 268454 h 697079"/>
                <a:gd name="csX266" fmla="*/ 799348 w 996365"/>
                <a:gd name="csY266" fmla="*/ 274470 h 697079"/>
                <a:gd name="csX267" fmla="*/ 799348 w 996365"/>
                <a:gd name="csY267" fmla="*/ 276726 h 697079"/>
                <a:gd name="csX268" fmla="*/ 798596 w 996365"/>
                <a:gd name="csY268" fmla="*/ 278982 h 697079"/>
                <a:gd name="csX269" fmla="*/ 798596 w 996365"/>
                <a:gd name="csY269" fmla="*/ 279734 h 697079"/>
                <a:gd name="csX270" fmla="*/ 798596 w 996365"/>
                <a:gd name="csY270" fmla="*/ 280486 h 697079"/>
                <a:gd name="csX271" fmla="*/ 800100 w 996365"/>
                <a:gd name="csY271" fmla="*/ 281990 h 697079"/>
                <a:gd name="csX272" fmla="*/ 800852 w 996365"/>
                <a:gd name="csY272" fmla="*/ 282742 h 697079"/>
                <a:gd name="csX273" fmla="*/ 801604 w 996365"/>
                <a:gd name="csY273" fmla="*/ 282742 h 697079"/>
                <a:gd name="csX274" fmla="*/ 803108 w 996365"/>
                <a:gd name="csY274" fmla="*/ 283494 h 697079"/>
                <a:gd name="csX275" fmla="*/ 803108 w 996365"/>
                <a:gd name="csY275" fmla="*/ 284246 h 697079"/>
                <a:gd name="csX276" fmla="*/ 803860 w 996365"/>
                <a:gd name="csY276" fmla="*/ 285750 h 697079"/>
                <a:gd name="csX277" fmla="*/ 806116 w 996365"/>
                <a:gd name="csY277" fmla="*/ 292518 h 697079"/>
                <a:gd name="csX278" fmla="*/ 806868 w 996365"/>
                <a:gd name="csY278" fmla="*/ 294773 h 697079"/>
                <a:gd name="csX279" fmla="*/ 808372 w 996365"/>
                <a:gd name="csY279" fmla="*/ 295526 h 697079"/>
                <a:gd name="csX280" fmla="*/ 809124 w 996365"/>
                <a:gd name="csY280" fmla="*/ 296277 h 697079"/>
                <a:gd name="csX281" fmla="*/ 809876 w 996365"/>
                <a:gd name="csY281" fmla="*/ 296277 h 697079"/>
                <a:gd name="csX282" fmla="*/ 811380 w 996365"/>
                <a:gd name="csY282" fmla="*/ 297781 h 697079"/>
                <a:gd name="csX283" fmla="*/ 812132 w 996365"/>
                <a:gd name="csY283" fmla="*/ 297781 h 697079"/>
                <a:gd name="csX284" fmla="*/ 812884 w 996365"/>
                <a:gd name="csY284" fmla="*/ 298533 h 697079"/>
                <a:gd name="csX285" fmla="*/ 813636 w 996365"/>
                <a:gd name="csY285" fmla="*/ 298533 h 697079"/>
                <a:gd name="csX286" fmla="*/ 814387 w 996365"/>
                <a:gd name="csY286" fmla="*/ 299285 h 697079"/>
                <a:gd name="csX287" fmla="*/ 815140 w 996365"/>
                <a:gd name="csY287" fmla="*/ 300037 h 697079"/>
                <a:gd name="csX288" fmla="*/ 815891 w 996365"/>
                <a:gd name="csY288" fmla="*/ 300789 h 697079"/>
                <a:gd name="csX289" fmla="*/ 815891 w 996365"/>
                <a:gd name="csY289" fmla="*/ 301541 h 697079"/>
                <a:gd name="csX290" fmla="*/ 815891 w 996365"/>
                <a:gd name="csY290" fmla="*/ 303797 h 697079"/>
                <a:gd name="csX291" fmla="*/ 814387 w 996365"/>
                <a:gd name="csY291" fmla="*/ 305301 h 697079"/>
                <a:gd name="csX292" fmla="*/ 813636 w 996365"/>
                <a:gd name="csY292" fmla="*/ 306805 h 697079"/>
                <a:gd name="csX293" fmla="*/ 812884 w 996365"/>
                <a:gd name="csY293" fmla="*/ 306805 h 697079"/>
                <a:gd name="csX294" fmla="*/ 812132 w 996365"/>
                <a:gd name="csY294" fmla="*/ 307557 h 697079"/>
                <a:gd name="csX295" fmla="*/ 812132 w 996365"/>
                <a:gd name="csY295" fmla="*/ 308309 h 697079"/>
                <a:gd name="csX296" fmla="*/ 812132 w 996365"/>
                <a:gd name="csY296" fmla="*/ 309813 h 697079"/>
                <a:gd name="csX297" fmla="*/ 813636 w 996365"/>
                <a:gd name="csY297" fmla="*/ 311317 h 697079"/>
                <a:gd name="csX298" fmla="*/ 813636 w 996365"/>
                <a:gd name="csY298" fmla="*/ 312069 h 697079"/>
                <a:gd name="csX299" fmla="*/ 813636 w 996365"/>
                <a:gd name="csY299" fmla="*/ 312821 h 697079"/>
                <a:gd name="csX300" fmla="*/ 812132 w 996365"/>
                <a:gd name="csY300" fmla="*/ 314325 h 697079"/>
                <a:gd name="csX301" fmla="*/ 811380 w 996365"/>
                <a:gd name="csY301" fmla="*/ 315077 h 697079"/>
                <a:gd name="csX302" fmla="*/ 806868 w 996365"/>
                <a:gd name="csY302" fmla="*/ 316581 h 697079"/>
                <a:gd name="csX303" fmla="*/ 806116 w 996365"/>
                <a:gd name="csY303" fmla="*/ 316581 h 697079"/>
                <a:gd name="csX304" fmla="*/ 805364 w 996365"/>
                <a:gd name="csY304" fmla="*/ 317333 h 697079"/>
                <a:gd name="csX305" fmla="*/ 805364 w 996365"/>
                <a:gd name="csY305" fmla="*/ 318085 h 697079"/>
                <a:gd name="csX306" fmla="*/ 805364 w 996365"/>
                <a:gd name="csY306" fmla="*/ 318837 h 697079"/>
                <a:gd name="csX307" fmla="*/ 805364 w 996365"/>
                <a:gd name="csY307" fmla="*/ 319589 h 697079"/>
                <a:gd name="csX308" fmla="*/ 808372 w 996365"/>
                <a:gd name="csY308" fmla="*/ 321845 h 697079"/>
                <a:gd name="csX309" fmla="*/ 807620 w 996365"/>
                <a:gd name="csY309" fmla="*/ 326356 h 697079"/>
                <a:gd name="csX310" fmla="*/ 807620 w 996365"/>
                <a:gd name="csY310" fmla="*/ 328612 h 697079"/>
                <a:gd name="csX311" fmla="*/ 807620 w 996365"/>
                <a:gd name="csY311" fmla="*/ 329364 h 697079"/>
                <a:gd name="csX312" fmla="*/ 807620 w 996365"/>
                <a:gd name="csY312" fmla="*/ 330116 h 697079"/>
                <a:gd name="csX313" fmla="*/ 806868 w 996365"/>
                <a:gd name="csY313" fmla="*/ 331620 h 697079"/>
                <a:gd name="csX314" fmla="*/ 802356 w 996365"/>
                <a:gd name="csY314" fmla="*/ 331620 h 697079"/>
                <a:gd name="csX315" fmla="*/ 801604 w 996365"/>
                <a:gd name="csY315" fmla="*/ 333124 h 697079"/>
                <a:gd name="csX316" fmla="*/ 801604 w 996365"/>
                <a:gd name="csY316" fmla="*/ 333876 h 697079"/>
                <a:gd name="csX317" fmla="*/ 801604 w 996365"/>
                <a:gd name="csY317" fmla="*/ 334628 h 697079"/>
                <a:gd name="csX318" fmla="*/ 801604 w 996365"/>
                <a:gd name="csY318" fmla="*/ 335380 h 697079"/>
                <a:gd name="csX319" fmla="*/ 801604 w 996365"/>
                <a:gd name="csY319" fmla="*/ 336884 h 697079"/>
                <a:gd name="csX320" fmla="*/ 801604 w 996365"/>
                <a:gd name="csY320" fmla="*/ 337636 h 697079"/>
                <a:gd name="csX321" fmla="*/ 803860 w 996365"/>
                <a:gd name="csY321" fmla="*/ 342148 h 697079"/>
                <a:gd name="csX322" fmla="*/ 804612 w 996365"/>
                <a:gd name="csY322" fmla="*/ 342900 h 697079"/>
                <a:gd name="csX323" fmla="*/ 804612 w 996365"/>
                <a:gd name="csY323" fmla="*/ 343652 h 697079"/>
                <a:gd name="csX324" fmla="*/ 803860 w 996365"/>
                <a:gd name="csY324" fmla="*/ 348916 h 697079"/>
                <a:gd name="csX325" fmla="*/ 803860 w 996365"/>
                <a:gd name="csY325" fmla="*/ 349668 h 697079"/>
                <a:gd name="csX326" fmla="*/ 803860 w 996365"/>
                <a:gd name="csY326" fmla="*/ 351924 h 697079"/>
                <a:gd name="csX327" fmla="*/ 803860 w 996365"/>
                <a:gd name="csY327" fmla="*/ 352675 h 697079"/>
                <a:gd name="csX328" fmla="*/ 804612 w 996365"/>
                <a:gd name="csY328" fmla="*/ 353428 h 697079"/>
                <a:gd name="csX329" fmla="*/ 804612 w 996365"/>
                <a:gd name="csY329" fmla="*/ 354179 h 697079"/>
                <a:gd name="csX330" fmla="*/ 806868 w 996365"/>
                <a:gd name="csY330" fmla="*/ 354931 h 697079"/>
                <a:gd name="csX331" fmla="*/ 816644 w 996365"/>
                <a:gd name="csY331" fmla="*/ 357939 h 697079"/>
                <a:gd name="csX332" fmla="*/ 819651 w 996365"/>
                <a:gd name="csY332" fmla="*/ 358691 h 697079"/>
                <a:gd name="csX333" fmla="*/ 821907 w 996365"/>
                <a:gd name="csY333" fmla="*/ 358691 h 697079"/>
                <a:gd name="csX334" fmla="*/ 824163 w 996365"/>
                <a:gd name="csY334" fmla="*/ 356435 h 697079"/>
                <a:gd name="csX335" fmla="*/ 827923 w 996365"/>
                <a:gd name="csY335" fmla="*/ 356435 h 697079"/>
                <a:gd name="csX336" fmla="*/ 836195 w 996365"/>
                <a:gd name="csY336" fmla="*/ 357939 h 697079"/>
                <a:gd name="csX337" fmla="*/ 841459 w 996365"/>
                <a:gd name="csY337" fmla="*/ 357188 h 697079"/>
                <a:gd name="csX338" fmla="*/ 845970 w 996365"/>
                <a:gd name="csY338" fmla="*/ 354179 h 697079"/>
                <a:gd name="csX339" fmla="*/ 845219 w 996365"/>
                <a:gd name="csY339" fmla="*/ 348916 h 697079"/>
                <a:gd name="csX340" fmla="*/ 848979 w 996365"/>
                <a:gd name="csY340" fmla="*/ 349668 h 697079"/>
                <a:gd name="csX341" fmla="*/ 852738 w 996365"/>
                <a:gd name="csY341" fmla="*/ 354931 h 697079"/>
                <a:gd name="csX342" fmla="*/ 857250 w 996365"/>
                <a:gd name="csY342" fmla="*/ 355683 h 697079"/>
                <a:gd name="csX343" fmla="*/ 869282 w 996365"/>
                <a:gd name="csY343" fmla="*/ 354931 h 697079"/>
                <a:gd name="csX344" fmla="*/ 873042 w 996365"/>
                <a:gd name="csY344" fmla="*/ 354931 h 697079"/>
                <a:gd name="csX345" fmla="*/ 872290 w 996365"/>
                <a:gd name="csY345" fmla="*/ 354179 h 697079"/>
                <a:gd name="csX346" fmla="*/ 872290 w 996365"/>
                <a:gd name="csY346" fmla="*/ 353428 h 697079"/>
                <a:gd name="csX347" fmla="*/ 875298 w 996365"/>
                <a:gd name="csY347" fmla="*/ 353428 h 697079"/>
                <a:gd name="csX348" fmla="*/ 878305 w 996365"/>
                <a:gd name="csY348" fmla="*/ 354931 h 697079"/>
                <a:gd name="csX349" fmla="*/ 880562 w 996365"/>
                <a:gd name="csY349" fmla="*/ 357188 h 697079"/>
                <a:gd name="csX350" fmla="*/ 882817 w 996365"/>
                <a:gd name="csY350" fmla="*/ 359443 h 697079"/>
                <a:gd name="csX351" fmla="*/ 883569 w 996365"/>
                <a:gd name="csY351" fmla="*/ 359443 h 697079"/>
                <a:gd name="csX352" fmla="*/ 884321 w 996365"/>
                <a:gd name="csY352" fmla="*/ 358691 h 697079"/>
                <a:gd name="csX353" fmla="*/ 885073 w 996365"/>
                <a:gd name="csY353" fmla="*/ 357939 h 697079"/>
                <a:gd name="csX354" fmla="*/ 885825 w 996365"/>
                <a:gd name="csY354" fmla="*/ 357939 h 697079"/>
                <a:gd name="csX355" fmla="*/ 888081 w 996365"/>
                <a:gd name="csY355" fmla="*/ 358691 h 697079"/>
                <a:gd name="csX356" fmla="*/ 888833 w 996365"/>
                <a:gd name="csY356" fmla="*/ 358691 h 697079"/>
                <a:gd name="csX357" fmla="*/ 894097 w 996365"/>
                <a:gd name="csY357" fmla="*/ 357939 h 697079"/>
                <a:gd name="csX358" fmla="*/ 896353 w 996365"/>
                <a:gd name="csY358" fmla="*/ 357188 h 697079"/>
                <a:gd name="csX359" fmla="*/ 897105 w 996365"/>
                <a:gd name="csY359" fmla="*/ 355683 h 697079"/>
                <a:gd name="csX360" fmla="*/ 898609 w 996365"/>
                <a:gd name="csY360" fmla="*/ 355683 h 697079"/>
                <a:gd name="csX361" fmla="*/ 900113 w 996365"/>
                <a:gd name="csY361" fmla="*/ 358691 h 697079"/>
                <a:gd name="csX362" fmla="*/ 900113 w 996365"/>
                <a:gd name="csY362" fmla="*/ 360195 h 697079"/>
                <a:gd name="csX363" fmla="*/ 900864 w 996365"/>
                <a:gd name="csY363" fmla="*/ 360947 h 697079"/>
                <a:gd name="csX364" fmla="*/ 902368 w 996365"/>
                <a:gd name="csY364" fmla="*/ 360947 h 697079"/>
                <a:gd name="csX365" fmla="*/ 903121 w 996365"/>
                <a:gd name="csY365" fmla="*/ 360195 h 697079"/>
                <a:gd name="csX366" fmla="*/ 903873 w 996365"/>
                <a:gd name="csY366" fmla="*/ 359443 h 697079"/>
                <a:gd name="csX367" fmla="*/ 905377 w 996365"/>
                <a:gd name="csY367" fmla="*/ 357939 h 697079"/>
                <a:gd name="csX368" fmla="*/ 908384 w 996365"/>
                <a:gd name="csY368" fmla="*/ 356435 h 697079"/>
                <a:gd name="csX369" fmla="*/ 909136 w 996365"/>
                <a:gd name="csY369" fmla="*/ 356435 h 697079"/>
                <a:gd name="csX370" fmla="*/ 909888 w 996365"/>
                <a:gd name="csY370" fmla="*/ 356435 h 697079"/>
                <a:gd name="csX371" fmla="*/ 911392 w 996365"/>
                <a:gd name="csY371" fmla="*/ 356435 h 697079"/>
                <a:gd name="csX372" fmla="*/ 912144 w 996365"/>
                <a:gd name="csY372" fmla="*/ 356435 h 697079"/>
                <a:gd name="csX373" fmla="*/ 912896 w 996365"/>
                <a:gd name="csY373" fmla="*/ 357188 h 697079"/>
                <a:gd name="csX374" fmla="*/ 913648 w 996365"/>
                <a:gd name="csY374" fmla="*/ 357939 h 697079"/>
                <a:gd name="csX375" fmla="*/ 914400 w 996365"/>
                <a:gd name="csY375" fmla="*/ 358691 h 697079"/>
                <a:gd name="csX376" fmla="*/ 915152 w 996365"/>
                <a:gd name="csY376" fmla="*/ 359443 h 697079"/>
                <a:gd name="csX377" fmla="*/ 915152 w 996365"/>
                <a:gd name="csY377" fmla="*/ 360195 h 697079"/>
                <a:gd name="csX378" fmla="*/ 915904 w 996365"/>
                <a:gd name="csY378" fmla="*/ 361699 h 697079"/>
                <a:gd name="csX379" fmla="*/ 916656 w 996365"/>
                <a:gd name="csY379" fmla="*/ 362451 h 697079"/>
                <a:gd name="csX380" fmla="*/ 917408 w 996365"/>
                <a:gd name="csY380" fmla="*/ 362451 h 697079"/>
                <a:gd name="csX381" fmla="*/ 918160 w 996365"/>
                <a:gd name="csY381" fmla="*/ 363203 h 697079"/>
                <a:gd name="csX382" fmla="*/ 926432 w 996365"/>
                <a:gd name="csY382" fmla="*/ 366211 h 697079"/>
                <a:gd name="csX383" fmla="*/ 927184 w 996365"/>
                <a:gd name="csY383" fmla="*/ 366211 h 697079"/>
                <a:gd name="csX384" fmla="*/ 927184 w 996365"/>
                <a:gd name="csY384" fmla="*/ 367715 h 697079"/>
                <a:gd name="csX385" fmla="*/ 927184 w 996365"/>
                <a:gd name="csY385" fmla="*/ 369219 h 697079"/>
                <a:gd name="csX386" fmla="*/ 924928 w 996365"/>
                <a:gd name="csY386" fmla="*/ 372979 h 697079"/>
                <a:gd name="csX387" fmla="*/ 924176 w 996365"/>
                <a:gd name="csY387" fmla="*/ 374483 h 697079"/>
                <a:gd name="csX388" fmla="*/ 923424 w 996365"/>
                <a:gd name="csY388" fmla="*/ 375987 h 697079"/>
                <a:gd name="csX389" fmla="*/ 920416 w 996365"/>
                <a:gd name="csY389" fmla="*/ 377490 h 697079"/>
                <a:gd name="csX390" fmla="*/ 918912 w 996365"/>
                <a:gd name="csY390" fmla="*/ 378243 h 697079"/>
                <a:gd name="csX391" fmla="*/ 918160 w 996365"/>
                <a:gd name="csY391" fmla="*/ 379747 h 697079"/>
                <a:gd name="csX392" fmla="*/ 918160 w 996365"/>
                <a:gd name="csY392" fmla="*/ 382003 h 697079"/>
                <a:gd name="csX393" fmla="*/ 918912 w 996365"/>
                <a:gd name="csY393" fmla="*/ 386514 h 697079"/>
                <a:gd name="csX394" fmla="*/ 918912 w 996365"/>
                <a:gd name="csY394" fmla="*/ 388018 h 697079"/>
                <a:gd name="csX395" fmla="*/ 919664 w 996365"/>
                <a:gd name="csY395" fmla="*/ 389522 h 697079"/>
                <a:gd name="csX396" fmla="*/ 918160 w 996365"/>
                <a:gd name="csY396" fmla="*/ 391026 h 697079"/>
                <a:gd name="csX397" fmla="*/ 916656 w 996365"/>
                <a:gd name="csY397" fmla="*/ 392530 h 697079"/>
                <a:gd name="csX398" fmla="*/ 916656 w 996365"/>
                <a:gd name="csY398" fmla="*/ 393282 h 697079"/>
                <a:gd name="csX399" fmla="*/ 915904 w 996365"/>
                <a:gd name="csY399" fmla="*/ 395538 h 697079"/>
                <a:gd name="csX400" fmla="*/ 916656 w 996365"/>
                <a:gd name="csY400" fmla="*/ 400802 h 697079"/>
                <a:gd name="csX401" fmla="*/ 916656 w 996365"/>
                <a:gd name="csY401" fmla="*/ 404562 h 697079"/>
                <a:gd name="csX402" fmla="*/ 915904 w 996365"/>
                <a:gd name="csY402" fmla="*/ 406066 h 697079"/>
                <a:gd name="csX403" fmla="*/ 915152 w 996365"/>
                <a:gd name="csY403" fmla="*/ 406818 h 697079"/>
                <a:gd name="csX404" fmla="*/ 915152 w 996365"/>
                <a:gd name="csY404" fmla="*/ 407569 h 697079"/>
                <a:gd name="csX405" fmla="*/ 912144 w 996365"/>
                <a:gd name="csY405" fmla="*/ 409073 h 697079"/>
                <a:gd name="csX406" fmla="*/ 911392 w 996365"/>
                <a:gd name="csY406" fmla="*/ 409826 h 697079"/>
                <a:gd name="csX407" fmla="*/ 911392 w 996365"/>
                <a:gd name="csY407" fmla="*/ 410577 h 697079"/>
                <a:gd name="csX408" fmla="*/ 911392 w 996365"/>
                <a:gd name="csY408" fmla="*/ 411329 h 697079"/>
                <a:gd name="csX409" fmla="*/ 912144 w 996365"/>
                <a:gd name="csY409" fmla="*/ 412833 h 697079"/>
                <a:gd name="csX410" fmla="*/ 914400 w 996365"/>
                <a:gd name="csY410" fmla="*/ 418097 h 697079"/>
                <a:gd name="csX411" fmla="*/ 914400 w 996365"/>
                <a:gd name="csY411" fmla="*/ 418849 h 697079"/>
                <a:gd name="csX412" fmla="*/ 915152 w 996365"/>
                <a:gd name="csY412" fmla="*/ 419601 h 697079"/>
                <a:gd name="csX413" fmla="*/ 918912 w 996365"/>
                <a:gd name="csY413" fmla="*/ 421857 h 697079"/>
                <a:gd name="csX414" fmla="*/ 923424 w 996365"/>
                <a:gd name="csY414" fmla="*/ 424113 h 697079"/>
                <a:gd name="csX415" fmla="*/ 924928 w 996365"/>
                <a:gd name="csY415" fmla="*/ 424113 h 697079"/>
                <a:gd name="csX416" fmla="*/ 925680 w 996365"/>
                <a:gd name="csY416" fmla="*/ 424113 h 697079"/>
                <a:gd name="csX417" fmla="*/ 926432 w 996365"/>
                <a:gd name="csY417" fmla="*/ 422609 h 697079"/>
                <a:gd name="csX418" fmla="*/ 926432 w 996365"/>
                <a:gd name="csY418" fmla="*/ 421857 h 697079"/>
                <a:gd name="csX419" fmla="*/ 927184 w 996365"/>
                <a:gd name="csY419" fmla="*/ 420353 h 697079"/>
                <a:gd name="csX420" fmla="*/ 927936 w 996365"/>
                <a:gd name="csY420" fmla="*/ 419601 h 697079"/>
                <a:gd name="csX421" fmla="*/ 927936 w 996365"/>
                <a:gd name="csY421" fmla="*/ 418849 h 697079"/>
                <a:gd name="csX422" fmla="*/ 928688 w 996365"/>
                <a:gd name="csY422" fmla="*/ 418097 h 697079"/>
                <a:gd name="csX423" fmla="*/ 930192 w 996365"/>
                <a:gd name="csY423" fmla="*/ 417345 h 697079"/>
                <a:gd name="csX424" fmla="*/ 930943 w 996365"/>
                <a:gd name="csY424" fmla="*/ 416593 h 697079"/>
                <a:gd name="csX425" fmla="*/ 930943 w 996365"/>
                <a:gd name="csY425" fmla="*/ 415841 h 697079"/>
                <a:gd name="csX426" fmla="*/ 931696 w 996365"/>
                <a:gd name="csY426" fmla="*/ 415089 h 697079"/>
                <a:gd name="csX427" fmla="*/ 931696 w 996365"/>
                <a:gd name="csY427" fmla="*/ 413586 h 697079"/>
                <a:gd name="csX428" fmla="*/ 930943 w 996365"/>
                <a:gd name="csY428" fmla="*/ 411329 h 697079"/>
                <a:gd name="csX429" fmla="*/ 930943 w 996365"/>
                <a:gd name="csY429" fmla="*/ 409826 h 697079"/>
                <a:gd name="csX430" fmla="*/ 930943 w 996365"/>
                <a:gd name="csY430" fmla="*/ 409073 h 697079"/>
                <a:gd name="csX431" fmla="*/ 931696 w 996365"/>
                <a:gd name="csY431" fmla="*/ 408322 h 697079"/>
                <a:gd name="csX432" fmla="*/ 931696 w 996365"/>
                <a:gd name="csY432" fmla="*/ 407569 h 697079"/>
                <a:gd name="csX433" fmla="*/ 933200 w 996365"/>
                <a:gd name="csY433" fmla="*/ 406818 h 697079"/>
                <a:gd name="csX434" fmla="*/ 936207 w 996365"/>
                <a:gd name="csY434" fmla="*/ 405314 h 697079"/>
                <a:gd name="csX435" fmla="*/ 936960 w 996365"/>
                <a:gd name="csY435" fmla="*/ 404562 h 697079"/>
                <a:gd name="csX436" fmla="*/ 936960 w 996365"/>
                <a:gd name="csY436" fmla="*/ 403058 h 697079"/>
                <a:gd name="csX437" fmla="*/ 937711 w 996365"/>
                <a:gd name="csY437" fmla="*/ 403058 h 697079"/>
                <a:gd name="csX438" fmla="*/ 938463 w 996365"/>
                <a:gd name="csY438" fmla="*/ 403058 h 697079"/>
                <a:gd name="csX439" fmla="*/ 940719 w 996365"/>
                <a:gd name="csY439" fmla="*/ 405314 h 697079"/>
                <a:gd name="csX440" fmla="*/ 942223 w 996365"/>
                <a:gd name="csY440" fmla="*/ 405314 h 697079"/>
                <a:gd name="csX441" fmla="*/ 945231 w 996365"/>
                <a:gd name="csY441" fmla="*/ 406066 h 697079"/>
                <a:gd name="csX442" fmla="*/ 946735 w 996365"/>
                <a:gd name="csY442" fmla="*/ 406066 h 697079"/>
                <a:gd name="csX443" fmla="*/ 947487 w 996365"/>
                <a:gd name="csY443" fmla="*/ 406818 h 697079"/>
                <a:gd name="csX444" fmla="*/ 948239 w 996365"/>
                <a:gd name="csY444" fmla="*/ 407569 h 697079"/>
                <a:gd name="csX445" fmla="*/ 948991 w 996365"/>
                <a:gd name="csY445" fmla="*/ 408322 h 697079"/>
                <a:gd name="csX446" fmla="*/ 949743 w 996365"/>
                <a:gd name="csY446" fmla="*/ 409073 h 697079"/>
                <a:gd name="csX447" fmla="*/ 949743 w 996365"/>
                <a:gd name="csY447" fmla="*/ 409826 h 697079"/>
                <a:gd name="csX448" fmla="*/ 949743 w 996365"/>
                <a:gd name="csY448" fmla="*/ 410577 h 697079"/>
                <a:gd name="csX449" fmla="*/ 949743 w 996365"/>
                <a:gd name="csY449" fmla="*/ 411329 h 697079"/>
                <a:gd name="csX450" fmla="*/ 950495 w 996365"/>
                <a:gd name="csY450" fmla="*/ 412082 h 697079"/>
                <a:gd name="csX451" fmla="*/ 951247 w 996365"/>
                <a:gd name="csY451" fmla="*/ 412082 h 697079"/>
                <a:gd name="csX452" fmla="*/ 952751 w 996365"/>
                <a:gd name="csY452" fmla="*/ 412833 h 697079"/>
                <a:gd name="csX453" fmla="*/ 955759 w 996365"/>
                <a:gd name="csY453" fmla="*/ 412082 h 697079"/>
                <a:gd name="csX454" fmla="*/ 957262 w 996365"/>
                <a:gd name="csY454" fmla="*/ 412082 h 697079"/>
                <a:gd name="csX455" fmla="*/ 958766 w 996365"/>
                <a:gd name="csY455" fmla="*/ 412833 h 697079"/>
                <a:gd name="csX456" fmla="*/ 958766 w 996365"/>
                <a:gd name="csY456" fmla="*/ 413586 h 697079"/>
                <a:gd name="csX457" fmla="*/ 958766 w 996365"/>
                <a:gd name="csY457" fmla="*/ 414337 h 697079"/>
                <a:gd name="csX458" fmla="*/ 959519 w 996365"/>
                <a:gd name="csY458" fmla="*/ 415841 h 697079"/>
                <a:gd name="csX459" fmla="*/ 960271 w 996365"/>
                <a:gd name="csY459" fmla="*/ 415841 h 697079"/>
                <a:gd name="csX460" fmla="*/ 961022 w 996365"/>
                <a:gd name="csY460" fmla="*/ 415841 h 697079"/>
                <a:gd name="csX461" fmla="*/ 966286 w 996365"/>
                <a:gd name="csY461" fmla="*/ 412082 h 697079"/>
                <a:gd name="csX462" fmla="*/ 969294 w 996365"/>
                <a:gd name="csY462" fmla="*/ 421857 h 697079"/>
                <a:gd name="csX463" fmla="*/ 970046 w 996365"/>
                <a:gd name="csY463" fmla="*/ 425617 h 697079"/>
                <a:gd name="csX464" fmla="*/ 970046 w 996365"/>
                <a:gd name="csY464" fmla="*/ 426369 h 697079"/>
                <a:gd name="csX465" fmla="*/ 973054 w 996365"/>
                <a:gd name="csY465" fmla="*/ 434641 h 697079"/>
                <a:gd name="csX466" fmla="*/ 973054 w 996365"/>
                <a:gd name="csY466" fmla="*/ 436897 h 697079"/>
                <a:gd name="csX467" fmla="*/ 973806 w 996365"/>
                <a:gd name="csY467" fmla="*/ 439152 h 697079"/>
                <a:gd name="csX468" fmla="*/ 973054 w 996365"/>
                <a:gd name="csY468" fmla="*/ 440656 h 697079"/>
                <a:gd name="csX469" fmla="*/ 973054 w 996365"/>
                <a:gd name="csY469" fmla="*/ 441408 h 697079"/>
                <a:gd name="csX470" fmla="*/ 973054 w 996365"/>
                <a:gd name="csY470" fmla="*/ 442912 h 697079"/>
                <a:gd name="csX471" fmla="*/ 973806 w 996365"/>
                <a:gd name="csY471" fmla="*/ 444416 h 697079"/>
                <a:gd name="csX472" fmla="*/ 976062 w 996365"/>
                <a:gd name="csY472" fmla="*/ 445920 h 697079"/>
                <a:gd name="csX473" fmla="*/ 977566 w 996365"/>
                <a:gd name="csY473" fmla="*/ 446672 h 697079"/>
                <a:gd name="csX474" fmla="*/ 978318 w 996365"/>
                <a:gd name="csY474" fmla="*/ 447424 h 697079"/>
                <a:gd name="csX475" fmla="*/ 987341 w 996365"/>
                <a:gd name="csY475" fmla="*/ 449680 h 697079"/>
                <a:gd name="csX476" fmla="*/ 988094 w 996365"/>
                <a:gd name="csY476" fmla="*/ 449680 h 697079"/>
                <a:gd name="csX477" fmla="*/ 988845 w 996365"/>
                <a:gd name="csY477" fmla="*/ 449680 h 697079"/>
                <a:gd name="csX478" fmla="*/ 990349 w 996365"/>
                <a:gd name="csY478" fmla="*/ 449680 h 697079"/>
                <a:gd name="csX479" fmla="*/ 990349 w 996365"/>
                <a:gd name="csY479" fmla="*/ 448928 h 697079"/>
                <a:gd name="csX480" fmla="*/ 991101 w 996365"/>
                <a:gd name="csY480" fmla="*/ 448176 h 697079"/>
                <a:gd name="csX481" fmla="*/ 991854 w 996365"/>
                <a:gd name="csY481" fmla="*/ 447424 h 697079"/>
                <a:gd name="csX482" fmla="*/ 992605 w 996365"/>
                <a:gd name="csY482" fmla="*/ 447424 h 697079"/>
                <a:gd name="csX483" fmla="*/ 992605 w 996365"/>
                <a:gd name="csY483" fmla="*/ 446672 h 697079"/>
                <a:gd name="csX484" fmla="*/ 994109 w 996365"/>
                <a:gd name="csY484" fmla="*/ 446672 h 697079"/>
                <a:gd name="csX485" fmla="*/ 994861 w 996365"/>
                <a:gd name="csY485" fmla="*/ 446672 h 697079"/>
                <a:gd name="csX486" fmla="*/ 995613 w 996365"/>
                <a:gd name="csY486" fmla="*/ 446672 h 697079"/>
                <a:gd name="csX487" fmla="*/ 996365 w 996365"/>
                <a:gd name="csY487" fmla="*/ 448176 h 697079"/>
                <a:gd name="csX488" fmla="*/ 994861 w 996365"/>
                <a:gd name="csY488" fmla="*/ 450432 h 697079"/>
                <a:gd name="csX489" fmla="*/ 991101 w 996365"/>
                <a:gd name="csY489" fmla="*/ 455696 h 697079"/>
                <a:gd name="csX490" fmla="*/ 989598 w 996365"/>
                <a:gd name="csY490" fmla="*/ 457952 h 697079"/>
                <a:gd name="csX491" fmla="*/ 988845 w 996365"/>
                <a:gd name="csY491" fmla="*/ 459456 h 697079"/>
                <a:gd name="csX492" fmla="*/ 988845 w 996365"/>
                <a:gd name="csY492" fmla="*/ 461712 h 697079"/>
                <a:gd name="csX493" fmla="*/ 987341 w 996365"/>
                <a:gd name="csY493" fmla="*/ 464720 h 697079"/>
                <a:gd name="csX494" fmla="*/ 975310 w 996365"/>
                <a:gd name="csY494" fmla="*/ 471487 h 697079"/>
                <a:gd name="csX495" fmla="*/ 974558 w 996365"/>
                <a:gd name="csY495" fmla="*/ 473743 h 697079"/>
                <a:gd name="csX496" fmla="*/ 971550 w 996365"/>
                <a:gd name="csY496" fmla="*/ 479759 h 697079"/>
                <a:gd name="csX497" fmla="*/ 969294 w 996365"/>
                <a:gd name="csY497" fmla="*/ 486527 h 697079"/>
                <a:gd name="csX498" fmla="*/ 967038 w 996365"/>
                <a:gd name="csY498" fmla="*/ 486527 h 697079"/>
                <a:gd name="csX499" fmla="*/ 964782 w 996365"/>
                <a:gd name="csY499" fmla="*/ 485023 h 697079"/>
                <a:gd name="csX500" fmla="*/ 963279 w 996365"/>
                <a:gd name="csY500" fmla="*/ 481263 h 697079"/>
                <a:gd name="csX501" fmla="*/ 964030 w 996365"/>
                <a:gd name="csY501" fmla="*/ 479007 h 697079"/>
                <a:gd name="csX502" fmla="*/ 967038 w 996365"/>
                <a:gd name="csY502" fmla="*/ 469231 h 697079"/>
                <a:gd name="csX503" fmla="*/ 967790 w 996365"/>
                <a:gd name="csY503" fmla="*/ 467727 h 697079"/>
                <a:gd name="csX504" fmla="*/ 967790 w 996365"/>
                <a:gd name="csY504" fmla="*/ 466975 h 697079"/>
                <a:gd name="csX505" fmla="*/ 967790 w 996365"/>
                <a:gd name="csY505" fmla="*/ 466224 h 697079"/>
                <a:gd name="csX506" fmla="*/ 969294 w 996365"/>
                <a:gd name="csY506" fmla="*/ 463967 h 697079"/>
                <a:gd name="csX507" fmla="*/ 970798 w 996365"/>
                <a:gd name="csY507" fmla="*/ 463216 h 697079"/>
                <a:gd name="csX508" fmla="*/ 973806 w 996365"/>
                <a:gd name="csY508" fmla="*/ 460960 h 697079"/>
                <a:gd name="csX509" fmla="*/ 980574 w 996365"/>
                <a:gd name="csY509" fmla="*/ 458704 h 697079"/>
                <a:gd name="csX510" fmla="*/ 982078 w 996365"/>
                <a:gd name="csY510" fmla="*/ 456448 h 697079"/>
                <a:gd name="csX511" fmla="*/ 979822 w 996365"/>
                <a:gd name="csY511" fmla="*/ 454944 h 697079"/>
                <a:gd name="csX512" fmla="*/ 978318 w 996365"/>
                <a:gd name="csY512" fmla="*/ 457200 h 697079"/>
                <a:gd name="csX513" fmla="*/ 974558 w 996365"/>
                <a:gd name="csY513" fmla="*/ 458704 h 697079"/>
                <a:gd name="csX514" fmla="*/ 970798 w 996365"/>
                <a:gd name="csY514" fmla="*/ 459456 h 697079"/>
                <a:gd name="csX515" fmla="*/ 967790 w 996365"/>
                <a:gd name="csY515" fmla="*/ 459456 h 697079"/>
                <a:gd name="csX516" fmla="*/ 966286 w 996365"/>
                <a:gd name="csY516" fmla="*/ 460208 h 697079"/>
                <a:gd name="csX517" fmla="*/ 964030 w 996365"/>
                <a:gd name="csY517" fmla="*/ 462464 h 697079"/>
                <a:gd name="csX518" fmla="*/ 963279 w 996365"/>
                <a:gd name="csY518" fmla="*/ 463216 h 697079"/>
                <a:gd name="csX519" fmla="*/ 961775 w 996365"/>
                <a:gd name="csY519" fmla="*/ 462464 h 697079"/>
                <a:gd name="csX520" fmla="*/ 959519 w 996365"/>
                <a:gd name="csY520" fmla="*/ 459456 h 697079"/>
                <a:gd name="csX521" fmla="*/ 958015 w 996365"/>
                <a:gd name="csY521" fmla="*/ 458704 h 697079"/>
                <a:gd name="csX522" fmla="*/ 958015 w 996365"/>
                <a:gd name="csY522" fmla="*/ 460960 h 697079"/>
                <a:gd name="csX523" fmla="*/ 958015 w 996365"/>
                <a:gd name="csY523" fmla="*/ 462464 h 697079"/>
                <a:gd name="csX524" fmla="*/ 958015 w 996365"/>
                <a:gd name="csY524" fmla="*/ 463967 h 697079"/>
                <a:gd name="csX525" fmla="*/ 955759 w 996365"/>
                <a:gd name="csY525" fmla="*/ 466975 h 697079"/>
                <a:gd name="csX526" fmla="*/ 955007 w 996365"/>
                <a:gd name="csY526" fmla="*/ 468480 h 697079"/>
                <a:gd name="csX527" fmla="*/ 952751 w 996365"/>
                <a:gd name="csY527" fmla="*/ 469984 h 697079"/>
                <a:gd name="csX528" fmla="*/ 950495 w 996365"/>
                <a:gd name="csY528" fmla="*/ 469984 h 697079"/>
                <a:gd name="csX529" fmla="*/ 952751 w 996365"/>
                <a:gd name="csY529" fmla="*/ 463967 h 697079"/>
                <a:gd name="csX530" fmla="*/ 951999 w 996365"/>
                <a:gd name="csY530" fmla="*/ 463967 h 697079"/>
                <a:gd name="csX531" fmla="*/ 950495 w 996365"/>
                <a:gd name="csY531" fmla="*/ 465471 h 697079"/>
                <a:gd name="csX532" fmla="*/ 950495 w 996365"/>
                <a:gd name="csY532" fmla="*/ 463216 h 697079"/>
                <a:gd name="csX533" fmla="*/ 951247 w 996365"/>
                <a:gd name="csY533" fmla="*/ 454944 h 697079"/>
                <a:gd name="csX534" fmla="*/ 951999 w 996365"/>
                <a:gd name="csY534" fmla="*/ 450432 h 697079"/>
                <a:gd name="csX535" fmla="*/ 951999 w 996365"/>
                <a:gd name="csY535" fmla="*/ 448176 h 697079"/>
                <a:gd name="csX536" fmla="*/ 949743 w 996365"/>
                <a:gd name="csY536" fmla="*/ 449680 h 697079"/>
                <a:gd name="csX537" fmla="*/ 948239 w 996365"/>
                <a:gd name="csY537" fmla="*/ 451936 h 697079"/>
                <a:gd name="csX538" fmla="*/ 946735 w 996365"/>
                <a:gd name="csY538" fmla="*/ 454192 h 697079"/>
                <a:gd name="csX539" fmla="*/ 945983 w 996365"/>
                <a:gd name="csY539" fmla="*/ 454944 h 697079"/>
                <a:gd name="csX540" fmla="*/ 944479 w 996365"/>
                <a:gd name="csY540" fmla="*/ 455696 h 697079"/>
                <a:gd name="csX541" fmla="*/ 944479 w 996365"/>
                <a:gd name="csY541" fmla="*/ 456448 h 697079"/>
                <a:gd name="csX542" fmla="*/ 945983 w 996365"/>
                <a:gd name="csY542" fmla="*/ 457200 h 697079"/>
                <a:gd name="csX543" fmla="*/ 946735 w 996365"/>
                <a:gd name="csY543" fmla="*/ 457952 h 697079"/>
                <a:gd name="csX544" fmla="*/ 947487 w 996365"/>
                <a:gd name="csY544" fmla="*/ 457952 h 697079"/>
                <a:gd name="csX545" fmla="*/ 947487 w 996365"/>
                <a:gd name="csY545" fmla="*/ 458704 h 697079"/>
                <a:gd name="csX546" fmla="*/ 947487 w 996365"/>
                <a:gd name="csY546" fmla="*/ 459456 h 697079"/>
                <a:gd name="csX547" fmla="*/ 946735 w 996365"/>
                <a:gd name="csY547" fmla="*/ 459456 h 697079"/>
                <a:gd name="csX548" fmla="*/ 946735 w 996365"/>
                <a:gd name="csY548" fmla="*/ 460208 h 697079"/>
                <a:gd name="csX549" fmla="*/ 945231 w 996365"/>
                <a:gd name="csY549" fmla="*/ 460960 h 697079"/>
                <a:gd name="csX550" fmla="*/ 942975 w 996365"/>
                <a:gd name="csY550" fmla="*/ 459456 h 697079"/>
                <a:gd name="csX551" fmla="*/ 939215 w 996365"/>
                <a:gd name="csY551" fmla="*/ 457200 h 697079"/>
                <a:gd name="csX552" fmla="*/ 938463 w 996365"/>
                <a:gd name="csY552" fmla="*/ 455696 h 697079"/>
                <a:gd name="csX553" fmla="*/ 936960 w 996365"/>
                <a:gd name="csY553" fmla="*/ 451936 h 697079"/>
                <a:gd name="csX554" fmla="*/ 935455 w 996365"/>
                <a:gd name="csY554" fmla="*/ 450432 h 697079"/>
                <a:gd name="csX555" fmla="*/ 935455 w 996365"/>
                <a:gd name="csY555" fmla="*/ 454192 h 697079"/>
                <a:gd name="csX556" fmla="*/ 933951 w 996365"/>
                <a:gd name="csY556" fmla="*/ 454192 h 697079"/>
                <a:gd name="csX557" fmla="*/ 933951 w 996365"/>
                <a:gd name="csY557" fmla="*/ 452688 h 697079"/>
                <a:gd name="csX558" fmla="*/ 933200 w 996365"/>
                <a:gd name="csY558" fmla="*/ 452688 h 697079"/>
                <a:gd name="csX559" fmla="*/ 932447 w 996365"/>
                <a:gd name="csY559" fmla="*/ 451936 h 697079"/>
                <a:gd name="csX560" fmla="*/ 932447 w 996365"/>
                <a:gd name="csY560" fmla="*/ 451184 h 697079"/>
                <a:gd name="csX561" fmla="*/ 932447 w 996365"/>
                <a:gd name="csY561" fmla="*/ 454192 h 697079"/>
                <a:gd name="csX562" fmla="*/ 936207 w 996365"/>
                <a:gd name="csY562" fmla="*/ 463967 h 697079"/>
                <a:gd name="csX563" fmla="*/ 933200 w 996365"/>
                <a:gd name="csY563" fmla="*/ 463967 h 697079"/>
                <a:gd name="csX564" fmla="*/ 928688 w 996365"/>
                <a:gd name="csY564" fmla="*/ 465471 h 697079"/>
                <a:gd name="csX565" fmla="*/ 925680 w 996365"/>
                <a:gd name="csY565" fmla="*/ 465471 h 697079"/>
                <a:gd name="csX566" fmla="*/ 925680 w 996365"/>
                <a:gd name="csY566" fmla="*/ 466224 h 697079"/>
                <a:gd name="csX567" fmla="*/ 930943 w 996365"/>
                <a:gd name="csY567" fmla="*/ 466975 h 697079"/>
                <a:gd name="csX568" fmla="*/ 933951 w 996365"/>
                <a:gd name="csY568" fmla="*/ 467727 h 697079"/>
                <a:gd name="csX569" fmla="*/ 935455 w 996365"/>
                <a:gd name="csY569" fmla="*/ 469984 h 697079"/>
                <a:gd name="csX570" fmla="*/ 932447 w 996365"/>
                <a:gd name="csY570" fmla="*/ 471487 h 697079"/>
                <a:gd name="csX571" fmla="*/ 931696 w 996365"/>
                <a:gd name="csY571" fmla="*/ 473743 h 697079"/>
                <a:gd name="csX572" fmla="*/ 932447 w 996365"/>
                <a:gd name="csY572" fmla="*/ 474495 h 697079"/>
                <a:gd name="csX573" fmla="*/ 935455 w 996365"/>
                <a:gd name="csY573" fmla="*/ 473743 h 697079"/>
                <a:gd name="csX574" fmla="*/ 936207 w 996365"/>
                <a:gd name="csY574" fmla="*/ 475247 h 697079"/>
                <a:gd name="csX575" fmla="*/ 937711 w 996365"/>
                <a:gd name="csY575" fmla="*/ 477503 h 697079"/>
                <a:gd name="csX576" fmla="*/ 938463 w 996365"/>
                <a:gd name="csY576" fmla="*/ 478255 h 697079"/>
                <a:gd name="csX577" fmla="*/ 937711 w 996365"/>
                <a:gd name="csY577" fmla="*/ 481263 h 697079"/>
                <a:gd name="csX578" fmla="*/ 936207 w 996365"/>
                <a:gd name="csY578" fmla="*/ 482015 h 697079"/>
                <a:gd name="csX579" fmla="*/ 934703 w 996365"/>
                <a:gd name="csY579" fmla="*/ 482015 h 697079"/>
                <a:gd name="csX580" fmla="*/ 933200 w 996365"/>
                <a:gd name="csY580" fmla="*/ 482767 h 697079"/>
                <a:gd name="csX581" fmla="*/ 932447 w 996365"/>
                <a:gd name="csY581" fmla="*/ 484271 h 697079"/>
                <a:gd name="csX582" fmla="*/ 931696 w 996365"/>
                <a:gd name="csY582" fmla="*/ 486527 h 697079"/>
                <a:gd name="csX583" fmla="*/ 931696 w 996365"/>
                <a:gd name="csY583" fmla="*/ 488783 h 697079"/>
                <a:gd name="csX584" fmla="*/ 929440 w 996365"/>
                <a:gd name="csY584" fmla="*/ 489535 h 697079"/>
                <a:gd name="csX585" fmla="*/ 927184 w 996365"/>
                <a:gd name="csY585" fmla="*/ 489535 h 697079"/>
                <a:gd name="csX586" fmla="*/ 925680 w 996365"/>
                <a:gd name="csY586" fmla="*/ 488031 h 697079"/>
                <a:gd name="csX587" fmla="*/ 922672 w 996365"/>
                <a:gd name="csY587" fmla="*/ 485023 h 697079"/>
                <a:gd name="csX588" fmla="*/ 921168 w 996365"/>
                <a:gd name="csY588" fmla="*/ 485775 h 697079"/>
                <a:gd name="csX589" fmla="*/ 919664 w 996365"/>
                <a:gd name="csY589" fmla="*/ 485775 h 697079"/>
                <a:gd name="csX590" fmla="*/ 918160 w 996365"/>
                <a:gd name="csY590" fmla="*/ 485775 h 697079"/>
                <a:gd name="csX591" fmla="*/ 916656 w 996365"/>
                <a:gd name="csY591" fmla="*/ 485023 h 697079"/>
                <a:gd name="csX592" fmla="*/ 915904 w 996365"/>
                <a:gd name="csY592" fmla="*/ 486527 h 697079"/>
                <a:gd name="csX593" fmla="*/ 914400 w 996365"/>
                <a:gd name="csY593" fmla="*/ 487279 h 697079"/>
                <a:gd name="csX594" fmla="*/ 906881 w 996365"/>
                <a:gd name="csY594" fmla="*/ 485023 h 697079"/>
                <a:gd name="csX595" fmla="*/ 904624 w 996365"/>
                <a:gd name="csY595" fmla="*/ 484271 h 697079"/>
                <a:gd name="csX596" fmla="*/ 897857 w 996365"/>
                <a:gd name="csY596" fmla="*/ 479007 h 697079"/>
                <a:gd name="csX597" fmla="*/ 896353 w 996365"/>
                <a:gd name="csY597" fmla="*/ 477503 h 697079"/>
                <a:gd name="csX598" fmla="*/ 890337 w 996365"/>
                <a:gd name="csY598" fmla="*/ 469984 h 697079"/>
                <a:gd name="csX599" fmla="*/ 888833 w 996365"/>
                <a:gd name="csY599" fmla="*/ 469231 h 697079"/>
                <a:gd name="csX600" fmla="*/ 888833 w 996365"/>
                <a:gd name="csY600" fmla="*/ 471487 h 697079"/>
                <a:gd name="csX601" fmla="*/ 891841 w 996365"/>
                <a:gd name="csY601" fmla="*/ 478255 h 697079"/>
                <a:gd name="csX602" fmla="*/ 892593 w 996365"/>
                <a:gd name="csY602" fmla="*/ 480511 h 697079"/>
                <a:gd name="csX603" fmla="*/ 892593 w 996365"/>
                <a:gd name="csY603" fmla="*/ 481263 h 697079"/>
                <a:gd name="csX604" fmla="*/ 893345 w 996365"/>
                <a:gd name="csY604" fmla="*/ 482767 h 697079"/>
                <a:gd name="csX605" fmla="*/ 895601 w 996365"/>
                <a:gd name="csY605" fmla="*/ 483519 h 697079"/>
                <a:gd name="csX606" fmla="*/ 897857 w 996365"/>
                <a:gd name="csY606" fmla="*/ 487279 h 697079"/>
                <a:gd name="csX607" fmla="*/ 897105 w 996365"/>
                <a:gd name="csY607" fmla="*/ 489535 h 697079"/>
                <a:gd name="csX608" fmla="*/ 894097 w 996365"/>
                <a:gd name="csY608" fmla="*/ 489535 h 697079"/>
                <a:gd name="csX609" fmla="*/ 890337 w 996365"/>
                <a:gd name="csY609" fmla="*/ 488031 h 697079"/>
                <a:gd name="csX610" fmla="*/ 893345 w 996365"/>
                <a:gd name="csY610" fmla="*/ 493295 h 697079"/>
                <a:gd name="csX611" fmla="*/ 897857 w 996365"/>
                <a:gd name="csY611" fmla="*/ 493295 h 697079"/>
                <a:gd name="csX612" fmla="*/ 902368 w 996365"/>
                <a:gd name="csY612" fmla="*/ 492543 h 697079"/>
                <a:gd name="csX613" fmla="*/ 906881 w 996365"/>
                <a:gd name="csY613" fmla="*/ 493295 h 697079"/>
                <a:gd name="csX614" fmla="*/ 906881 w 996365"/>
                <a:gd name="csY614" fmla="*/ 494046 h 697079"/>
                <a:gd name="csX615" fmla="*/ 906881 w 996365"/>
                <a:gd name="csY615" fmla="*/ 494799 h 697079"/>
                <a:gd name="csX616" fmla="*/ 906128 w 996365"/>
                <a:gd name="csY616" fmla="*/ 495550 h 697079"/>
                <a:gd name="csX617" fmla="*/ 904624 w 996365"/>
                <a:gd name="csY617" fmla="*/ 494046 h 697079"/>
                <a:gd name="csX618" fmla="*/ 903873 w 996365"/>
                <a:gd name="csY618" fmla="*/ 494046 h 697079"/>
                <a:gd name="csX619" fmla="*/ 903121 w 996365"/>
                <a:gd name="csY619" fmla="*/ 494799 h 697079"/>
                <a:gd name="csX620" fmla="*/ 902368 w 996365"/>
                <a:gd name="csY620" fmla="*/ 496303 h 697079"/>
                <a:gd name="csX621" fmla="*/ 903873 w 996365"/>
                <a:gd name="csY621" fmla="*/ 497054 h 697079"/>
                <a:gd name="csX622" fmla="*/ 906128 w 996365"/>
                <a:gd name="csY622" fmla="*/ 497806 h 697079"/>
                <a:gd name="csX623" fmla="*/ 907632 w 996365"/>
                <a:gd name="csY623" fmla="*/ 498558 h 697079"/>
                <a:gd name="csX624" fmla="*/ 909136 w 996365"/>
                <a:gd name="csY624" fmla="*/ 500814 h 697079"/>
                <a:gd name="csX625" fmla="*/ 910640 w 996365"/>
                <a:gd name="csY625" fmla="*/ 498558 h 697079"/>
                <a:gd name="csX626" fmla="*/ 913648 w 996365"/>
                <a:gd name="csY626" fmla="*/ 497806 h 697079"/>
                <a:gd name="csX627" fmla="*/ 916656 w 996365"/>
                <a:gd name="csY627" fmla="*/ 498558 h 697079"/>
                <a:gd name="csX628" fmla="*/ 921920 w 996365"/>
                <a:gd name="csY628" fmla="*/ 496303 h 697079"/>
                <a:gd name="csX629" fmla="*/ 924928 w 996365"/>
                <a:gd name="csY629" fmla="*/ 497806 h 697079"/>
                <a:gd name="csX630" fmla="*/ 927184 w 996365"/>
                <a:gd name="csY630" fmla="*/ 499310 h 697079"/>
                <a:gd name="csX631" fmla="*/ 930192 w 996365"/>
                <a:gd name="csY631" fmla="*/ 500814 h 697079"/>
                <a:gd name="csX632" fmla="*/ 928688 w 996365"/>
                <a:gd name="csY632" fmla="*/ 503070 h 697079"/>
                <a:gd name="csX633" fmla="*/ 927936 w 996365"/>
                <a:gd name="csY633" fmla="*/ 503070 h 697079"/>
                <a:gd name="csX634" fmla="*/ 928688 w 996365"/>
                <a:gd name="csY634" fmla="*/ 502318 h 697079"/>
                <a:gd name="csX635" fmla="*/ 927184 w 996365"/>
                <a:gd name="csY635" fmla="*/ 504574 h 697079"/>
                <a:gd name="csX636" fmla="*/ 925680 w 996365"/>
                <a:gd name="csY636" fmla="*/ 505326 h 697079"/>
                <a:gd name="csX637" fmla="*/ 924928 w 996365"/>
                <a:gd name="csY637" fmla="*/ 506078 h 697079"/>
                <a:gd name="csX638" fmla="*/ 927936 w 996365"/>
                <a:gd name="csY638" fmla="*/ 506830 h 697079"/>
                <a:gd name="csX639" fmla="*/ 929440 w 996365"/>
                <a:gd name="csY639" fmla="*/ 506078 h 697079"/>
                <a:gd name="csX640" fmla="*/ 930943 w 996365"/>
                <a:gd name="csY640" fmla="*/ 503822 h 697079"/>
                <a:gd name="csX641" fmla="*/ 932447 w 996365"/>
                <a:gd name="csY641" fmla="*/ 502318 h 697079"/>
                <a:gd name="csX642" fmla="*/ 934703 w 996365"/>
                <a:gd name="csY642" fmla="*/ 502318 h 697079"/>
                <a:gd name="csX643" fmla="*/ 936960 w 996365"/>
                <a:gd name="csY643" fmla="*/ 503070 h 697079"/>
                <a:gd name="csX644" fmla="*/ 939967 w 996365"/>
                <a:gd name="csY644" fmla="*/ 503070 h 697079"/>
                <a:gd name="csX645" fmla="*/ 942223 w 996365"/>
                <a:gd name="csY645" fmla="*/ 500814 h 697079"/>
                <a:gd name="csX646" fmla="*/ 946735 w 996365"/>
                <a:gd name="csY646" fmla="*/ 505326 h 697079"/>
                <a:gd name="csX647" fmla="*/ 942223 w 996365"/>
                <a:gd name="csY647" fmla="*/ 509838 h 697079"/>
                <a:gd name="csX648" fmla="*/ 935455 w 996365"/>
                <a:gd name="csY648" fmla="*/ 514350 h 697079"/>
                <a:gd name="csX649" fmla="*/ 922672 w 996365"/>
                <a:gd name="csY649" fmla="*/ 539165 h 697079"/>
                <a:gd name="csX650" fmla="*/ 922672 w 996365"/>
                <a:gd name="csY650" fmla="*/ 543677 h 697079"/>
                <a:gd name="csX651" fmla="*/ 920416 w 996365"/>
                <a:gd name="csY651" fmla="*/ 550444 h 697079"/>
                <a:gd name="csX652" fmla="*/ 918912 w 996365"/>
                <a:gd name="csY652" fmla="*/ 551948 h 697079"/>
                <a:gd name="csX653" fmla="*/ 916656 w 996365"/>
                <a:gd name="csY653" fmla="*/ 551197 h 697079"/>
                <a:gd name="csX654" fmla="*/ 914400 w 996365"/>
                <a:gd name="csY654" fmla="*/ 547437 h 697079"/>
                <a:gd name="csX655" fmla="*/ 912144 w 996365"/>
                <a:gd name="csY655" fmla="*/ 546685 h 697079"/>
                <a:gd name="csX656" fmla="*/ 912896 w 996365"/>
                <a:gd name="csY656" fmla="*/ 544429 h 697079"/>
                <a:gd name="csX657" fmla="*/ 913648 w 996365"/>
                <a:gd name="csY657" fmla="*/ 543677 h 697079"/>
                <a:gd name="csX658" fmla="*/ 911392 w 996365"/>
                <a:gd name="csY658" fmla="*/ 543677 h 697079"/>
                <a:gd name="csX659" fmla="*/ 909888 w 996365"/>
                <a:gd name="csY659" fmla="*/ 544429 h 697079"/>
                <a:gd name="csX660" fmla="*/ 908384 w 996365"/>
                <a:gd name="csY660" fmla="*/ 545181 h 697079"/>
                <a:gd name="csX661" fmla="*/ 906881 w 996365"/>
                <a:gd name="csY661" fmla="*/ 546685 h 697079"/>
                <a:gd name="csX662" fmla="*/ 909136 w 996365"/>
                <a:gd name="csY662" fmla="*/ 547437 h 697079"/>
                <a:gd name="csX663" fmla="*/ 910640 w 996365"/>
                <a:gd name="csY663" fmla="*/ 548189 h 697079"/>
                <a:gd name="csX664" fmla="*/ 911392 w 996365"/>
                <a:gd name="csY664" fmla="*/ 548941 h 697079"/>
                <a:gd name="csX665" fmla="*/ 912144 w 996365"/>
                <a:gd name="csY665" fmla="*/ 550444 h 697079"/>
                <a:gd name="csX666" fmla="*/ 913648 w 996365"/>
                <a:gd name="csY666" fmla="*/ 552701 h 697079"/>
                <a:gd name="csX667" fmla="*/ 912896 w 996365"/>
                <a:gd name="csY667" fmla="*/ 553452 h 697079"/>
                <a:gd name="csX668" fmla="*/ 902368 w 996365"/>
                <a:gd name="csY668" fmla="*/ 551197 h 697079"/>
                <a:gd name="csX669" fmla="*/ 888833 w 996365"/>
                <a:gd name="csY669" fmla="*/ 552701 h 697079"/>
                <a:gd name="csX670" fmla="*/ 887329 w 996365"/>
                <a:gd name="csY670" fmla="*/ 553452 h 697079"/>
                <a:gd name="csX671" fmla="*/ 885825 w 996365"/>
                <a:gd name="csY671" fmla="*/ 554204 h 697079"/>
                <a:gd name="csX672" fmla="*/ 884321 w 996365"/>
                <a:gd name="csY672" fmla="*/ 555708 h 697079"/>
                <a:gd name="csX673" fmla="*/ 884321 w 996365"/>
                <a:gd name="csY673" fmla="*/ 557212 h 697079"/>
                <a:gd name="csX674" fmla="*/ 885073 w 996365"/>
                <a:gd name="csY674" fmla="*/ 558716 h 697079"/>
                <a:gd name="csX675" fmla="*/ 886577 w 996365"/>
                <a:gd name="csY675" fmla="*/ 557964 h 697079"/>
                <a:gd name="csX676" fmla="*/ 887329 w 996365"/>
                <a:gd name="csY676" fmla="*/ 557212 h 697079"/>
                <a:gd name="csX677" fmla="*/ 888833 w 996365"/>
                <a:gd name="csY677" fmla="*/ 556461 h 697079"/>
                <a:gd name="csX678" fmla="*/ 913648 w 996365"/>
                <a:gd name="csY678" fmla="*/ 556461 h 697079"/>
                <a:gd name="csX679" fmla="*/ 914400 w 996365"/>
                <a:gd name="csY679" fmla="*/ 555708 h 697079"/>
                <a:gd name="csX680" fmla="*/ 915152 w 996365"/>
                <a:gd name="csY680" fmla="*/ 554957 h 697079"/>
                <a:gd name="csX681" fmla="*/ 915904 w 996365"/>
                <a:gd name="csY681" fmla="*/ 554957 h 697079"/>
                <a:gd name="csX682" fmla="*/ 916656 w 996365"/>
                <a:gd name="csY682" fmla="*/ 557212 h 697079"/>
                <a:gd name="csX683" fmla="*/ 916656 w 996365"/>
                <a:gd name="csY683" fmla="*/ 559468 h 697079"/>
                <a:gd name="csX684" fmla="*/ 916656 w 996365"/>
                <a:gd name="csY684" fmla="*/ 560972 h 697079"/>
                <a:gd name="csX685" fmla="*/ 913648 w 996365"/>
                <a:gd name="csY685" fmla="*/ 571500 h 697079"/>
                <a:gd name="csX686" fmla="*/ 912896 w 996365"/>
                <a:gd name="csY686" fmla="*/ 574508 h 697079"/>
                <a:gd name="csX687" fmla="*/ 908384 w 996365"/>
                <a:gd name="csY687" fmla="*/ 575260 h 697079"/>
                <a:gd name="csX688" fmla="*/ 906881 w 996365"/>
                <a:gd name="csY688" fmla="*/ 574508 h 697079"/>
                <a:gd name="csX689" fmla="*/ 902368 w 996365"/>
                <a:gd name="csY689" fmla="*/ 573004 h 697079"/>
                <a:gd name="csX690" fmla="*/ 861762 w 996365"/>
                <a:gd name="csY690" fmla="*/ 573756 h 697079"/>
                <a:gd name="csX691" fmla="*/ 861010 w 996365"/>
                <a:gd name="csY691" fmla="*/ 574508 h 697079"/>
                <a:gd name="csX692" fmla="*/ 861010 w 996365"/>
                <a:gd name="csY692" fmla="*/ 575260 h 697079"/>
                <a:gd name="csX693" fmla="*/ 860258 w 996365"/>
                <a:gd name="csY693" fmla="*/ 576012 h 697079"/>
                <a:gd name="csX694" fmla="*/ 860258 w 996365"/>
                <a:gd name="csY694" fmla="*/ 577516 h 697079"/>
                <a:gd name="csX695" fmla="*/ 858002 w 996365"/>
                <a:gd name="csY695" fmla="*/ 579020 h 697079"/>
                <a:gd name="csX696" fmla="*/ 854994 w 996365"/>
                <a:gd name="csY696" fmla="*/ 579020 h 697079"/>
                <a:gd name="csX697" fmla="*/ 852738 w 996365"/>
                <a:gd name="csY697" fmla="*/ 579020 h 697079"/>
                <a:gd name="csX698" fmla="*/ 848979 w 996365"/>
                <a:gd name="csY698" fmla="*/ 579772 h 697079"/>
                <a:gd name="csX699" fmla="*/ 845970 w 996365"/>
                <a:gd name="csY699" fmla="*/ 578268 h 697079"/>
                <a:gd name="csX700" fmla="*/ 844466 w 996365"/>
                <a:gd name="csY700" fmla="*/ 577516 h 697079"/>
                <a:gd name="csX701" fmla="*/ 844466 w 996365"/>
                <a:gd name="csY701" fmla="*/ 578268 h 697079"/>
                <a:gd name="csX702" fmla="*/ 843715 w 996365"/>
                <a:gd name="csY702" fmla="*/ 579020 h 697079"/>
                <a:gd name="csX703" fmla="*/ 843715 w 996365"/>
                <a:gd name="csY703" fmla="*/ 579772 h 697079"/>
                <a:gd name="csX704" fmla="*/ 842963 w 996365"/>
                <a:gd name="csY704" fmla="*/ 580523 h 697079"/>
                <a:gd name="csX705" fmla="*/ 841459 w 996365"/>
                <a:gd name="csY705" fmla="*/ 580523 h 697079"/>
                <a:gd name="csX706" fmla="*/ 839203 w 996365"/>
                <a:gd name="csY706" fmla="*/ 579020 h 697079"/>
                <a:gd name="csX707" fmla="*/ 838451 w 996365"/>
                <a:gd name="csY707" fmla="*/ 579772 h 697079"/>
                <a:gd name="csX708" fmla="*/ 835443 w 996365"/>
                <a:gd name="csY708" fmla="*/ 580523 h 697079"/>
                <a:gd name="csX709" fmla="*/ 834691 w 996365"/>
                <a:gd name="csY709" fmla="*/ 580523 h 697079"/>
                <a:gd name="csX710" fmla="*/ 833939 w 996365"/>
                <a:gd name="csY710" fmla="*/ 579772 h 697079"/>
                <a:gd name="csX711" fmla="*/ 833939 w 996365"/>
                <a:gd name="csY711" fmla="*/ 579020 h 697079"/>
                <a:gd name="csX712" fmla="*/ 833939 w 996365"/>
                <a:gd name="csY712" fmla="*/ 578268 h 697079"/>
                <a:gd name="csX713" fmla="*/ 833939 w 996365"/>
                <a:gd name="csY713" fmla="*/ 577516 h 697079"/>
                <a:gd name="csX714" fmla="*/ 833939 w 996365"/>
                <a:gd name="csY714" fmla="*/ 576763 h 697079"/>
                <a:gd name="csX715" fmla="*/ 833187 w 996365"/>
                <a:gd name="csY715" fmla="*/ 576763 h 697079"/>
                <a:gd name="csX716" fmla="*/ 832435 w 996365"/>
                <a:gd name="csY716" fmla="*/ 576763 h 697079"/>
                <a:gd name="csX717" fmla="*/ 831683 w 996365"/>
                <a:gd name="csY717" fmla="*/ 576763 h 697079"/>
                <a:gd name="csX718" fmla="*/ 830931 w 996365"/>
                <a:gd name="csY718" fmla="*/ 576763 h 697079"/>
                <a:gd name="csX719" fmla="*/ 830179 w 996365"/>
                <a:gd name="csY719" fmla="*/ 577516 h 697079"/>
                <a:gd name="csX720" fmla="*/ 830179 w 996365"/>
                <a:gd name="csY720" fmla="*/ 578268 h 697079"/>
                <a:gd name="csX721" fmla="*/ 829427 w 996365"/>
                <a:gd name="csY721" fmla="*/ 578268 h 697079"/>
                <a:gd name="csX722" fmla="*/ 827923 w 996365"/>
                <a:gd name="csY722" fmla="*/ 579020 h 697079"/>
                <a:gd name="csX723" fmla="*/ 823411 w 996365"/>
                <a:gd name="csY723" fmla="*/ 579772 h 697079"/>
                <a:gd name="csX724" fmla="*/ 819651 w 996365"/>
                <a:gd name="csY724" fmla="*/ 581276 h 697079"/>
                <a:gd name="csX725" fmla="*/ 817396 w 996365"/>
                <a:gd name="csY725" fmla="*/ 582780 h 697079"/>
                <a:gd name="csX726" fmla="*/ 813636 w 996365"/>
                <a:gd name="csY726" fmla="*/ 585035 h 697079"/>
                <a:gd name="csX727" fmla="*/ 811380 w 996365"/>
                <a:gd name="csY727" fmla="*/ 587291 h 697079"/>
                <a:gd name="csX728" fmla="*/ 806868 w 996365"/>
                <a:gd name="csY728" fmla="*/ 593307 h 697079"/>
                <a:gd name="csX729" fmla="*/ 806116 w 996365"/>
                <a:gd name="csY729" fmla="*/ 594811 h 697079"/>
                <a:gd name="csX730" fmla="*/ 804612 w 996365"/>
                <a:gd name="csY730" fmla="*/ 595563 h 697079"/>
                <a:gd name="csX731" fmla="*/ 792580 w 996365"/>
                <a:gd name="csY731" fmla="*/ 602331 h 697079"/>
                <a:gd name="csX732" fmla="*/ 785061 w 996365"/>
                <a:gd name="csY732" fmla="*/ 605339 h 697079"/>
                <a:gd name="csX733" fmla="*/ 782805 w 996365"/>
                <a:gd name="csY733" fmla="*/ 605339 h 697079"/>
                <a:gd name="csX734" fmla="*/ 781301 w 996365"/>
                <a:gd name="csY734" fmla="*/ 606091 h 697079"/>
                <a:gd name="csX735" fmla="*/ 780549 w 996365"/>
                <a:gd name="csY735" fmla="*/ 606091 h 697079"/>
                <a:gd name="csX736" fmla="*/ 779045 w 996365"/>
                <a:gd name="csY736" fmla="*/ 607595 h 697079"/>
                <a:gd name="csX737" fmla="*/ 778293 w 996365"/>
                <a:gd name="csY737" fmla="*/ 608346 h 697079"/>
                <a:gd name="csX738" fmla="*/ 777541 w 996365"/>
                <a:gd name="csY738" fmla="*/ 609851 h 697079"/>
                <a:gd name="csX739" fmla="*/ 776037 w 996365"/>
                <a:gd name="csY739" fmla="*/ 613610 h 697079"/>
                <a:gd name="csX740" fmla="*/ 775285 w 996365"/>
                <a:gd name="csY740" fmla="*/ 615114 h 697079"/>
                <a:gd name="csX741" fmla="*/ 772277 w 996365"/>
                <a:gd name="csY741" fmla="*/ 616618 h 697079"/>
                <a:gd name="csX742" fmla="*/ 766261 w 996365"/>
                <a:gd name="csY742" fmla="*/ 616618 h 697079"/>
                <a:gd name="csX743" fmla="*/ 761749 w 996365"/>
                <a:gd name="csY743" fmla="*/ 615866 h 697079"/>
                <a:gd name="csX744" fmla="*/ 759493 w 996365"/>
                <a:gd name="csY744" fmla="*/ 615114 h 697079"/>
                <a:gd name="csX745" fmla="*/ 748966 w 996365"/>
                <a:gd name="csY745" fmla="*/ 610602 h 697079"/>
                <a:gd name="csX746" fmla="*/ 739942 w 996365"/>
                <a:gd name="csY746" fmla="*/ 604587 h 697079"/>
                <a:gd name="csX747" fmla="*/ 739190 w 996365"/>
                <a:gd name="csY747" fmla="*/ 603835 h 697079"/>
                <a:gd name="csX748" fmla="*/ 739190 w 996365"/>
                <a:gd name="csY748" fmla="*/ 601579 h 697079"/>
                <a:gd name="csX749" fmla="*/ 737687 w 996365"/>
                <a:gd name="csY749" fmla="*/ 600075 h 697079"/>
                <a:gd name="csX750" fmla="*/ 736182 w 996365"/>
                <a:gd name="csY750" fmla="*/ 598571 h 697079"/>
                <a:gd name="csX751" fmla="*/ 726407 w 996365"/>
                <a:gd name="csY751" fmla="*/ 592555 h 697079"/>
                <a:gd name="csX752" fmla="*/ 723399 w 996365"/>
                <a:gd name="csY752" fmla="*/ 591051 h 697079"/>
                <a:gd name="csX753" fmla="*/ 721143 w 996365"/>
                <a:gd name="csY753" fmla="*/ 588795 h 697079"/>
                <a:gd name="csX754" fmla="*/ 720391 w 996365"/>
                <a:gd name="csY754" fmla="*/ 588043 h 697079"/>
                <a:gd name="csX755" fmla="*/ 718887 w 996365"/>
                <a:gd name="csY755" fmla="*/ 585787 h 697079"/>
                <a:gd name="csX756" fmla="*/ 715879 w 996365"/>
                <a:gd name="csY756" fmla="*/ 584283 h 697079"/>
                <a:gd name="csX757" fmla="*/ 714375 w 996365"/>
                <a:gd name="csY757" fmla="*/ 583531 h 697079"/>
                <a:gd name="csX758" fmla="*/ 712871 w 996365"/>
                <a:gd name="csY758" fmla="*/ 582780 h 697079"/>
                <a:gd name="csX759" fmla="*/ 710615 w 996365"/>
                <a:gd name="csY759" fmla="*/ 582780 h 697079"/>
                <a:gd name="csX760" fmla="*/ 709111 w 996365"/>
                <a:gd name="csY760" fmla="*/ 582027 h 697079"/>
                <a:gd name="csX761" fmla="*/ 708359 w 996365"/>
                <a:gd name="csY761" fmla="*/ 582027 h 697079"/>
                <a:gd name="csX762" fmla="*/ 707608 w 996365"/>
                <a:gd name="csY762" fmla="*/ 580523 h 697079"/>
                <a:gd name="csX763" fmla="*/ 706855 w 996365"/>
                <a:gd name="csY763" fmla="*/ 580523 h 697079"/>
                <a:gd name="csX764" fmla="*/ 705351 w 996365"/>
                <a:gd name="csY764" fmla="*/ 579772 h 697079"/>
                <a:gd name="csX765" fmla="*/ 703848 w 996365"/>
                <a:gd name="csY765" fmla="*/ 580523 h 697079"/>
                <a:gd name="csX766" fmla="*/ 699336 w 996365"/>
                <a:gd name="csY766" fmla="*/ 579772 h 697079"/>
                <a:gd name="csX767" fmla="*/ 697080 w 996365"/>
                <a:gd name="csY767" fmla="*/ 581276 h 697079"/>
                <a:gd name="csX768" fmla="*/ 696328 w 996365"/>
                <a:gd name="csY768" fmla="*/ 582027 h 697079"/>
                <a:gd name="csX769" fmla="*/ 694072 w 996365"/>
                <a:gd name="csY769" fmla="*/ 582780 h 697079"/>
                <a:gd name="csX770" fmla="*/ 680536 w 996365"/>
                <a:gd name="csY770" fmla="*/ 585035 h 697079"/>
                <a:gd name="csX771" fmla="*/ 675272 w 996365"/>
                <a:gd name="csY771" fmla="*/ 585035 h 697079"/>
                <a:gd name="csX772" fmla="*/ 673769 w 996365"/>
                <a:gd name="csY772" fmla="*/ 585787 h 697079"/>
                <a:gd name="csX773" fmla="*/ 671512 w 996365"/>
                <a:gd name="csY773" fmla="*/ 586540 h 697079"/>
                <a:gd name="csX774" fmla="*/ 670009 w 996365"/>
                <a:gd name="csY774" fmla="*/ 586540 h 697079"/>
                <a:gd name="csX775" fmla="*/ 669257 w 996365"/>
                <a:gd name="csY775" fmla="*/ 586540 h 697079"/>
                <a:gd name="csX776" fmla="*/ 667001 w 996365"/>
                <a:gd name="csY776" fmla="*/ 586540 h 697079"/>
                <a:gd name="csX777" fmla="*/ 665497 w 996365"/>
                <a:gd name="csY777" fmla="*/ 585787 h 697079"/>
                <a:gd name="csX778" fmla="*/ 664745 w 996365"/>
                <a:gd name="csY778" fmla="*/ 585787 h 697079"/>
                <a:gd name="csX779" fmla="*/ 663993 w 996365"/>
                <a:gd name="csY779" fmla="*/ 585035 h 697079"/>
                <a:gd name="csX780" fmla="*/ 663241 w 996365"/>
                <a:gd name="csY780" fmla="*/ 584283 h 697079"/>
                <a:gd name="csX781" fmla="*/ 660985 w 996365"/>
                <a:gd name="csY781" fmla="*/ 584283 h 697079"/>
                <a:gd name="csX782" fmla="*/ 657225 w 996365"/>
                <a:gd name="csY782" fmla="*/ 584283 h 697079"/>
                <a:gd name="csX783" fmla="*/ 654969 w 996365"/>
                <a:gd name="csY783" fmla="*/ 584283 h 697079"/>
                <a:gd name="csX784" fmla="*/ 653465 w 996365"/>
                <a:gd name="csY784" fmla="*/ 584283 h 697079"/>
                <a:gd name="csX785" fmla="*/ 652713 w 996365"/>
                <a:gd name="csY785" fmla="*/ 585035 h 697079"/>
                <a:gd name="csX786" fmla="*/ 650457 w 996365"/>
                <a:gd name="csY786" fmla="*/ 586540 h 697079"/>
                <a:gd name="csX787" fmla="*/ 649705 w 996365"/>
                <a:gd name="csY787" fmla="*/ 587291 h 697079"/>
                <a:gd name="csX788" fmla="*/ 648953 w 996365"/>
                <a:gd name="csY788" fmla="*/ 588795 h 697079"/>
                <a:gd name="csX789" fmla="*/ 648201 w 996365"/>
                <a:gd name="csY789" fmla="*/ 589547 h 697079"/>
                <a:gd name="csX790" fmla="*/ 648201 w 996365"/>
                <a:gd name="csY790" fmla="*/ 590299 h 697079"/>
                <a:gd name="csX791" fmla="*/ 648201 w 996365"/>
                <a:gd name="csY791" fmla="*/ 591803 h 697079"/>
                <a:gd name="csX792" fmla="*/ 648953 w 996365"/>
                <a:gd name="csY792" fmla="*/ 592555 h 697079"/>
                <a:gd name="csX793" fmla="*/ 648953 w 996365"/>
                <a:gd name="csY793" fmla="*/ 593307 h 697079"/>
                <a:gd name="csX794" fmla="*/ 648953 w 996365"/>
                <a:gd name="csY794" fmla="*/ 594059 h 697079"/>
                <a:gd name="csX795" fmla="*/ 648953 w 996365"/>
                <a:gd name="csY795" fmla="*/ 595563 h 697079"/>
                <a:gd name="csX796" fmla="*/ 648201 w 996365"/>
                <a:gd name="csY796" fmla="*/ 596315 h 697079"/>
                <a:gd name="csX797" fmla="*/ 647450 w 996365"/>
                <a:gd name="csY797" fmla="*/ 596315 h 697079"/>
                <a:gd name="csX798" fmla="*/ 645946 w 996365"/>
                <a:gd name="csY798" fmla="*/ 596315 h 697079"/>
                <a:gd name="csX799" fmla="*/ 644442 w 996365"/>
                <a:gd name="csY799" fmla="*/ 595563 h 697079"/>
                <a:gd name="csX800" fmla="*/ 643690 w 996365"/>
                <a:gd name="csY800" fmla="*/ 595563 h 697079"/>
                <a:gd name="csX801" fmla="*/ 643690 w 996365"/>
                <a:gd name="csY801" fmla="*/ 594811 h 697079"/>
                <a:gd name="csX802" fmla="*/ 642938 w 996365"/>
                <a:gd name="csY802" fmla="*/ 594059 h 697079"/>
                <a:gd name="csX803" fmla="*/ 642186 w 996365"/>
                <a:gd name="csY803" fmla="*/ 590299 h 697079"/>
                <a:gd name="csX804" fmla="*/ 641434 w 996365"/>
                <a:gd name="csY804" fmla="*/ 589547 h 697079"/>
                <a:gd name="csX805" fmla="*/ 641434 w 996365"/>
                <a:gd name="csY805" fmla="*/ 588795 h 697079"/>
                <a:gd name="csX806" fmla="*/ 640682 w 996365"/>
                <a:gd name="csY806" fmla="*/ 588043 h 697079"/>
                <a:gd name="csX807" fmla="*/ 639930 w 996365"/>
                <a:gd name="csY807" fmla="*/ 588043 h 697079"/>
                <a:gd name="csX808" fmla="*/ 639178 w 996365"/>
                <a:gd name="csY808" fmla="*/ 587291 h 697079"/>
                <a:gd name="csX809" fmla="*/ 637674 w 996365"/>
                <a:gd name="csY809" fmla="*/ 587291 h 697079"/>
                <a:gd name="csX810" fmla="*/ 633162 w 996365"/>
                <a:gd name="csY810" fmla="*/ 586540 h 697079"/>
                <a:gd name="csX811" fmla="*/ 632410 w 996365"/>
                <a:gd name="csY811" fmla="*/ 586540 h 697079"/>
                <a:gd name="csX812" fmla="*/ 631658 w 996365"/>
                <a:gd name="csY812" fmla="*/ 585787 h 697079"/>
                <a:gd name="csX813" fmla="*/ 630906 w 996365"/>
                <a:gd name="csY813" fmla="*/ 585787 h 697079"/>
                <a:gd name="csX814" fmla="*/ 630154 w 996365"/>
                <a:gd name="csY814" fmla="*/ 585035 h 697079"/>
                <a:gd name="csX815" fmla="*/ 630154 w 996365"/>
                <a:gd name="csY815" fmla="*/ 583531 h 697079"/>
                <a:gd name="csX816" fmla="*/ 629402 w 996365"/>
                <a:gd name="csY816" fmla="*/ 582780 h 697079"/>
                <a:gd name="csX817" fmla="*/ 628650 w 996365"/>
                <a:gd name="csY817" fmla="*/ 582027 h 697079"/>
                <a:gd name="csX818" fmla="*/ 626394 w 996365"/>
                <a:gd name="csY818" fmla="*/ 581276 h 697079"/>
                <a:gd name="csX819" fmla="*/ 615867 w 996365"/>
                <a:gd name="csY819" fmla="*/ 582027 h 697079"/>
                <a:gd name="csX820" fmla="*/ 615114 w 996365"/>
                <a:gd name="csY820" fmla="*/ 581276 h 697079"/>
                <a:gd name="csX821" fmla="*/ 613611 w 996365"/>
                <a:gd name="csY821" fmla="*/ 580523 h 697079"/>
                <a:gd name="csX822" fmla="*/ 612107 w 996365"/>
                <a:gd name="csY822" fmla="*/ 579772 h 697079"/>
                <a:gd name="csX823" fmla="*/ 610603 w 996365"/>
                <a:gd name="csY823" fmla="*/ 579020 h 697079"/>
                <a:gd name="csX824" fmla="*/ 609099 w 996365"/>
                <a:gd name="csY824" fmla="*/ 579020 h 697079"/>
                <a:gd name="csX825" fmla="*/ 608347 w 996365"/>
                <a:gd name="csY825" fmla="*/ 579020 h 697079"/>
                <a:gd name="csX826" fmla="*/ 608347 w 996365"/>
                <a:gd name="csY826" fmla="*/ 579772 h 697079"/>
                <a:gd name="csX827" fmla="*/ 608347 w 996365"/>
                <a:gd name="csY827" fmla="*/ 580523 h 697079"/>
                <a:gd name="csX828" fmla="*/ 609099 w 996365"/>
                <a:gd name="csY828" fmla="*/ 581276 h 697079"/>
                <a:gd name="csX829" fmla="*/ 609099 w 996365"/>
                <a:gd name="csY829" fmla="*/ 582027 h 697079"/>
                <a:gd name="csX830" fmla="*/ 612859 w 996365"/>
                <a:gd name="csY830" fmla="*/ 583531 h 697079"/>
                <a:gd name="csX831" fmla="*/ 613611 w 996365"/>
                <a:gd name="csY831" fmla="*/ 583531 h 697079"/>
                <a:gd name="csX832" fmla="*/ 613611 w 996365"/>
                <a:gd name="csY832" fmla="*/ 584283 h 697079"/>
                <a:gd name="csX833" fmla="*/ 613611 w 996365"/>
                <a:gd name="csY833" fmla="*/ 585035 h 697079"/>
                <a:gd name="csX834" fmla="*/ 612859 w 996365"/>
                <a:gd name="csY834" fmla="*/ 585787 h 697079"/>
                <a:gd name="csX835" fmla="*/ 610603 w 996365"/>
                <a:gd name="csY835" fmla="*/ 586540 h 697079"/>
                <a:gd name="csX836" fmla="*/ 603835 w 996365"/>
                <a:gd name="csY836" fmla="*/ 587291 h 697079"/>
                <a:gd name="csX837" fmla="*/ 602331 w 996365"/>
                <a:gd name="csY837" fmla="*/ 588043 h 697079"/>
                <a:gd name="csX838" fmla="*/ 601579 w 996365"/>
                <a:gd name="csY838" fmla="*/ 588043 h 697079"/>
                <a:gd name="csX839" fmla="*/ 600075 w 996365"/>
                <a:gd name="csY839" fmla="*/ 589547 h 697079"/>
                <a:gd name="csX840" fmla="*/ 597819 w 996365"/>
                <a:gd name="csY840" fmla="*/ 598571 h 697079"/>
                <a:gd name="csX841" fmla="*/ 596315 w 996365"/>
                <a:gd name="csY841" fmla="*/ 602331 h 697079"/>
                <a:gd name="csX842" fmla="*/ 594812 w 996365"/>
                <a:gd name="csY842" fmla="*/ 603835 h 697079"/>
                <a:gd name="csX843" fmla="*/ 592555 w 996365"/>
                <a:gd name="csY843" fmla="*/ 606842 h 697079"/>
                <a:gd name="csX844" fmla="*/ 589548 w 996365"/>
                <a:gd name="csY844" fmla="*/ 611355 h 697079"/>
                <a:gd name="csX845" fmla="*/ 588044 w 996365"/>
                <a:gd name="csY845" fmla="*/ 612859 h 697079"/>
                <a:gd name="csX846" fmla="*/ 588044 w 996365"/>
                <a:gd name="csY846" fmla="*/ 615114 h 697079"/>
                <a:gd name="csX847" fmla="*/ 587292 w 996365"/>
                <a:gd name="csY847" fmla="*/ 616618 h 697079"/>
                <a:gd name="csX848" fmla="*/ 586540 w 996365"/>
                <a:gd name="csY848" fmla="*/ 617370 h 697079"/>
                <a:gd name="csX849" fmla="*/ 585788 w 996365"/>
                <a:gd name="csY849" fmla="*/ 617370 h 697079"/>
                <a:gd name="csX850" fmla="*/ 585035 w 996365"/>
                <a:gd name="csY850" fmla="*/ 616618 h 697079"/>
                <a:gd name="csX851" fmla="*/ 583532 w 996365"/>
                <a:gd name="csY851" fmla="*/ 615866 h 697079"/>
                <a:gd name="csX852" fmla="*/ 582780 w 996365"/>
                <a:gd name="csY852" fmla="*/ 615114 h 697079"/>
                <a:gd name="csX853" fmla="*/ 581276 w 996365"/>
                <a:gd name="csY853" fmla="*/ 615114 h 697079"/>
                <a:gd name="csX854" fmla="*/ 580524 w 996365"/>
                <a:gd name="csY854" fmla="*/ 615114 h 697079"/>
                <a:gd name="csX855" fmla="*/ 579020 w 996365"/>
                <a:gd name="csY855" fmla="*/ 615866 h 697079"/>
                <a:gd name="csX856" fmla="*/ 577516 w 996365"/>
                <a:gd name="csY856" fmla="*/ 616618 h 697079"/>
                <a:gd name="csX857" fmla="*/ 572252 w 996365"/>
                <a:gd name="csY857" fmla="*/ 620378 h 697079"/>
                <a:gd name="csX858" fmla="*/ 571500 w 996365"/>
                <a:gd name="csY858" fmla="*/ 620378 h 697079"/>
                <a:gd name="csX859" fmla="*/ 570748 w 996365"/>
                <a:gd name="csY859" fmla="*/ 621130 h 697079"/>
                <a:gd name="csX860" fmla="*/ 569244 w 996365"/>
                <a:gd name="csY860" fmla="*/ 621130 h 697079"/>
                <a:gd name="csX861" fmla="*/ 568492 w 996365"/>
                <a:gd name="csY861" fmla="*/ 621130 h 697079"/>
                <a:gd name="csX862" fmla="*/ 567740 w 996365"/>
                <a:gd name="csY862" fmla="*/ 620378 h 697079"/>
                <a:gd name="csX863" fmla="*/ 565484 w 996365"/>
                <a:gd name="csY863" fmla="*/ 620378 h 697079"/>
                <a:gd name="csX864" fmla="*/ 563980 w 996365"/>
                <a:gd name="csY864" fmla="*/ 620378 h 697079"/>
                <a:gd name="csX865" fmla="*/ 563229 w 996365"/>
                <a:gd name="csY865" fmla="*/ 621130 h 697079"/>
                <a:gd name="csX866" fmla="*/ 563229 w 996365"/>
                <a:gd name="csY866" fmla="*/ 621882 h 697079"/>
                <a:gd name="csX867" fmla="*/ 562476 w 996365"/>
                <a:gd name="csY867" fmla="*/ 623386 h 697079"/>
                <a:gd name="csX868" fmla="*/ 561724 w 996365"/>
                <a:gd name="csY868" fmla="*/ 624890 h 697079"/>
                <a:gd name="csX869" fmla="*/ 560972 w 996365"/>
                <a:gd name="csY869" fmla="*/ 624890 h 697079"/>
                <a:gd name="csX870" fmla="*/ 560220 w 996365"/>
                <a:gd name="csY870" fmla="*/ 624890 h 697079"/>
                <a:gd name="csX871" fmla="*/ 560220 w 996365"/>
                <a:gd name="csY871" fmla="*/ 624138 h 697079"/>
                <a:gd name="csX872" fmla="*/ 559469 w 996365"/>
                <a:gd name="csY872" fmla="*/ 621882 h 697079"/>
                <a:gd name="csX873" fmla="*/ 559469 w 996365"/>
                <a:gd name="csY873" fmla="*/ 621130 h 697079"/>
                <a:gd name="csX874" fmla="*/ 559469 w 996365"/>
                <a:gd name="csY874" fmla="*/ 620378 h 697079"/>
                <a:gd name="csX875" fmla="*/ 558717 w 996365"/>
                <a:gd name="csY875" fmla="*/ 619626 h 697079"/>
                <a:gd name="csX876" fmla="*/ 557965 w 996365"/>
                <a:gd name="csY876" fmla="*/ 619626 h 697079"/>
                <a:gd name="csX877" fmla="*/ 557213 w 996365"/>
                <a:gd name="csY877" fmla="*/ 618874 h 697079"/>
                <a:gd name="csX878" fmla="*/ 555709 w 996365"/>
                <a:gd name="csY878" fmla="*/ 618874 h 697079"/>
                <a:gd name="csX879" fmla="*/ 554957 w 996365"/>
                <a:gd name="csY879" fmla="*/ 619626 h 697079"/>
                <a:gd name="csX880" fmla="*/ 554205 w 996365"/>
                <a:gd name="csY880" fmla="*/ 621130 h 697079"/>
                <a:gd name="csX881" fmla="*/ 553453 w 996365"/>
                <a:gd name="csY881" fmla="*/ 622634 h 697079"/>
                <a:gd name="csX882" fmla="*/ 552701 w 996365"/>
                <a:gd name="csY882" fmla="*/ 622634 h 697079"/>
                <a:gd name="csX883" fmla="*/ 551949 w 996365"/>
                <a:gd name="csY883" fmla="*/ 622634 h 697079"/>
                <a:gd name="csX884" fmla="*/ 551197 w 996365"/>
                <a:gd name="csY884" fmla="*/ 621882 h 697079"/>
                <a:gd name="csX885" fmla="*/ 549693 w 996365"/>
                <a:gd name="csY885" fmla="*/ 619626 h 697079"/>
                <a:gd name="csX886" fmla="*/ 548941 w 996365"/>
                <a:gd name="csY886" fmla="*/ 618874 h 697079"/>
                <a:gd name="csX887" fmla="*/ 548189 w 996365"/>
                <a:gd name="csY887" fmla="*/ 618122 h 697079"/>
                <a:gd name="csX888" fmla="*/ 547437 w 996365"/>
                <a:gd name="csY888" fmla="*/ 618122 h 697079"/>
                <a:gd name="csX889" fmla="*/ 546685 w 996365"/>
                <a:gd name="csY889" fmla="*/ 618122 h 697079"/>
                <a:gd name="csX890" fmla="*/ 544429 w 996365"/>
                <a:gd name="csY890" fmla="*/ 618122 h 697079"/>
                <a:gd name="csX891" fmla="*/ 541421 w 996365"/>
                <a:gd name="csY891" fmla="*/ 618874 h 697079"/>
                <a:gd name="csX892" fmla="*/ 539917 w 996365"/>
                <a:gd name="csY892" fmla="*/ 619626 h 697079"/>
                <a:gd name="csX893" fmla="*/ 539165 w 996365"/>
                <a:gd name="csY893" fmla="*/ 619626 h 697079"/>
                <a:gd name="csX894" fmla="*/ 538413 w 996365"/>
                <a:gd name="csY894" fmla="*/ 618874 h 697079"/>
                <a:gd name="csX895" fmla="*/ 537661 w 996365"/>
                <a:gd name="csY895" fmla="*/ 618122 h 697079"/>
                <a:gd name="csX896" fmla="*/ 536909 w 996365"/>
                <a:gd name="csY896" fmla="*/ 617370 h 697079"/>
                <a:gd name="csX897" fmla="*/ 536157 w 996365"/>
                <a:gd name="csY897" fmla="*/ 617370 h 697079"/>
                <a:gd name="csX898" fmla="*/ 535405 w 996365"/>
                <a:gd name="csY898" fmla="*/ 617370 h 697079"/>
                <a:gd name="csX899" fmla="*/ 534653 w 996365"/>
                <a:gd name="csY899" fmla="*/ 618122 h 697079"/>
                <a:gd name="csX900" fmla="*/ 532398 w 996365"/>
                <a:gd name="csY900" fmla="*/ 619626 h 697079"/>
                <a:gd name="csX901" fmla="*/ 530894 w 996365"/>
                <a:gd name="csY901" fmla="*/ 621882 h 697079"/>
                <a:gd name="csX902" fmla="*/ 530141 w 996365"/>
                <a:gd name="csY902" fmla="*/ 623386 h 697079"/>
                <a:gd name="csX903" fmla="*/ 528638 w 996365"/>
                <a:gd name="csY903" fmla="*/ 624890 h 697079"/>
                <a:gd name="csX904" fmla="*/ 527134 w 996365"/>
                <a:gd name="csY904" fmla="*/ 625642 h 697079"/>
                <a:gd name="csX905" fmla="*/ 526382 w 996365"/>
                <a:gd name="csY905" fmla="*/ 626394 h 697079"/>
                <a:gd name="csX906" fmla="*/ 517358 w 996365"/>
                <a:gd name="csY906" fmla="*/ 628650 h 697079"/>
                <a:gd name="csX907" fmla="*/ 515854 w 996365"/>
                <a:gd name="csY907" fmla="*/ 629402 h 697079"/>
                <a:gd name="csX908" fmla="*/ 514350 w 996365"/>
                <a:gd name="csY908" fmla="*/ 630154 h 697079"/>
                <a:gd name="csX909" fmla="*/ 512846 w 996365"/>
                <a:gd name="csY909" fmla="*/ 632410 h 697079"/>
                <a:gd name="csX910" fmla="*/ 510590 w 996365"/>
                <a:gd name="csY910" fmla="*/ 634666 h 697079"/>
                <a:gd name="csX911" fmla="*/ 509838 w 996365"/>
                <a:gd name="csY911" fmla="*/ 635418 h 697079"/>
                <a:gd name="csX912" fmla="*/ 509086 w 996365"/>
                <a:gd name="csY912" fmla="*/ 636170 h 697079"/>
                <a:gd name="csX913" fmla="*/ 508334 w 996365"/>
                <a:gd name="csY913" fmla="*/ 637674 h 697079"/>
                <a:gd name="csX914" fmla="*/ 508334 w 996365"/>
                <a:gd name="csY914" fmla="*/ 638425 h 697079"/>
                <a:gd name="csX915" fmla="*/ 507582 w 996365"/>
                <a:gd name="csY915" fmla="*/ 642185 h 697079"/>
                <a:gd name="csX916" fmla="*/ 507582 w 996365"/>
                <a:gd name="csY916" fmla="*/ 643689 h 697079"/>
                <a:gd name="csX917" fmla="*/ 506830 w 996365"/>
                <a:gd name="csY917" fmla="*/ 645193 h 697079"/>
                <a:gd name="csX918" fmla="*/ 503822 w 996365"/>
                <a:gd name="csY918" fmla="*/ 648201 h 697079"/>
                <a:gd name="csX919" fmla="*/ 503071 w 996365"/>
                <a:gd name="csY919" fmla="*/ 649705 h 697079"/>
                <a:gd name="csX920" fmla="*/ 503071 w 996365"/>
                <a:gd name="csY920" fmla="*/ 650457 h 697079"/>
                <a:gd name="csX921" fmla="*/ 502319 w 996365"/>
                <a:gd name="csY921" fmla="*/ 651209 h 697079"/>
                <a:gd name="csX922" fmla="*/ 503071 w 996365"/>
                <a:gd name="csY922" fmla="*/ 651961 h 697079"/>
                <a:gd name="csX923" fmla="*/ 503071 w 996365"/>
                <a:gd name="csY923" fmla="*/ 652713 h 697079"/>
                <a:gd name="csX924" fmla="*/ 503822 w 996365"/>
                <a:gd name="csY924" fmla="*/ 654217 h 697079"/>
                <a:gd name="csX925" fmla="*/ 506078 w 996365"/>
                <a:gd name="csY925" fmla="*/ 655721 h 697079"/>
                <a:gd name="csX926" fmla="*/ 506078 w 996365"/>
                <a:gd name="csY926" fmla="*/ 656473 h 697079"/>
                <a:gd name="csX927" fmla="*/ 506078 w 996365"/>
                <a:gd name="csY927" fmla="*/ 657225 h 697079"/>
                <a:gd name="csX928" fmla="*/ 506078 w 996365"/>
                <a:gd name="csY928" fmla="*/ 658729 h 697079"/>
                <a:gd name="csX929" fmla="*/ 504574 w 996365"/>
                <a:gd name="csY929" fmla="*/ 660985 h 697079"/>
                <a:gd name="csX930" fmla="*/ 504574 w 996365"/>
                <a:gd name="csY930" fmla="*/ 661737 h 697079"/>
                <a:gd name="csX931" fmla="*/ 504574 w 996365"/>
                <a:gd name="csY931" fmla="*/ 662489 h 697079"/>
                <a:gd name="csX932" fmla="*/ 509086 w 996365"/>
                <a:gd name="csY932" fmla="*/ 670760 h 697079"/>
                <a:gd name="csX933" fmla="*/ 510590 w 996365"/>
                <a:gd name="csY933" fmla="*/ 673768 h 697079"/>
                <a:gd name="csX934" fmla="*/ 510590 w 996365"/>
                <a:gd name="csY934" fmla="*/ 676024 h 697079"/>
                <a:gd name="csX935" fmla="*/ 511342 w 996365"/>
                <a:gd name="csY935" fmla="*/ 677528 h 697079"/>
                <a:gd name="csX936" fmla="*/ 510590 w 996365"/>
                <a:gd name="csY936" fmla="*/ 680536 h 697079"/>
                <a:gd name="csX937" fmla="*/ 508334 w 996365"/>
                <a:gd name="csY937" fmla="*/ 684296 h 697079"/>
                <a:gd name="csX938" fmla="*/ 503822 w 996365"/>
                <a:gd name="csY938" fmla="*/ 688056 h 697079"/>
                <a:gd name="csX939" fmla="*/ 502319 w 996365"/>
                <a:gd name="csY939" fmla="*/ 688808 h 697079"/>
                <a:gd name="csX940" fmla="*/ 500815 w 996365"/>
                <a:gd name="csY940" fmla="*/ 688808 h 697079"/>
                <a:gd name="csX941" fmla="*/ 496303 w 996365"/>
                <a:gd name="csY941" fmla="*/ 689560 h 697079"/>
                <a:gd name="csX942" fmla="*/ 488031 w 996365"/>
                <a:gd name="csY942" fmla="*/ 691816 h 697079"/>
                <a:gd name="csX943" fmla="*/ 486527 w 996365"/>
                <a:gd name="csY943" fmla="*/ 692568 h 697079"/>
                <a:gd name="csX944" fmla="*/ 485775 w 996365"/>
                <a:gd name="csY944" fmla="*/ 693319 h 697079"/>
                <a:gd name="csX945" fmla="*/ 485023 w 996365"/>
                <a:gd name="csY945" fmla="*/ 695576 h 697079"/>
                <a:gd name="csX946" fmla="*/ 484271 w 996365"/>
                <a:gd name="csY946" fmla="*/ 696327 h 697079"/>
                <a:gd name="csX947" fmla="*/ 483519 w 996365"/>
                <a:gd name="csY947" fmla="*/ 697079 h 697079"/>
                <a:gd name="csX948" fmla="*/ 483519 w 996365"/>
                <a:gd name="csY948" fmla="*/ 696327 h 697079"/>
                <a:gd name="csX949" fmla="*/ 482767 w 996365"/>
                <a:gd name="csY949" fmla="*/ 695576 h 697079"/>
                <a:gd name="csX950" fmla="*/ 481263 w 996365"/>
                <a:gd name="csY950" fmla="*/ 692568 h 697079"/>
                <a:gd name="csX951" fmla="*/ 479759 w 996365"/>
                <a:gd name="csY951" fmla="*/ 690312 h 697079"/>
                <a:gd name="csX952" fmla="*/ 479007 w 996365"/>
                <a:gd name="csY952" fmla="*/ 688808 h 697079"/>
                <a:gd name="csX953" fmla="*/ 479007 w 996365"/>
                <a:gd name="csY953" fmla="*/ 688056 h 697079"/>
                <a:gd name="csX954" fmla="*/ 477503 w 996365"/>
                <a:gd name="csY954" fmla="*/ 687304 h 697079"/>
                <a:gd name="csX955" fmla="*/ 475247 w 996365"/>
                <a:gd name="csY955" fmla="*/ 685800 h 697079"/>
                <a:gd name="csX956" fmla="*/ 474495 w 996365"/>
                <a:gd name="csY956" fmla="*/ 685800 h 697079"/>
                <a:gd name="csX957" fmla="*/ 474495 w 996365"/>
                <a:gd name="csY957" fmla="*/ 685048 h 697079"/>
                <a:gd name="csX958" fmla="*/ 473743 w 996365"/>
                <a:gd name="csY958" fmla="*/ 684296 h 697079"/>
                <a:gd name="csX959" fmla="*/ 473743 w 996365"/>
                <a:gd name="csY959" fmla="*/ 683544 h 697079"/>
                <a:gd name="csX960" fmla="*/ 473743 w 996365"/>
                <a:gd name="csY960" fmla="*/ 681288 h 697079"/>
                <a:gd name="csX961" fmla="*/ 472992 w 996365"/>
                <a:gd name="csY961" fmla="*/ 680536 h 697079"/>
                <a:gd name="csX962" fmla="*/ 472992 w 996365"/>
                <a:gd name="csY962" fmla="*/ 679784 h 697079"/>
                <a:gd name="csX963" fmla="*/ 472240 w 996365"/>
                <a:gd name="csY963" fmla="*/ 679032 h 697079"/>
                <a:gd name="csX964" fmla="*/ 471488 w 996365"/>
                <a:gd name="csY964" fmla="*/ 679032 h 697079"/>
                <a:gd name="csX965" fmla="*/ 470736 w 996365"/>
                <a:gd name="csY965" fmla="*/ 679032 h 697079"/>
                <a:gd name="csX966" fmla="*/ 454192 w 996365"/>
                <a:gd name="csY966" fmla="*/ 679784 h 697079"/>
                <a:gd name="csX967" fmla="*/ 452688 w 996365"/>
                <a:gd name="csY967" fmla="*/ 679784 h 697079"/>
                <a:gd name="csX968" fmla="*/ 451936 w 996365"/>
                <a:gd name="csY968" fmla="*/ 679032 h 697079"/>
                <a:gd name="csX969" fmla="*/ 451184 w 996365"/>
                <a:gd name="csY969" fmla="*/ 678280 h 697079"/>
                <a:gd name="csX970" fmla="*/ 450432 w 996365"/>
                <a:gd name="csY970" fmla="*/ 676776 h 697079"/>
                <a:gd name="csX971" fmla="*/ 448928 w 996365"/>
                <a:gd name="csY971" fmla="*/ 676024 h 697079"/>
                <a:gd name="csX972" fmla="*/ 448176 w 996365"/>
                <a:gd name="csY972" fmla="*/ 676024 h 697079"/>
                <a:gd name="csX973" fmla="*/ 446673 w 996365"/>
                <a:gd name="csY973" fmla="*/ 676024 h 697079"/>
                <a:gd name="csX974" fmla="*/ 445921 w 996365"/>
                <a:gd name="csY974" fmla="*/ 676776 h 697079"/>
                <a:gd name="csX975" fmla="*/ 443664 w 996365"/>
                <a:gd name="csY975" fmla="*/ 678280 h 697079"/>
                <a:gd name="csX976" fmla="*/ 441409 w 996365"/>
                <a:gd name="csY976" fmla="*/ 679032 h 697079"/>
                <a:gd name="csX977" fmla="*/ 439905 w 996365"/>
                <a:gd name="csY977" fmla="*/ 679032 h 697079"/>
                <a:gd name="csX978" fmla="*/ 414338 w 996365"/>
                <a:gd name="csY978" fmla="*/ 679032 h 697079"/>
                <a:gd name="csX979" fmla="*/ 404562 w 996365"/>
                <a:gd name="csY979" fmla="*/ 676024 h 697079"/>
                <a:gd name="csX980" fmla="*/ 401554 w 996365"/>
                <a:gd name="csY980" fmla="*/ 676024 h 697079"/>
                <a:gd name="csX981" fmla="*/ 395538 w 996365"/>
                <a:gd name="csY981" fmla="*/ 676024 h 697079"/>
                <a:gd name="csX982" fmla="*/ 394034 w 996365"/>
                <a:gd name="csY982" fmla="*/ 676024 h 697079"/>
                <a:gd name="csX983" fmla="*/ 393282 w 996365"/>
                <a:gd name="csY983" fmla="*/ 675272 h 697079"/>
                <a:gd name="csX984" fmla="*/ 392530 w 996365"/>
                <a:gd name="csY984" fmla="*/ 675272 h 697079"/>
                <a:gd name="csX985" fmla="*/ 390275 w 996365"/>
                <a:gd name="csY985" fmla="*/ 672264 h 697079"/>
                <a:gd name="csX986" fmla="*/ 381251 w 996365"/>
                <a:gd name="csY986" fmla="*/ 667000 h 697079"/>
                <a:gd name="csX987" fmla="*/ 378995 w 996365"/>
                <a:gd name="csY987" fmla="*/ 664744 h 697079"/>
                <a:gd name="csX988" fmla="*/ 378243 w 996365"/>
                <a:gd name="csY988" fmla="*/ 663993 h 697079"/>
                <a:gd name="csX989" fmla="*/ 377491 w 996365"/>
                <a:gd name="csY989" fmla="*/ 661737 h 697079"/>
                <a:gd name="csX990" fmla="*/ 376739 w 996365"/>
                <a:gd name="csY990" fmla="*/ 660233 h 697079"/>
                <a:gd name="csX991" fmla="*/ 375987 w 996365"/>
                <a:gd name="csY991" fmla="*/ 659481 h 697079"/>
                <a:gd name="csX992" fmla="*/ 368467 w 996365"/>
                <a:gd name="csY992" fmla="*/ 654969 h 697079"/>
                <a:gd name="csX993" fmla="*/ 366963 w 996365"/>
                <a:gd name="csY993" fmla="*/ 654217 h 697079"/>
                <a:gd name="csX994" fmla="*/ 365459 w 996365"/>
                <a:gd name="csY994" fmla="*/ 654217 h 697079"/>
                <a:gd name="csX995" fmla="*/ 363955 w 996365"/>
                <a:gd name="csY995" fmla="*/ 654217 h 697079"/>
                <a:gd name="csX996" fmla="*/ 360947 w 996365"/>
                <a:gd name="csY996" fmla="*/ 654217 h 697079"/>
                <a:gd name="csX997" fmla="*/ 357188 w 996365"/>
                <a:gd name="csY997" fmla="*/ 653465 h 697079"/>
                <a:gd name="csX998" fmla="*/ 353428 w 996365"/>
                <a:gd name="csY998" fmla="*/ 652713 h 697079"/>
                <a:gd name="csX999" fmla="*/ 349668 w 996365"/>
                <a:gd name="csY999" fmla="*/ 651961 h 697079"/>
                <a:gd name="csX1000" fmla="*/ 345156 w 996365"/>
                <a:gd name="csY1000" fmla="*/ 652713 h 697079"/>
                <a:gd name="csX1001" fmla="*/ 343652 w 996365"/>
                <a:gd name="csY1001" fmla="*/ 652713 h 697079"/>
                <a:gd name="csX1002" fmla="*/ 341396 w 996365"/>
                <a:gd name="csY1002" fmla="*/ 652713 h 697079"/>
                <a:gd name="csX1003" fmla="*/ 333877 w 996365"/>
                <a:gd name="csY1003" fmla="*/ 650457 h 697079"/>
                <a:gd name="csX1004" fmla="*/ 326357 w 996365"/>
                <a:gd name="csY1004" fmla="*/ 650457 h 697079"/>
                <a:gd name="csX1005" fmla="*/ 324853 w 996365"/>
                <a:gd name="csY1005" fmla="*/ 650457 h 697079"/>
                <a:gd name="csX1006" fmla="*/ 324101 w 996365"/>
                <a:gd name="csY1006" fmla="*/ 650457 h 697079"/>
                <a:gd name="csX1007" fmla="*/ 318837 w 996365"/>
                <a:gd name="csY1007" fmla="*/ 647449 h 697079"/>
                <a:gd name="csX1008" fmla="*/ 312821 w 996365"/>
                <a:gd name="csY1008" fmla="*/ 645193 h 697079"/>
                <a:gd name="csX1009" fmla="*/ 301542 w 996365"/>
                <a:gd name="csY1009" fmla="*/ 645945 h 697079"/>
                <a:gd name="csX1010" fmla="*/ 297782 w 996365"/>
                <a:gd name="csY1010" fmla="*/ 645193 h 697079"/>
                <a:gd name="csX1011" fmla="*/ 297030 w 996365"/>
                <a:gd name="csY1011" fmla="*/ 644441 h 697079"/>
                <a:gd name="csX1012" fmla="*/ 296278 w 996365"/>
                <a:gd name="csY1012" fmla="*/ 642938 h 697079"/>
                <a:gd name="csX1013" fmla="*/ 294022 w 996365"/>
                <a:gd name="csY1013" fmla="*/ 641433 h 697079"/>
                <a:gd name="csX1014" fmla="*/ 271463 w 996365"/>
                <a:gd name="csY1014" fmla="*/ 634666 h 697079"/>
                <a:gd name="csX1015" fmla="*/ 269959 w 996365"/>
                <a:gd name="csY1015" fmla="*/ 634666 h 697079"/>
                <a:gd name="csX1016" fmla="*/ 266951 w 996365"/>
                <a:gd name="csY1016" fmla="*/ 635418 h 697079"/>
                <a:gd name="csX1017" fmla="*/ 265447 w 996365"/>
                <a:gd name="csY1017" fmla="*/ 636170 h 697079"/>
                <a:gd name="csX1018" fmla="*/ 262439 w 996365"/>
                <a:gd name="csY1018" fmla="*/ 637674 h 697079"/>
                <a:gd name="csX1019" fmla="*/ 257175 w 996365"/>
                <a:gd name="csY1019" fmla="*/ 639178 h 697079"/>
                <a:gd name="csX1020" fmla="*/ 252663 w 996365"/>
                <a:gd name="csY1020" fmla="*/ 639929 h 697079"/>
                <a:gd name="csX1021" fmla="*/ 251159 w 996365"/>
                <a:gd name="csY1021" fmla="*/ 639929 h 697079"/>
                <a:gd name="csX1022" fmla="*/ 250407 w 996365"/>
                <a:gd name="csY1022" fmla="*/ 639178 h 697079"/>
                <a:gd name="csX1023" fmla="*/ 248903 w 996365"/>
                <a:gd name="csY1023" fmla="*/ 638425 h 697079"/>
                <a:gd name="csX1024" fmla="*/ 247400 w 996365"/>
                <a:gd name="csY1024" fmla="*/ 636921 h 697079"/>
                <a:gd name="csX1025" fmla="*/ 245895 w 996365"/>
                <a:gd name="csY1025" fmla="*/ 636921 h 697079"/>
                <a:gd name="csX1026" fmla="*/ 245143 w 996365"/>
                <a:gd name="csY1026" fmla="*/ 636921 h 697079"/>
                <a:gd name="csX1027" fmla="*/ 243640 w 996365"/>
                <a:gd name="csY1027" fmla="*/ 637674 h 697079"/>
                <a:gd name="csX1028" fmla="*/ 237624 w 996365"/>
                <a:gd name="csY1028" fmla="*/ 639929 h 697079"/>
                <a:gd name="csX1029" fmla="*/ 229352 w 996365"/>
                <a:gd name="csY1029" fmla="*/ 639929 h 697079"/>
                <a:gd name="csX1030" fmla="*/ 227096 w 996365"/>
                <a:gd name="csY1030" fmla="*/ 639929 h 697079"/>
                <a:gd name="csX1031" fmla="*/ 225592 w 996365"/>
                <a:gd name="csY1031" fmla="*/ 639929 h 697079"/>
                <a:gd name="csX1032" fmla="*/ 224840 w 996365"/>
                <a:gd name="csY1032" fmla="*/ 639178 h 697079"/>
                <a:gd name="csX1033" fmla="*/ 224088 w 996365"/>
                <a:gd name="csY1033" fmla="*/ 637674 h 697079"/>
                <a:gd name="csX1034" fmla="*/ 223336 w 996365"/>
                <a:gd name="csY1034" fmla="*/ 636921 h 697079"/>
                <a:gd name="csX1035" fmla="*/ 222584 w 996365"/>
                <a:gd name="csY1035" fmla="*/ 636170 h 697079"/>
                <a:gd name="csX1036" fmla="*/ 221080 w 996365"/>
                <a:gd name="csY1036" fmla="*/ 635418 h 697079"/>
                <a:gd name="csX1037" fmla="*/ 216569 w 996365"/>
                <a:gd name="csY1037" fmla="*/ 633162 h 697079"/>
                <a:gd name="csX1038" fmla="*/ 213561 w 996365"/>
                <a:gd name="csY1038" fmla="*/ 630906 h 697079"/>
                <a:gd name="csX1039" fmla="*/ 206793 w 996365"/>
                <a:gd name="csY1039" fmla="*/ 626394 h 697079"/>
                <a:gd name="csX1040" fmla="*/ 206041 w 996365"/>
                <a:gd name="csY1040" fmla="*/ 626394 h 697079"/>
                <a:gd name="csX1041" fmla="*/ 205289 w 996365"/>
                <a:gd name="csY1041" fmla="*/ 625642 h 697079"/>
                <a:gd name="csX1042" fmla="*/ 205289 w 996365"/>
                <a:gd name="csY1042" fmla="*/ 624890 h 697079"/>
                <a:gd name="csX1043" fmla="*/ 203785 w 996365"/>
                <a:gd name="csY1043" fmla="*/ 623386 h 697079"/>
                <a:gd name="csX1044" fmla="*/ 201529 w 996365"/>
                <a:gd name="csY1044" fmla="*/ 621882 h 697079"/>
                <a:gd name="csX1045" fmla="*/ 192505 w 996365"/>
                <a:gd name="csY1045" fmla="*/ 618874 h 697079"/>
                <a:gd name="csX1046" fmla="*/ 190249 w 996365"/>
                <a:gd name="csY1046" fmla="*/ 618122 h 697079"/>
                <a:gd name="csX1047" fmla="*/ 187993 w 996365"/>
                <a:gd name="csY1047" fmla="*/ 618874 h 697079"/>
                <a:gd name="csX1048" fmla="*/ 187242 w 996365"/>
                <a:gd name="csY1048" fmla="*/ 618874 h 697079"/>
                <a:gd name="csX1049" fmla="*/ 186490 w 996365"/>
                <a:gd name="csY1049" fmla="*/ 618874 h 697079"/>
                <a:gd name="csX1050" fmla="*/ 174458 w 996365"/>
                <a:gd name="csY1050" fmla="*/ 626394 h 697079"/>
                <a:gd name="csX1051" fmla="*/ 172954 w 996365"/>
                <a:gd name="csY1051" fmla="*/ 626394 h 697079"/>
                <a:gd name="csX1052" fmla="*/ 171450 w 996365"/>
                <a:gd name="csY1052" fmla="*/ 627146 h 697079"/>
                <a:gd name="csX1053" fmla="*/ 168442 w 996365"/>
                <a:gd name="csY1053" fmla="*/ 627146 h 697079"/>
                <a:gd name="csX1054" fmla="*/ 166938 w 996365"/>
                <a:gd name="csY1054" fmla="*/ 627146 h 697079"/>
                <a:gd name="csX1055" fmla="*/ 166186 w 996365"/>
                <a:gd name="csY1055" fmla="*/ 627146 h 697079"/>
                <a:gd name="csX1056" fmla="*/ 160171 w 996365"/>
                <a:gd name="csY1056" fmla="*/ 624138 h 697079"/>
                <a:gd name="csX1057" fmla="*/ 151147 w 996365"/>
                <a:gd name="csY1057" fmla="*/ 621130 h 697079"/>
                <a:gd name="csX1058" fmla="*/ 149643 w 996365"/>
                <a:gd name="csY1058" fmla="*/ 621130 h 697079"/>
                <a:gd name="csX1059" fmla="*/ 148139 w 996365"/>
                <a:gd name="csY1059" fmla="*/ 621130 h 697079"/>
                <a:gd name="csX1060" fmla="*/ 145883 w 996365"/>
                <a:gd name="csY1060" fmla="*/ 621882 h 697079"/>
                <a:gd name="csX1061" fmla="*/ 143627 w 996365"/>
                <a:gd name="csY1061" fmla="*/ 621882 h 697079"/>
                <a:gd name="csX1062" fmla="*/ 142875 w 996365"/>
                <a:gd name="csY1062" fmla="*/ 614362 h 697079"/>
                <a:gd name="csX1063" fmla="*/ 139867 w 996365"/>
                <a:gd name="csY1063" fmla="*/ 609099 h 697079"/>
                <a:gd name="csX1064" fmla="*/ 133099 w 996365"/>
                <a:gd name="csY1064" fmla="*/ 599323 h 697079"/>
                <a:gd name="csX1065" fmla="*/ 130844 w 996365"/>
                <a:gd name="csY1065" fmla="*/ 593307 h 697079"/>
                <a:gd name="csX1066" fmla="*/ 130092 w 996365"/>
                <a:gd name="csY1066" fmla="*/ 587291 h 697079"/>
                <a:gd name="csX1067" fmla="*/ 127836 w 996365"/>
                <a:gd name="csY1067" fmla="*/ 582780 h 697079"/>
                <a:gd name="csX1068" fmla="*/ 124076 w 996365"/>
                <a:gd name="csY1068" fmla="*/ 577516 h 697079"/>
                <a:gd name="csX1069" fmla="*/ 118812 w 996365"/>
                <a:gd name="csY1069" fmla="*/ 573004 h 697079"/>
                <a:gd name="csX1070" fmla="*/ 118060 w 996365"/>
                <a:gd name="csY1070" fmla="*/ 571500 h 697079"/>
                <a:gd name="csX1071" fmla="*/ 117308 w 996365"/>
                <a:gd name="csY1071" fmla="*/ 569244 h 697079"/>
                <a:gd name="csX1072" fmla="*/ 117308 w 996365"/>
                <a:gd name="csY1072" fmla="*/ 567740 h 697079"/>
                <a:gd name="csX1073" fmla="*/ 118060 w 996365"/>
                <a:gd name="csY1073" fmla="*/ 566236 h 697079"/>
                <a:gd name="csX1074" fmla="*/ 118060 w 996365"/>
                <a:gd name="csY1074" fmla="*/ 564732 h 697079"/>
                <a:gd name="csX1075" fmla="*/ 116556 w 996365"/>
                <a:gd name="csY1075" fmla="*/ 555708 h 697079"/>
                <a:gd name="csX1076" fmla="*/ 117308 w 996365"/>
                <a:gd name="csY1076" fmla="*/ 545933 h 697079"/>
                <a:gd name="csX1077" fmla="*/ 116556 w 996365"/>
                <a:gd name="csY1077" fmla="*/ 542925 h 697079"/>
                <a:gd name="csX1078" fmla="*/ 115052 w 996365"/>
                <a:gd name="csY1078" fmla="*/ 539165 h 697079"/>
                <a:gd name="csX1079" fmla="*/ 114300 w 996365"/>
                <a:gd name="csY1079" fmla="*/ 537661 h 697079"/>
                <a:gd name="csX1080" fmla="*/ 111292 w 996365"/>
                <a:gd name="csY1080" fmla="*/ 534653 h 697079"/>
                <a:gd name="csX1081" fmla="*/ 109788 w 996365"/>
                <a:gd name="csY1081" fmla="*/ 533149 h 697079"/>
                <a:gd name="csX1082" fmla="*/ 109788 w 996365"/>
                <a:gd name="csY1082" fmla="*/ 530893 h 697079"/>
                <a:gd name="csX1083" fmla="*/ 110540 w 996365"/>
                <a:gd name="csY1083" fmla="*/ 529389 h 697079"/>
                <a:gd name="csX1084" fmla="*/ 111292 w 996365"/>
                <a:gd name="csY1084" fmla="*/ 528637 h 697079"/>
                <a:gd name="csX1085" fmla="*/ 111292 w 996365"/>
                <a:gd name="csY1085" fmla="*/ 527133 h 697079"/>
                <a:gd name="csX1086" fmla="*/ 109788 w 996365"/>
                <a:gd name="csY1086" fmla="*/ 520365 h 697079"/>
                <a:gd name="csX1087" fmla="*/ 108284 w 996365"/>
                <a:gd name="csY1087" fmla="*/ 517358 h 697079"/>
                <a:gd name="csX1088" fmla="*/ 106028 w 996365"/>
                <a:gd name="csY1088" fmla="*/ 515102 h 697079"/>
                <a:gd name="csX1089" fmla="*/ 100013 w 996365"/>
                <a:gd name="csY1089" fmla="*/ 518862 h 697079"/>
                <a:gd name="csX1090" fmla="*/ 97757 w 996365"/>
                <a:gd name="csY1090" fmla="*/ 519614 h 697079"/>
                <a:gd name="csX1091" fmla="*/ 96253 w 996365"/>
                <a:gd name="csY1091" fmla="*/ 515102 h 697079"/>
                <a:gd name="csX1092" fmla="*/ 95501 w 996365"/>
                <a:gd name="csY1092" fmla="*/ 511342 h 697079"/>
                <a:gd name="csX1093" fmla="*/ 94749 w 996365"/>
                <a:gd name="csY1093" fmla="*/ 508334 h 697079"/>
                <a:gd name="csX1094" fmla="*/ 93245 w 996365"/>
                <a:gd name="csY1094" fmla="*/ 506078 h 697079"/>
                <a:gd name="csX1095" fmla="*/ 90237 w 996365"/>
                <a:gd name="csY1095" fmla="*/ 504574 h 697079"/>
                <a:gd name="csX1096" fmla="*/ 87981 w 996365"/>
                <a:gd name="csY1096" fmla="*/ 503822 h 697079"/>
                <a:gd name="csX1097" fmla="*/ 87229 w 996365"/>
                <a:gd name="csY1097" fmla="*/ 504574 h 697079"/>
                <a:gd name="csX1098" fmla="*/ 85725 w 996365"/>
                <a:gd name="csY1098" fmla="*/ 505326 h 697079"/>
                <a:gd name="csX1099" fmla="*/ 84221 w 996365"/>
                <a:gd name="csY1099" fmla="*/ 505326 h 697079"/>
                <a:gd name="csX1100" fmla="*/ 81213 w 996365"/>
                <a:gd name="csY1100" fmla="*/ 503070 h 697079"/>
                <a:gd name="csX1101" fmla="*/ 79709 w 996365"/>
                <a:gd name="csY1101" fmla="*/ 502318 h 697079"/>
                <a:gd name="csX1102" fmla="*/ 78957 w 996365"/>
                <a:gd name="csY1102" fmla="*/ 503822 h 697079"/>
                <a:gd name="csX1103" fmla="*/ 78957 w 996365"/>
                <a:gd name="csY1103" fmla="*/ 505326 h 697079"/>
                <a:gd name="csX1104" fmla="*/ 79709 w 996365"/>
                <a:gd name="csY1104" fmla="*/ 506830 h 697079"/>
                <a:gd name="csX1105" fmla="*/ 79709 w 996365"/>
                <a:gd name="csY1105" fmla="*/ 509086 h 697079"/>
                <a:gd name="csX1106" fmla="*/ 78957 w 996365"/>
                <a:gd name="csY1106" fmla="*/ 509838 h 697079"/>
                <a:gd name="csX1107" fmla="*/ 77453 w 996365"/>
                <a:gd name="csY1107" fmla="*/ 509838 h 697079"/>
                <a:gd name="csX1108" fmla="*/ 75949 w 996365"/>
                <a:gd name="csY1108" fmla="*/ 509086 h 697079"/>
                <a:gd name="csX1109" fmla="*/ 74446 w 996365"/>
                <a:gd name="csY1109" fmla="*/ 506830 h 697079"/>
                <a:gd name="csX1110" fmla="*/ 73694 w 996365"/>
                <a:gd name="csY1110" fmla="*/ 506078 h 697079"/>
                <a:gd name="csX1111" fmla="*/ 73694 w 996365"/>
                <a:gd name="csY1111" fmla="*/ 502318 h 697079"/>
                <a:gd name="csX1112" fmla="*/ 74446 w 996365"/>
                <a:gd name="csY1112" fmla="*/ 499310 h 697079"/>
                <a:gd name="csX1113" fmla="*/ 75197 w 996365"/>
                <a:gd name="csY1113" fmla="*/ 497054 h 697079"/>
                <a:gd name="csX1114" fmla="*/ 75949 w 996365"/>
                <a:gd name="csY1114" fmla="*/ 494046 h 697079"/>
                <a:gd name="csX1115" fmla="*/ 75949 w 996365"/>
                <a:gd name="csY1115" fmla="*/ 493295 h 697079"/>
                <a:gd name="csX1116" fmla="*/ 75197 w 996365"/>
                <a:gd name="csY1116" fmla="*/ 492543 h 697079"/>
                <a:gd name="csX1117" fmla="*/ 73694 w 996365"/>
                <a:gd name="csY1117" fmla="*/ 493295 h 697079"/>
                <a:gd name="csX1118" fmla="*/ 72942 w 996365"/>
                <a:gd name="csY1118" fmla="*/ 494046 h 697079"/>
                <a:gd name="csX1119" fmla="*/ 69182 w 996365"/>
                <a:gd name="csY1119" fmla="*/ 498558 h 697079"/>
                <a:gd name="csX1120" fmla="*/ 67678 w 996365"/>
                <a:gd name="csY1120" fmla="*/ 499310 h 697079"/>
                <a:gd name="csX1121" fmla="*/ 65422 w 996365"/>
                <a:gd name="csY1121" fmla="*/ 499310 h 697079"/>
                <a:gd name="csX1122" fmla="*/ 62414 w 996365"/>
                <a:gd name="csY1122" fmla="*/ 498558 h 697079"/>
                <a:gd name="csX1123" fmla="*/ 60910 w 996365"/>
                <a:gd name="csY1123" fmla="*/ 498558 h 697079"/>
                <a:gd name="csX1124" fmla="*/ 60158 w 996365"/>
                <a:gd name="csY1124" fmla="*/ 499310 h 697079"/>
                <a:gd name="csX1125" fmla="*/ 63166 w 996365"/>
                <a:gd name="csY1125" fmla="*/ 504574 h 697079"/>
                <a:gd name="csX1126" fmla="*/ 63918 w 996365"/>
                <a:gd name="csY1126" fmla="*/ 507582 h 697079"/>
                <a:gd name="csX1127" fmla="*/ 60910 w 996365"/>
                <a:gd name="csY1127" fmla="*/ 507582 h 697079"/>
                <a:gd name="csX1128" fmla="*/ 57902 w 996365"/>
                <a:gd name="csY1128" fmla="*/ 506830 h 697079"/>
                <a:gd name="csX1129" fmla="*/ 57150 w 996365"/>
                <a:gd name="csY1129" fmla="*/ 506830 h 697079"/>
                <a:gd name="csX1130" fmla="*/ 55646 w 996365"/>
                <a:gd name="csY1130" fmla="*/ 506830 h 697079"/>
                <a:gd name="csX1131" fmla="*/ 54894 w 996365"/>
                <a:gd name="csY1131" fmla="*/ 509086 h 697079"/>
                <a:gd name="csX1132" fmla="*/ 54142 w 996365"/>
                <a:gd name="csY1132" fmla="*/ 510590 h 697079"/>
                <a:gd name="csX1133" fmla="*/ 52638 w 996365"/>
                <a:gd name="csY1133" fmla="*/ 509086 h 697079"/>
                <a:gd name="csX1134" fmla="*/ 51134 w 996365"/>
                <a:gd name="csY1134" fmla="*/ 505326 h 697079"/>
                <a:gd name="csX1135" fmla="*/ 49630 w 996365"/>
                <a:gd name="csY1135" fmla="*/ 503070 h 697079"/>
                <a:gd name="csX1136" fmla="*/ 47374 w 996365"/>
                <a:gd name="csY1136" fmla="*/ 502318 h 697079"/>
                <a:gd name="csX1137" fmla="*/ 43615 w 996365"/>
                <a:gd name="csY1137" fmla="*/ 503070 h 697079"/>
                <a:gd name="csX1138" fmla="*/ 42111 w 996365"/>
                <a:gd name="csY1138" fmla="*/ 503822 h 697079"/>
                <a:gd name="csX1139" fmla="*/ 39855 w 996365"/>
                <a:gd name="csY1139" fmla="*/ 507582 h 697079"/>
                <a:gd name="csX1140" fmla="*/ 37599 w 996365"/>
                <a:gd name="csY1140" fmla="*/ 507582 h 697079"/>
                <a:gd name="csX1141" fmla="*/ 35343 w 996365"/>
                <a:gd name="csY1141" fmla="*/ 506830 h 697079"/>
                <a:gd name="csX1142" fmla="*/ 33839 w 996365"/>
                <a:gd name="csY1142" fmla="*/ 506830 h 697079"/>
                <a:gd name="csX1143" fmla="*/ 32335 w 996365"/>
                <a:gd name="csY1143" fmla="*/ 507582 h 697079"/>
                <a:gd name="csX1144" fmla="*/ 31583 w 996365"/>
                <a:gd name="csY1144" fmla="*/ 509086 h 697079"/>
                <a:gd name="csX1145" fmla="*/ 31583 w 996365"/>
                <a:gd name="csY1145" fmla="*/ 510590 h 697079"/>
                <a:gd name="csX1146" fmla="*/ 31583 w 996365"/>
                <a:gd name="csY1146" fmla="*/ 512094 h 697079"/>
                <a:gd name="csX1147" fmla="*/ 30831 w 996365"/>
                <a:gd name="csY1147" fmla="*/ 513598 h 697079"/>
                <a:gd name="csX1148" fmla="*/ 30079 w 996365"/>
                <a:gd name="csY1148" fmla="*/ 515102 h 697079"/>
                <a:gd name="csX1149" fmla="*/ 27071 w 996365"/>
                <a:gd name="csY1149" fmla="*/ 516606 h 697079"/>
                <a:gd name="csX1150" fmla="*/ 26319 w 996365"/>
                <a:gd name="csY1150" fmla="*/ 518110 h 697079"/>
                <a:gd name="csX1151" fmla="*/ 26319 w 996365"/>
                <a:gd name="csY1151" fmla="*/ 519614 h 697079"/>
                <a:gd name="csX1152" fmla="*/ 27071 w 996365"/>
                <a:gd name="csY1152" fmla="*/ 523374 h 697079"/>
                <a:gd name="csX1153" fmla="*/ 26319 w 996365"/>
                <a:gd name="csY1153" fmla="*/ 524878 h 697079"/>
                <a:gd name="csX1154" fmla="*/ 24815 w 996365"/>
                <a:gd name="csY1154" fmla="*/ 525629 h 697079"/>
                <a:gd name="csX1155" fmla="*/ 24063 w 996365"/>
                <a:gd name="csY1155" fmla="*/ 524125 h 697079"/>
                <a:gd name="csX1156" fmla="*/ 23311 w 996365"/>
                <a:gd name="csY1156" fmla="*/ 522622 h 697079"/>
                <a:gd name="csX1157" fmla="*/ 23311 w 996365"/>
                <a:gd name="csY1157" fmla="*/ 521118 h 697079"/>
                <a:gd name="csX1158" fmla="*/ 22559 w 996365"/>
                <a:gd name="csY1158" fmla="*/ 517358 h 697079"/>
                <a:gd name="csX1159" fmla="*/ 21055 w 996365"/>
                <a:gd name="csY1159" fmla="*/ 515102 h 697079"/>
                <a:gd name="csX1160" fmla="*/ 18048 w 996365"/>
                <a:gd name="csY1160" fmla="*/ 512846 h 697079"/>
                <a:gd name="csX1161" fmla="*/ 15039 w 996365"/>
                <a:gd name="csY1161" fmla="*/ 511342 h 697079"/>
                <a:gd name="csX1162" fmla="*/ 12032 w 996365"/>
                <a:gd name="csY1162" fmla="*/ 512094 h 697079"/>
                <a:gd name="csX1163" fmla="*/ 11280 w 996365"/>
                <a:gd name="csY1163" fmla="*/ 510590 h 697079"/>
                <a:gd name="csX1164" fmla="*/ 10528 w 996365"/>
                <a:gd name="csY1164" fmla="*/ 508334 h 697079"/>
                <a:gd name="csX1165" fmla="*/ 9776 w 996365"/>
                <a:gd name="csY1165" fmla="*/ 506078 h 697079"/>
                <a:gd name="csX1166" fmla="*/ 7520 w 996365"/>
                <a:gd name="csY1166" fmla="*/ 505326 h 697079"/>
                <a:gd name="csX1167" fmla="*/ 1504 w 996365"/>
                <a:gd name="csY1167" fmla="*/ 506078 h 697079"/>
                <a:gd name="csX1168" fmla="*/ 2256 w 996365"/>
                <a:gd name="csY1168" fmla="*/ 501566 h 697079"/>
                <a:gd name="csX1169" fmla="*/ 3008 w 996365"/>
                <a:gd name="csY1169" fmla="*/ 497806 h 697079"/>
                <a:gd name="csX1170" fmla="*/ 1504 w 996365"/>
                <a:gd name="csY1170" fmla="*/ 494799 h 697079"/>
                <a:gd name="csX1171" fmla="*/ 0 w 996365"/>
                <a:gd name="csY1171" fmla="*/ 491791 h 697079"/>
                <a:gd name="csX1172" fmla="*/ 0 w 996365"/>
                <a:gd name="csY1172" fmla="*/ 488031 h 697079"/>
                <a:gd name="csX1173" fmla="*/ 0 w 996365"/>
                <a:gd name="csY1173" fmla="*/ 484271 h 697079"/>
                <a:gd name="csX1174" fmla="*/ 0 w 996365"/>
                <a:gd name="csY1174" fmla="*/ 482015 h 697079"/>
                <a:gd name="csX1175" fmla="*/ 2256 w 996365"/>
                <a:gd name="csY1175" fmla="*/ 476751 h 697079"/>
                <a:gd name="csX1176" fmla="*/ 5264 w 996365"/>
                <a:gd name="csY1176" fmla="*/ 469984 h 697079"/>
                <a:gd name="csX1177" fmla="*/ 9776 w 996365"/>
                <a:gd name="csY1177" fmla="*/ 466224 h 697079"/>
                <a:gd name="csX1178" fmla="*/ 12784 w 996365"/>
                <a:gd name="csY1178" fmla="*/ 462464 h 697079"/>
                <a:gd name="csX1179" fmla="*/ 16544 w 996365"/>
                <a:gd name="csY1179" fmla="*/ 456448 h 697079"/>
                <a:gd name="csX1180" fmla="*/ 19551 w 996365"/>
                <a:gd name="csY1180" fmla="*/ 445920 h 697079"/>
                <a:gd name="csX1181" fmla="*/ 21055 w 996365"/>
                <a:gd name="csY1181" fmla="*/ 442912 h 697079"/>
                <a:gd name="csX1182" fmla="*/ 26319 w 996365"/>
                <a:gd name="csY1182" fmla="*/ 437648 h 697079"/>
                <a:gd name="csX1183" fmla="*/ 27823 w 996365"/>
                <a:gd name="csY1183" fmla="*/ 434641 h 697079"/>
                <a:gd name="csX1184" fmla="*/ 27071 w 996365"/>
                <a:gd name="csY1184" fmla="*/ 431633 h 697079"/>
                <a:gd name="csX1185" fmla="*/ 23311 w 996365"/>
                <a:gd name="csY1185" fmla="*/ 425617 h 697079"/>
                <a:gd name="csX1186" fmla="*/ 22559 w 996365"/>
                <a:gd name="csY1186" fmla="*/ 421857 h 697079"/>
                <a:gd name="csX1187" fmla="*/ 22559 w 996365"/>
                <a:gd name="csY1187" fmla="*/ 419601 h 697079"/>
                <a:gd name="csX1188" fmla="*/ 22559 w 996365"/>
                <a:gd name="csY1188" fmla="*/ 415841 h 697079"/>
                <a:gd name="csX1189" fmla="*/ 24063 w 996365"/>
                <a:gd name="csY1189" fmla="*/ 410577 h 697079"/>
                <a:gd name="csX1190" fmla="*/ 30831 w 996365"/>
                <a:gd name="csY1190" fmla="*/ 379747 h 697079"/>
                <a:gd name="csX1191" fmla="*/ 32335 w 996365"/>
                <a:gd name="csY1191" fmla="*/ 377490 h 697079"/>
                <a:gd name="csX1192" fmla="*/ 36095 w 996365"/>
                <a:gd name="csY1192" fmla="*/ 370723 h 697079"/>
                <a:gd name="csX1193" fmla="*/ 38351 w 996365"/>
                <a:gd name="csY1193" fmla="*/ 365459 h 697079"/>
                <a:gd name="csX1194" fmla="*/ 43615 w 996365"/>
                <a:gd name="csY1194" fmla="*/ 348164 h 697079"/>
                <a:gd name="csX1195" fmla="*/ 43615 w 996365"/>
                <a:gd name="csY1195" fmla="*/ 342900 h 697079"/>
                <a:gd name="csX1196" fmla="*/ 42111 w 996365"/>
                <a:gd name="csY1196" fmla="*/ 330868 h 697079"/>
                <a:gd name="csX1197" fmla="*/ 42111 w 996365"/>
                <a:gd name="csY1197" fmla="*/ 326356 h 697079"/>
                <a:gd name="csX1198" fmla="*/ 43615 w 996365"/>
                <a:gd name="csY1198" fmla="*/ 320341 h 697079"/>
                <a:gd name="csX1199" fmla="*/ 49630 w 996365"/>
                <a:gd name="csY1199" fmla="*/ 312069 h 697079"/>
                <a:gd name="csX1200" fmla="*/ 51134 w 996365"/>
                <a:gd name="csY1200" fmla="*/ 308309 h 697079"/>
                <a:gd name="csX1201" fmla="*/ 52638 w 996365"/>
                <a:gd name="csY1201" fmla="*/ 303045 h 697079"/>
                <a:gd name="csX1202" fmla="*/ 52638 w 996365"/>
                <a:gd name="csY1202" fmla="*/ 298533 h 697079"/>
                <a:gd name="csX1203" fmla="*/ 51134 w 996365"/>
                <a:gd name="csY1203" fmla="*/ 293270 h 697079"/>
                <a:gd name="csX1204" fmla="*/ 49630 w 996365"/>
                <a:gd name="csY1204" fmla="*/ 289510 h 697079"/>
                <a:gd name="csX1205" fmla="*/ 45870 w 996365"/>
                <a:gd name="csY1205" fmla="*/ 284246 h 697079"/>
                <a:gd name="csX1206" fmla="*/ 45118 w 996365"/>
                <a:gd name="csY1206" fmla="*/ 282742 h 697079"/>
                <a:gd name="csX1207" fmla="*/ 44367 w 996365"/>
                <a:gd name="csY1207" fmla="*/ 275974 h 697079"/>
                <a:gd name="csX1208" fmla="*/ 42111 w 996365"/>
                <a:gd name="csY1208" fmla="*/ 270711 h 697079"/>
                <a:gd name="csX1209" fmla="*/ 42111 w 996365"/>
                <a:gd name="csY1209" fmla="*/ 268454 h 697079"/>
                <a:gd name="csX1210" fmla="*/ 43615 w 996365"/>
                <a:gd name="csY1210" fmla="*/ 263191 h 697079"/>
                <a:gd name="csX1211" fmla="*/ 46622 w 996365"/>
                <a:gd name="csY1211" fmla="*/ 258679 h 697079"/>
                <a:gd name="csX1212" fmla="*/ 51886 w 996365"/>
                <a:gd name="csY1212" fmla="*/ 254167 h 697079"/>
                <a:gd name="csX1213" fmla="*/ 55646 w 996365"/>
                <a:gd name="csY1213" fmla="*/ 251911 h 697079"/>
                <a:gd name="csX1214" fmla="*/ 951999 w 996365"/>
                <a:gd name="csY1214" fmla="*/ 474495 h 697079"/>
                <a:gd name="csX1215" fmla="*/ 955759 w 996365"/>
                <a:gd name="csY1215" fmla="*/ 471487 h 697079"/>
                <a:gd name="csX1216" fmla="*/ 960271 w 996365"/>
                <a:gd name="csY1216" fmla="*/ 468480 h 697079"/>
                <a:gd name="csX1217" fmla="*/ 962526 w 996365"/>
                <a:gd name="csY1217" fmla="*/ 468480 h 697079"/>
                <a:gd name="csX1218" fmla="*/ 963279 w 996365"/>
                <a:gd name="csY1218" fmla="*/ 470735 h 697079"/>
                <a:gd name="csX1219" fmla="*/ 962526 w 996365"/>
                <a:gd name="csY1219" fmla="*/ 475247 h 697079"/>
                <a:gd name="csX1220" fmla="*/ 960271 w 996365"/>
                <a:gd name="csY1220" fmla="*/ 481263 h 697079"/>
                <a:gd name="csX1221" fmla="*/ 961022 w 996365"/>
                <a:gd name="csY1221" fmla="*/ 485023 h 697079"/>
                <a:gd name="csX1222" fmla="*/ 962526 w 996365"/>
                <a:gd name="csY1222" fmla="*/ 488031 h 697079"/>
                <a:gd name="csX1223" fmla="*/ 960271 w 996365"/>
                <a:gd name="csY1223" fmla="*/ 489535 h 697079"/>
                <a:gd name="csX1224" fmla="*/ 957262 w 996365"/>
                <a:gd name="csY1224" fmla="*/ 491791 h 697079"/>
                <a:gd name="csX1225" fmla="*/ 954255 w 996365"/>
                <a:gd name="csY1225" fmla="*/ 491039 h 697079"/>
                <a:gd name="csX1226" fmla="*/ 951999 w 996365"/>
                <a:gd name="csY1226" fmla="*/ 488031 h 697079"/>
                <a:gd name="csX1227" fmla="*/ 952751 w 996365"/>
                <a:gd name="csY1227" fmla="*/ 485775 h 697079"/>
                <a:gd name="csX1228" fmla="*/ 952751 w 996365"/>
                <a:gd name="csY1228" fmla="*/ 484271 h 697079"/>
                <a:gd name="csX1229" fmla="*/ 949743 w 996365"/>
                <a:gd name="csY1229" fmla="*/ 481263 h 697079"/>
                <a:gd name="csX1230" fmla="*/ 949743 w 996365"/>
                <a:gd name="csY1230" fmla="*/ 478255 h 697079"/>
                <a:gd name="csX1231" fmla="*/ 951999 w 996365"/>
                <a:gd name="csY1231" fmla="*/ 474495 h 6970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</a:cxnLst>
              <a:rect l="l" t="t" r="r" b="b"/>
              <a:pathLst>
                <a:path w="996365" h="697079">
                  <a:moveTo>
                    <a:pt x="55646" y="251911"/>
                  </a:moveTo>
                  <a:lnTo>
                    <a:pt x="61662" y="248903"/>
                  </a:lnTo>
                  <a:lnTo>
                    <a:pt x="64670" y="246647"/>
                  </a:lnTo>
                  <a:lnTo>
                    <a:pt x="65422" y="244391"/>
                  </a:lnTo>
                  <a:lnTo>
                    <a:pt x="77453" y="238375"/>
                  </a:lnTo>
                  <a:lnTo>
                    <a:pt x="80461" y="235368"/>
                  </a:lnTo>
                  <a:lnTo>
                    <a:pt x="81965" y="227848"/>
                  </a:lnTo>
                  <a:lnTo>
                    <a:pt x="81965" y="212808"/>
                  </a:lnTo>
                  <a:lnTo>
                    <a:pt x="83469" y="206041"/>
                  </a:lnTo>
                  <a:lnTo>
                    <a:pt x="88733" y="193257"/>
                  </a:lnTo>
                  <a:lnTo>
                    <a:pt x="89485" y="183481"/>
                  </a:lnTo>
                  <a:lnTo>
                    <a:pt x="97005" y="158666"/>
                  </a:lnTo>
                  <a:lnTo>
                    <a:pt x="97005" y="152651"/>
                  </a:lnTo>
                  <a:lnTo>
                    <a:pt x="97005" y="151147"/>
                  </a:lnTo>
                  <a:lnTo>
                    <a:pt x="100765" y="148138"/>
                  </a:lnTo>
                  <a:lnTo>
                    <a:pt x="113548" y="142875"/>
                  </a:lnTo>
                  <a:lnTo>
                    <a:pt x="130092" y="132347"/>
                  </a:lnTo>
                  <a:lnTo>
                    <a:pt x="133851" y="127083"/>
                  </a:lnTo>
                  <a:lnTo>
                    <a:pt x="136859" y="121068"/>
                  </a:lnTo>
                  <a:lnTo>
                    <a:pt x="141371" y="108284"/>
                  </a:lnTo>
                  <a:lnTo>
                    <a:pt x="144379" y="102268"/>
                  </a:lnTo>
                  <a:lnTo>
                    <a:pt x="146635" y="95500"/>
                  </a:lnTo>
                  <a:lnTo>
                    <a:pt x="148139" y="81213"/>
                  </a:lnTo>
                  <a:lnTo>
                    <a:pt x="149643" y="75197"/>
                  </a:lnTo>
                  <a:lnTo>
                    <a:pt x="153403" y="65421"/>
                  </a:lnTo>
                  <a:lnTo>
                    <a:pt x="155659" y="62414"/>
                  </a:lnTo>
                  <a:lnTo>
                    <a:pt x="160171" y="57150"/>
                  </a:lnTo>
                  <a:lnTo>
                    <a:pt x="171450" y="50382"/>
                  </a:lnTo>
                  <a:lnTo>
                    <a:pt x="218824" y="29327"/>
                  </a:lnTo>
                  <a:lnTo>
                    <a:pt x="221080" y="28575"/>
                  </a:lnTo>
                  <a:lnTo>
                    <a:pt x="226344" y="27071"/>
                  </a:lnTo>
                  <a:lnTo>
                    <a:pt x="227848" y="25567"/>
                  </a:lnTo>
                  <a:lnTo>
                    <a:pt x="235368" y="18047"/>
                  </a:lnTo>
                  <a:lnTo>
                    <a:pt x="242888" y="12783"/>
                  </a:lnTo>
                  <a:lnTo>
                    <a:pt x="245143" y="11280"/>
                  </a:lnTo>
                  <a:lnTo>
                    <a:pt x="248903" y="9023"/>
                  </a:lnTo>
                  <a:lnTo>
                    <a:pt x="251911" y="7520"/>
                  </a:lnTo>
                  <a:lnTo>
                    <a:pt x="260183" y="7520"/>
                  </a:lnTo>
                  <a:lnTo>
                    <a:pt x="262439" y="8272"/>
                  </a:lnTo>
                  <a:lnTo>
                    <a:pt x="266199" y="10527"/>
                  </a:lnTo>
                  <a:lnTo>
                    <a:pt x="268455" y="11280"/>
                  </a:lnTo>
                  <a:lnTo>
                    <a:pt x="275222" y="10527"/>
                  </a:lnTo>
                  <a:lnTo>
                    <a:pt x="290262" y="13535"/>
                  </a:lnTo>
                  <a:lnTo>
                    <a:pt x="294022" y="12783"/>
                  </a:lnTo>
                  <a:lnTo>
                    <a:pt x="302294" y="7520"/>
                  </a:lnTo>
                  <a:lnTo>
                    <a:pt x="307557" y="8272"/>
                  </a:lnTo>
                  <a:lnTo>
                    <a:pt x="312069" y="12031"/>
                  </a:lnTo>
                  <a:lnTo>
                    <a:pt x="316581" y="15039"/>
                  </a:lnTo>
                  <a:lnTo>
                    <a:pt x="322597" y="14287"/>
                  </a:lnTo>
                  <a:lnTo>
                    <a:pt x="325605" y="13535"/>
                  </a:lnTo>
                  <a:lnTo>
                    <a:pt x="327861" y="12783"/>
                  </a:lnTo>
                  <a:lnTo>
                    <a:pt x="333877" y="13535"/>
                  </a:lnTo>
                  <a:lnTo>
                    <a:pt x="337636" y="13535"/>
                  </a:lnTo>
                  <a:lnTo>
                    <a:pt x="344404" y="15791"/>
                  </a:lnTo>
                  <a:lnTo>
                    <a:pt x="348164" y="15791"/>
                  </a:lnTo>
                  <a:lnTo>
                    <a:pt x="351924" y="12783"/>
                  </a:lnTo>
                  <a:lnTo>
                    <a:pt x="353428" y="12031"/>
                  </a:lnTo>
                  <a:lnTo>
                    <a:pt x="355684" y="12783"/>
                  </a:lnTo>
                  <a:lnTo>
                    <a:pt x="357188" y="13535"/>
                  </a:lnTo>
                  <a:lnTo>
                    <a:pt x="357940" y="14287"/>
                  </a:lnTo>
                  <a:lnTo>
                    <a:pt x="358692" y="14287"/>
                  </a:lnTo>
                  <a:lnTo>
                    <a:pt x="360196" y="15791"/>
                  </a:lnTo>
                  <a:lnTo>
                    <a:pt x="360947" y="18047"/>
                  </a:lnTo>
                  <a:lnTo>
                    <a:pt x="362451" y="19551"/>
                  </a:lnTo>
                  <a:lnTo>
                    <a:pt x="366211" y="18799"/>
                  </a:lnTo>
                  <a:lnTo>
                    <a:pt x="369219" y="16543"/>
                  </a:lnTo>
                  <a:lnTo>
                    <a:pt x="370723" y="13535"/>
                  </a:lnTo>
                  <a:lnTo>
                    <a:pt x="372227" y="9023"/>
                  </a:lnTo>
                  <a:lnTo>
                    <a:pt x="372979" y="6016"/>
                  </a:lnTo>
                  <a:lnTo>
                    <a:pt x="374483" y="3008"/>
                  </a:lnTo>
                  <a:lnTo>
                    <a:pt x="377491" y="752"/>
                  </a:lnTo>
                  <a:lnTo>
                    <a:pt x="382003" y="0"/>
                  </a:lnTo>
                  <a:lnTo>
                    <a:pt x="385011" y="0"/>
                  </a:lnTo>
                  <a:lnTo>
                    <a:pt x="391778" y="1504"/>
                  </a:lnTo>
                  <a:lnTo>
                    <a:pt x="397794" y="4512"/>
                  </a:lnTo>
                  <a:lnTo>
                    <a:pt x="414338" y="14287"/>
                  </a:lnTo>
                  <a:lnTo>
                    <a:pt x="417345" y="15039"/>
                  </a:lnTo>
                  <a:lnTo>
                    <a:pt x="421105" y="15791"/>
                  </a:lnTo>
                  <a:lnTo>
                    <a:pt x="430881" y="14287"/>
                  </a:lnTo>
                  <a:lnTo>
                    <a:pt x="433889" y="15791"/>
                  </a:lnTo>
                  <a:lnTo>
                    <a:pt x="438401" y="20303"/>
                  </a:lnTo>
                  <a:lnTo>
                    <a:pt x="441409" y="23311"/>
                  </a:lnTo>
                  <a:lnTo>
                    <a:pt x="443664" y="22559"/>
                  </a:lnTo>
                  <a:lnTo>
                    <a:pt x="446673" y="21055"/>
                  </a:lnTo>
                  <a:lnTo>
                    <a:pt x="449680" y="21055"/>
                  </a:lnTo>
                  <a:lnTo>
                    <a:pt x="452688" y="22559"/>
                  </a:lnTo>
                  <a:lnTo>
                    <a:pt x="457952" y="24815"/>
                  </a:lnTo>
                  <a:lnTo>
                    <a:pt x="460960" y="26319"/>
                  </a:lnTo>
                  <a:lnTo>
                    <a:pt x="463968" y="26319"/>
                  </a:lnTo>
                  <a:lnTo>
                    <a:pt x="469984" y="27071"/>
                  </a:lnTo>
                  <a:lnTo>
                    <a:pt x="472992" y="26319"/>
                  </a:lnTo>
                  <a:lnTo>
                    <a:pt x="475247" y="25567"/>
                  </a:lnTo>
                  <a:lnTo>
                    <a:pt x="476000" y="24815"/>
                  </a:lnTo>
                  <a:lnTo>
                    <a:pt x="476752" y="24815"/>
                  </a:lnTo>
                  <a:lnTo>
                    <a:pt x="479759" y="22559"/>
                  </a:lnTo>
                  <a:lnTo>
                    <a:pt x="480511" y="21807"/>
                  </a:lnTo>
                  <a:lnTo>
                    <a:pt x="482015" y="21807"/>
                  </a:lnTo>
                  <a:lnTo>
                    <a:pt x="483519" y="21807"/>
                  </a:lnTo>
                  <a:lnTo>
                    <a:pt x="486527" y="21807"/>
                  </a:lnTo>
                  <a:lnTo>
                    <a:pt x="488031" y="21807"/>
                  </a:lnTo>
                  <a:lnTo>
                    <a:pt x="489535" y="21807"/>
                  </a:lnTo>
                  <a:lnTo>
                    <a:pt x="491039" y="21055"/>
                  </a:lnTo>
                  <a:lnTo>
                    <a:pt x="491791" y="21055"/>
                  </a:lnTo>
                  <a:lnTo>
                    <a:pt x="493295" y="21055"/>
                  </a:lnTo>
                  <a:lnTo>
                    <a:pt x="494047" y="21055"/>
                  </a:lnTo>
                  <a:lnTo>
                    <a:pt x="496303" y="21807"/>
                  </a:lnTo>
                  <a:lnTo>
                    <a:pt x="499311" y="23311"/>
                  </a:lnTo>
                  <a:lnTo>
                    <a:pt x="503071" y="25567"/>
                  </a:lnTo>
                  <a:lnTo>
                    <a:pt x="506830" y="27071"/>
                  </a:lnTo>
                  <a:lnTo>
                    <a:pt x="519614" y="35342"/>
                  </a:lnTo>
                  <a:lnTo>
                    <a:pt x="530141" y="39855"/>
                  </a:lnTo>
                  <a:lnTo>
                    <a:pt x="546685" y="44366"/>
                  </a:lnTo>
                  <a:lnTo>
                    <a:pt x="564732" y="48878"/>
                  </a:lnTo>
                  <a:lnTo>
                    <a:pt x="566988" y="50382"/>
                  </a:lnTo>
                  <a:lnTo>
                    <a:pt x="568492" y="51134"/>
                  </a:lnTo>
                  <a:lnTo>
                    <a:pt x="574508" y="59406"/>
                  </a:lnTo>
                  <a:lnTo>
                    <a:pt x="576012" y="61661"/>
                  </a:lnTo>
                  <a:lnTo>
                    <a:pt x="577516" y="66174"/>
                  </a:lnTo>
                  <a:lnTo>
                    <a:pt x="578268" y="67678"/>
                  </a:lnTo>
                  <a:lnTo>
                    <a:pt x="579020" y="69181"/>
                  </a:lnTo>
                  <a:lnTo>
                    <a:pt x="580524" y="69933"/>
                  </a:lnTo>
                  <a:lnTo>
                    <a:pt x="582780" y="70685"/>
                  </a:lnTo>
                  <a:lnTo>
                    <a:pt x="585035" y="70685"/>
                  </a:lnTo>
                  <a:lnTo>
                    <a:pt x="588795" y="70685"/>
                  </a:lnTo>
                  <a:lnTo>
                    <a:pt x="591052" y="69181"/>
                  </a:lnTo>
                  <a:lnTo>
                    <a:pt x="592555" y="68429"/>
                  </a:lnTo>
                  <a:lnTo>
                    <a:pt x="596315" y="66174"/>
                  </a:lnTo>
                  <a:lnTo>
                    <a:pt x="599323" y="65421"/>
                  </a:lnTo>
                  <a:lnTo>
                    <a:pt x="603083" y="65421"/>
                  </a:lnTo>
                  <a:lnTo>
                    <a:pt x="615867" y="66925"/>
                  </a:lnTo>
                  <a:lnTo>
                    <a:pt x="618874" y="68429"/>
                  </a:lnTo>
                  <a:lnTo>
                    <a:pt x="619627" y="68429"/>
                  </a:lnTo>
                  <a:lnTo>
                    <a:pt x="620378" y="69181"/>
                  </a:lnTo>
                  <a:lnTo>
                    <a:pt x="621131" y="69181"/>
                  </a:lnTo>
                  <a:lnTo>
                    <a:pt x="622634" y="69933"/>
                  </a:lnTo>
                  <a:lnTo>
                    <a:pt x="631658" y="69181"/>
                  </a:lnTo>
                  <a:lnTo>
                    <a:pt x="633162" y="69933"/>
                  </a:lnTo>
                  <a:lnTo>
                    <a:pt x="636170" y="66174"/>
                  </a:lnTo>
                  <a:lnTo>
                    <a:pt x="637674" y="64670"/>
                  </a:lnTo>
                  <a:lnTo>
                    <a:pt x="639930" y="63918"/>
                  </a:lnTo>
                  <a:lnTo>
                    <a:pt x="642938" y="64670"/>
                  </a:lnTo>
                  <a:lnTo>
                    <a:pt x="644442" y="65421"/>
                  </a:lnTo>
                  <a:lnTo>
                    <a:pt x="647450" y="68429"/>
                  </a:lnTo>
                  <a:lnTo>
                    <a:pt x="649705" y="69181"/>
                  </a:lnTo>
                  <a:lnTo>
                    <a:pt x="651961" y="70685"/>
                  </a:lnTo>
                  <a:lnTo>
                    <a:pt x="654217" y="70685"/>
                  </a:lnTo>
                  <a:lnTo>
                    <a:pt x="654969" y="69181"/>
                  </a:lnTo>
                  <a:lnTo>
                    <a:pt x="656473" y="67678"/>
                  </a:lnTo>
                  <a:lnTo>
                    <a:pt x="658729" y="67678"/>
                  </a:lnTo>
                  <a:lnTo>
                    <a:pt x="660985" y="68429"/>
                  </a:lnTo>
                  <a:lnTo>
                    <a:pt x="662489" y="69181"/>
                  </a:lnTo>
                  <a:lnTo>
                    <a:pt x="667001" y="69933"/>
                  </a:lnTo>
                  <a:lnTo>
                    <a:pt x="679032" y="68429"/>
                  </a:lnTo>
                  <a:lnTo>
                    <a:pt x="682040" y="67678"/>
                  </a:lnTo>
                  <a:lnTo>
                    <a:pt x="683544" y="66925"/>
                  </a:lnTo>
                  <a:lnTo>
                    <a:pt x="694072" y="63918"/>
                  </a:lnTo>
                  <a:lnTo>
                    <a:pt x="695576" y="63918"/>
                  </a:lnTo>
                  <a:lnTo>
                    <a:pt x="698584" y="65421"/>
                  </a:lnTo>
                  <a:lnTo>
                    <a:pt x="698584" y="62414"/>
                  </a:lnTo>
                  <a:lnTo>
                    <a:pt x="700088" y="61661"/>
                  </a:lnTo>
                  <a:lnTo>
                    <a:pt x="701591" y="62414"/>
                  </a:lnTo>
                  <a:lnTo>
                    <a:pt x="703095" y="63918"/>
                  </a:lnTo>
                  <a:lnTo>
                    <a:pt x="703095" y="66174"/>
                  </a:lnTo>
                  <a:lnTo>
                    <a:pt x="703095" y="70685"/>
                  </a:lnTo>
                  <a:lnTo>
                    <a:pt x="704599" y="72189"/>
                  </a:lnTo>
                  <a:lnTo>
                    <a:pt x="709111" y="74445"/>
                  </a:lnTo>
                  <a:lnTo>
                    <a:pt x="711367" y="75949"/>
                  </a:lnTo>
                  <a:lnTo>
                    <a:pt x="712119" y="78205"/>
                  </a:lnTo>
                  <a:lnTo>
                    <a:pt x="711367" y="82717"/>
                  </a:lnTo>
                  <a:lnTo>
                    <a:pt x="712119" y="84221"/>
                  </a:lnTo>
                  <a:lnTo>
                    <a:pt x="714375" y="86477"/>
                  </a:lnTo>
                  <a:lnTo>
                    <a:pt x="716631" y="87981"/>
                  </a:lnTo>
                  <a:lnTo>
                    <a:pt x="718135" y="87981"/>
                  </a:lnTo>
                  <a:lnTo>
                    <a:pt x="722647" y="88733"/>
                  </a:lnTo>
                  <a:lnTo>
                    <a:pt x="724151" y="89485"/>
                  </a:lnTo>
                  <a:lnTo>
                    <a:pt x="728663" y="91740"/>
                  </a:lnTo>
                  <a:lnTo>
                    <a:pt x="729415" y="92493"/>
                  </a:lnTo>
                  <a:lnTo>
                    <a:pt x="733174" y="93997"/>
                  </a:lnTo>
                  <a:lnTo>
                    <a:pt x="733927" y="94749"/>
                  </a:lnTo>
                  <a:lnTo>
                    <a:pt x="734678" y="93997"/>
                  </a:lnTo>
                  <a:lnTo>
                    <a:pt x="736934" y="93997"/>
                  </a:lnTo>
                  <a:lnTo>
                    <a:pt x="737687" y="93997"/>
                  </a:lnTo>
                  <a:lnTo>
                    <a:pt x="738438" y="94749"/>
                  </a:lnTo>
                  <a:lnTo>
                    <a:pt x="739190" y="95500"/>
                  </a:lnTo>
                  <a:lnTo>
                    <a:pt x="739942" y="97757"/>
                  </a:lnTo>
                  <a:lnTo>
                    <a:pt x="739942" y="99260"/>
                  </a:lnTo>
                  <a:lnTo>
                    <a:pt x="739942" y="100764"/>
                  </a:lnTo>
                  <a:lnTo>
                    <a:pt x="740694" y="101516"/>
                  </a:lnTo>
                  <a:lnTo>
                    <a:pt x="744454" y="104524"/>
                  </a:lnTo>
                  <a:lnTo>
                    <a:pt x="748214" y="110540"/>
                  </a:lnTo>
                  <a:lnTo>
                    <a:pt x="752726" y="121068"/>
                  </a:lnTo>
                  <a:lnTo>
                    <a:pt x="755734" y="135355"/>
                  </a:lnTo>
                  <a:lnTo>
                    <a:pt x="756486" y="142875"/>
                  </a:lnTo>
                  <a:lnTo>
                    <a:pt x="756486" y="145883"/>
                  </a:lnTo>
                  <a:lnTo>
                    <a:pt x="752726" y="156410"/>
                  </a:lnTo>
                  <a:lnTo>
                    <a:pt x="751974" y="158666"/>
                  </a:lnTo>
                  <a:lnTo>
                    <a:pt x="751222" y="159418"/>
                  </a:lnTo>
                  <a:lnTo>
                    <a:pt x="751222" y="160170"/>
                  </a:lnTo>
                  <a:lnTo>
                    <a:pt x="751222" y="160922"/>
                  </a:lnTo>
                  <a:lnTo>
                    <a:pt x="750470" y="161674"/>
                  </a:lnTo>
                  <a:lnTo>
                    <a:pt x="750470" y="163178"/>
                  </a:lnTo>
                  <a:lnTo>
                    <a:pt x="751222" y="163930"/>
                  </a:lnTo>
                  <a:lnTo>
                    <a:pt x="753478" y="165434"/>
                  </a:lnTo>
                  <a:lnTo>
                    <a:pt x="754230" y="166186"/>
                  </a:lnTo>
                  <a:lnTo>
                    <a:pt x="754230" y="167690"/>
                  </a:lnTo>
                  <a:lnTo>
                    <a:pt x="754982" y="169946"/>
                  </a:lnTo>
                  <a:lnTo>
                    <a:pt x="754982" y="176714"/>
                  </a:lnTo>
                  <a:lnTo>
                    <a:pt x="755734" y="179721"/>
                  </a:lnTo>
                  <a:lnTo>
                    <a:pt x="757989" y="184234"/>
                  </a:lnTo>
                  <a:lnTo>
                    <a:pt x="760998" y="188745"/>
                  </a:lnTo>
                  <a:lnTo>
                    <a:pt x="762502" y="190249"/>
                  </a:lnTo>
                  <a:lnTo>
                    <a:pt x="764006" y="192505"/>
                  </a:lnTo>
                  <a:lnTo>
                    <a:pt x="765509" y="193257"/>
                  </a:lnTo>
                  <a:lnTo>
                    <a:pt x="765509" y="194009"/>
                  </a:lnTo>
                  <a:lnTo>
                    <a:pt x="766261" y="195513"/>
                  </a:lnTo>
                  <a:lnTo>
                    <a:pt x="764757" y="204536"/>
                  </a:lnTo>
                  <a:lnTo>
                    <a:pt x="764006" y="212056"/>
                  </a:lnTo>
                  <a:lnTo>
                    <a:pt x="764006" y="214313"/>
                  </a:lnTo>
                  <a:lnTo>
                    <a:pt x="763253" y="215816"/>
                  </a:lnTo>
                  <a:lnTo>
                    <a:pt x="762502" y="217320"/>
                  </a:lnTo>
                  <a:lnTo>
                    <a:pt x="762502" y="218072"/>
                  </a:lnTo>
                  <a:lnTo>
                    <a:pt x="761749" y="218072"/>
                  </a:lnTo>
                  <a:lnTo>
                    <a:pt x="759493" y="218824"/>
                  </a:lnTo>
                  <a:lnTo>
                    <a:pt x="758742" y="218824"/>
                  </a:lnTo>
                  <a:lnTo>
                    <a:pt x="758742" y="220328"/>
                  </a:lnTo>
                  <a:lnTo>
                    <a:pt x="758742" y="221080"/>
                  </a:lnTo>
                  <a:lnTo>
                    <a:pt x="759493" y="224088"/>
                  </a:lnTo>
                  <a:lnTo>
                    <a:pt x="760246" y="224840"/>
                  </a:lnTo>
                  <a:lnTo>
                    <a:pt x="760998" y="225592"/>
                  </a:lnTo>
                  <a:lnTo>
                    <a:pt x="761749" y="226344"/>
                  </a:lnTo>
                  <a:lnTo>
                    <a:pt x="763253" y="226344"/>
                  </a:lnTo>
                  <a:lnTo>
                    <a:pt x="764006" y="227096"/>
                  </a:lnTo>
                  <a:lnTo>
                    <a:pt x="766261" y="231608"/>
                  </a:lnTo>
                  <a:lnTo>
                    <a:pt x="768517" y="233112"/>
                  </a:lnTo>
                  <a:lnTo>
                    <a:pt x="769269" y="233112"/>
                  </a:lnTo>
                  <a:lnTo>
                    <a:pt x="770021" y="233112"/>
                  </a:lnTo>
                  <a:lnTo>
                    <a:pt x="770773" y="232360"/>
                  </a:lnTo>
                  <a:lnTo>
                    <a:pt x="771525" y="232360"/>
                  </a:lnTo>
                  <a:lnTo>
                    <a:pt x="772277" y="233112"/>
                  </a:lnTo>
                  <a:lnTo>
                    <a:pt x="771525" y="235368"/>
                  </a:lnTo>
                  <a:lnTo>
                    <a:pt x="772277" y="236119"/>
                  </a:lnTo>
                  <a:lnTo>
                    <a:pt x="773029" y="236872"/>
                  </a:lnTo>
                  <a:lnTo>
                    <a:pt x="773029" y="238375"/>
                  </a:lnTo>
                  <a:lnTo>
                    <a:pt x="773781" y="239879"/>
                  </a:lnTo>
                  <a:lnTo>
                    <a:pt x="774533" y="242135"/>
                  </a:lnTo>
                  <a:lnTo>
                    <a:pt x="777541" y="245895"/>
                  </a:lnTo>
                  <a:lnTo>
                    <a:pt x="779797" y="248903"/>
                  </a:lnTo>
                  <a:lnTo>
                    <a:pt x="781301" y="251911"/>
                  </a:lnTo>
                  <a:lnTo>
                    <a:pt x="782053" y="251911"/>
                  </a:lnTo>
                  <a:lnTo>
                    <a:pt x="782805" y="252663"/>
                  </a:lnTo>
                  <a:lnTo>
                    <a:pt x="784309" y="253415"/>
                  </a:lnTo>
                  <a:lnTo>
                    <a:pt x="785061" y="254167"/>
                  </a:lnTo>
                  <a:lnTo>
                    <a:pt x="785813" y="254919"/>
                  </a:lnTo>
                  <a:lnTo>
                    <a:pt x="786565" y="256423"/>
                  </a:lnTo>
                  <a:lnTo>
                    <a:pt x="787317" y="257927"/>
                  </a:lnTo>
                  <a:lnTo>
                    <a:pt x="788068" y="258679"/>
                  </a:lnTo>
                  <a:lnTo>
                    <a:pt x="789572" y="258679"/>
                  </a:lnTo>
                  <a:lnTo>
                    <a:pt x="792580" y="260183"/>
                  </a:lnTo>
                  <a:lnTo>
                    <a:pt x="793332" y="260183"/>
                  </a:lnTo>
                  <a:lnTo>
                    <a:pt x="794836" y="260935"/>
                  </a:lnTo>
                  <a:lnTo>
                    <a:pt x="795588" y="261687"/>
                  </a:lnTo>
                  <a:lnTo>
                    <a:pt x="796340" y="262439"/>
                  </a:lnTo>
                  <a:lnTo>
                    <a:pt x="797844" y="264694"/>
                  </a:lnTo>
                  <a:lnTo>
                    <a:pt x="798596" y="265447"/>
                  </a:lnTo>
                  <a:lnTo>
                    <a:pt x="799348" y="266951"/>
                  </a:lnTo>
                  <a:lnTo>
                    <a:pt x="799348" y="268454"/>
                  </a:lnTo>
                  <a:lnTo>
                    <a:pt x="799348" y="274470"/>
                  </a:lnTo>
                  <a:lnTo>
                    <a:pt x="799348" y="276726"/>
                  </a:lnTo>
                  <a:lnTo>
                    <a:pt x="798596" y="278982"/>
                  </a:lnTo>
                  <a:lnTo>
                    <a:pt x="798596" y="279734"/>
                  </a:lnTo>
                  <a:lnTo>
                    <a:pt x="798596" y="280486"/>
                  </a:lnTo>
                  <a:lnTo>
                    <a:pt x="800100" y="281990"/>
                  </a:lnTo>
                  <a:lnTo>
                    <a:pt x="800852" y="282742"/>
                  </a:lnTo>
                  <a:lnTo>
                    <a:pt x="801604" y="282742"/>
                  </a:lnTo>
                  <a:lnTo>
                    <a:pt x="803108" y="283494"/>
                  </a:lnTo>
                  <a:lnTo>
                    <a:pt x="803108" y="284246"/>
                  </a:lnTo>
                  <a:lnTo>
                    <a:pt x="803860" y="285750"/>
                  </a:lnTo>
                  <a:lnTo>
                    <a:pt x="806116" y="292518"/>
                  </a:lnTo>
                  <a:lnTo>
                    <a:pt x="806868" y="294773"/>
                  </a:lnTo>
                  <a:lnTo>
                    <a:pt x="808372" y="295526"/>
                  </a:lnTo>
                  <a:lnTo>
                    <a:pt x="809124" y="296277"/>
                  </a:lnTo>
                  <a:lnTo>
                    <a:pt x="809876" y="296277"/>
                  </a:lnTo>
                  <a:lnTo>
                    <a:pt x="811380" y="297781"/>
                  </a:lnTo>
                  <a:lnTo>
                    <a:pt x="812132" y="297781"/>
                  </a:lnTo>
                  <a:lnTo>
                    <a:pt x="812884" y="298533"/>
                  </a:lnTo>
                  <a:lnTo>
                    <a:pt x="813636" y="298533"/>
                  </a:lnTo>
                  <a:lnTo>
                    <a:pt x="814387" y="299285"/>
                  </a:lnTo>
                  <a:lnTo>
                    <a:pt x="815140" y="300037"/>
                  </a:lnTo>
                  <a:lnTo>
                    <a:pt x="815891" y="300789"/>
                  </a:lnTo>
                  <a:lnTo>
                    <a:pt x="815891" y="301541"/>
                  </a:lnTo>
                  <a:lnTo>
                    <a:pt x="815891" y="303797"/>
                  </a:lnTo>
                  <a:lnTo>
                    <a:pt x="814387" y="305301"/>
                  </a:lnTo>
                  <a:lnTo>
                    <a:pt x="813636" y="306805"/>
                  </a:lnTo>
                  <a:lnTo>
                    <a:pt x="812884" y="306805"/>
                  </a:lnTo>
                  <a:lnTo>
                    <a:pt x="812132" y="307557"/>
                  </a:lnTo>
                  <a:lnTo>
                    <a:pt x="812132" y="308309"/>
                  </a:lnTo>
                  <a:lnTo>
                    <a:pt x="812132" y="309813"/>
                  </a:lnTo>
                  <a:lnTo>
                    <a:pt x="813636" y="311317"/>
                  </a:lnTo>
                  <a:lnTo>
                    <a:pt x="813636" y="312069"/>
                  </a:lnTo>
                  <a:lnTo>
                    <a:pt x="813636" y="312821"/>
                  </a:lnTo>
                  <a:lnTo>
                    <a:pt x="812132" y="314325"/>
                  </a:lnTo>
                  <a:lnTo>
                    <a:pt x="811380" y="315077"/>
                  </a:lnTo>
                  <a:lnTo>
                    <a:pt x="806868" y="316581"/>
                  </a:lnTo>
                  <a:lnTo>
                    <a:pt x="806116" y="316581"/>
                  </a:lnTo>
                  <a:lnTo>
                    <a:pt x="805364" y="317333"/>
                  </a:lnTo>
                  <a:lnTo>
                    <a:pt x="805364" y="318085"/>
                  </a:lnTo>
                  <a:lnTo>
                    <a:pt x="805364" y="318837"/>
                  </a:lnTo>
                  <a:lnTo>
                    <a:pt x="805364" y="319589"/>
                  </a:lnTo>
                  <a:lnTo>
                    <a:pt x="808372" y="321845"/>
                  </a:lnTo>
                  <a:lnTo>
                    <a:pt x="807620" y="326356"/>
                  </a:lnTo>
                  <a:lnTo>
                    <a:pt x="807620" y="328612"/>
                  </a:lnTo>
                  <a:lnTo>
                    <a:pt x="807620" y="329364"/>
                  </a:lnTo>
                  <a:lnTo>
                    <a:pt x="807620" y="330116"/>
                  </a:lnTo>
                  <a:lnTo>
                    <a:pt x="806868" y="331620"/>
                  </a:lnTo>
                  <a:lnTo>
                    <a:pt x="802356" y="331620"/>
                  </a:lnTo>
                  <a:lnTo>
                    <a:pt x="801604" y="333124"/>
                  </a:lnTo>
                  <a:lnTo>
                    <a:pt x="801604" y="333876"/>
                  </a:lnTo>
                  <a:lnTo>
                    <a:pt x="801604" y="334628"/>
                  </a:lnTo>
                  <a:lnTo>
                    <a:pt x="801604" y="335380"/>
                  </a:lnTo>
                  <a:lnTo>
                    <a:pt x="801604" y="336884"/>
                  </a:lnTo>
                  <a:lnTo>
                    <a:pt x="801604" y="337636"/>
                  </a:lnTo>
                  <a:lnTo>
                    <a:pt x="803860" y="342148"/>
                  </a:lnTo>
                  <a:lnTo>
                    <a:pt x="804612" y="342900"/>
                  </a:lnTo>
                  <a:lnTo>
                    <a:pt x="804612" y="343652"/>
                  </a:lnTo>
                  <a:lnTo>
                    <a:pt x="803860" y="348916"/>
                  </a:lnTo>
                  <a:lnTo>
                    <a:pt x="803860" y="349668"/>
                  </a:lnTo>
                  <a:lnTo>
                    <a:pt x="803860" y="351924"/>
                  </a:lnTo>
                  <a:lnTo>
                    <a:pt x="803860" y="352675"/>
                  </a:lnTo>
                  <a:lnTo>
                    <a:pt x="804612" y="353428"/>
                  </a:lnTo>
                  <a:lnTo>
                    <a:pt x="804612" y="354179"/>
                  </a:lnTo>
                  <a:lnTo>
                    <a:pt x="806868" y="354931"/>
                  </a:lnTo>
                  <a:lnTo>
                    <a:pt x="816644" y="357939"/>
                  </a:lnTo>
                  <a:lnTo>
                    <a:pt x="819651" y="358691"/>
                  </a:lnTo>
                  <a:lnTo>
                    <a:pt x="821907" y="358691"/>
                  </a:lnTo>
                  <a:lnTo>
                    <a:pt x="824163" y="356435"/>
                  </a:lnTo>
                  <a:lnTo>
                    <a:pt x="827923" y="356435"/>
                  </a:lnTo>
                  <a:lnTo>
                    <a:pt x="836195" y="357939"/>
                  </a:lnTo>
                  <a:lnTo>
                    <a:pt x="841459" y="357188"/>
                  </a:lnTo>
                  <a:lnTo>
                    <a:pt x="845970" y="354179"/>
                  </a:lnTo>
                  <a:lnTo>
                    <a:pt x="845219" y="348916"/>
                  </a:lnTo>
                  <a:lnTo>
                    <a:pt x="848979" y="349668"/>
                  </a:lnTo>
                  <a:lnTo>
                    <a:pt x="852738" y="354931"/>
                  </a:lnTo>
                  <a:lnTo>
                    <a:pt x="857250" y="355683"/>
                  </a:lnTo>
                  <a:lnTo>
                    <a:pt x="869282" y="354931"/>
                  </a:lnTo>
                  <a:lnTo>
                    <a:pt x="873042" y="354931"/>
                  </a:lnTo>
                  <a:lnTo>
                    <a:pt x="872290" y="354179"/>
                  </a:lnTo>
                  <a:lnTo>
                    <a:pt x="872290" y="353428"/>
                  </a:lnTo>
                  <a:lnTo>
                    <a:pt x="875298" y="353428"/>
                  </a:lnTo>
                  <a:lnTo>
                    <a:pt x="878305" y="354931"/>
                  </a:lnTo>
                  <a:lnTo>
                    <a:pt x="880562" y="357188"/>
                  </a:lnTo>
                  <a:lnTo>
                    <a:pt x="882817" y="359443"/>
                  </a:lnTo>
                  <a:lnTo>
                    <a:pt x="883569" y="359443"/>
                  </a:lnTo>
                  <a:lnTo>
                    <a:pt x="884321" y="358691"/>
                  </a:lnTo>
                  <a:lnTo>
                    <a:pt x="885073" y="357939"/>
                  </a:lnTo>
                  <a:lnTo>
                    <a:pt x="885825" y="357939"/>
                  </a:lnTo>
                  <a:lnTo>
                    <a:pt x="888081" y="358691"/>
                  </a:lnTo>
                  <a:lnTo>
                    <a:pt x="888833" y="358691"/>
                  </a:lnTo>
                  <a:lnTo>
                    <a:pt x="894097" y="357939"/>
                  </a:lnTo>
                  <a:lnTo>
                    <a:pt x="896353" y="357188"/>
                  </a:lnTo>
                  <a:lnTo>
                    <a:pt x="897105" y="355683"/>
                  </a:lnTo>
                  <a:lnTo>
                    <a:pt x="898609" y="355683"/>
                  </a:lnTo>
                  <a:lnTo>
                    <a:pt x="900113" y="358691"/>
                  </a:lnTo>
                  <a:lnTo>
                    <a:pt x="900113" y="360195"/>
                  </a:lnTo>
                  <a:lnTo>
                    <a:pt x="900864" y="360947"/>
                  </a:lnTo>
                  <a:lnTo>
                    <a:pt x="902368" y="360947"/>
                  </a:lnTo>
                  <a:lnTo>
                    <a:pt x="903121" y="360195"/>
                  </a:lnTo>
                  <a:lnTo>
                    <a:pt x="903873" y="359443"/>
                  </a:lnTo>
                  <a:lnTo>
                    <a:pt x="905377" y="357939"/>
                  </a:lnTo>
                  <a:lnTo>
                    <a:pt x="908384" y="356435"/>
                  </a:lnTo>
                  <a:lnTo>
                    <a:pt x="909136" y="356435"/>
                  </a:lnTo>
                  <a:lnTo>
                    <a:pt x="909888" y="356435"/>
                  </a:lnTo>
                  <a:lnTo>
                    <a:pt x="911392" y="356435"/>
                  </a:lnTo>
                  <a:lnTo>
                    <a:pt x="912144" y="356435"/>
                  </a:lnTo>
                  <a:lnTo>
                    <a:pt x="912896" y="357188"/>
                  </a:lnTo>
                  <a:lnTo>
                    <a:pt x="913648" y="357939"/>
                  </a:lnTo>
                  <a:lnTo>
                    <a:pt x="914400" y="358691"/>
                  </a:lnTo>
                  <a:lnTo>
                    <a:pt x="915152" y="359443"/>
                  </a:lnTo>
                  <a:lnTo>
                    <a:pt x="915152" y="360195"/>
                  </a:lnTo>
                  <a:lnTo>
                    <a:pt x="915904" y="361699"/>
                  </a:lnTo>
                  <a:lnTo>
                    <a:pt x="916656" y="362451"/>
                  </a:lnTo>
                  <a:lnTo>
                    <a:pt x="917408" y="362451"/>
                  </a:lnTo>
                  <a:lnTo>
                    <a:pt x="918160" y="363203"/>
                  </a:lnTo>
                  <a:lnTo>
                    <a:pt x="926432" y="366211"/>
                  </a:lnTo>
                  <a:lnTo>
                    <a:pt x="927184" y="366211"/>
                  </a:lnTo>
                  <a:lnTo>
                    <a:pt x="927184" y="367715"/>
                  </a:lnTo>
                  <a:lnTo>
                    <a:pt x="927184" y="369219"/>
                  </a:lnTo>
                  <a:lnTo>
                    <a:pt x="924928" y="372979"/>
                  </a:lnTo>
                  <a:lnTo>
                    <a:pt x="924176" y="374483"/>
                  </a:lnTo>
                  <a:lnTo>
                    <a:pt x="923424" y="375987"/>
                  </a:lnTo>
                  <a:lnTo>
                    <a:pt x="920416" y="377490"/>
                  </a:lnTo>
                  <a:lnTo>
                    <a:pt x="918912" y="378243"/>
                  </a:lnTo>
                  <a:lnTo>
                    <a:pt x="918160" y="379747"/>
                  </a:lnTo>
                  <a:lnTo>
                    <a:pt x="918160" y="382003"/>
                  </a:lnTo>
                  <a:lnTo>
                    <a:pt x="918912" y="386514"/>
                  </a:lnTo>
                  <a:lnTo>
                    <a:pt x="918912" y="388018"/>
                  </a:lnTo>
                  <a:lnTo>
                    <a:pt x="919664" y="389522"/>
                  </a:lnTo>
                  <a:lnTo>
                    <a:pt x="918160" y="391026"/>
                  </a:lnTo>
                  <a:lnTo>
                    <a:pt x="916656" y="392530"/>
                  </a:lnTo>
                  <a:lnTo>
                    <a:pt x="916656" y="393282"/>
                  </a:lnTo>
                  <a:lnTo>
                    <a:pt x="915904" y="395538"/>
                  </a:lnTo>
                  <a:lnTo>
                    <a:pt x="916656" y="400802"/>
                  </a:lnTo>
                  <a:lnTo>
                    <a:pt x="916656" y="404562"/>
                  </a:lnTo>
                  <a:lnTo>
                    <a:pt x="915904" y="406066"/>
                  </a:lnTo>
                  <a:lnTo>
                    <a:pt x="915152" y="406818"/>
                  </a:lnTo>
                  <a:lnTo>
                    <a:pt x="915152" y="407569"/>
                  </a:lnTo>
                  <a:lnTo>
                    <a:pt x="912144" y="409073"/>
                  </a:lnTo>
                  <a:lnTo>
                    <a:pt x="911392" y="409826"/>
                  </a:lnTo>
                  <a:lnTo>
                    <a:pt x="911392" y="410577"/>
                  </a:lnTo>
                  <a:lnTo>
                    <a:pt x="911392" y="411329"/>
                  </a:lnTo>
                  <a:lnTo>
                    <a:pt x="912144" y="412833"/>
                  </a:lnTo>
                  <a:lnTo>
                    <a:pt x="914400" y="418097"/>
                  </a:lnTo>
                  <a:lnTo>
                    <a:pt x="914400" y="418849"/>
                  </a:lnTo>
                  <a:lnTo>
                    <a:pt x="915152" y="419601"/>
                  </a:lnTo>
                  <a:lnTo>
                    <a:pt x="918912" y="421857"/>
                  </a:lnTo>
                  <a:lnTo>
                    <a:pt x="923424" y="424113"/>
                  </a:lnTo>
                  <a:lnTo>
                    <a:pt x="924928" y="424113"/>
                  </a:lnTo>
                  <a:lnTo>
                    <a:pt x="925680" y="424113"/>
                  </a:lnTo>
                  <a:lnTo>
                    <a:pt x="926432" y="422609"/>
                  </a:lnTo>
                  <a:lnTo>
                    <a:pt x="926432" y="421857"/>
                  </a:lnTo>
                  <a:lnTo>
                    <a:pt x="927184" y="420353"/>
                  </a:lnTo>
                  <a:lnTo>
                    <a:pt x="927936" y="419601"/>
                  </a:lnTo>
                  <a:lnTo>
                    <a:pt x="927936" y="418849"/>
                  </a:lnTo>
                  <a:lnTo>
                    <a:pt x="928688" y="418097"/>
                  </a:lnTo>
                  <a:lnTo>
                    <a:pt x="930192" y="417345"/>
                  </a:lnTo>
                  <a:lnTo>
                    <a:pt x="930943" y="416593"/>
                  </a:lnTo>
                  <a:lnTo>
                    <a:pt x="930943" y="415841"/>
                  </a:lnTo>
                  <a:lnTo>
                    <a:pt x="931696" y="415089"/>
                  </a:lnTo>
                  <a:lnTo>
                    <a:pt x="931696" y="413586"/>
                  </a:lnTo>
                  <a:lnTo>
                    <a:pt x="930943" y="411329"/>
                  </a:lnTo>
                  <a:lnTo>
                    <a:pt x="930943" y="409826"/>
                  </a:lnTo>
                  <a:lnTo>
                    <a:pt x="930943" y="409073"/>
                  </a:lnTo>
                  <a:lnTo>
                    <a:pt x="931696" y="408322"/>
                  </a:lnTo>
                  <a:lnTo>
                    <a:pt x="931696" y="407569"/>
                  </a:lnTo>
                  <a:lnTo>
                    <a:pt x="933200" y="406818"/>
                  </a:lnTo>
                  <a:lnTo>
                    <a:pt x="936207" y="405314"/>
                  </a:lnTo>
                  <a:lnTo>
                    <a:pt x="936960" y="404562"/>
                  </a:lnTo>
                  <a:lnTo>
                    <a:pt x="936960" y="403058"/>
                  </a:lnTo>
                  <a:lnTo>
                    <a:pt x="937711" y="403058"/>
                  </a:lnTo>
                  <a:lnTo>
                    <a:pt x="938463" y="403058"/>
                  </a:lnTo>
                  <a:lnTo>
                    <a:pt x="940719" y="405314"/>
                  </a:lnTo>
                  <a:lnTo>
                    <a:pt x="942223" y="405314"/>
                  </a:lnTo>
                  <a:lnTo>
                    <a:pt x="945231" y="406066"/>
                  </a:lnTo>
                  <a:lnTo>
                    <a:pt x="946735" y="406066"/>
                  </a:lnTo>
                  <a:lnTo>
                    <a:pt x="947487" y="406818"/>
                  </a:lnTo>
                  <a:lnTo>
                    <a:pt x="948239" y="407569"/>
                  </a:lnTo>
                  <a:lnTo>
                    <a:pt x="948991" y="408322"/>
                  </a:lnTo>
                  <a:lnTo>
                    <a:pt x="949743" y="409073"/>
                  </a:lnTo>
                  <a:lnTo>
                    <a:pt x="949743" y="409826"/>
                  </a:lnTo>
                  <a:lnTo>
                    <a:pt x="949743" y="410577"/>
                  </a:lnTo>
                  <a:lnTo>
                    <a:pt x="949743" y="411329"/>
                  </a:lnTo>
                  <a:lnTo>
                    <a:pt x="950495" y="412082"/>
                  </a:lnTo>
                  <a:lnTo>
                    <a:pt x="951247" y="412082"/>
                  </a:lnTo>
                  <a:lnTo>
                    <a:pt x="952751" y="412833"/>
                  </a:lnTo>
                  <a:lnTo>
                    <a:pt x="955759" y="412082"/>
                  </a:lnTo>
                  <a:lnTo>
                    <a:pt x="957262" y="412082"/>
                  </a:lnTo>
                  <a:lnTo>
                    <a:pt x="958766" y="412833"/>
                  </a:lnTo>
                  <a:lnTo>
                    <a:pt x="958766" y="413586"/>
                  </a:lnTo>
                  <a:lnTo>
                    <a:pt x="958766" y="414337"/>
                  </a:lnTo>
                  <a:lnTo>
                    <a:pt x="959519" y="415841"/>
                  </a:lnTo>
                  <a:lnTo>
                    <a:pt x="960271" y="415841"/>
                  </a:lnTo>
                  <a:lnTo>
                    <a:pt x="961022" y="415841"/>
                  </a:lnTo>
                  <a:lnTo>
                    <a:pt x="966286" y="412082"/>
                  </a:lnTo>
                  <a:lnTo>
                    <a:pt x="969294" y="421857"/>
                  </a:lnTo>
                  <a:lnTo>
                    <a:pt x="970046" y="425617"/>
                  </a:lnTo>
                  <a:lnTo>
                    <a:pt x="970046" y="426369"/>
                  </a:lnTo>
                  <a:lnTo>
                    <a:pt x="973054" y="434641"/>
                  </a:lnTo>
                  <a:lnTo>
                    <a:pt x="973054" y="436897"/>
                  </a:lnTo>
                  <a:lnTo>
                    <a:pt x="973806" y="439152"/>
                  </a:lnTo>
                  <a:lnTo>
                    <a:pt x="973054" y="440656"/>
                  </a:lnTo>
                  <a:lnTo>
                    <a:pt x="973054" y="441408"/>
                  </a:lnTo>
                  <a:lnTo>
                    <a:pt x="973054" y="442912"/>
                  </a:lnTo>
                  <a:lnTo>
                    <a:pt x="973806" y="444416"/>
                  </a:lnTo>
                  <a:lnTo>
                    <a:pt x="976062" y="445920"/>
                  </a:lnTo>
                  <a:lnTo>
                    <a:pt x="977566" y="446672"/>
                  </a:lnTo>
                  <a:lnTo>
                    <a:pt x="978318" y="447424"/>
                  </a:lnTo>
                  <a:lnTo>
                    <a:pt x="987341" y="449680"/>
                  </a:lnTo>
                  <a:lnTo>
                    <a:pt x="988094" y="449680"/>
                  </a:lnTo>
                  <a:lnTo>
                    <a:pt x="988845" y="449680"/>
                  </a:lnTo>
                  <a:lnTo>
                    <a:pt x="990349" y="449680"/>
                  </a:lnTo>
                  <a:lnTo>
                    <a:pt x="990349" y="448928"/>
                  </a:lnTo>
                  <a:lnTo>
                    <a:pt x="991101" y="448176"/>
                  </a:lnTo>
                  <a:lnTo>
                    <a:pt x="991854" y="447424"/>
                  </a:lnTo>
                  <a:lnTo>
                    <a:pt x="992605" y="447424"/>
                  </a:lnTo>
                  <a:lnTo>
                    <a:pt x="992605" y="446672"/>
                  </a:lnTo>
                  <a:lnTo>
                    <a:pt x="994109" y="446672"/>
                  </a:lnTo>
                  <a:lnTo>
                    <a:pt x="994861" y="446672"/>
                  </a:lnTo>
                  <a:lnTo>
                    <a:pt x="995613" y="446672"/>
                  </a:lnTo>
                  <a:lnTo>
                    <a:pt x="996365" y="448176"/>
                  </a:lnTo>
                  <a:lnTo>
                    <a:pt x="994861" y="450432"/>
                  </a:lnTo>
                  <a:lnTo>
                    <a:pt x="991101" y="455696"/>
                  </a:lnTo>
                  <a:lnTo>
                    <a:pt x="989598" y="457952"/>
                  </a:lnTo>
                  <a:lnTo>
                    <a:pt x="988845" y="459456"/>
                  </a:lnTo>
                  <a:lnTo>
                    <a:pt x="988845" y="461712"/>
                  </a:lnTo>
                  <a:lnTo>
                    <a:pt x="987341" y="464720"/>
                  </a:lnTo>
                  <a:lnTo>
                    <a:pt x="975310" y="471487"/>
                  </a:lnTo>
                  <a:lnTo>
                    <a:pt x="974558" y="473743"/>
                  </a:lnTo>
                  <a:lnTo>
                    <a:pt x="971550" y="479759"/>
                  </a:lnTo>
                  <a:lnTo>
                    <a:pt x="969294" y="486527"/>
                  </a:lnTo>
                  <a:lnTo>
                    <a:pt x="967038" y="486527"/>
                  </a:lnTo>
                  <a:lnTo>
                    <a:pt x="964782" y="485023"/>
                  </a:lnTo>
                  <a:lnTo>
                    <a:pt x="963279" y="481263"/>
                  </a:lnTo>
                  <a:lnTo>
                    <a:pt x="964030" y="479007"/>
                  </a:lnTo>
                  <a:lnTo>
                    <a:pt x="967038" y="469231"/>
                  </a:lnTo>
                  <a:lnTo>
                    <a:pt x="967790" y="467727"/>
                  </a:lnTo>
                  <a:lnTo>
                    <a:pt x="967790" y="466975"/>
                  </a:lnTo>
                  <a:lnTo>
                    <a:pt x="967790" y="466224"/>
                  </a:lnTo>
                  <a:lnTo>
                    <a:pt x="969294" y="463967"/>
                  </a:lnTo>
                  <a:lnTo>
                    <a:pt x="970798" y="463216"/>
                  </a:lnTo>
                  <a:lnTo>
                    <a:pt x="973806" y="460960"/>
                  </a:lnTo>
                  <a:lnTo>
                    <a:pt x="980574" y="458704"/>
                  </a:lnTo>
                  <a:lnTo>
                    <a:pt x="982078" y="456448"/>
                  </a:lnTo>
                  <a:lnTo>
                    <a:pt x="979822" y="454944"/>
                  </a:lnTo>
                  <a:lnTo>
                    <a:pt x="978318" y="457200"/>
                  </a:lnTo>
                  <a:lnTo>
                    <a:pt x="974558" y="458704"/>
                  </a:lnTo>
                  <a:lnTo>
                    <a:pt x="970798" y="459456"/>
                  </a:lnTo>
                  <a:lnTo>
                    <a:pt x="967790" y="459456"/>
                  </a:lnTo>
                  <a:lnTo>
                    <a:pt x="966286" y="460208"/>
                  </a:lnTo>
                  <a:lnTo>
                    <a:pt x="964030" y="462464"/>
                  </a:lnTo>
                  <a:lnTo>
                    <a:pt x="963279" y="463216"/>
                  </a:lnTo>
                  <a:lnTo>
                    <a:pt x="961775" y="462464"/>
                  </a:lnTo>
                  <a:lnTo>
                    <a:pt x="959519" y="459456"/>
                  </a:lnTo>
                  <a:lnTo>
                    <a:pt x="958015" y="458704"/>
                  </a:lnTo>
                  <a:lnTo>
                    <a:pt x="958015" y="460960"/>
                  </a:lnTo>
                  <a:lnTo>
                    <a:pt x="958015" y="462464"/>
                  </a:lnTo>
                  <a:lnTo>
                    <a:pt x="958015" y="463967"/>
                  </a:lnTo>
                  <a:lnTo>
                    <a:pt x="955759" y="466975"/>
                  </a:lnTo>
                  <a:lnTo>
                    <a:pt x="955007" y="468480"/>
                  </a:lnTo>
                  <a:lnTo>
                    <a:pt x="952751" y="469984"/>
                  </a:lnTo>
                  <a:lnTo>
                    <a:pt x="950495" y="469984"/>
                  </a:lnTo>
                  <a:lnTo>
                    <a:pt x="952751" y="463967"/>
                  </a:lnTo>
                  <a:lnTo>
                    <a:pt x="951999" y="463967"/>
                  </a:lnTo>
                  <a:lnTo>
                    <a:pt x="950495" y="465471"/>
                  </a:lnTo>
                  <a:lnTo>
                    <a:pt x="950495" y="463216"/>
                  </a:lnTo>
                  <a:lnTo>
                    <a:pt x="951247" y="454944"/>
                  </a:lnTo>
                  <a:lnTo>
                    <a:pt x="951999" y="450432"/>
                  </a:lnTo>
                  <a:lnTo>
                    <a:pt x="951999" y="448176"/>
                  </a:lnTo>
                  <a:lnTo>
                    <a:pt x="949743" y="449680"/>
                  </a:lnTo>
                  <a:lnTo>
                    <a:pt x="948239" y="451936"/>
                  </a:lnTo>
                  <a:lnTo>
                    <a:pt x="946735" y="454192"/>
                  </a:lnTo>
                  <a:lnTo>
                    <a:pt x="945983" y="454944"/>
                  </a:lnTo>
                  <a:lnTo>
                    <a:pt x="944479" y="455696"/>
                  </a:lnTo>
                  <a:lnTo>
                    <a:pt x="944479" y="456448"/>
                  </a:lnTo>
                  <a:lnTo>
                    <a:pt x="945983" y="457200"/>
                  </a:lnTo>
                  <a:lnTo>
                    <a:pt x="946735" y="457952"/>
                  </a:lnTo>
                  <a:lnTo>
                    <a:pt x="947487" y="457952"/>
                  </a:lnTo>
                  <a:lnTo>
                    <a:pt x="947487" y="458704"/>
                  </a:lnTo>
                  <a:lnTo>
                    <a:pt x="947487" y="459456"/>
                  </a:lnTo>
                  <a:lnTo>
                    <a:pt x="946735" y="459456"/>
                  </a:lnTo>
                  <a:lnTo>
                    <a:pt x="946735" y="460208"/>
                  </a:lnTo>
                  <a:lnTo>
                    <a:pt x="945231" y="460960"/>
                  </a:lnTo>
                  <a:lnTo>
                    <a:pt x="942975" y="459456"/>
                  </a:lnTo>
                  <a:lnTo>
                    <a:pt x="939215" y="457200"/>
                  </a:lnTo>
                  <a:lnTo>
                    <a:pt x="938463" y="455696"/>
                  </a:lnTo>
                  <a:lnTo>
                    <a:pt x="936960" y="451936"/>
                  </a:lnTo>
                  <a:lnTo>
                    <a:pt x="935455" y="450432"/>
                  </a:lnTo>
                  <a:lnTo>
                    <a:pt x="935455" y="454192"/>
                  </a:lnTo>
                  <a:lnTo>
                    <a:pt x="933951" y="454192"/>
                  </a:lnTo>
                  <a:lnTo>
                    <a:pt x="933951" y="452688"/>
                  </a:lnTo>
                  <a:lnTo>
                    <a:pt x="933200" y="452688"/>
                  </a:lnTo>
                  <a:lnTo>
                    <a:pt x="932447" y="451936"/>
                  </a:lnTo>
                  <a:lnTo>
                    <a:pt x="932447" y="451184"/>
                  </a:lnTo>
                  <a:lnTo>
                    <a:pt x="932447" y="454192"/>
                  </a:lnTo>
                  <a:lnTo>
                    <a:pt x="936207" y="463967"/>
                  </a:lnTo>
                  <a:lnTo>
                    <a:pt x="933200" y="463967"/>
                  </a:lnTo>
                  <a:lnTo>
                    <a:pt x="928688" y="465471"/>
                  </a:lnTo>
                  <a:lnTo>
                    <a:pt x="925680" y="465471"/>
                  </a:lnTo>
                  <a:lnTo>
                    <a:pt x="925680" y="466224"/>
                  </a:lnTo>
                  <a:lnTo>
                    <a:pt x="930943" y="466975"/>
                  </a:lnTo>
                  <a:lnTo>
                    <a:pt x="933951" y="467727"/>
                  </a:lnTo>
                  <a:lnTo>
                    <a:pt x="935455" y="469984"/>
                  </a:lnTo>
                  <a:lnTo>
                    <a:pt x="932447" y="471487"/>
                  </a:lnTo>
                  <a:lnTo>
                    <a:pt x="931696" y="473743"/>
                  </a:lnTo>
                  <a:lnTo>
                    <a:pt x="932447" y="474495"/>
                  </a:lnTo>
                  <a:lnTo>
                    <a:pt x="935455" y="473743"/>
                  </a:lnTo>
                  <a:lnTo>
                    <a:pt x="936207" y="475247"/>
                  </a:lnTo>
                  <a:lnTo>
                    <a:pt x="937711" y="477503"/>
                  </a:lnTo>
                  <a:lnTo>
                    <a:pt x="938463" y="478255"/>
                  </a:lnTo>
                  <a:lnTo>
                    <a:pt x="937711" y="481263"/>
                  </a:lnTo>
                  <a:lnTo>
                    <a:pt x="936207" y="482015"/>
                  </a:lnTo>
                  <a:lnTo>
                    <a:pt x="934703" y="482015"/>
                  </a:lnTo>
                  <a:lnTo>
                    <a:pt x="933200" y="482767"/>
                  </a:lnTo>
                  <a:lnTo>
                    <a:pt x="932447" y="484271"/>
                  </a:lnTo>
                  <a:lnTo>
                    <a:pt x="931696" y="486527"/>
                  </a:lnTo>
                  <a:lnTo>
                    <a:pt x="931696" y="488783"/>
                  </a:lnTo>
                  <a:lnTo>
                    <a:pt x="929440" y="489535"/>
                  </a:lnTo>
                  <a:lnTo>
                    <a:pt x="927184" y="489535"/>
                  </a:lnTo>
                  <a:lnTo>
                    <a:pt x="925680" y="488031"/>
                  </a:lnTo>
                  <a:lnTo>
                    <a:pt x="922672" y="485023"/>
                  </a:lnTo>
                  <a:lnTo>
                    <a:pt x="921168" y="485775"/>
                  </a:lnTo>
                  <a:lnTo>
                    <a:pt x="919664" y="485775"/>
                  </a:lnTo>
                  <a:lnTo>
                    <a:pt x="918160" y="485775"/>
                  </a:lnTo>
                  <a:lnTo>
                    <a:pt x="916656" y="485023"/>
                  </a:lnTo>
                  <a:lnTo>
                    <a:pt x="915904" y="486527"/>
                  </a:lnTo>
                  <a:lnTo>
                    <a:pt x="914400" y="487279"/>
                  </a:lnTo>
                  <a:lnTo>
                    <a:pt x="906881" y="485023"/>
                  </a:lnTo>
                  <a:lnTo>
                    <a:pt x="904624" y="484271"/>
                  </a:lnTo>
                  <a:lnTo>
                    <a:pt x="897857" y="479007"/>
                  </a:lnTo>
                  <a:lnTo>
                    <a:pt x="896353" y="477503"/>
                  </a:lnTo>
                  <a:lnTo>
                    <a:pt x="890337" y="469984"/>
                  </a:lnTo>
                  <a:lnTo>
                    <a:pt x="888833" y="469231"/>
                  </a:lnTo>
                  <a:lnTo>
                    <a:pt x="888833" y="471487"/>
                  </a:lnTo>
                  <a:lnTo>
                    <a:pt x="891841" y="478255"/>
                  </a:lnTo>
                  <a:lnTo>
                    <a:pt x="892593" y="480511"/>
                  </a:lnTo>
                  <a:lnTo>
                    <a:pt x="892593" y="481263"/>
                  </a:lnTo>
                  <a:lnTo>
                    <a:pt x="893345" y="482767"/>
                  </a:lnTo>
                  <a:lnTo>
                    <a:pt x="895601" y="483519"/>
                  </a:lnTo>
                  <a:lnTo>
                    <a:pt x="897857" y="487279"/>
                  </a:lnTo>
                  <a:lnTo>
                    <a:pt x="897105" y="489535"/>
                  </a:lnTo>
                  <a:lnTo>
                    <a:pt x="894097" y="489535"/>
                  </a:lnTo>
                  <a:lnTo>
                    <a:pt x="890337" y="488031"/>
                  </a:lnTo>
                  <a:lnTo>
                    <a:pt x="893345" y="493295"/>
                  </a:lnTo>
                  <a:lnTo>
                    <a:pt x="897857" y="493295"/>
                  </a:lnTo>
                  <a:lnTo>
                    <a:pt x="902368" y="492543"/>
                  </a:lnTo>
                  <a:lnTo>
                    <a:pt x="906881" y="493295"/>
                  </a:lnTo>
                  <a:lnTo>
                    <a:pt x="906881" y="494046"/>
                  </a:lnTo>
                  <a:lnTo>
                    <a:pt x="906881" y="494799"/>
                  </a:lnTo>
                  <a:lnTo>
                    <a:pt x="906128" y="495550"/>
                  </a:lnTo>
                  <a:lnTo>
                    <a:pt x="904624" y="494046"/>
                  </a:lnTo>
                  <a:lnTo>
                    <a:pt x="903873" y="494046"/>
                  </a:lnTo>
                  <a:lnTo>
                    <a:pt x="903121" y="494799"/>
                  </a:lnTo>
                  <a:lnTo>
                    <a:pt x="902368" y="496303"/>
                  </a:lnTo>
                  <a:lnTo>
                    <a:pt x="903873" y="497054"/>
                  </a:lnTo>
                  <a:lnTo>
                    <a:pt x="906128" y="497806"/>
                  </a:lnTo>
                  <a:lnTo>
                    <a:pt x="907632" y="498558"/>
                  </a:lnTo>
                  <a:lnTo>
                    <a:pt x="909136" y="500814"/>
                  </a:lnTo>
                  <a:lnTo>
                    <a:pt x="910640" y="498558"/>
                  </a:lnTo>
                  <a:lnTo>
                    <a:pt x="913648" y="497806"/>
                  </a:lnTo>
                  <a:lnTo>
                    <a:pt x="916656" y="498558"/>
                  </a:lnTo>
                  <a:lnTo>
                    <a:pt x="921920" y="496303"/>
                  </a:lnTo>
                  <a:lnTo>
                    <a:pt x="924928" y="497806"/>
                  </a:lnTo>
                  <a:lnTo>
                    <a:pt x="927184" y="499310"/>
                  </a:lnTo>
                  <a:lnTo>
                    <a:pt x="930192" y="500814"/>
                  </a:lnTo>
                  <a:lnTo>
                    <a:pt x="928688" y="503070"/>
                  </a:lnTo>
                  <a:lnTo>
                    <a:pt x="927936" y="503070"/>
                  </a:lnTo>
                  <a:lnTo>
                    <a:pt x="928688" y="502318"/>
                  </a:lnTo>
                  <a:lnTo>
                    <a:pt x="927184" y="504574"/>
                  </a:lnTo>
                  <a:lnTo>
                    <a:pt x="925680" y="505326"/>
                  </a:lnTo>
                  <a:lnTo>
                    <a:pt x="924928" y="506078"/>
                  </a:lnTo>
                  <a:lnTo>
                    <a:pt x="927936" y="506830"/>
                  </a:lnTo>
                  <a:lnTo>
                    <a:pt x="929440" y="506078"/>
                  </a:lnTo>
                  <a:lnTo>
                    <a:pt x="930943" y="503822"/>
                  </a:lnTo>
                  <a:lnTo>
                    <a:pt x="932447" y="502318"/>
                  </a:lnTo>
                  <a:lnTo>
                    <a:pt x="934703" y="502318"/>
                  </a:lnTo>
                  <a:lnTo>
                    <a:pt x="936960" y="503070"/>
                  </a:lnTo>
                  <a:lnTo>
                    <a:pt x="939967" y="503070"/>
                  </a:lnTo>
                  <a:lnTo>
                    <a:pt x="942223" y="500814"/>
                  </a:lnTo>
                  <a:lnTo>
                    <a:pt x="946735" y="505326"/>
                  </a:lnTo>
                  <a:lnTo>
                    <a:pt x="942223" y="509838"/>
                  </a:lnTo>
                  <a:lnTo>
                    <a:pt x="935455" y="514350"/>
                  </a:lnTo>
                  <a:lnTo>
                    <a:pt x="922672" y="539165"/>
                  </a:lnTo>
                  <a:lnTo>
                    <a:pt x="922672" y="543677"/>
                  </a:lnTo>
                  <a:lnTo>
                    <a:pt x="920416" y="550444"/>
                  </a:lnTo>
                  <a:lnTo>
                    <a:pt x="918912" y="551948"/>
                  </a:lnTo>
                  <a:lnTo>
                    <a:pt x="916656" y="551197"/>
                  </a:lnTo>
                  <a:lnTo>
                    <a:pt x="914400" y="547437"/>
                  </a:lnTo>
                  <a:lnTo>
                    <a:pt x="912144" y="546685"/>
                  </a:lnTo>
                  <a:lnTo>
                    <a:pt x="912896" y="544429"/>
                  </a:lnTo>
                  <a:lnTo>
                    <a:pt x="913648" y="543677"/>
                  </a:lnTo>
                  <a:lnTo>
                    <a:pt x="911392" y="543677"/>
                  </a:lnTo>
                  <a:lnTo>
                    <a:pt x="909888" y="544429"/>
                  </a:lnTo>
                  <a:lnTo>
                    <a:pt x="908384" y="545181"/>
                  </a:lnTo>
                  <a:lnTo>
                    <a:pt x="906881" y="546685"/>
                  </a:lnTo>
                  <a:lnTo>
                    <a:pt x="909136" y="547437"/>
                  </a:lnTo>
                  <a:lnTo>
                    <a:pt x="910640" y="548189"/>
                  </a:lnTo>
                  <a:lnTo>
                    <a:pt x="911392" y="548941"/>
                  </a:lnTo>
                  <a:lnTo>
                    <a:pt x="912144" y="550444"/>
                  </a:lnTo>
                  <a:lnTo>
                    <a:pt x="913648" y="552701"/>
                  </a:lnTo>
                  <a:lnTo>
                    <a:pt x="912896" y="553452"/>
                  </a:lnTo>
                  <a:lnTo>
                    <a:pt x="902368" y="551197"/>
                  </a:lnTo>
                  <a:lnTo>
                    <a:pt x="888833" y="552701"/>
                  </a:lnTo>
                  <a:lnTo>
                    <a:pt x="887329" y="553452"/>
                  </a:lnTo>
                  <a:lnTo>
                    <a:pt x="885825" y="554204"/>
                  </a:lnTo>
                  <a:lnTo>
                    <a:pt x="884321" y="555708"/>
                  </a:lnTo>
                  <a:lnTo>
                    <a:pt x="884321" y="557212"/>
                  </a:lnTo>
                  <a:lnTo>
                    <a:pt x="885073" y="558716"/>
                  </a:lnTo>
                  <a:lnTo>
                    <a:pt x="886577" y="557964"/>
                  </a:lnTo>
                  <a:lnTo>
                    <a:pt x="887329" y="557212"/>
                  </a:lnTo>
                  <a:lnTo>
                    <a:pt x="888833" y="556461"/>
                  </a:lnTo>
                  <a:lnTo>
                    <a:pt x="913648" y="556461"/>
                  </a:lnTo>
                  <a:lnTo>
                    <a:pt x="914400" y="555708"/>
                  </a:lnTo>
                  <a:lnTo>
                    <a:pt x="915152" y="554957"/>
                  </a:lnTo>
                  <a:lnTo>
                    <a:pt x="915904" y="554957"/>
                  </a:lnTo>
                  <a:lnTo>
                    <a:pt x="916656" y="557212"/>
                  </a:lnTo>
                  <a:lnTo>
                    <a:pt x="916656" y="559468"/>
                  </a:lnTo>
                  <a:lnTo>
                    <a:pt x="916656" y="560972"/>
                  </a:lnTo>
                  <a:lnTo>
                    <a:pt x="913648" y="571500"/>
                  </a:lnTo>
                  <a:lnTo>
                    <a:pt x="912896" y="574508"/>
                  </a:lnTo>
                  <a:lnTo>
                    <a:pt x="908384" y="575260"/>
                  </a:lnTo>
                  <a:lnTo>
                    <a:pt x="906881" y="574508"/>
                  </a:lnTo>
                  <a:lnTo>
                    <a:pt x="902368" y="573004"/>
                  </a:lnTo>
                  <a:lnTo>
                    <a:pt x="861762" y="573756"/>
                  </a:lnTo>
                  <a:lnTo>
                    <a:pt x="861010" y="574508"/>
                  </a:lnTo>
                  <a:lnTo>
                    <a:pt x="861010" y="575260"/>
                  </a:lnTo>
                  <a:lnTo>
                    <a:pt x="860258" y="576012"/>
                  </a:lnTo>
                  <a:lnTo>
                    <a:pt x="860258" y="577516"/>
                  </a:lnTo>
                  <a:lnTo>
                    <a:pt x="858002" y="579020"/>
                  </a:lnTo>
                  <a:lnTo>
                    <a:pt x="854994" y="579020"/>
                  </a:lnTo>
                  <a:lnTo>
                    <a:pt x="852738" y="579020"/>
                  </a:lnTo>
                  <a:lnTo>
                    <a:pt x="848979" y="579772"/>
                  </a:lnTo>
                  <a:lnTo>
                    <a:pt x="845970" y="578268"/>
                  </a:lnTo>
                  <a:lnTo>
                    <a:pt x="844466" y="577516"/>
                  </a:lnTo>
                  <a:lnTo>
                    <a:pt x="844466" y="578268"/>
                  </a:lnTo>
                  <a:lnTo>
                    <a:pt x="843715" y="579020"/>
                  </a:lnTo>
                  <a:lnTo>
                    <a:pt x="843715" y="579772"/>
                  </a:lnTo>
                  <a:lnTo>
                    <a:pt x="842963" y="580523"/>
                  </a:lnTo>
                  <a:lnTo>
                    <a:pt x="841459" y="580523"/>
                  </a:lnTo>
                  <a:lnTo>
                    <a:pt x="839203" y="579020"/>
                  </a:lnTo>
                  <a:lnTo>
                    <a:pt x="838451" y="579772"/>
                  </a:lnTo>
                  <a:lnTo>
                    <a:pt x="835443" y="580523"/>
                  </a:lnTo>
                  <a:lnTo>
                    <a:pt x="834691" y="580523"/>
                  </a:lnTo>
                  <a:lnTo>
                    <a:pt x="833939" y="579772"/>
                  </a:lnTo>
                  <a:lnTo>
                    <a:pt x="833939" y="579020"/>
                  </a:lnTo>
                  <a:lnTo>
                    <a:pt x="833939" y="578268"/>
                  </a:lnTo>
                  <a:lnTo>
                    <a:pt x="833939" y="577516"/>
                  </a:lnTo>
                  <a:lnTo>
                    <a:pt x="833939" y="576763"/>
                  </a:lnTo>
                  <a:lnTo>
                    <a:pt x="833187" y="576763"/>
                  </a:lnTo>
                  <a:lnTo>
                    <a:pt x="832435" y="576763"/>
                  </a:lnTo>
                  <a:lnTo>
                    <a:pt x="831683" y="576763"/>
                  </a:lnTo>
                  <a:lnTo>
                    <a:pt x="830931" y="576763"/>
                  </a:lnTo>
                  <a:lnTo>
                    <a:pt x="830179" y="577516"/>
                  </a:lnTo>
                  <a:lnTo>
                    <a:pt x="830179" y="578268"/>
                  </a:lnTo>
                  <a:lnTo>
                    <a:pt x="829427" y="578268"/>
                  </a:lnTo>
                  <a:lnTo>
                    <a:pt x="827923" y="579020"/>
                  </a:lnTo>
                  <a:lnTo>
                    <a:pt x="823411" y="579772"/>
                  </a:lnTo>
                  <a:lnTo>
                    <a:pt x="819651" y="581276"/>
                  </a:lnTo>
                  <a:lnTo>
                    <a:pt x="817396" y="582780"/>
                  </a:lnTo>
                  <a:lnTo>
                    <a:pt x="813636" y="585035"/>
                  </a:lnTo>
                  <a:lnTo>
                    <a:pt x="811380" y="587291"/>
                  </a:lnTo>
                  <a:lnTo>
                    <a:pt x="806868" y="593307"/>
                  </a:lnTo>
                  <a:lnTo>
                    <a:pt x="806116" y="594811"/>
                  </a:lnTo>
                  <a:lnTo>
                    <a:pt x="804612" y="595563"/>
                  </a:lnTo>
                  <a:lnTo>
                    <a:pt x="792580" y="602331"/>
                  </a:lnTo>
                  <a:lnTo>
                    <a:pt x="785061" y="605339"/>
                  </a:lnTo>
                  <a:lnTo>
                    <a:pt x="782805" y="605339"/>
                  </a:lnTo>
                  <a:lnTo>
                    <a:pt x="781301" y="606091"/>
                  </a:lnTo>
                  <a:lnTo>
                    <a:pt x="780549" y="606091"/>
                  </a:lnTo>
                  <a:lnTo>
                    <a:pt x="779045" y="607595"/>
                  </a:lnTo>
                  <a:lnTo>
                    <a:pt x="778293" y="608346"/>
                  </a:lnTo>
                  <a:lnTo>
                    <a:pt x="777541" y="609851"/>
                  </a:lnTo>
                  <a:lnTo>
                    <a:pt x="776037" y="613610"/>
                  </a:lnTo>
                  <a:lnTo>
                    <a:pt x="775285" y="615114"/>
                  </a:lnTo>
                  <a:lnTo>
                    <a:pt x="772277" y="616618"/>
                  </a:lnTo>
                  <a:lnTo>
                    <a:pt x="766261" y="616618"/>
                  </a:lnTo>
                  <a:lnTo>
                    <a:pt x="761749" y="615866"/>
                  </a:lnTo>
                  <a:lnTo>
                    <a:pt x="759493" y="615114"/>
                  </a:lnTo>
                  <a:lnTo>
                    <a:pt x="748966" y="610602"/>
                  </a:lnTo>
                  <a:lnTo>
                    <a:pt x="739942" y="604587"/>
                  </a:lnTo>
                  <a:lnTo>
                    <a:pt x="739190" y="603835"/>
                  </a:lnTo>
                  <a:lnTo>
                    <a:pt x="739190" y="601579"/>
                  </a:lnTo>
                  <a:lnTo>
                    <a:pt x="737687" y="600075"/>
                  </a:lnTo>
                  <a:lnTo>
                    <a:pt x="736182" y="598571"/>
                  </a:lnTo>
                  <a:lnTo>
                    <a:pt x="726407" y="592555"/>
                  </a:lnTo>
                  <a:lnTo>
                    <a:pt x="723399" y="591051"/>
                  </a:lnTo>
                  <a:lnTo>
                    <a:pt x="721143" y="588795"/>
                  </a:lnTo>
                  <a:lnTo>
                    <a:pt x="720391" y="588043"/>
                  </a:lnTo>
                  <a:lnTo>
                    <a:pt x="718887" y="585787"/>
                  </a:lnTo>
                  <a:lnTo>
                    <a:pt x="715879" y="584283"/>
                  </a:lnTo>
                  <a:lnTo>
                    <a:pt x="714375" y="583531"/>
                  </a:lnTo>
                  <a:lnTo>
                    <a:pt x="712871" y="582780"/>
                  </a:lnTo>
                  <a:lnTo>
                    <a:pt x="710615" y="582780"/>
                  </a:lnTo>
                  <a:lnTo>
                    <a:pt x="709111" y="582027"/>
                  </a:lnTo>
                  <a:lnTo>
                    <a:pt x="708359" y="582027"/>
                  </a:lnTo>
                  <a:lnTo>
                    <a:pt x="707608" y="580523"/>
                  </a:lnTo>
                  <a:lnTo>
                    <a:pt x="706855" y="580523"/>
                  </a:lnTo>
                  <a:lnTo>
                    <a:pt x="705351" y="579772"/>
                  </a:lnTo>
                  <a:lnTo>
                    <a:pt x="703848" y="580523"/>
                  </a:lnTo>
                  <a:lnTo>
                    <a:pt x="699336" y="579772"/>
                  </a:lnTo>
                  <a:lnTo>
                    <a:pt x="697080" y="581276"/>
                  </a:lnTo>
                  <a:lnTo>
                    <a:pt x="696328" y="582027"/>
                  </a:lnTo>
                  <a:lnTo>
                    <a:pt x="694072" y="582780"/>
                  </a:lnTo>
                  <a:lnTo>
                    <a:pt x="680536" y="585035"/>
                  </a:lnTo>
                  <a:lnTo>
                    <a:pt x="675272" y="585035"/>
                  </a:lnTo>
                  <a:lnTo>
                    <a:pt x="673769" y="585787"/>
                  </a:lnTo>
                  <a:lnTo>
                    <a:pt x="671512" y="586540"/>
                  </a:lnTo>
                  <a:lnTo>
                    <a:pt x="670009" y="586540"/>
                  </a:lnTo>
                  <a:lnTo>
                    <a:pt x="669257" y="586540"/>
                  </a:lnTo>
                  <a:lnTo>
                    <a:pt x="667001" y="586540"/>
                  </a:lnTo>
                  <a:lnTo>
                    <a:pt x="665497" y="585787"/>
                  </a:lnTo>
                  <a:lnTo>
                    <a:pt x="664745" y="585787"/>
                  </a:lnTo>
                  <a:lnTo>
                    <a:pt x="663993" y="585035"/>
                  </a:lnTo>
                  <a:lnTo>
                    <a:pt x="663241" y="584283"/>
                  </a:lnTo>
                  <a:lnTo>
                    <a:pt x="660985" y="584283"/>
                  </a:lnTo>
                  <a:lnTo>
                    <a:pt x="657225" y="584283"/>
                  </a:lnTo>
                  <a:lnTo>
                    <a:pt x="654969" y="584283"/>
                  </a:lnTo>
                  <a:lnTo>
                    <a:pt x="653465" y="584283"/>
                  </a:lnTo>
                  <a:lnTo>
                    <a:pt x="652713" y="585035"/>
                  </a:lnTo>
                  <a:lnTo>
                    <a:pt x="650457" y="586540"/>
                  </a:lnTo>
                  <a:lnTo>
                    <a:pt x="649705" y="587291"/>
                  </a:lnTo>
                  <a:lnTo>
                    <a:pt x="648953" y="588795"/>
                  </a:lnTo>
                  <a:lnTo>
                    <a:pt x="648201" y="589547"/>
                  </a:lnTo>
                  <a:lnTo>
                    <a:pt x="648201" y="590299"/>
                  </a:lnTo>
                  <a:lnTo>
                    <a:pt x="648201" y="591803"/>
                  </a:lnTo>
                  <a:lnTo>
                    <a:pt x="648953" y="592555"/>
                  </a:lnTo>
                  <a:lnTo>
                    <a:pt x="648953" y="593307"/>
                  </a:lnTo>
                  <a:lnTo>
                    <a:pt x="648953" y="594059"/>
                  </a:lnTo>
                  <a:lnTo>
                    <a:pt x="648953" y="595563"/>
                  </a:lnTo>
                  <a:lnTo>
                    <a:pt x="648201" y="596315"/>
                  </a:lnTo>
                  <a:lnTo>
                    <a:pt x="647450" y="596315"/>
                  </a:lnTo>
                  <a:lnTo>
                    <a:pt x="645946" y="596315"/>
                  </a:lnTo>
                  <a:lnTo>
                    <a:pt x="644442" y="595563"/>
                  </a:lnTo>
                  <a:lnTo>
                    <a:pt x="643690" y="595563"/>
                  </a:lnTo>
                  <a:lnTo>
                    <a:pt x="643690" y="594811"/>
                  </a:lnTo>
                  <a:lnTo>
                    <a:pt x="642938" y="594059"/>
                  </a:lnTo>
                  <a:lnTo>
                    <a:pt x="642186" y="590299"/>
                  </a:lnTo>
                  <a:lnTo>
                    <a:pt x="641434" y="589547"/>
                  </a:lnTo>
                  <a:lnTo>
                    <a:pt x="641434" y="588795"/>
                  </a:lnTo>
                  <a:lnTo>
                    <a:pt x="640682" y="588043"/>
                  </a:lnTo>
                  <a:lnTo>
                    <a:pt x="639930" y="588043"/>
                  </a:lnTo>
                  <a:lnTo>
                    <a:pt x="639178" y="587291"/>
                  </a:lnTo>
                  <a:lnTo>
                    <a:pt x="637674" y="587291"/>
                  </a:lnTo>
                  <a:lnTo>
                    <a:pt x="633162" y="586540"/>
                  </a:lnTo>
                  <a:lnTo>
                    <a:pt x="632410" y="586540"/>
                  </a:lnTo>
                  <a:lnTo>
                    <a:pt x="631658" y="585787"/>
                  </a:lnTo>
                  <a:lnTo>
                    <a:pt x="630906" y="585787"/>
                  </a:lnTo>
                  <a:lnTo>
                    <a:pt x="630154" y="585035"/>
                  </a:lnTo>
                  <a:lnTo>
                    <a:pt x="630154" y="583531"/>
                  </a:lnTo>
                  <a:lnTo>
                    <a:pt x="629402" y="582780"/>
                  </a:lnTo>
                  <a:lnTo>
                    <a:pt x="628650" y="582027"/>
                  </a:lnTo>
                  <a:lnTo>
                    <a:pt x="626394" y="581276"/>
                  </a:lnTo>
                  <a:lnTo>
                    <a:pt x="615867" y="582027"/>
                  </a:lnTo>
                  <a:lnTo>
                    <a:pt x="615114" y="581276"/>
                  </a:lnTo>
                  <a:lnTo>
                    <a:pt x="613611" y="580523"/>
                  </a:lnTo>
                  <a:lnTo>
                    <a:pt x="612107" y="579772"/>
                  </a:lnTo>
                  <a:lnTo>
                    <a:pt x="610603" y="579020"/>
                  </a:lnTo>
                  <a:lnTo>
                    <a:pt x="609099" y="579020"/>
                  </a:lnTo>
                  <a:lnTo>
                    <a:pt x="608347" y="579020"/>
                  </a:lnTo>
                  <a:lnTo>
                    <a:pt x="608347" y="579772"/>
                  </a:lnTo>
                  <a:lnTo>
                    <a:pt x="608347" y="580523"/>
                  </a:lnTo>
                  <a:lnTo>
                    <a:pt x="609099" y="581276"/>
                  </a:lnTo>
                  <a:lnTo>
                    <a:pt x="609099" y="582027"/>
                  </a:lnTo>
                  <a:lnTo>
                    <a:pt x="612859" y="583531"/>
                  </a:lnTo>
                  <a:lnTo>
                    <a:pt x="613611" y="583531"/>
                  </a:lnTo>
                  <a:lnTo>
                    <a:pt x="613611" y="584283"/>
                  </a:lnTo>
                  <a:lnTo>
                    <a:pt x="613611" y="585035"/>
                  </a:lnTo>
                  <a:lnTo>
                    <a:pt x="612859" y="585787"/>
                  </a:lnTo>
                  <a:lnTo>
                    <a:pt x="610603" y="586540"/>
                  </a:lnTo>
                  <a:lnTo>
                    <a:pt x="603835" y="587291"/>
                  </a:lnTo>
                  <a:lnTo>
                    <a:pt x="602331" y="588043"/>
                  </a:lnTo>
                  <a:lnTo>
                    <a:pt x="601579" y="588043"/>
                  </a:lnTo>
                  <a:lnTo>
                    <a:pt x="600075" y="589547"/>
                  </a:lnTo>
                  <a:lnTo>
                    <a:pt x="597819" y="598571"/>
                  </a:lnTo>
                  <a:lnTo>
                    <a:pt x="596315" y="602331"/>
                  </a:lnTo>
                  <a:lnTo>
                    <a:pt x="594812" y="603835"/>
                  </a:lnTo>
                  <a:lnTo>
                    <a:pt x="592555" y="606842"/>
                  </a:lnTo>
                  <a:lnTo>
                    <a:pt x="589548" y="611355"/>
                  </a:lnTo>
                  <a:lnTo>
                    <a:pt x="588044" y="612859"/>
                  </a:lnTo>
                  <a:lnTo>
                    <a:pt x="588044" y="615114"/>
                  </a:lnTo>
                  <a:lnTo>
                    <a:pt x="587292" y="616618"/>
                  </a:lnTo>
                  <a:lnTo>
                    <a:pt x="586540" y="617370"/>
                  </a:lnTo>
                  <a:lnTo>
                    <a:pt x="585788" y="617370"/>
                  </a:lnTo>
                  <a:lnTo>
                    <a:pt x="585035" y="616618"/>
                  </a:lnTo>
                  <a:lnTo>
                    <a:pt x="583532" y="615866"/>
                  </a:lnTo>
                  <a:lnTo>
                    <a:pt x="582780" y="615114"/>
                  </a:lnTo>
                  <a:lnTo>
                    <a:pt x="581276" y="615114"/>
                  </a:lnTo>
                  <a:lnTo>
                    <a:pt x="580524" y="615114"/>
                  </a:lnTo>
                  <a:lnTo>
                    <a:pt x="579020" y="615866"/>
                  </a:lnTo>
                  <a:lnTo>
                    <a:pt x="577516" y="616618"/>
                  </a:lnTo>
                  <a:lnTo>
                    <a:pt x="572252" y="620378"/>
                  </a:lnTo>
                  <a:lnTo>
                    <a:pt x="571500" y="620378"/>
                  </a:lnTo>
                  <a:lnTo>
                    <a:pt x="570748" y="621130"/>
                  </a:lnTo>
                  <a:lnTo>
                    <a:pt x="569244" y="621130"/>
                  </a:lnTo>
                  <a:lnTo>
                    <a:pt x="568492" y="621130"/>
                  </a:lnTo>
                  <a:lnTo>
                    <a:pt x="567740" y="620378"/>
                  </a:lnTo>
                  <a:lnTo>
                    <a:pt x="565484" y="620378"/>
                  </a:lnTo>
                  <a:lnTo>
                    <a:pt x="563980" y="620378"/>
                  </a:lnTo>
                  <a:lnTo>
                    <a:pt x="563229" y="621130"/>
                  </a:lnTo>
                  <a:lnTo>
                    <a:pt x="563229" y="621882"/>
                  </a:lnTo>
                  <a:lnTo>
                    <a:pt x="562476" y="623386"/>
                  </a:lnTo>
                  <a:lnTo>
                    <a:pt x="561724" y="624890"/>
                  </a:lnTo>
                  <a:lnTo>
                    <a:pt x="560972" y="624890"/>
                  </a:lnTo>
                  <a:lnTo>
                    <a:pt x="560220" y="624890"/>
                  </a:lnTo>
                  <a:lnTo>
                    <a:pt x="560220" y="624138"/>
                  </a:lnTo>
                  <a:lnTo>
                    <a:pt x="559469" y="621882"/>
                  </a:lnTo>
                  <a:lnTo>
                    <a:pt x="559469" y="621130"/>
                  </a:lnTo>
                  <a:lnTo>
                    <a:pt x="559469" y="620378"/>
                  </a:lnTo>
                  <a:lnTo>
                    <a:pt x="558717" y="619626"/>
                  </a:lnTo>
                  <a:lnTo>
                    <a:pt x="557965" y="619626"/>
                  </a:lnTo>
                  <a:lnTo>
                    <a:pt x="557213" y="618874"/>
                  </a:lnTo>
                  <a:lnTo>
                    <a:pt x="555709" y="618874"/>
                  </a:lnTo>
                  <a:lnTo>
                    <a:pt x="554957" y="619626"/>
                  </a:lnTo>
                  <a:lnTo>
                    <a:pt x="554205" y="621130"/>
                  </a:lnTo>
                  <a:lnTo>
                    <a:pt x="553453" y="622634"/>
                  </a:lnTo>
                  <a:lnTo>
                    <a:pt x="552701" y="622634"/>
                  </a:lnTo>
                  <a:lnTo>
                    <a:pt x="551949" y="622634"/>
                  </a:lnTo>
                  <a:lnTo>
                    <a:pt x="551197" y="621882"/>
                  </a:lnTo>
                  <a:lnTo>
                    <a:pt x="549693" y="619626"/>
                  </a:lnTo>
                  <a:lnTo>
                    <a:pt x="548941" y="618874"/>
                  </a:lnTo>
                  <a:lnTo>
                    <a:pt x="548189" y="618122"/>
                  </a:lnTo>
                  <a:lnTo>
                    <a:pt x="547437" y="618122"/>
                  </a:lnTo>
                  <a:lnTo>
                    <a:pt x="546685" y="618122"/>
                  </a:lnTo>
                  <a:lnTo>
                    <a:pt x="544429" y="618122"/>
                  </a:lnTo>
                  <a:lnTo>
                    <a:pt x="541421" y="618874"/>
                  </a:lnTo>
                  <a:lnTo>
                    <a:pt x="539917" y="619626"/>
                  </a:lnTo>
                  <a:lnTo>
                    <a:pt x="539165" y="619626"/>
                  </a:lnTo>
                  <a:lnTo>
                    <a:pt x="538413" y="618874"/>
                  </a:lnTo>
                  <a:lnTo>
                    <a:pt x="537661" y="618122"/>
                  </a:lnTo>
                  <a:lnTo>
                    <a:pt x="536909" y="617370"/>
                  </a:lnTo>
                  <a:lnTo>
                    <a:pt x="536157" y="617370"/>
                  </a:lnTo>
                  <a:lnTo>
                    <a:pt x="535405" y="617370"/>
                  </a:lnTo>
                  <a:lnTo>
                    <a:pt x="534653" y="618122"/>
                  </a:lnTo>
                  <a:lnTo>
                    <a:pt x="532398" y="619626"/>
                  </a:lnTo>
                  <a:lnTo>
                    <a:pt x="530894" y="621882"/>
                  </a:lnTo>
                  <a:lnTo>
                    <a:pt x="530141" y="623386"/>
                  </a:lnTo>
                  <a:lnTo>
                    <a:pt x="528638" y="624890"/>
                  </a:lnTo>
                  <a:lnTo>
                    <a:pt x="527134" y="625642"/>
                  </a:lnTo>
                  <a:lnTo>
                    <a:pt x="526382" y="626394"/>
                  </a:lnTo>
                  <a:lnTo>
                    <a:pt x="517358" y="628650"/>
                  </a:lnTo>
                  <a:lnTo>
                    <a:pt x="515854" y="629402"/>
                  </a:lnTo>
                  <a:lnTo>
                    <a:pt x="514350" y="630154"/>
                  </a:lnTo>
                  <a:lnTo>
                    <a:pt x="512846" y="632410"/>
                  </a:lnTo>
                  <a:lnTo>
                    <a:pt x="510590" y="634666"/>
                  </a:lnTo>
                  <a:lnTo>
                    <a:pt x="509838" y="635418"/>
                  </a:lnTo>
                  <a:lnTo>
                    <a:pt x="509086" y="636170"/>
                  </a:lnTo>
                  <a:lnTo>
                    <a:pt x="508334" y="637674"/>
                  </a:lnTo>
                  <a:lnTo>
                    <a:pt x="508334" y="638425"/>
                  </a:lnTo>
                  <a:lnTo>
                    <a:pt x="507582" y="642185"/>
                  </a:lnTo>
                  <a:lnTo>
                    <a:pt x="507582" y="643689"/>
                  </a:lnTo>
                  <a:lnTo>
                    <a:pt x="506830" y="645193"/>
                  </a:lnTo>
                  <a:lnTo>
                    <a:pt x="503822" y="648201"/>
                  </a:lnTo>
                  <a:lnTo>
                    <a:pt x="503071" y="649705"/>
                  </a:lnTo>
                  <a:lnTo>
                    <a:pt x="503071" y="650457"/>
                  </a:lnTo>
                  <a:lnTo>
                    <a:pt x="502319" y="651209"/>
                  </a:lnTo>
                  <a:lnTo>
                    <a:pt x="503071" y="651961"/>
                  </a:lnTo>
                  <a:lnTo>
                    <a:pt x="503071" y="652713"/>
                  </a:lnTo>
                  <a:lnTo>
                    <a:pt x="503822" y="654217"/>
                  </a:lnTo>
                  <a:lnTo>
                    <a:pt x="506078" y="655721"/>
                  </a:lnTo>
                  <a:lnTo>
                    <a:pt x="506078" y="656473"/>
                  </a:lnTo>
                  <a:lnTo>
                    <a:pt x="506078" y="657225"/>
                  </a:lnTo>
                  <a:lnTo>
                    <a:pt x="506078" y="658729"/>
                  </a:lnTo>
                  <a:lnTo>
                    <a:pt x="504574" y="660985"/>
                  </a:lnTo>
                  <a:lnTo>
                    <a:pt x="504574" y="661737"/>
                  </a:lnTo>
                  <a:lnTo>
                    <a:pt x="504574" y="662489"/>
                  </a:lnTo>
                  <a:lnTo>
                    <a:pt x="509086" y="670760"/>
                  </a:lnTo>
                  <a:lnTo>
                    <a:pt x="510590" y="673768"/>
                  </a:lnTo>
                  <a:lnTo>
                    <a:pt x="510590" y="676024"/>
                  </a:lnTo>
                  <a:lnTo>
                    <a:pt x="511342" y="677528"/>
                  </a:lnTo>
                  <a:lnTo>
                    <a:pt x="510590" y="680536"/>
                  </a:lnTo>
                  <a:lnTo>
                    <a:pt x="508334" y="684296"/>
                  </a:lnTo>
                  <a:lnTo>
                    <a:pt x="503822" y="688056"/>
                  </a:lnTo>
                  <a:lnTo>
                    <a:pt x="502319" y="688808"/>
                  </a:lnTo>
                  <a:lnTo>
                    <a:pt x="500815" y="688808"/>
                  </a:lnTo>
                  <a:lnTo>
                    <a:pt x="496303" y="689560"/>
                  </a:lnTo>
                  <a:lnTo>
                    <a:pt x="488031" y="691816"/>
                  </a:lnTo>
                  <a:lnTo>
                    <a:pt x="486527" y="692568"/>
                  </a:lnTo>
                  <a:lnTo>
                    <a:pt x="485775" y="693319"/>
                  </a:lnTo>
                  <a:lnTo>
                    <a:pt x="485023" y="695576"/>
                  </a:lnTo>
                  <a:lnTo>
                    <a:pt x="484271" y="696327"/>
                  </a:lnTo>
                  <a:lnTo>
                    <a:pt x="483519" y="697079"/>
                  </a:lnTo>
                  <a:lnTo>
                    <a:pt x="483519" y="696327"/>
                  </a:lnTo>
                  <a:lnTo>
                    <a:pt x="482767" y="695576"/>
                  </a:lnTo>
                  <a:lnTo>
                    <a:pt x="481263" y="692568"/>
                  </a:lnTo>
                  <a:lnTo>
                    <a:pt x="479759" y="690312"/>
                  </a:lnTo>
                  <a:lnTo>
                    <a:pt x="479007" y="688808"/>
                  </a:lnTo>
                  <a:lnTo>
                    <a:pt x="479007" y="688056"/>
                  </a:lnTo>
                  <a:lnTo>
                    <a:pt x="477503" y="687304"/>
                  </a:lnTo>
                  <a:lnTo>
                    <a:pt x="475247" y="685800"/>
                  </a:lnTo>
                  <a:lnTo>
                    <a:pt x="474495" y="685800"/>
                  </a:lnTo>
                  <a:lnTo>
                    <a:pt x="474495" y="685048"/>
                  </a:lnTo>
                  <a:lnTo>
                    <a:pt x="473743" y="684296"/>
                  </a:lnTo>
                  <a:lnTo>
                    <a:pt x="473743" y="683544"/>
                  </a:lnTo>
                  <a:lnTo>
                    <a:pt x="473743" y="681288"/>
                  </a:lnTo>
                  <a:lnTo>
                    <a:pt x="472992" y="680536"/>
                  </a:lnTo>
                  <a:lnTo>
                    <a:pt x="472992" y="679784"/>
                  </a:lnTo>
                  <a:lnTo>
                    <a:pt x="472240" y="679032"/>
                  </a:lnTo>
                  <a:lnTo>
                    <a:pt x="471488" y="679032"/>
                  </a:lnTo>
                  <a:lnTo>
                    <a:pt x="470736" y="679032"/>
                  </a:lnTo>
                  <a:lnTo>
                    <a:pt x="454192" y="679784"/>
                  </a:lnTo>
                  <a:lnTo>
                    <a:pt x="452688" y="679784"/>
                  </a:lnTo>
                  <a:lnTo>
                    <a:pt x="451936" y="679032"/>
                  </a:lnTo>
                  <a:lnTo>
                    <a:pt x="451184" y="678280"/>
                  </a:lnTo>
                  <a:lnTo>
                    <a:pt x="450432" y="676776"/>
                  </a:lnTo>
                  <a:lnTo>
                    <a:pt x="448928" y="676024"/>
                  </a:lnTo>
                  <a:lnTo>
                    <a:pt x="448176" y="676024"/>
                  </a:lnTo>
                  <a:lnTo>
                    <a:pt x="446673" y="676024"/>
                  </a:lnTo>
                  <a:lnTo>
                    <a:pt x="445921" y="676776"/>
                  </a:lnTo>
                  <a:lnTo>
                    <a:pt x="443664" y="678280"/>
                  </a:lnTo>
                  <a:lnTo>
                    <a:pt x="441409" y="679032"/>
                  </a:lnTo>
                  <a:lnTo>
                    <a:pt x="439905" y="679032"/>
                  </a:lnTo>
                  <a:lnTo>
                    <a:pt x="414338" y="679032"/>
                  </a:lnTo>
                  <a:lnTo>
                    <a:pt x="404562" y="676024"/>
                  </a:lnTo>
                  <a:lnTo>
                    <a:pt x="401554" y="676024"/>
                  </a:lnTo>
                  <a:lnTo>
                    <a:pt x="395538" y="676024"/>
                  </a:lnTo>
                  <a:lnTo>
                    <a:pt x="394034" y="676024"/>
                  </a:lnTo>
                  <a:lnTo>
                    <a:pt x="393282" y="675272"/>
                  </a:lnTo>
                  <a:lnTo>
                    <a:pt x="392530" y="675272"/>
                  </a:lnTo>
                  <a:lnTo>
                    <a:pt x="390275" y="672264"/>
                  </a:lnTo>
                  <a:lnTo>
                    <a:pt x="381251" y="667000"/>
                  </a:lnTo>
                  <a:lnTo>
                    <a:pt x="378995" y="664744"/>
                  </a:lnTo>
                  <a:lnTo>
                    <a:pt x="378243" y="663993"/>
                  </a:lnTo>
                  <a:lnTo>
                    <a:pt x="377491" y="661737"/>
                  </a:lnTo>
                  <a:lnTo>
                    <a:pt x="376739" y="660233"/>
                  </a:lnTo>
                  <a:lnTo>
                    <a:pt x="375987" y="659481"/>
                  </a:lnTo>
                  <a:lnTo>
                    <a:pt x="368467" y="654969"/>
                  </a:lnTo>
                  <a:lnTo>
                    <a:pt x="366963" y="654217"/>
                  </a:lnTo>
                  <a:lnTo>
                    <a:pt x="365459" y="654217"/>
                  </a:lnTo>
                  <a:lnTo>
                    <a:pt x="363955" y="654217"/>
                  </a:lnTo>
                  <a:lnTo>
                    <a:pt x="360947" y="654217"/>
                  </a:lnTo>
                  <a:lnTo>
                    <a:pt x="357188" y="653465"/>
                  </a:lnTo>
                  <a:lnTo>
                    <a:pt x="353428" y="652713"/>
                  </a:lnTo>
                  <a:lnTo>
                    <a:pt x="349668" y="651961"/>
                  </a:lnTo>
                  <a:lnTo>
                    <a:pt x="345156" y="652713"/>
                  </a:lnTo>
                  <a:lnTo>
                    <a:pt x="343652" y="652713"/>
                  </a:lnTo>
                  <a:lnTo>
                    <a:pt x="341396" y="652713"/>
                  </a:lnTo>
                  <a:lnTo>
                    <a:pt x="333877" y="650457"/>
                  </a:lnTo>
                  <a:lnTo>
                    <a:pt x="326357" y="650457"/>
                  </a:lnTo>
                  <a:lnTo>
                    <a:pt x="324853" y="650457"/>
                  </a:lnTo>
                  <a:lnTo>
                    <a:pt x="324101" y="650457"/>
                  </a:lnTo>
                  <a:lnTo>
                    <a:pt x="318837" y="647449"/>
                  </a:lnTo>
                  <a:lnTo>
                    <a:pt x="312821" y="645193"/>
                  </a:lnTo>
                  <a:lnTo>
                    <a:pt x="301542" y="645945"/>
                  </a:lnTo>
                  <a:lnTo>
                    <a:pt x="297782" y="645193"/>
                  </a:lnTo>
                  <a:lnTo>
                    <a:pt x="297030" y="644441"/>
                  </a:lnTo>
                  <a:lnTo>
                    <a:pt x="296278" y="642938"/>
                  </a:lnTo>
                  <a:lnTo>
                    <a:pt x="294022" y="641433"/>
                  </a:lnTo>
                  <a:lnTo>
                    <a:pt x="271463" y="634666"/>
                  </a:lnTo>
                  <a:lnTo>
                    <a:pt x="269959" y="634666"/>
                  </a:lnTo>
                  <a:lnTo>
                    <a:pt x="266951" y="635418"/>
                  </a:lnTo>
                  <a:lnTo>
                    <a:pt x="265447" y="636170"/>
                  </a:lnTo>
                  <a:lnTo>
                    <a:pt x="262439" y="637674"/>
                  </a:lnTo>
                  <a:lnTo>
                    <a:pt x="257175" y="639178"/>
                  </a:lnTo>
                  <a:lnTo>
                    <a:pt x="252663" y="639929"/>
                  </a:lnTo>
                  <a:lnTo>
                    <a:pt x="251159" y="639929"/>
                  </a:lnTo>
                  <a:lnTo>
                    <a:pt x="250407" y="639178"/>
                  </a:lnTo>
                  <a:lnTo>
                    <a:pt x="248903" y="638425"/>
                  </a:lnTo>
                  <a:lnTo>
                    <a:pt x="247400" y="636921"/>
                  </a:lnTo>
                  <a:lnTo>
                    <a:pt x="245895" y="636921"/>
                  </a:lnTo>
                  <a:lnTo>
                    <a:pt x="245143" y="636921"/>
                  </a:lnTo>
                  <a:lnTo>
                    <a:pt x="243640" y="637674"/>
                  </a:lnTo>
                  <a:lnTo>
                    <a:pt x="237624" y="639929"/>
                  </a:lnTo>
                  <a:lnTo>
                    <a:pt x="229352" y="639929"/>
                  </a:lnTo>
                  <a:lnTo>
                    <a:pt x="227096" y="639929"/>
                  </a:lnTo>
                  <a:lnTo>
                    <a:pt x="225592" y="639929"/>
                  </a:lnTo>
                  <a:lnTo>
                    <a:pt x="224840" y="639178"/>
                  </a:lnTo>
                  <a:lnTo>
                    <a:pt x="224088" y="637674"/>
                  </a:lnTo>
                  <a:lnTo>
                    <a:pt x="223336" y="636921"/>
                  </a:lnTo>
                  <a:lnTo>
                    <a:pt x="222584" y="636170"/>
                  </a:lnTo>
                  <a:lnTo>
                    <a:pt x="221080" y="635418"/>
                  </a:lnTo>
                  <a:lnTo>
                    <a:pt x="216569" y="633162"/>
                  </a:lnTo>
                  <a:lnTo>
                    <a:pt x="213561" y="630906"/>
                  </a:lnTo>
                  <a:lnTo>
                    <a:pt x="206793" y="626394"/>
                  </a:lnTo>
                  <a:lnTo>
                    <a:pt x="206041" y="626394"/>
                  </a:lnTo>
                  <a:lnTo>
                    <a:pt x="205289" y="625642"/>
                  </a:lnTo>
                  <a:lnTo>
                    <a:pt x="205289" y="624890"/>
                  </a:lnTo>
                  <a:lnTo>
                    <a:pt x="203785" y="623386"/>
                  </a:lnTo>
                  <a:lnTo>
                    <a:pt x="201529" y="621882"/>
                  </a:lnTo>
                  <a:lnTo>
                    <a:pt x="192505" y="618874"/>
                  </a:lnTo>
                  <a:lnTo>
                    <a:pt x="190249" y="618122"/>
                  </a:lnTo>
                  <a:lnTo>
                    <a:pt x="187993" y="618874"/>
                  </a:lnTo>
                  <a:lnTo>
                    <a:pt x="187242" y="618874"/>
                  </a:lnTo>
                  <a:lnTo>
                    <a:pt x="186490" y="618874"/>
                  </a:lnTo>
                  <a:lnTo>
                    <a:pt x="174458" y="626394"/>
                  </a:lnTo>
                  <a:lnTo>
                    <a:pt x="172954" y="626394"/>
                  </a:lnTo>
                  <a:lnTo>
                    <a:pt x="171450" y="627146"/>
                  </a:lnTo>
                  <a:lnTo>
                    <a:pt x="168442" y="627146"/>
                  </a:lnTo>
                  <a:lnTo>
                    <a:pt x="166938" y="627146"/>
                  </a:lnTo>
                  <a:lnTo>
                    <a:pt x="166186" y="627146"/>
                  </a:lnTo>
                  <a:lnTo>
                    <a:pt x="160171" y="624138"/>
                  </a:lnTo>
                  <a:lnTo>
                    <a:pt x="151147" y="621130"/>
                  </a:lnTo>
                  <a:lnTo>
                    <a:pt x="149643" y="621130"/>
                  </a:lnTo>
                  <a:lnTo>
                    <a:pt x="148139" y="621130"/>
                  </a:lnTo>
                  <a:lnTo>
                    <a:pt x="145883" y="621882"/>
                  </a:lnTo>
                  <a:lnTo>
                    <a:pt x="143627" y="621882"/>
                  </a:lnTo>
                  <a:lnTo>
                    <a:pt x="142875" y="614362"/>
                  </a:lnTo>
                  <a:lnTo>
                    <a:pt x="139867" y="609099"/>
                  </a:lnTo>
                  <a:lnTo>
                    <a:pt x="133099" y="599323"/>
                  </a:lnTo>
                  <a:lnTo>
                    <a:pt x="130844" y="593307"/>
                  </a:lnTo>
                  <a:lnTo>
                    <a:pt x="130092" y="587291"/>
                  </a:lnTo>
                  <a:lnTo>
                    <a:pt x="127836" y="582780"/>
                  </a:lnTo>
                  <a:lnTo>
                    <a:pt x="124076" y="577516"/>
                  </a:lnTo>
                  <a:lnTo>
                    <a:pt x="118812" y="573004"/>
                  </a:lnTo>
                  <a:lnTo>
                    <a:pt x="118060" y="571500"/>
                  </a:lnTo>
                  <a:lnTo>
                    <a:pt x="117308" y="569244"/>
                  </a:lnTo>
                  <a:lnTo>
                    <a:pt x="117308" y="567740"/>
                  </a:lnTo>
                  <a:lnTo>
                    <a:pt x="118060" y="566236"/>
                  </a:lnTo>
                  <a:lnTo>
                    <a:pt x="118060" y="564732"/>
                  </a:lnTo>
                  <a:lnTo>
                    <a:pt x="116556" y="555708"/>
                  </a:lnTo>
                  <a:lnTo>
                    <a:pt x="117308" y="545933"/>
                  </a:lnTo>
                  <a:lnTo>
                    <a:pt x="116556" y="542925"/>
                  </a:lnTo>
                  <a:lnTo>
                    <a:pt x="115052" y="539165"/>
                  </a:lnTo>
                  <a:lnTo>
                    <a:pt x="114300" y="537661"/>
                  </a:lnTo>
                  <a:lnTo>
                    <a:pt x="111292" y="534653"/>
                  </a:lnTo>
                  <a:lnTo>
                    <a:pt x="109788" y="533149"/>
                  </a:lnTo>
                  <a:lnTo>
                    <a:pt x="109788" y="530893"/>
                  </a:lnTo>
                  <a:lnTo>
                    <a:pt x="110540" y="529389"/>
                  </a:lnTo>
                  <a:lnTo>
                    <a:pt x="111292" y="528637"/>
                  </a:lnTo>
                  <a:lnTo>
                    <a:pt x="111292" y="527133"/>
                  </a:lnTo>
                  <a:lnTo>
                    <a:pt x="109788" y="520365"/>
                  </a:lnTo>
                  <a:lnTo>
                    <a:pt x="108284" y="517358"/>
                  </a:lnTo>
                  <a:lnTo>
                    <a:pt x="106028" y="515102"/>
                  </a:lnTo>
                  <a:lnTo>
                    <a:pt x="100013" y="518862"/>
                  </a:lnTo>
                  <a:lnTo>
                    <a:pt x="97757" y="519614"/>
                  </a:lnTo>
                  <a:lnTo>
                    <a:pt x="96253" y="515102"/>
                  </a:lnTo>
                  <a:lnTo>
                    <a:pt x="95501" y="511342"/>
                  </a:lnTo>
                  <a:lnTo>
                    <a:pt x="94749" y="508334"/>
                  </a:lnTo>
                  <a:lnTo>
                    <a:pt x="93245" y="506078"/>
                  </a:lnTo>
                  <a:lnTo>
                    <a:pt x="90237" y="504574"/>
                  </a:lnTo>
                  <a:lnTo>
                    <a:pt x="87981" y="503822"/>
                  </a:lnTo>
                  <a:lnTo>
                    <a:pt x="87229" y="504574"/>
                  </a:lnTo>
                  <a:lnTo>
                    <a:pt x="85725" y="505326"/>
                  </a:lnTo>
                  <a:lnTo>
                    <a:pt x="84221" y="505326"/>
                  </a:lnTo>
                  <a:lnTo>
                    <a:pt x="81213" y="503070"/>
                  </a:lnTo>
                  <a:lnTo>
                    <a:pt x="79709" y="502318"/>
                  </a:lnTo>
                  <a:lnTo>
                    <a:pt x="78957" y="503822"/>
                  </a:lnTo>
                  <a:lnTo>
                    <a:pt x="78957" y="505326"/>
                  </a:lnTo>
                  <a:lnTo>
                    <a:pt x="79709" y="506830"/>
                  </a:lnTo>
                  <a:lnTo>
                    <a:pt x="79709" y="509086"/>
                  </a:lnTo>
                  <a:lnTo>
                    <a:pt x="78957" y="509838"/>
                  </a:lnTo>
                  <a:lnTo>
                    <a:pt x="77453" y="509838"/>
                  </a:lnTo>
                  <a:lnTo>
                    <a:pt x="75949" y="509086"/>
                  </a:lnTo>
                  <a:lnTo>
                    <a:pt x="74446" y="506830"/>
                  </a:lnTo>
                  <a:lnTo>
                    <a:pt x="73694" y="506078"/>
                  </a:lnTo>
                  <a:lnTo>
                    <a:pt x="73694" y="502318"/>
                  </a:lnTo>
                  <a:lnTo>
                    <a:pt x="74446" y="499310"/>
                  </a:lnTo>
                  <a:lnTo>
                    <a:pt x="75197" y="497054"/>
                  </a:lnTo>
                  <a:lnTo>
                    <a:pt x="75949" y="494046"/>
                  </a:lnTo>
                  <a:lnTo>
                    <a:pt x="75949" y="493295"/>
                  </a:lnTo>
                  <a:lnTo>
                    <a:pt x="75197" y="492543"/>
                  </a:lnTo>
                  <a:lnTo>
                    <a:pt x="73694" y="493295"/>
                  </a:lnTo>
                  <a:lnTo>
                    <a:pt x="72942" y="494046"/>
                  </a:lnTo>
                  <a:lnTo>
                    <a:pt x="69182" y="498558"/>
                  </a:lnTo>
                  <a:lnTo>
                    <a:pt x="67678" y="499310"/>
                  </a:lnTo>
                  <a:lnTo>
                    <a:pt x="65422" y="499310"/>
                  </a:lnTo>
                  <a:lnTo>
                    <a:pt x="62414" y="498558"/>
                  </a:lnTo>
                  <a:lnTo>
                    <a:pt x="60910" y="498558"/>
                  </a:lnTo>
                  <a:lnTo>
                    <a:pt x="60158" y="499310"/>
                  </a:lnTo>
                  <a:lnTo>
                    <a:pt x="63166" y="504574"/>
                  </a:lnTo>
                  <a:lnTo>
                    <a:pt x="63918" y="507582"/>
                  </a:lnTo>
                  <a:lnTo>
                    <a:pt x="60910" y="507582"/>
                  </a:lnTo>
                  <a:lnTo>
                    <a:pt x="57902" y="506830"/>
                  </a:lnTo>
                  <a:lnTo>
                    <a:pt x="57150" y="506830"/>
                  </a:lnTo>
                  <a:lnTo>
                    <a:pt x="55646" y="506830"/>
                  </a:lnTo>
                  <a:lnTo>
                    <a:pt x="54894" y="509086"/>
                  </a:lnTo>
                  <a:lnTo>
                    <a:pt x="54142" y="510590"/>
                  </a:lnTo>
                  <a:lnTo>
                    <a:pt x="52638" y="509086"/>
                  </a:lnTo>
                  <a:lnTo>
                    <a:pt x="51134" y="505326"/>
                  </a:lnTo>
                  <a:lnTo>
                    <a:pt x="49630" y="503070"/>
                  </a:lnTo>
                  <a:lnTo>
                    <a:pt x="47374" y="502318"/>
                  </a:lnTo>
                  <a:lnTo>
                    <a:pt x="43615" y="503070"/>
                  </a:lnTo>
                  <a:lnTo>
                    <a:pt x="42111" y="503822"/>
                  </a:lnTo>
                  <a:lnTo>
                    <a:pt x="39855" y="507582"/>
                  </a:lnTo>
                  <a:lnTo>
                    <a:pt x="37599" y="507582"/>
                  </a:lnTo>
                  <a:lnTo>
                    <a:pt x="35343" y="506830"/>
                  </a:lnTo>
                  <a:lnTo>
                    <a:pt x="33839" y="506830"/>
                  </a:lnTo>
                  <a:lnTo>
                    <a:pt x="32335" y="507582"/>
                  </a:lnTo>
                  <a:lnTo>
                    <a:pt x="31583" y="509086"/>
                  </a:lnTo>
                  <a:lnTo>
                    <a:pt x="31583" y="510590"/>
                  </a:lnTo>
                  <a:lnTo>
                    <a:pt x="31583" y="512094"/>
                  </a:lnTo>
                  <a:lnTo>
                    <a:pt x="30831" y="513598"/>
                  </a:lnTo>
                  <a:lnTo>
                    <a:pt x="30079" y="515102"/>
                  </a:lnTo>
                  <a:lnTo>
                    <a:pt x="27071" y="516606"/>
                  </a:lnTo>
                  <a:lnTo>
                    <a:pt x="26319" y="518110"/>
                  </a:lnTo>
                  <a:lnTo>
                    <a:pt x="26319" y="519614"/>
                  </a:lnTo>
                  <a:lnTo>
                    <a:pt x="27071" y="523374"/>
                  </a:lnTo>
                  <a:lnTo>
                    <a:pt x="26319" y="524878"/>
                  </a:lnTo>
                  <a:lnTo>
                    <a:pt x="24815" y="525629"/>
                  </a:lnTo>
                  <a:lnTo>
                    <a:pt x="24063" y="524125"/>
                  </a:lnTo>
                  <a:lnTo>
                    <a:pt x="23311" y="522622"/>
                  </a:lnTo>
                  <a:lnTo>
                    <a:pt x="23311" y="521118"/>
                  </a:lnTo>
                  <a:lnTo>
                    <a:pt x="22559" y="517358"/>
                  </a:lnTo>
                  <a:lnTo>
                    <a:pt x="21055" y="515102"/>
                  </a:lnTo>
                  <a:lnTo>
                    <a:pt x="18048" y="512846"/>
                  </a:lnTo>
                  <a:lnTo>
                    <a:pt x="15039" y="511342"/>
                  </a:lnTo>
                  <a:lnTo>
                    <a:pt x="12032" y="512094"/>
                  </a:lnTo>
                  <a:lnTo>
                    <a:pt x="11280" y="510590"/>
                  </a:lnTo>
                  <a:lnTo>
                    <a:pt x="10528" y="508334"/>
                  </a:lnTo>
                  <a:lnTo>
                    <a:pt x="9776" y="506078"/>
                  </a:lnTo>
                  <a:lnTo>
                    <a:pt x="7520" y="505326"/>
                  </a:lnTo>
                  <a:lnTo>
                    <a:pt x="1504" y="506078"/>
                  </a:lnTo>
                  <a:lnTo>
                    <a:pt x="2256" y="501566"/>
                  </a:lnTo>
                  <a:lnTo>
                    <a:pt x="3008" y="497806"/>
                  </a:lnTo>
                  <a:lnTo>
                    <a:pt x="1504" y="494799"/>
                  </a:lnTo>
                  <a:lnTo>
                    <a:pt x="0" y="491791"/>
                  </a:lnTo>
                  <a:lnTo>
                    <a:pt x="0" y="488031"/>
                  </a:lnTo>
                  <a:lnTo>
                    <a:pt x="0" y="484271"/>
                  </a:lnTo>
                  <a:lnTo>
                    <a:pt x="0" y="482015"/>
                  </a:lnTo>
                  <a:lnTo>
                    <a:pt x="2256" y="476751"/>
                  </a:lnTo>
                  <a:lnTo>
                    <a:pt x="5264" y="469984"/>
                  </a:lnTo>
                  <a:lnTo>
                    <a:pt x="9776" y="466224"/>
                  </a:lnTo>
                  <a:lnTo>
                    <a:pt x="12784" y="462464"/>
                  </a:lnTo>
                  <a:lnTo>
                    <a:pt x="16544" y="456448"/>
                  </a:lnTo>
                  <a:lnTo>
                    <a:pt x="19551" y="445920"/>
                  </a:lnTo>
                  <a:lnTo>
                    <a:pt x="21055" y="442912"/>
                  </a:lnTo>
                  <a:lnTo>
                    <a:pt x="26319" y="437648"/>
                  </a:lnTo>
                  <a:lnTo>
                    <a:pt x="27823" y="434641"/>
                  </a:lnTo>
                  <a:lnTo>
                    <a:pt x="27071" y="431633"/>
                  </a:lnTo>
                  <a:lnTo>
                    <a:pt x="23311" y="425617"/>
                  </a:lnTo>
                  <a:lnTo>
                    <a:pt x="22559" y="421857"/>
                  </a:lnTo>
                  <a:lnTo>
                    <a:pt x="22559" y="419601"/>
                  </a:lnTo>
                  <a:lnTo>
                    <a:pt x="22559" y="415841"/>
                  </a:lnTo>
                  <a:lnTo>
                    <a:pt x="24063" y="410577"/>
                  </a:lnTo>
                  <a:lnTo>
                    <a:pt x="30831" y="379747"/>
                  </a:lnTo>
                  <a:lnTo>
                    <a:pt x="32335" y="377490"/>
                  </a:lnTo>
                  <a:lnTo>
                    <a:pt x="36095" y="370723"/>
                  </a:lnTo>
                  <a:lnTo>
                    <a:pt x="38351" y="365459"/>
                  </a:lnTo>
                  <a:lnTo>
                    <a:pt x="43615" y="348164"/>
                  </a:lnTo>
                  <a:lnTo>
                    <a:pt x="43615" y="342900"/>
                  </a:lnTo>
                  <a:lnTo>
                    <a:pt x="42111" y="330868"/>
                  </a:lnTo>
                  <a:lnTo>
                    <a:pt x="42111" y="326356"/>
                  </a:lnTo>
                  <a:lnTo>
                    <a:pt x="43615" y="320341"/>
                  </a:lnTo>
                  <a:lnTo>
                    <a:pt x="49630" y="312069"/>
                  </a:lnTo>
                  <a:lnTo>
                    <a:pt x="51134" y="308309"/>
                  </a:lnTo>
                  <a:lnTo>
                    <a:pt x="52638" y="303045"/>
                  </a:lnTo>
                  <a:lnTo>
                    <a:pt x="52638" y="298533"/>
                  </a:lnTo>
                  <a:lnTo>
                    <a:pt x="51134" y="293270"/>
                  </a:lnTo>
                  <a:lnTo>
                    <a:pt x="49630" y="289510"/>
                  </a:lnTo>
                  <a:lnTo>
                    <a:pt x="45870" y="284246"/>
                  </a:lnTo>
                  <a:lnTo>
                    <a:pt x="45118" y="282742"/>
                  </a:lnTo>
                  <a:lnTo>
                    <a:pt x="44367" y="275974"/>
                  </a:lnTo>
                  <a:lnTo>
                    <a:pt x="42111" y="270711"/>
                  </a:lnTo>
                  <a:lnTo>
                    <a:pt x="42111" y="268454"/>
                  </a:lnTo>
                  <a:lnTo>
                    <a:pt x="43615" y="263191"/>
                  </a:lnTo>
                  <a:lnTo>
                    <a:pt x="46622" y="258679"/>
                  </a:lnTo>
                  <a:lnTo>
                    <a:pt x="51886" y="254167"/>
                  </a:lnTo>
                  <a:lnTo>
                    <a:pt x="55646" y="251911"/>
                  </a:lnTo>
                  <a:close/>
                  <a:moveTo>
                    <a:pt x="951999" y="474495"/>
                  </a:moveTo>
                  <a:lnTo>
                    <a:pt x="955759" y="471487"/>
                  </a:lnTo>
                  <a:lnTo>
                    <a:pt x="960271" y="468480"/>
                  </a:lnTo>
                  <a:lnTo>
                    <a:pt x="962526" y="468480"/>
                  </a:lnTo>
                  <a:lnTo>
                    <a:pt x="963279" y="470735"/>
                  </a:lnTo>
                  <a:lnTo>
                    <a:pt x="962526" y="475247"/>
                  </a:lnTo>
                  <a:lnTo>
                    <a:pt x="960271" y="481263"/>
                  </a:lnTo>
                  <a:lnTo>
                    <a:pt x="961022" y="485023"/>
                  </a:lnTo>
                  <a:lnTo>
                    <a:pt x="962526" y="488031"/>
                  </a:lnTo>
                  <a:lnTo>
                    <a:pt x="960271" y="489535"/>
                  </a:lnTo>
                  <a:lnTo>
                    <a:pt x="957262" y="491791"/>
                  </a:lnTo>
                  <a:lnTo>
                    <a:pt x="954255" y="491039"/>
                  </a:lnTo>
                  <a:lnTo>
                    <a:pt x="951999" y="488031"/>
                  </a:lnTo>
                  <a:lnTo>
                    <a:pt x="952751" y="485775"/>
                  </a:lnTo>
                  <a:lnTo>
                    <a:pt x="952751" y="484271"/>
                  </a:lnTo>
                  <a:lnTo>
                    <a:pt x="949743" y="481263"/>
                  </a:lnTo>
                  <a:lnTo>
                    <a:pt x="949743" y="478255"/>
                  </a:lnTo>
                  <a:lnTo>
                    <a:pt x="951999" y="474495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8" name="Forma Livre: Forma 217">
              <a:extLst>
                <a:ext uri="{FF2B5EF4-FFF2-40B4-BE49-F238E27FC236}">
                  <a16:creationId xmlns:a16="http://schemas.microsoft.com/office/drawing/2014/main" id="{30EE3920-257A-F96D-1824-E3786CE9574F}"/>
                </a:ext>
              </a:extLst>
            </p:cNvPr>
            <p:cNvSpPr/>
            <p:nvPr/>
          </p:nvSpPr>
          <p:spPr>
            <a:xfrm>
              <a:off x="6911440" y="6285748"/>
              <a:ext cx="827171" cy="578267"/>
            </a:xfrm>
            <a:custGeom>
              <a:avLst/>
              <a:gdLst>
                <a:gd name="csX0" fmla="*/ 624890 w 827171"/>
                <a:gd name="csY0" fmla="*/ 573004 h 578267"/>
                <a:gd name="csX1" fmla="*/ 622634 w 827171"/>
                <a:gd name="csY1" fmla="*/ 573004 h 578267"/>
                <a:gd name="csX2" fmla="*/ 621882 w 827171"/>
                <a:gd name="csY2" fmla="*/ 572252 h 578267"/>
                <a:gd name="csX3" fmla="*/ 621131 w 827171"/>
                <a:gd name="csY3" fmla="*/ 569996 h 578267"/>
                <a:gd name="csX4" fmla="*/ 620378 w 827171"/>
                <a:gd name="csY4" fmla="*/ 568492 h 578267"/>
                <a:gd name="csX5" fmla="*/ 619627 w 827171"/>
                <a:gd name="csY5" fmla="*/ 567740 h 578267"/>
                <a:gd name="csX6" fmla="*/ 618874 w 827171"/>
                <a:gd name="csY6" fmla="*/ 566988 h 578267"/>
                <a:gd name="csX7" fmla="*/ 617371 w 827171"/>
                <a:gd name="csY7" fmla="*/ 566988 h 578267"/>
                <a:gd name="csX8" fmla="*/ 612859 w 827171"/>
                <a:gd name="csY8" fmla="*/ 565484 h 578267"/>
                <a:gd name="csX9" fmla="*/ 609851 w 827171"/>
                <a:gd name="csY9" fmla="*/ 563980 h 578267"/>
                <a:gd name="csX10" fmla="*/ 603835 w 827171"/>
                <a:gd name="csY10" fmla="*/ 556461 h 578267"/>
                <a:gd name="csX11" fmla="*/ 602331 w 827171"/>
                <a:gd name="csY11" fmla="*/ 555709 h 578267"/>
                <a:gd name="csX12" fmla="*/ 601579 w 827171"/>
                <a:gd name="csY12" fmla="*/ 554957 h 578267"/>
                <a:gd name="csX13" fmla="*/ 592555 w 827171"/>
                <a:gd name="csY13" fmla="*/ 551197 h 578267"/>
                <a:gd name="csX14" fmla="*/ 588795 w 827171"/>
                <a:gd name="csY14" fmla="*/ 550445 h 578267"/>
                <a:gd name="csX15" fmla="*/ 588044 w 827171"/>
                <a:gd name="csY15" fmla="*/ 551197 h 578267"/>
                <a:gd name="csX16" fmla="*/ 587292 w 827171"/>
                <a:gd name="csY16" fmla="*/ 551949 h 578267"/>
                <a:gd name="csX17" fmla="*/ 586540 w 827171"/>
                <a:gd name="csY17" fmla="*/ 554205 h 578267"/>
                <a:gd name="csX18" fmla="*/ 585788 w 827171"/>
                <a:gd name="csY18" fmla="*/ 554957 h 578267"/>
                <a:gd name="csX19" fmla="*/ 582780 w 827171"/>
                <a:gd name="csY19" fmla="*/ 554957 h 578267"/>
                <a:gd name="csX20" fmla="*/ 582028 w 827171"/>
                <a:gd name="csY20" fmla="*/ 554957 h 578267"/>
                <a:gd name="csX21" fmla="*/ 581276 w 827171"/>
                <a:gd name="csY21" fmla="*/ 554957 h 578267"/>
                <a:gd name="csX22" fmla="*/ 578268 w 827171"/>
                <a:gd name="csY22" fmla="*/ 557213 h 578267"/>
                <a:gd name="csX23" fmla="*/ 576764 w 827171"/>
                <a:gd name="csY23" fmla="*/ 557965 h 578267"/>
                <a:gd name="csX24" fmla="*/ 569996 w 827171"/>
                <a:gd name="csY24" fmla="*/ 559469 h 578267"/>
                <a:gd name="csX25" fmla="*/ 568492 w 827171"/>
                <a:gd name="csY25" fmla="*/ 560220 h 578267"/>
                <a:gd name="csX26" fmla="*/ 567740 w 827171"/>
                <a:gd name="csY26" fmla="*/ 560973 h 578267"/>
                <a:gd name="csX27" fmla="*/ 567740 w 827171"/>
                <a:gd name="csY27" fmla="*/ 561724 h 578267"/>
                <a:gd name="csX28" fmla="*/ 567740 w 827171"/>
                <a:gd name="csY28" fmla="*/ 562477 h 578267"/>
                <a:gd name="csX29" fmla="*/ 568492 w 827171"/>
                <a:gd name="csY29" fmla="*/ 563229 h 578267"/>
                <a:gd name="csX30" fmla="*/ 573756 w 827171"/>
                <a:gd name="csY30" fmla="*/ 566988 h 578267"/>
                <a:gd name="csX31" fmla="*/ 575260 w 827171"/>
                <a:gd name="csY31" fmla="*/ 568492 h 578267"/>
                <a:gd name="csX32" fmla="*/ 575260 w 827171"/>
                <a:gd name="csY32" fmla="*/ 569244 h 578267"/>
                <a:gd name="csX33" fmla="*/ 576012 w 827171"/>
                <a:gd name="csY33" fmla="*/ 569996 h 578267"/>
                <a:gd name="csX34" fmla="*/ 576764 w 827171"/>
                <a:gd name="csY34" fmla="*/ 571500 h 578267"/>
                <a:gd name="csX35" fmla="*/ 576764 w 827171"/>
                <a:gd name="csY35" fmla="*/ 572252 h 578267"/>
                <a:gd name="csX36" fmla="*/ 576764 w 827171"/>
                <a:gd name="csY36" fmla="*/ 573756 h 578267"/>
                <a:gd name="csX37" fmla="*/ 576764 w 827171"/>
                <a:gd name="csY37" fmla="*/ 575260 h 578267"/>
                <a:gd name="csX38" fmla="*/ 576012 w 827171"/>
                <a:gd name="csY38" fmla="*/ 577516 h 578267"/>
                <a:gd name="csX39" fmla="*/ 574508 w 827171"/>
                <a:gd name="csY39" fmla="*/ 578268 h 578267"/>
                <a:gd name="csX40" fmla="*/ 573756 w 827171"/>
                <a:gd name="csY40" fmla="*/ 578268 h 578267"/>
                <a:gd name="csX41" fmla="*/ 573004 w 827171"/>
                <a:gd name="csY41" fmla="*/ 578268 h 578267"/>
                <a:gd name="csX42" fmla="*/ 572252 w 827171"/>
                <a:gd name="csY42" fmla="*/ 577516 h 578267"/>
                <a:gd name="csX43" fmla="*/ 570748 w 827171"/>
                <a:gd name="csY43" fmla="*/ 574508 h 578267"/>
                <a:gd name="csX44" fmla="*/ 569244 w 827171"/>
                <a:gd name="csY44" fmla="*/ 573756 h 578267"/>
                <a:gd name="csX45" fmla="*/ 568492 w 827171"/>
                <a:gd name="csY45" fmla="*/ 573004 h 578267"/>
                <a:gd name="csX46" fmla="*/ 560220 w 827171"/>
                <a:gd name="csY46" fmla="*/ 570748 h 578267"/>
                <a:gd name="csX47" fmla="*/ 558716 w 827171"/>
                <a:gd name="csY47" fmla="*/ 569996 h 578267"/>
                <a:gd name="csX48" fmla="*/ 557213 w 827171"/>
                <a:gd name="csY48" fmla="*/ 568492 h 578267"/>
                <a:gd name="csX49" fmla="*/ 556461 w 827171"/>
                <a:gd name="csY49" fmla="*/ 566988 h 578267"/>
                <a:gd name="csX50" fmla="*/ 556461 w 827171"/>
                <a:gd name="csY50" fmla="*/ 566237 h 578267"/>
                <a:gd name="csX51" fmla="*/ 556461 w 827171"/>
                <a:gd name="csY51" fmla="*/ 564733 h 578267"/>
                <a:gd name="csX52" fmla="*/ 556461 w 827171"/>
                <a:gd name="csY52" fmla="*/ 563980 h 578267"/>
                <a:gd name="csX53" fmla="*/ 557213 w 827171"/>
                <a:gd name="csY53" fmla="*/ 558717 h 578267"/>
                <a:gd name="csX54" fmla="*/ 557213 w 827171"/>
                <a:gd name="csY54" fmla="*/ 555709 h 578267"/>
                <a:gd name="csX55" fmla="*/ 556461 w 827171"/>
                <a:gd name="csY55" fmla="*/ 552701 h 578267"/>
                <a:gd name="csX56" fmla="*/ 556461 w 827171"/>
                <a:gd name="csY56" fmla="*/ 551197 h 578267"/>
                <a:gd name="csX57" fmla="*/ 557213 w 827171"/>
                <a:gd name="csY57" fmla="*/ 549693 h 578267"/>
                <a:gd name="csX58" fmla="*/ 557965 w 827171"/>
                <a:gd name="csY58" fmla="*/ 549693 h 578267"/>
                <a:gd name="csX59" fmla="*/ 560973 w 827171"/>
                <a:gd name="csY59" fmla="*/ 547437 h 578267"/>
                <a:gd name="csX60" fmla="*/ 565484 w 827171"/>
                <a:gd name="csY60" fmla="*/ 542925 h 578267"/>
                <a:gd name="csX61" fmla="*/ 567740 w 827171"/>
                <a:gd name="csY61" fmla="*/ 539918 h 578267"/>
                <a:gd name="csX62" fmla="*/ 569244 w 827171"/>
                <a:gd name="csY62" fmla="*/ 537661 h 578267"/>
                <a:gd name="csX63" fmla="*/ 569996 w 827171"/>
                <a:gd name="csY63" fmla="*/ 535405 h 578267"/>
                <a:gd name="csX64" fmla="*/ 570748 w 827171"/>
                <a:gd name="csY64" fmla="*/ 533901 h 578267"/>
                <a:gd name="csX65" fmla="*/ 571500 w 827171"/>
                <a:gd name="csY65" fmla="*/ 533150 h 578267"/>
                <a:gd name="csX66" fmla="*/ 572252 w 827171"/>
                <a:gd name="csY66" fmla="*/ 533150 h 578267"/>
                <a:gd name="csX67" fmla="*/ 573004 w 827171"/>
                <a:gd name="csY67" fmla="*/ 533901 h 578267"/>
                <a:gd name="csX68" fmla="*/ 573756 w 827171"/>
                <a:gd name="csY68" fmla="*/ 536158 h 578267"/>
                <a:gd name="csX69" fmla="*/ 574508 w 827171"/>
                <a:gd name="csY69" fmla="*/ 536909 h 578267"/>
                <a:gd name="csX70" fmla="*/ 575260 w 827171"/>
                <a:gd name="csY70" fmla="*/ 536909 h 578267"/>
                <a:gd name="csX71" fmla="*/ 576012 w 827171"/>
                <a:gd name="csY71" fmla="*/ 536158 h 578267"/>
                <a:gd name="csX72" fmla="*/ 576764 w 827171"/>
                <a:gd name="csY72" fmla="*/ 535405 h 578267"/>
                <a:gd name="csX73" fmla="*/ 577516 w 827171"/>
                <a:gd name="csY73" fmla="*/ 534654 h 578267"/>
                <a:gd name="csX74" fmla="*/ 578268 w 827171"/>
                <a:gd name="csY74" fmla="*/ 534654 h 578267"/>
                <a:gd name="csX75" fmla="*/ 579020 w 827171"/>
                <a:gd name="csY75" fmla="*/ 535405 h 578267"/>
                <a:gd name="csX76" fmla="*/ 579772 w 827171"/>
                <a:gd name="csY76" fmla="*/ 535405 h 578267"/>
                <a:gd name="csX77" fmla="*/ 580524 w 827171"/>
                <a:gd name="csY77" fmla="*/ 534654 h 578267"/>
                <a:gd name="csX78" fmla="*/ 581276 w 827171"/>
                <a:gd name="csY78" fmla="*/ 533901 h 578267"/>
                <a:gd name="csX79" fmla="*/ 581276 w 827171"/>
                <a:gd name="csY79" fmla="*/ 533150 h 578267"/>
                <a:gd name="csX80" fmla="*/ 581276 w 827171"/>
                <a:gd name="csY80" fmla="*/ 530894 h 578267"/>
                <a:gd name="csX81" fmla="*/ 581276 w 827171"/>
                <a:gd name="csY81" fmla="*/ 528638 h 578267"/>
                <a:gd name="csX82" fmla="*/ 581276 w 827171"/>
                <a:gd name="csY82" fmla="*/ 527886 h 578267"/>
                <a:gd name="csX83" fmla="*/ 581276 w 827171"/>
                <a:gd name="csY83" fmla="*/ 527134 h 578267"/>
                <a:gd name="csX84" fmla="*/ 585035 w 827171"/>
                <a:gd name="csY84" fmla="*/ 524126 h 578267"/>
                <a:gd name="csX85" fmla="*/ 585788 w 827171"/>
                <a:gd name="csY85" fmla="*/ 522622 h 578267"/>
                <a:gd name="csX86" fmla="*/ 586540 w 827171"/>
                <a:gd name="csY86" fmla="*/ 518110 h 578267"/>
                <a:gd name="csX87" fmla="*/ 588795 w 827171"/>
                <a:gd name="csY87" fmla="*/ 512094 h 578267"/>
                <a:gd name="csX88" fmla="*/ 589548 w 827171"/>
                <a:gd name="csY88" fmla="*/ 510590 h 578267"/>
                <a:gd name="csX89" fmla="*/ 589548 w 827171"/>
                <a:gd name="csY89" fmla="*/ 508335 h 578267"/>
                <a:gd name="csX90" fmla="*/ 587292 w 827171"/>
                <a:gd name="csY90" fmla="*/ 492543 h 578267"/>
                <a:gd name="csX91" fmla="*/ 587292 w 827171"/>
                <a:gd name="csY91" fmla="*/ 488031 h 578267"/>
                <a:gd name="csX92" fmla="*/ 588795 w 827171"/>
                <a:gd name="csY92" fmla="*/ 481263 h 578267"/>
                <a:gd name="csX93" fmla="*/ 588795 w 827171"/>
                <a:gd name="csY93" fmla="*/ 480511 h 578267"/>
                <a:gd name="csX94" fmla="*/ 589548 w 827171"/>
                <a:gd name="csY94" fmla="*/ 479760 h 578267"/>
                <a:gd name="csX95" fmla="*/ 589548 w 827171"/>
                <a:gd name="csY95" fmla="*/ 479007 h 578267"/>
                <a:gd name="csX96" fmla="*/ 590299 w 827171"/>
                <a:gd name="csY96" fmla="*/ 478256 h 578267"/>
                <a:gd name="csX97" fmla="*/ 591803 w 827171"/>
                <a:gd name="csY97" fmla="*/ 477503 h 578267"/>
                <a:gd name="csX98" fmla="*/ 592555 w 827171"/>
                <a:gd name="csY98" fmla="*/ 476752 h 578267"/>
                <a:gd name="csX99" fmla="*/ 593307 w 827171"/>
                <a:gd name="csY99" fmla="*/ 475247 h 578267"/>
                <a:gd name="csX100" fmla="*/ 594059 w 827171"/>
                <a:gd name="csY100" fmla="*/ 474496 h 578267"/>
                <a:gd name="csX101" fmla="*/ 593307 w 827171"/>
                <a:gd name="csY101" fmla="*/ 472992 h 578267"/>
                <a:gd name="csX102" fmla="*/ 593307 w 827171"/>
                <a:gd name="csY102" fmla="*/ 472240 h 578267"/>
                <a:gd name="csX103" fmla="*/ 593307 w 827171"/>
                <a:gd name="csY103" fmla="*/ 469984 h 578267"/>
                <a:gd name="csX104" fmla="*/ 593307 w 827171"/>
                <a:gd name="csY104" fmla="*/ 469232 h 578267"/>
                <a:gd name="csX105" fmla="*/ 594059 w 827171"/>
                <a:gd name="csY105" fmla="*/ 468480 h 578267"/>
                <a:gd name="csX106" fmla="*/ 594059 w 827171"/>
                <a:gd name="csY106" fmla="*/ 467728 h 578267"/>
                <a:gd name="csX107" fmla="*/ 594812 w 827171"/>
                <a:gd name="csY107" fmla="*/ 466976 h 578267"/>
                <a:gd name="csX108" fmla="*/ 595563 w 827171"/>
                <a:gd name="csY108" fmla="*/ 467728 h 578267"/>
                <a:gd name="csX109" fmla="*/ 595563 w 827171"/>
                <a:gd name="csY109" fmla="*/ 468480 h 578267"/>
                <a:gd name="csX110" fmla="*/ 595563 w 827171"/>
                <a:gd name="csY110" fmla="*/ 469232 h 578267"/>
                <a:gd name="csX111" fmla="*/ 595563 w 827171"/>
                <a:gd name="csY111" fmla="*/ 469984 h 578267"/>
                <a:gd name="csX112" fmla="*/ 596315 w 827171"/>
                <a:gd name="csY112" fmla="*/ 470736 h 578267"/>
                <a:gd name="csX113" fmla="*/ 597067 w 827171"/>
                <a:gd name="csY113" fmla="*/ 470736 h 578267"/>
                <a:gd name="csX114" fmla="*/ 597819 w 827171"/>
                <a:gd name="csY114" fmla="*/ 469984 h 578267"/>
                <a:gd name="csX115" fmla="*/ 600075 w 827171"/>
                <a:gd name="csY115" fmla="*/ 466976 h 578267"/>
                <a:gd name="csX116" fmla="*/ 600827 w 827171"/>
                <a:gd name="csY116" fmla="*/ 466224 h 578267"/>
                <a:gd name="csX117" fmla="*/ 602331 w 827171"/>
                <a:gd name="csY117" fmla="*/ 465472 h 578267"/>
                <a:gd name="csX118" fmla="*/ 603083 w 827171"/>
                <a:gd name="csY118" fmla="*/ 464720 h 578267"/>
                <a:gd name="csX119" fmla="*/ 605339 w 827171"/>
                <a:gd name="csY119" fmla="*/ 464720 h 578267"/>
                <a:gd name="csX120" fmla="*/ 606091 w 827171"/>
                <a:gd name="csY120" fmla="*/ 463216 h 578267"/>
                <a:gd name="csX121" fmla="*/ 607595 w 827171"/>
                <a:gd name="csY121" fmla="*/ 460960 h 578267"/>
                <a:gd name="csX122" fmla="*/ 612859 w 827171"/>
                <a:gd name="csY122" fmla="*/ 451936 h 578267"/>
                <a:gd name="csX123" fmla="*/ 612859 w 827171"/>
                <a:gd name="csY123" fmla="*/ 451184 h 578267"/>
                <a:gd name="csX124" fmla="*/ 614363 w 827171"/>
                <a:gd name="csY124" fmla="*/ 450432 h 578267"/>
                <a:gd name="csX125" fmla="*/ 615114 w 827171"/>
                <a:gd name="csY125" fmla="*/ 449681 h 578267"/>
                <a:gd name="csX126" fmla="*/ 615867 w 827171"/>
                <a:gd name="csY126" fmla="*/ 448928 h 578267"/>
                <a:gd name="csX127" fmla="*/ 616618 w 827171"/>
                <a:gd name="csY127" fmla="*/ 448928 h 578267"/>
                <a:gd name="csX128" fmla="*/ 617371 w 827171"/>
                <a:gd name="csY128" fmla="*/ 448928 h 578267"/>
                <a:gd name="csX129" fmla="*/ 618123 w 827171"/>
                <a:gd name="csY129" fmla="*/ 448928 h 578267"/>
                <a:gd name="csX130" fmla="*/ 619627 w 827171"/>
                <a:gd name="csY130" fmla="*/ 449681 h 578267"/>
                <a:gd name="csX131" fmla="*/ 621131 w 827171"/>
                <a:gd name="csY131" fmla="*/ 450432 h 578267"/>
                <a:gd name="csX132" fmla="*/ 621882 w 827171"/>
                <a:gd name="csY132" fmla="*/ 450432 h 578267"/>
                <a:gd name="csX133" fmla="*/ 622634 w 827171"/>
                <a:gd name="csY133" fmla="*/ 451184 h 578267"/>
                <a:gd name="csX134" fmla="*/ 623386 w 827171"/>
                <a:gd name="csY134" fmla="*/ 451184 h 578267"/>
                <a:gd name="csX135" fmla="*/ 624890 w 827171"/>
                <a:gd name="csY135" fmla="*/ 450432 h 578267"/>
                <a:gd name="csX136" fmla="*/ 626394 w 827171"/>
                <a:gd name="csY136" fmla="*/ 449681 h 578267"/>
                <a:gd name="csX137" fmla="*/ 627146 w 827171"/>
                <a:gd name="csY137" fmla="*/ 447424 h 578267"/>
                <a:gd name="csX138" fmla="*/ 624138 w 827171"/>
                <a:gd name="csY138" fmla="*/ 441409 h 578267"/>
                <a:gd name="csX139" fmla="*/ 624138 w 827171"/>
                <a:gd name="csY139" fmla="*/ 439905 h 578267"/>
                <a:gd name="csX140" fmla="*/ 624138 w 827171"/>
                <a:gd name="csY140" fmla="*/ 438401 h 578267"/>
                <a:gd name="csX141" fmla="*/ 624138 w 827171"/>
                <a:gd name="csY141" fmla="*/ 437649 h 578267"/>
                <a:gd name="csX142" fmla="*/ 625642 w 827171"/>
                <a:gd name="csY142" fmla="*/ 436897 h 578267"/>
                <a:gd name="csX143" fmla="*/ 626394 w 827171"/>
                <a:gd name="csY143" fmla="*/ 436145 h 578267"/>
                <a:gd name="csX144" fmla="*/ 625642 w 827171"/>
                <a:gd name="csY144" fmla="*/ 435393 h 578267"/>
                <a:gd name="csX145" fmla="*/ 621882 w 827171"/>
                <a:gd name="csY145" fmla="*/ 432385 h 578267"/>
                <a:gd name="csX146" fmla="*/ 621131 w 827171"/>
                <a:gd name="csY146" fmla="*/ 430881 h 578267"/>
                <a:gd name="csX147" fmla="*/ 618874 w 827171"/>
                <a:gd name="csY147" fmla="*/ 426369 h 578267"/>
                <a:gd name="csX148" fmla="*/ 618123 w 827171"/>
                <a:gd name="csY148" fmla="*/ 425617 h 578267"/>
                <a:gd name="csX149" fmla="*/ 617371 w 827171"/>
                <a:gd name="csY149" fmla="*/ 425617 h 578267"/>
                <a:gd name="csX150" fmla="*/ 616618 w 827171"/>
                <a:gd name="csY150" fmla="*/ 427873 h 578267"/>
                <a:gd name="csX151" fmla="*/ 615867 w 827171"/>
                <a:gd name="csY151" fmla="*/ 429377 h 578267"/>
                <a:gd name="csX152" fmla="*/ 615114 w 827171"/>
                <a:gd name="csY152" fmla="*/ 430129 h 578267"/>
                <a:gd name="csX153" fmla="*/ 609099 w 827171"/>
                <a:gd name="csY153" fmla="*/ 430129 h 578267"/>
                <a:gd name="csX154" fmla="*/ 606843 w 827171"/>
                <a:gd name="csY154" fmla="*/ 429377 h 578267"/>
                <a:gd name="csX155" fmla="*/ 604587 w 827171"/>
                <a:gd name="csY155" fmla="*/ 427873 h 578267"/>
                <a:gd name="csX156" fmla="*/ 603835 w 827171"/>
                <a:gd name="csY156" fmla="*/ 426369 h 578267"/>
                <a:gd name="csX157" fmla="*/ 603083 w 827171"/>
                <a:gd name="csY157" fmla="*/ 424113 h 578267"/>
                <a:gd name="csX158" fmla="*/ 602331 w 827171"/>
                <a:gd name="csY158" fmla="*/ 423362 h 578267"/>
                <a:gd name="csX159" fmla="*/ 600827 w 827171"/>
                <a:gd name="csY159" fmla="*/ 421858 h 578267"/>
                <a:gd name="csX160" fmla="*/ 599323 w 827171"/>
                <a:gd name="csY160" fmla="*/ 421858 h 578267"/>
                <a:gd name="csX161" fmla="*/ 594059 w 827171"/>
                <a:gd name="csY161" fmla="*/ 424113 h 578267"/>
                <a:gd name="csX162" fmla="*/ 591803 w 827171"/>
                <a:gd name="csY162" fmla="*/ 424865 h 578267"/>
                <a:gd name="csX163" fmla="*/ 591052 w 827171"/>
                <a:gd name="csY163" fmla="*/ 425617 h 578267"/>
                <a:gd name="csX164" fmla="*/ 590299 w 827171"/>
                <a:gd name="csY164" fmla="*/ 425617 h 578267"/>
                <a:gd name="csX165" fmla="*/ 588795 w 827171"/>
                <a:gd name="csY165" fmla="*/ 423362 h 578267"/>
                <a:gd name="csX166" fmla="*/ 587292 w 827171"/>
                <a:gd name="csY166" fmla="*/ 422609 h 578267"/>
                <a:gd name="csX167" fmla="*/ 585788 w 827171"/>
                <a:gd name="csY167" fmla="*/ 421858 h 578267"/>
                <a:gd name="csX168" fmla="*/ 581276 w 827171"/>
                <a:gd name="csY168" fmla="*/ 424113 h 578267"/>
                <a:gd name="csX169" fmla="*/ 578268 w 827171"/>
                <a:gd name="csY169" fmla="*/ 426369 h 578267"/>
                <a:gd name="csX170" fmla="*/ 576012 w 827171"/>
                <a:gd name="csY170" fmla="*/ 427121 h 578267"/>
                <a:gd name="csX171" fmla="*/ 574508 w 827171"/>
                <a:gd name="csY171" fmla="*/ 427121 h 578267"/>
                <a:gd name="csX172" fmla="*/ 573004 w 827171"/>
                <a:gd name="csY172" fmla="*/ 427121 h 578267"/>
                <a:gd name="csX173" fmla="*/ 569244 w 827171"/>
                <a:gd name="csY173" fmla="*/ 426369 h 578267"/>
                <a:gd name="csX174" fmla="*/ 566236 w 827171"/>
                <a:gd name="csY174" fmla="*/ 425617 h 578267"/>
                <a:gd name="csX175" fmla="*/ 564733 w 827171"/>
                <a:gd name="csY175" fmla="*/ 425617 h 578267"/>
                <a:gd name="csX176" fmla="*/ 563980 w 827171"/>
                <a:gd name="csY176" fmla="*/ 424865 h 578267"/>
                <a:gd name="csX177" fmla="*/ 563980 w 827171"/>
                <a:gd name="csY177" fmla="*/ 422609 h 578267"/>
                <a:gd name="csX178" fmla="*/ 563229 w 827171"/>
                <a:gd name="csY178" fmla="*/ 421105 h 578267"/>
                <a:gd name="csX179" fmla="*/ 561724 w 827171"/>
                <a:gd name="csY179" fmla="*/ 420353 h 578267"/>
                <a:gd name="csX180" fmla="*/ 560220 w 827171"/>
                <a:gd name="csY180" fmla="*/ 422609 h 578267"/>
                <a:gd name="csX181" fmla="*/ 560220 w 827171"/>
                <a:gd name="csY181" fmla="*/ 425617 h 578267"/>
                <a:gd name="csX182" fmla="*/ 559469 w 827171"/>
                <a:gd name="csY182" fmla="*/ 427873 h 578267"/>
                <a:gd name="csX183" fmla="*/ 557213 w 827171"/>
                <a:gd name="csY183" fmla="*/ 427873 h 578267"/>
                <a:gd name="csX184" fmla="*/ 554957 w 827171"/>
                <a:gd name="csY184" fmla="*/ 426369 h 578267"/>
                <a:gd name="csX185" fmla="*/ 551949 w 827171"/>
                <a:gd name="csY185" fmla="*/ 423362 h 578267"/>
                <a:gd name="csX186" fmla="*/ 548941 w 827171"/>
                <a:gd name="csY186" fmla="*/ 421858 h 578267"/>
                <a:gd name="csX187" fmla="*/ 533901 w 827171"/>
                <a:gd name="csY187" fmla="*/ 420353 h 578267"/>
                <a:gd name="csX188" fmla="*/ 531646 w 827171"/>
                <a:gd name="csY188" fmla="*/ 420353 h 578267"/>
                <a:gd name="csX189" fmla="*/ 529390 w 827171"/>
                <a:gd name="csY189" fmla="*/ 421858 h 578267"/>
                <a:gd name="csX190" fmla="*/ 527134 w 827171"/>
                <a:gd name="csY190" fmla="*/ 418849 h 578267"/>
                <a:gd name="csX191" fmla="*/ 523374 w 827171"/>
                <a:gd name="csY191" fmla="*/ 417345 h 578267"/>
                <a:gd name="csX192" fmla="*/ 514350 w 827171"/>
                <a:gd name="csY192" fmla="*/ 417345 h 578267"/>
                <a:gd name="csX193" fmla="*/ 512846 w 827171"/>
                <a:gd name="csY193" fmla="*/ 416594 h 578267"/>
                <a:gd name="csX194" fmla="*/ 509838 w 827171"/>
                <a:gd name="csY194" fmla="*/ 414338 h 578267"/>
                <a:gd name="csX195" fmla="*/ 508335 w 827171"/>
                <a:gd name="csY195" fmla="*/ 413586 h 578267"/>
                <a:gd name="csX196" fmla="*/ 506078 w 827171"/>
                <a:gd name="csY196" fmla="*/ 413586 h 578267"/>
                <a:gd name="csX197" fmla="*/ 503822 w 827171"/>
                <a:gd name="csY197" fmla="*/ 413586 h 578267"/>
                <a:gd name="csX198" fmla="*/ 501567 w 827171"/>
                <a:gd name="csY198" fmla="*/ 415090 h 578267"/>
                <a:gd name="csX199" fmla="*/ 500063 w 827171"/>
                <a:gd name="csY199" fmla="*/ 415842 h 578267"/>
                <a:gd name="csX200" fmla="*/ 494047 w 827171"/>
                <a:gd name="csY200" fmla="*/ 411330 h 578267"/>
                <a:gd name="csX201" fmla="*/ 488783 w 827171"/>
                <a:gd name="csY201" fmla="*/ 409826 h 578267"/>
                <a:gd name="csX202" fmla="*/ 487279 w 827171"/>
                <a:gd name="csY202" fmla="*/ 409074 h 578267"/>
                <a:gd name="csX203" fmla="*/ 487279 w 827171"/>
                <a:gd name="csY203" fmla="*/ 407570 h 578267"/>
                <a:gd name="csX204" fmla="*/ 484271 w 827171"/>
                <a:gd name="csY204" fmla="*/ 403058 h 578267"/>
                <a:gd name="csX205" fmla="*/ 479007 w 827171"/>
                <a:gd name="csY205" fmla="*/ 396290 h 578267"/>
                <a:gd name="csX206" fmla="*/ 477503 w 827171"/>
                <a:gd name="csY206" fmla="*/ 391779 h 578267"/>
                <a:gd name="csX207" fmla="*/ 475999 w 827171"/>
                <a:gd name="csY207" fmla="*/ 390275 h 578267"/>
                <a:gd name="csX208" fmla="*/ 474496 w 827171"/>
                <a:gd name="csY208" fmla="*/ 388771 h 578267"/>
                <a:gd name="csX209" fmla="*/ 470736 w 827171"/>
                <a:gd name="csY209" fmla="*/ 386515 h 578267"/>
                <a:gd name="csX210" fmla="*/ 469232 w 827171"/>
                <a:gd name="csY210" fmla="*/ 385011 h 578267"/>
                <a:gd name="csX211" fmla="*/ 467728 w 827171"/>
                <a:gd name="csY211" fmla="*/ 382003 h 578267"/>
                <a:gd name="csX212" fmla="*/ 464720 w 827171"/>
                <a:gd name="csY212" fmla="*/ 371475 h 578267"/>
                <a:gd name="csX213" fmla="*/ 461712 w 827171"/>
                <a:gd name="csY213" fmla="*/ 367715 h 578267"/>
                <a:gd name="csX214" fmla="*/ 460208 w 827171"/>
                <a:gd name="csY214" fmla="*/ 368467 h 578267"/>
                <a:gd name="csX215" fmla="*/ 458704 w 827171"/>
                <a:gd name="csY215" fmla="*/ 367715 h 578267"/>
                <a:gd name="csX216" fmla="*/ 457952 w 827171"/>
                <a:gd name="csY216" fmla="*/ 366211 h 578267"/>
                <a:gd name="csX217" fmla="*/ 455696 w 827171"/>
                <a:gd name="csY217" fmla="*/ 365460 h 578267"/>
                <a:gd name="csX218" fmla="*/ 454944 w 827171"/>
                <a:gd name="csY218" fmla="*/ 366211 h 578267"/>
                <a:gd name="csX219" fmla="*/ 453440 w 827171"/>
                <a:gd name="csY219" fmla="*/ 366964 h 578267"/>
                <a:gd name="csX220" fmla="*/ 451936 w 827171"/>
                <a:gd name="csY220" fmla="*/ 367715 h 578267"/>
                <a:gd name="csX221" fmla="*/ 450432 w 827171"/>
                <a:gd name="csY221" fmla="*/ 366211 h 578267"/>
                <a:gd name="csX222" fmla="*/ 449680 w 827171"/>
                <a:gd name="csY222" fmla="*/ 364707 h 578267"/>
                <a:gd name="csX223" fmla="*/ 450432 w 827171"/>
                <a:gd name="csY223" fmla="*/ 362451 h 578267"/>
                <a:gd name="csX224" fmla="*/ 449680 w 827171"/>
                <a:gd name="csY224" fmla="*/ 360196 h 578267"/>
                <a:gd name="csX225" fmla="*/ 448928 w 827171"/>
                <a:gd name="csY225" fmla="*/ 359444 h 578267"/>
                <a:gd name="csX226" fmla="*/ 446673 w 827171"/>
                <a:gd name="csY226" fmla="*/ 358692 h 578267"/>
                <a:gd name="csX227" fmla="*/ 446673 w 827171"/>
                <a:gd name="csY227" fmla="*/ 357188 h 578267"/>
                <a:gd name="csX228" fmla="*/ 448176 w 827171"/>
                <a:gd name="csY228" fmla="*/ 354932 h 578267"/>
                <a:gd name="csX229" fmla="*/ 448176 w 827171"/>
                <a:gd name="csY229" fmla="*/ 351172 h 578267"/>
                <a:gd name="csX230" fmla="*/ 447424 w 827171"/>
                <a:gd name="csY230" fmla="*/ 348916 h 578267"/>
                <a:gd name="csX231" fmla="*/ 442913 w 827171"/>
                <a:gd name="csY231" fmla="*/ 344404 h 578267"/>
                <a:gd name="csX232" fmla="*/ 438401 w 827171"/>
                <a:gd name="csY232" fmla="*/ 338388 h 578267"/>
                <a:gd name="csX233" fmla="*/ 436145 w 827171"/>
                <a:gd name="csY233" fmla="*/ 336132 h 578267"/>
                <a:gd name="csX234" fmla="*/ 432385 w 827171"/>
                <a:gd name="csY234" fmla="*/ 336885 h 578267"/>
                <a:gd name="csX235" fmla="*/ 428625 w 827171"/>
                <a:gd name="csY235" fmla="*/ 333125 h 578267"/>
                <a:gd name="csX236" fmla="*/ 422609 w 827171"/>
                <a:gd name="csY236" fmla="*/ 322597 h 578267"/>
                <a:gd name="csX237" fmla="*/ 418849 w 827171"/>
                <a:gd name="csY237" fmla="*/ 317333 h 578267"/>
                <a:gd name="csX238" fmla="*/ 418849 w 827171"/>
                <a:gd name="csY238" fmla="*/ 315829 h 578267"/>
                <a:gd name="csX239" fmla="*/ 418849 w 827171"/>
                <a:gd name="csY239" fmla="*/ 315077 h 578267"/>
                <a:gd name="csX240" fmla="*/ 418097 w 827171"/>
                <a:gd name="csY240" fmla="*/ 314325 h 578267"/>
                <a:gd name="csX241" fmla="*/ 414338 w 827171"/>
                <a:gd name="csY241" fmla="*/ 312821 h 578267"/>
                <a:gd name="csX242" fmla="*/ 412082 w 827171"/>
                <a:gd name="csY242" fmla="*/ 310566 h 578267"/>
                <a:gd name="csX243" fmla="*/ 407570 w 827171"/>
                <a:gd name="csY243" fmla="*/ 309061 h 578267"/>
                <a:gd name="csX244" fmla="*/ 403810 w 827171"/>
                <a:gd name="csY244" fmla="*/ 305302 h 578267"/>
                <a:gd name="csX245" fmla="*/ 401554 w 827171"/>
                <a:gd name="csY245" fmla="*/ 304549 h 578267"/>
                <a:gd name="csX246" fmla="*/ 400050 w 827171"/>
                <a:gd name="csY246" fmla="*/ 304549 h 578267"/>
                <a:gd name="csX247" fmla="*/ 398546 w 827171"/>
                <a:gd name="csY247" fmla="*/ 305302 h 578267"/>
                <a:gd name="csX248" fmla="*/ 397042 w 827171"/>
                <a:gd name="csY248" fmla="*/ 305302 h 578267"/>
                <a:gd name="csX249" fmla="*/ 395538 w 827171"/>
                <a:gd name="csY249" fmla="*/ 304549 h 578267"/>
                <a:gd name="csX250" fmla="*/ 390275 w 827171"/>
                <a:gd name="csY250" fmla="*/ 299286 h 578267"/>
                <a:gd name="csX251" fmla="*/ 389523 w 827171"/>
                <a:gd name="csY251" fmla="*/ 297782 h 578267"/>
                <a:gd name="csX252" fmla="*/ 386515 w 827171"/>
                <a:gd name="csY252" fmla="*/ 297030 h 578267"/>
                <a:gd name="csX253" fmla="*/ 385763 w 827171"/>
                <a:gd name="csY253" fmla="*/ 296278 h 578267"/>
                <a:gd name="csX254" fmla="*/ 386515 w 827171"/>
                <a:gd name="csY254" fmla="*/ 294774 h 578267"/>
                <a:gd name="csX255" fmla="*/ 387266 w 827171"/>
                <a:gd name="csY255" fmla="*/ 293270 h 578267"/>
                <a:gd name="csX256" fmla="*/ 387266 w 827171"/>
                <a:gd name="csY256" fmla="*/ 291766 h 578267"/>
                <a:gd name="csX257" fmla="*/ 387266 w 827171"/>
                <a:gd name="csY257" fmla="*/ 290262 h 578267"/>
                <a:gd name="csX258" fmla="*/ 384259 w 827171"/>
                <a:gd name="csY258" fmla="*/ 288758 h 578267"/>
                <a:gd name="csX259" fmla="*/ 382003 w 827171"/>
                <a:gd name="csY259" fmla="*/ 288758 h 578267"/>
                <a:gd name="csX260" fmla="*/ 379747 w 827171"/>
                <a:gd name="csY260" fmla="*/ 288006 h 578267"/>
                <a:gd name="csX261" fmla="*/ 378995 w 827171"/>
                <a:gd name="csY261" fmla="*/ 283494 h 578267"/>
                <a:gd name="csX262" fmla="*/ 377491 w 827171"/>
                <a:gd name="csY262" fmla="*/ 280487 h 578267"/>
                <a:gd name="csX263" fmla="*/ 375235 w 827171"/>
                <a:gd name="csY263" fmla="*/ 281990 h 578267"/>
                <a:gd name="csX264" fmla="*/ 371475 w 827171"/>
                <a:gd name="csY264" fmla="*/ 285750 h 578267"/>
                <a:gd name="csX265" fmla="*/ 369971 w 827171"/>
                <a:gd name="csY265" fmla="*/ 284246 h 578267"/>
                <a:gd name="csX266" fmla="*/ 369971 w 827171"/>
                <a:gd name="csY266" fmla="*/ 282742 h 578267"/>
                <a:gd name="csX267" fmla="*/ 369971 w 827171"/>
                <a:gd name="csY267" fmla="*/ 281238 h 578267"/>
                <a:gd name="csX268" fmla="*/ 368467 w 827171"/>
                <a:gd name="csY268" fmla="*/ 280487 h 578267"/>
                <a:gd name="csX269" fmla="*/ 366963 w 827171"/>
                <a:gd name="csY269" fmla="*/ 278983 h 578267"/>
                <a:gd name="csX270" fmla="*/ 366211 w 827171"/>
                <a:gd name="csY270" fmla="*/ 278983 h 578267"/>
                <a:gd name="csX271" fmla="*/ 364707 w 827171"/>
                <a:gd name="csY271" fmla="*/ 278983 h 578267"/>
                <a:gd name="csX272" fmla="*/ 363203 w 827171"/>
                <a:gd name="csY272" fmla="*/ 277478 h 578267"/>
                <a:gd name="csX273" fmla="*/ 361699 w 827171"/>
                <a:gd name="csY273" fmla="*/ 273719 h 578267"/>
                <a:gd name="csX274" fmla="*/ 360947 w 827171"/>
                <a:gd name="csY274" fmla="*/ 271463 h 578267"/>
                <a:gd name="csX275" fmla="*/ 359444 w 827171"/>
                <a:gd name="csY275" fmla="*/ 269959 h 578267"/>
                <a:gd name="csX276" fmla="*/ 355684 w 827171"/>
                <a:gd name="csY276" fmla="*/ 269207 h 578267"/>
                <a:gd name="csX277" fmla="*/ 352676 w 827171"/>
                <a:gd name="csY277" fmla="*/ 269959 h 578267"/>
                <a:gd name="csX278" fmla="*/ 349668 w 827171"/>
                <a:gd name="csY278" fmla="*/ 270711 h 578267"/>
                <a:gd name="csX279" fmla="*/ 346660 w 827171"/>
                <a:gd name="csY279" fmla="*/ 271463 h 578267"/>
                <a:gd name="csX280" fmla="*/ 344404 w 827171"/>
                <a:gd name="csY280" fmla="*/ 269207 h 578267"/>
                <a:gd name="csX281" fmla="*/ 344404 w 827171"/>
                <a:gd name="csY281" fmla="*/ 267703 h 578267"/>
                <a:gd name="csX282" fmla="*/ 345908 w 827171"/>
                <a:gd name="csY282" fmla="*/ 263943 h 578267"/>
                <a:gd name="csX283" fmla="*/ 345156 w 827171"/>
                <a:gd name="csY283" fmla="*/ 263191 h 578267"/>
                <a:gd name="csX284" fmla="*/ 339892 w 827171"/>
                <a:gd name="csY284" fmla="*/ 265447 h 578267"/>
                <a:gd name="csX285" fmla="*/ 339140 w 827171"/>
                <a:gd name="csY285" fmla="*/ 264695 h 578267"/>
                <a:gd name="csX286" fmla="*/ 339140 w 827171"/>
                <a:gd name="csY286" fmla="*/ 262439 h 578267"/>
                <a:gd name="csX287" fmla="*/ 338388 w 827171"/>
                <a:gd name="csY287" fmla="*/ 259431 h 578267"/>
                <a:gd name="csX288" fmla="*/ 337636 w 827171"/>
                <a:gd name="csY288" fmla="*/ 257175 h 578267"/>
                <a:gd name="csX289" fmla="*/ 335380 w 827171"/>
                <a:gd name="csY289" fmla="*/ 257927 h 578267"/>
                <a:gd name="csX290" fmla="*/ 334628 w 827171"/>
                <a:gd name="csY290" fmla="*/ 259431 h 578267"/>
                <a:gd name="csX291" fmla="*/ 333877 w 827171"/>
                <a:gd name="csY291" fmla="*/ 260935 h 578267"/>
                <a:gd name="csX292" fmla="*/ 333125 w 827171"/>
                <a:gd name="csY292" fmla="*/ 260935 h 578267"/>
                <a:gd name="csX293" fmla="*/ 330868 w 827171"/>
                <a:gd name="csY293" fmla="*/ 259431 h 578267"/>
                <a:gd name="csX294" fmla="*/ 330117 w 827171"/>
                <a:gd name="csY294" fmla="*/ 258679 h 578267"/>
                <a:gd name="csX295" fmla="*/ 330117 w 827171"/>
                <a:gd name="csY295" fmla="*/ 257175 h 578267"/>
                <a:gd name="csX296" fmla="*/ 329365 w 827171"/>
                <a:gd name="csY296" fmla="*/ 255671 h 578267"/>
                <a:gd name="csX297" fmla="*/ 327861 w 827171"/>
                <a:gd name="csY297" fmla="*/ 254919 h 578267"/>
                <a:gd name="csX298" fmla="*/ 326357 w 827171"/>
                <a:gd name="csY298" fmla="*/ 255671 h 578267"/>
                <a:gd name="csX299" fmla="*/ 324853 w 827171"/>
                <a:gd name="csY299" fmla="*/ 257175 h 578267"/>
                <a:gd name="csX300" fmla="*/ 323349 w 827171"/>
                <a:gd name="csY300" fmla="*/ 260183 h 578267"/>
                <a:gd name="csX301" fmla="*/ 321845 w 827171"/>
                <a:gd name="csY301" fmla="*/ 260935 h 578267"/>
                <a:gd name="csX302" fmla="*/ 320341 w 827171"/>
                <a:gd name="csY302" fmla="*/ 259431 h 578267"/>
                <a:gd name="csX303" fmla="*/ 318837 w 827171"/>
                <a:gd name="csY303" fmla="*/ 257927 h 578267"/>
                <a:gd name="csX304" fmla="*/ 318085 w 827171"/>
                <a:gd name="csY304" fmla="*/ 257175 h 578267"/>
                <a:gd name="csX305" fmla="*/ 315077 w 827171"/>
                <a:gd name="csY305" fmla="*/ 257175 h 578267"/>
                <a:gd name="csX306" fmla="*/ 312069 w 827171"/>
                <a:gd name="csY306" fmla="*/ 257175 h 578267"/>
                <a:gd name="csX307" fmla="*/ 311317 w 827171"/>
                <a:gd name="csY307" fmla="*/ 259431 h 578267"/>
                <a:gd name="csX308" fmla="*/ 312069 w 827171"/>
                <a:gd name="csY308" fmla="*/ 263191 h 578267"/>
                <a:gd name="csX309" fmla="*/ 307557 w 827171"/>
                <a:gd name="csY309" fmla="*/ 263191 h 578267"/>
                <a:gd name="csX310" fmla="*/ 304549 w 827171"/>
                <a:gd name="csY310" fmla="*/ 262439 h 578267"/>
                <a:gd name="csX311" fmla="*/ 300789 w 827171"/>
                <a:gd name="csY311" fmla="*/ 261687 h 578267"/>
                <a:gd name="csX312" fmla="*/ 300789 w 827171"/>
                <a:gd name="csY312" fmla="*/ 260935 h 578267"/>
                <a:gd name="csX313" fmla="*/ 302294 w 827171"/>
                <a:gd name="csY313" fmla="*/ 257927 h 578267"/>
                <a:gd name="csX314" fmla="*/ 301542 w 827171"/>
                <a:gd name="csY314" fmla="*/ 256423 h 578267"/>
                <a:gd name="csX315" fmla="*/ 300789 w 827171"/>
                <a:gd name="csY315" fmla="*/ 255671 h 578267"/>
                <a:gd name="csX316" fmla="*/ 300038 w 827171"/>
                <a:gd name="csY316" fmla="*/ 254919 h 578267"/>
                <a:gd name="csX317" fmla="*/ 298534 w 827171"/>
                <a:gd name="csY317" fmla="*/ 260935 h 578267"/>
                <a:gd name="csX318" fmla="*/ 297782 w 827171"/>
                <a:gd name="csY318" fmla="*/ 262439 h 578267"/>
                <a:gd name="csX319" fmla="*/ 294774 w 827171"/>
                <a:gd name="csY319" fmla="*/ 261687 h 578267"/>
                <a:gd name="csX320" fmla="*/ 293270 w 827171"/>
                <a:gd name="csY320" fmla="*/ 258679 h 578267"/>
                <a:gd name="csX321" fmla="*/ 292518 w 827171"/>
                <a:gd name="csY321" fmla="*/ 253415 h 578267"/>
                <a:gd name="csX322" fmla="*/ 291766 w 827171"/>
                <a:gd name="csY322" fmla="*/ 250408 h 578267"/>
                <a:gd name="csX323" fmla="*/ 290262 w 827171"/>
                <a:gd name="csY323" fmla="*/ 251911 h 578267"/>
                <a:gd name="csX324" fmla="*/ 288758 w 827171"/>
                <a:gd name="csY324" fmla="*/ 252663 h 578267"/>
                <a:gd name="csX325" fmla="*/ 287254 w 827171"/>
                <a:gd name="csY325" fmla="*/ 253415 h 578267"/>
                <a:gd name="csX326" fmla="*/ 284998 w 827171"/>
                <a:gd name="csY326" fmla="*/ 252663 h 578267"/>
                <a:gd name="csX327" fmla="*/ 289510 w 827171"/>
                <a:gd name="csY327" fmla="*/ 249655 h 578267"/>
                <a:gd name="csX328" fmla="*/ 285750 w 827171"/>
                <a:gd name="csY328" fmla="*/ 245895 h 578267"/>
                <a:gd name="csX329" fmla="*/ 276726 w 827171"/>
                <a:gd name="csY329" fmla="*/ 241384 h 578267"/>
                <a:gd name="csX330" fmla="*/ 278982 w 827171"/>
                <a:gd name="csY330" fmla="*/ 239880 h 578267"/>
                <a:gd name="csX331" fmla="*/ 281238 w 827171"/>
                <a:gd name="csY331" fmla="*/ 239880 h 578267"/>
                <a:gd name="csX332" fmla="*/ 286502 w 827171"/>
                <a:gd name="csY332" fmla="*/ 239880 h 578267"/>
                <a:gd name="csX333" fmla="*/ 284246 w 827171"/>
                <a:gd name="csY333" fmla="*/ 236872 h 578267"/>
                <a:gd name="csX334" fmla="*/ 277478 w 827171"/>
                <a:gd name="csY334" fmla="*/ 235368 h 578267"/>
                <a:gd name="csX335" fmla="*/ 275974 w 827171"/>
                <a:gd name="csY335" fmla="*/ 232360 h 578267"/>
                <a:gd name="csX336" fmla="*/ 275974 w 827171"/>
                <a:gd name="csY336" fmla="*/ 230104 h 578267"/>
                <a:gd name="csX337" fmla="*/ 275222 w 827171"/>
                <a:gd name="csY337" fmla="*/ 230104 h 578267"/>
                <a:gd name="csX338" fmla="*/ 263943 w 827171"/>
                <a:gd name="csY338" fmla="*/ 230104 h 578267"/>
                <a:gd name="csX339" fmla="*/ 261687 w 827171"/>
                <a:gd name="csY339" fmla="*/ 230104 h 578267"/>
                <a:gd name="csX340" fmla="*/ 261687 w 827171"/>
                <a:gd name="csY340" fmla="*/ 228600 h 578267"/>
                <a:gd name="csX341" fmla="*/ 262439 w 827171"/>
                <a:gd name="csY341" fmla="*/ 225592 h 578267"/>
                <a:gd name="csX342" fmla="*/ 260935 w 827171"/>
                <a:gd name="csY342" fmla="*/ 224089 h 578267"/>
                <a:gd name="csX343" fmla="*/ 257927 w 827171"/>
                <a:gd name="csY343" fmla="*/ 224089 h 578267"/>
                <a:gd name="csX344" fmla="*/ 254919 w 827171"/>
                <a:gd name="csY344" fmla="*/ 224089 h 578267"/>
                <a:gd name="csX345" fmla="*/ 253415 w 827171"/>
                <a:gd name="csY345" fmla="*/ 220329 h 578267"/>
                <a:gd name="csX346" fmla="*/ 251911 w 827171"/>
                <a:gd name="csY346" fmla="*/ 219576 h 578267"/>
                <a:gd name="csX347" fmla="*/ 248151 w 827171"/>
                <a:gd name="csY347" fmla="*/ 222584 h 578267"/>
                <a:gd name="csX348" fmla="*/ 243640 w 827171"/>
                <a:gd name="csY348" fmla="*/ 228600 h 578267"/>
                <a:gd name="csX349" fmla="*/ 241384 w 827171"/>
                <a:gd name="csY349" fmla="*/ 227096 h 578267"/>
                <a:gd name="csX350" fmla="*/ 239128 w 827171"/>
                <a:gd name="csY350" fmla="*/ 224089 h 578267"/>
                <a:gd name="csX351" fmla="*/ 238376 w 827171"/>
                <a:gd name="csY351" fmla="*/ 221080 h 578267"/>
                <a:gd name="csX352" fmla="*/ 238376 w 827171"/>
                <a:gd name="csY352" fmla="*/ 220329 h 578267"/>
                <a:gd name="csX353" fmla="*/ 241384 w 827171"/>
                <a:gd name="csY353" fmla="*/ 219576 h 578267"/>
                <a:gd name="csX354" fmla="*/ 242136 w 827171"/>
                <a:gd name="csY354" fmla="*/ 218072 h 578267"/>
                <a:gd name="csX355" fmla="*/ 240632 w 827171"/>
                <a:gd name="csY355" fmla="*/ 216569 h 578267"/>
                <a:gd name="csX356" fmla="*/ 237624 w 827171"/>
                <a:gd name="csY356" fmla="*/ 215065 h 578267"/>
                <a:gd name="csX357" fmla="*/ 233864 w 827171"/>
                <a:gd name="csY357" fmla="*/ 215817 h 578267"/>
                <a:gd name="csX358" fmla="*/ 232360 w 827171"/>
                <a:gd name="csY358" fmla="*/ 217321 h 578267"/>
                <a:gd name="csX359" fmla="*/ 232360 w 827171"/>
                <a:gd name="csY359" fmla="*/ 219576 h 578267"/>
                <a:gd name="csX360" fmla="*/ 233112 w 827171"/>
                <a:gd name="csY360" fmla="*/ 223336 h 578267"/>
                <a:gd name="csX361" fmla="*/ 230856 w 827171"/>
                <a:gd name="csY361" fmla="*/ 224089 h 578267"/>
                <a:gd name="csX362" fmla="*/ 230104 w 827171"/>
                <a:gd name="csY362" fmla="*/ 223336 h 578267"/>
                <a:gd name="csX363" fmla="*/ 229352 w 827171"/>
                <a:gd name="csY363" fmla="*/ 222584 h 578267"/>
                <a:gd name="csX364" fmla="*/ 227848 w 827171"/>
                <a:gd name="csY364" fmla="*/ 221080 h 578267"/>
                <a:gd name="csX365" fmla="*/ 226344 w 827171"/>
                <a:gd name="csY365" fmla="*/ 221080 h 578267"/>
                <a:gd name="csX366" fmla="*/ 224088 w 827171"/>
                <a:gd name="csY366" fmla="*/ 221080 h 578267"/>
                <a:gd name="csX367" fmla="*/ 221832 w 827171"/>
                <a:gd name="csY367" fmla="*/ 221832 h 578267"/>
                <a:gd name="csX368" fmla="*/ 221080 w 827171"/>
                <a:gd name="csY368" fmla="*/ 222584 h 578267"/>
                <a:gd name="csX369" fmla="*/ 220328 w 827171"/>
                <a:gd name="csY369" fmla="*/ 221832 h 578267"/>
                <a:gd name="csX370" fmla="*/ 219576 w 827171"/>
                <a:gd name="csY370" fmla="*/ 217321 h 578267"/>
                <a:gd name="csX371" fmla="*/ 218824 w 827171"/>
                <a:gd name="csY371" fmla="*/ 215817 h 578267"/>
                <a:gd name="csX372" fmla="*/ 218072 w 827171"/>
                <a:gd name="csY372" fmla="*/ 215065 h 578267"/>
                <a:gd name="csX373" fmla="*/ 217321 w 827171"/>
                <a:gd name="csY373" fmla="*/ 214313 h 578267"/>
                <a:gd name="csX374" fmla="*/ 216569 w 827171"/>
                <a:gd name="csY374" fmla="*/ 214313 h 578267"/>
                <a:gd name="csX375" fmla="*/ 215817 w 827171"/>
                <a:gd name="csY375" fmla="*/ 215817 h 578267"/>
                <a:gd name="csX376" fmla="*/ 215817 w 827171"/>
                <a:gd name="csY376" fmla="*/ 216569 h 578267"/>
                <a:gd name="csX377" fmla="*/ 216569 w 827171"/>
                <a:gd name="csY377" fmla="*/ 217321 h 578267"/>
                <a:gd name="csX378" fmla="*/ 216569 w 827171"/>
                <a:gd name="csY378" fmla="*/ 218072 h 578267"/>
                <a:gd name="csX379" fmla="*/ 215817 w 827171"/>
                <a:gd name="csY379" fmla="*/ 220329 h 578267"/>
                <a:gd name="csX380" fmla="*/ 214313 w 827171"/>
                <a:gd name="csY380" fmla="*/ 218072 h 578267"/>
                <a:gd name="csX381" fmla="*/ 212809 w 827171"/>
                <a:gd name="csY381" fmla="*/ 215065 h 578267"/>
                <a:gd name="csX382" fmla="*/ 211305 w 827171"/>
                <a:gd name="csY382" fmla="*/ 212809 h 578267"/>
                <a:gd name="csX383" fmla="*/ 211305 w 827171"/>
                <a:gd name="csY383" fmla="*/ 212057 h 578267"/>
                <a:gd name="csX384" fmla="*/ 211305 w 827171"/>
                <a:gd name="csY384" fmla="*/ 211305 h 578267"/>
                <a:gd name="csX385" fmla="*/ 211305 w 827171"/>
                <a:gd name="csY385" fmla="*/ 210553 h 578267"/>
                <a:gd name="csX386" fmla="*/ 209801 w 827171"/>
                <a:gd name="csY386" fmla="*/ 210553 h 578267"/>
                <a:gd name="csX387" fmla="*/ 208297 w 827171"/>
                <a:gd name="csY387" fmla="*/ 211305 h 578267"/>
                <a:gd name="csX388" fmla="*/ 207545 w 827171"/>
                <a:gd name="csY388" fmla="*/ 212809 h 578267"/>
                <a:gd name="csX389" fmla="*/ 206793 w 827171"/>
                <a:gd name="csY389" fmla="*/ 214313 h 578267"/>
                <a:gd name="csX390" fmla="*/ 206041 w 827171"/>
                <a:gd name="csY390" fmla="*/ 215817 h 578267"/>
                <a:gd name="csX391" fmla="*/ 205289 w 827171"/>
                <a:gd name="csY391" fmla="*/ 218072 h 578267"/>
                <a:gd name="csX392" fmla="*/ 203033 w 827171"/>
                <a:gd name="csY392" fmla="*/ 218072 h 578267"/>
                <a:gd name="csX393" fmla="*/ 198521 w 827171"/>
                <a:gd name="csY393" fmla="*/ 216569 h 578267"/>
                <a:gd name="csX394" fmla="*/ 197769 w 827171"/>
                <a:gd name="csY394" fmla="*/ 215817 h 578267"/>
                <a:gd name="csX395" fmla="*/ 197017 w 827171"/>
                <a:gd name="csY395" fmla="*/ 214313 h 578267"/>
                <a:gd name="csX396" fmla="*/ 196265 w 827171"/>
                <a:gd name="csY396" fmla="*/ 214313 h 578267"/>
                <a:gd name="csX397" fmla="*/ 195513 w 827171"/>
                <a:gd name="csY397" fmla="*/ 214313 h 578267"/>
                <a:gd name="csX398" fmla="*/ 193257 w 827171"/>
                <a:gd name="csY398" fmla="*/ 215065 h 578267"/>
                <a:gd name="csX399" fmla="*/ 191002 w 827171"/>
                <a:gd name="csY399" fmla="*/ 215817 h 578267"/>
                <a:gd name="csX400" fmla="*/ 186490 w 827171"/>
                <a:gd name="csY400" fmla="*/ 217321 h 578267"/>
                <a:gd name="csX401" fmla="*/ 184986 w 827171"/>
                <a:gd name="csY401" fmla="*/ 218072 h 578267"/>
                <a:gd name="csX402" fmla="*/ 181978 w 827171"/>
                <a:gd name="csY402" fmla="*/ 217321 h 578267"/>
                <a:gd name="csX403" fmla="*/ 178970 w 827171"/>
                <a:gd name="csY403" fmla="*/ 216569 h 578267"/>
                <a:gd name="csX404" fmla="*/ 176714 w 827171"/>
                <a:gd name="csY404" fmla="*/ 216569 h 578267"/>
                <a:gd name="csX405" fmla="*/ 175962 w 827171"/>
                <a:gd name="csY405" fmla="*/ 217321 h 578267"/>
                <a:gd name="csX406" fmla="*/ 174458 w 827171"/>
                <a:gd name="csY406" fmla="*/ 219576 h 578267"/>
                <a:gd name="csX407" fmla="*/ 172954 w 827171"/>
                <a:gd name="csY407" fmla="*/ 220329 h 578267"/>
                <a:gd name="csX408" fmla="*/ 172202 w 827171"/>
                <a:gd name="csY408" fmla="*/ 218072 h 578267"/>
                <a:gd name="csX409" fmla="*/ 171450 w 827171"/>
                <a:gd name="csY409" fmla="*/ 215817 h 578267"/>
                <a:gd name="csX410" fmla="*/ 169946 w 827171"/>
                <a:gd name="csY410" fmla="*/ 214313 h 578267"/>
                <a:gd name="csX411" fmla="*/ 168442 w 827171"/>
                <a:gd name="csY411" fmla="*/ 214313 h 578267"/>
                <a:gd name="csX412" fmla="*/ 166938 w 827171"/>
                <a:gd name="csY412" fmla="*/ 216569 h 578267"/>
                <a:gd name="csX413" fmla="*/ 162426 w 827171"/>
                <a:gd name="csY413" fmla="*/ 212057 h 578267"/>
                <a:gd name="csX414" fmla="*/ 160171 w 827171"/>
                <a:gd name="csY414" fmla="*/ 209801 h 578267"/>
                <a:gd name="csX415" fmla="*/ 156411 w 827171"/>
                <a:gd name="csY415" fmla="*/ 209801 h 578267"/>
                <a:gd name="csX416" fmla="*/ 153403 w 827171"/>
                <a:gd name="csY416" fmla="*/ 208297 h 578267"/>
                <a:gd name="csX417" fmla="*/ 152651 w 827171"/>
                <a:gd name="csY417" fmla="*/ 204537 h 578267"/>
                <a:gd name="csX418" fmla="*/ 151147 w 827171"/>
                <a:gd name="csY418" fmla="*/ 201529 h 578267"/>
                <a:gd name="csX419" fmla="*/ 147387 w 827171"/>
                <a:gd name="csY419" fmla="*/ 201529 h 578267"/>
                <a:gd name="csX420" fmla="*/ 145131 w 827171"/>
                <a:gd name="csY420" fmla="*/ 203033 h 578267"/>
                <a:gd name="csX421" fmla="*/ 143627 w 827171"/>
                <a:gd name="csY421" fmla="*/ 205289 h 578267"/>
                <a:gd name="csX422" fmla="*/ 141371 w 827171"/>
                <a:gd name="csY422" fmla="*/ 207545 h 578267"/>
                <a:gd name="csX423" fmla="*/ 138363 w 827171"/>
                <a:gd name="csY423" fmla="*/ 208297 h 578267"/>
                <a:gd name="csX424" fmla="*/ 136859 w 827171"/>
                <a:gd name="csY424" fmla="*/ 206793 h 578267"/>
                <a:gd name="csX425" fmla="*/ 136107 w 827171"/>
                <a:gd name="csY425" fmla="*/ 203033 h 578267"/>
                <a:gd name="csX426" fmla="*/ 136107 w 827171"/>
                <a:gd name="csY426" fmla="*/ 201529 h 578267"/>
                <a:gd name="csX427" fmla="*/ 133099 w 827171"/>
                <a:gd name="csY427" fmla="*/ 206041 h 578267"/>
                <a:gd name="csX428" fmla="*/ 132347 w 827171"/>
                <a:gd name="csY428" fmla="*/ 207545 h 578267"/>
                <a:gd name="csX429" fmla="*/ 131595 w 827171"/>
                <a:gd name="csY429" fmla="*/ 209801 h 578267"/>
                <a:gd name="csX430" fmla="*/ 130844 w 827171"/>
                <a:gd name="csY430" fmla="*/ 211305 h 578267"/>
                <a:gd name="csX431" fmla="*/ 129340 w 827171"/>
                <a:gd name="csY431" fmla="*/ 212057 h 578267"/>
                <a:gd name="csX432" fmla="*/ 128588 w 827171"/>
                <a:gd name="csY432" fmla="*/ 212057 h 578267"/>
                <a:gd name="csX433" fmla="*/ 127084 w 827171"/>
                <a:gd name="csY433" fmla="*/ 210553 h 578267"/>
                <a:gd name="csX434" fmla="*/ 127084 w 827171"/>
                <a:gd name="csY434" fmla="*/ 209049 h 578267"/>
                <a:gd name="csX435" fmla="*/ 127084 w 827171"/>
                <a:gd name="csY435" fmla="*/ 207545 h 578267"/>
                <a:gd name="csX436" fmla="*/ 128588 w 827171"/>
                <a:gd name="csY436" fmla="*/ 205289 h 578267"/>
                <a:gd name="csX437" fmla="*/ 130092 w 827171"/>
                <a:gd name="csY437" fmla="*/ 202281 h 578267"/>
                <a:gd name="csX438" fmla="*/ 129340 w 827171"/>
                <a:gd name="csY438" fmla="*/ 200025 h 578267"/>
                <a:gd name="csX439" fmla="*/ 127836 w 827171"/>
                <a:gd name="csY439" fmla="*/ 197769 h 578267"/>
                <a:gd name="csX440" fmla="*/ 127084 w 827171"/>
                <a:gd name="csY440" fmla="*/ 198521 h 578267"/>
                <a:gd name="csX441" fmla="*/ 125580 w 827171"/>
                <a:gd name="csY441" fmla="*/ 199273 h 578267"/>
                <a:gd name="csX442" fmla="*/ 124076 w 827171"/>
                <a:gd name="csY442" fmla="*/ 198521 h 578267"/>
                <a:gd name="csX443" fmla="*/ 123324 w 827171"/>
                <a:gd name="csY443" fmla="*/ 196265 h 578267"/>
                <a:gd name="csX444" fmla="*/ 124076 w 827171"/>
                <a:gd name="csY444" fmla="*/ 194761 h 578267"/>
                <a:gd name="csX445" fmla="*/ 124828 w 827171"/>
                <a:gd name="csY445" fmla="*/ 193257 h 578267"/>
                <a:gd name="csX446" fmla="*/ 127084 w 827171"/>
                <a:gd name="csY446" fmla="*/ 190250 h 578267"/>
                <a:gd name="csX447" fmla="*/ 127084 w 827171"/>
                <a:gd name="csY447" fmla="*/ 188746 h 578267"/>
                <a:gd name="csX448" fmla="*/ 124828 w 827171"/>
                <a:gd name="csY448" fmla="*/ 187993 h 578267"/>
                <a:gd name="csX449" fmla="*/ 121820 w 827171"/>
                <a:gd name="csY449" fmla="*/ 188746 h 578267"/>
                <a:gd name="csX450" fmla="*/ 119564 w 827171"/>
                <a:gd name="csY450" fmla="*/ 191002 h 578267"/>
                <a:gd name="csX451" fmla="*/ 118060 w 827171"/>
                <a:gd name="csY451" fmla="*/ 194010 h 578267"/>
                <a:gd name="csX452" fmla="*/ 118060 w 827171"/>
                <a:gd name="csY452" fmla="*/ 197017 h 578267"/>
                <a:gd name="csX453" fmla="*/ 116556 w 827171"/>
                <a:gd name="csY453" fmla="*/ 199273 h 578267"/>
                <a:gd name="csX454" fmla="*/ 114300 w 827171"/>
                <a:gd name="csY454" fmla="*/ 201529 h 578267"/>
                <a:gd name="csX455" fmla="*/ 110540 w 827171"/>
                <a:gd name="csY455" fmla="*/ 201529 h 578267"/>
                <a:gd name="csX456" fmla="*/ 108284 w 827171"/>
                <a:gd name="csY456" fmla="*/ 200777 h 578267"/>
                <a:gd name="csX457" fmla="*/ 104525 w 827171"/>
                <a:gd name="csY457" fmla="*/ 196265 h 578267"/>
                <a:gd name="csX458" fmla="*/ 103773 w 827171"/>
                <a:gd name="csY458" fmla="*/ 201529 h 578267"/>
                <a:gd name="csX459" fmla="*/ 102268 w 827171"/>
                <a:gd name="csY459" fmla="*/ 203785 h 578267"/>
                <a:gd name="csX460" fmla="*/ 100765 w 827171"/>
                <a:gd name="csY460" fmla="*/ 204537 h 578267"/>
                <a:gd name="csX461" fmla="*/ 99261 w 827171"/>
                <a:gd name="csY461" fmla="*/ 204537 h 578267"/>
                <a:gd name="csX462" fmla="*/ 96253 w 827171"/>
                <a:gd name="csY462" fmla="*/ 202281 h 578267"/>
                <a:gd name="csX463" fmla="*/ 94749 w 827171"/>
                <a:gd name="csY463" fmla="*/ 201529 h 578267"/>
                <a:gd name="csX464" fmla="*/ 90237 w 827171"/>
                <a:gd name="csY464" fmla="*/ 203033 h 578267"/>
                <a:gd name="csX465" fmla="*/ 83469 w 827171"/>
                <a:gd name="csY465" fmla="*/ 207545 h 578267"/>
                <a:gd name="csX466" fmla="*/ 79709 w 827171"/>
                <a:gd name="csY466" fmla="*/ 207545 h 578267"/>
                <a:gd name="csX467" fmla="*/ 83469 w 827171"/>
                <a:gd name="csY467" fmla="*/ 199273 h 578267"/>
                <a:gd name="csX468" fmla="*/ 85725 w 827171"/>
                <a:gd name="csY468" fmla="*/ 194010 h 578267"/>
                <a:gd name="csX469" fmla="*/ 84221 w 827171"/>
                <a:gd name="csY469" fmla="*/ 191753 h 578267"/>
                <a:gd name="csX470" fmla="*/ 80461 w 827171"/>
                <a:gd name="csY470" fmla="*/ 191753 h 578267"/>
                <a:gd name="csX471" fmla="*/ 77453 w 827171"/>
                <a:gd name="csY471" fmla="*/ 190250 h 578267"/>
                <a:gd name="csX472" fmla="*/ 71438 w 827171"/>
                <a:gd name="csY472" fmla="*/ 186490 h 578267"/>
                <a:gd name="csX473" fmla="*/ 68430 w 827171"/>
                <a:gd name="csY473" fmla="*/ 191753 h 578267"/>
                <a:gd name="csX474" fmla="*/ 66174 w 827171"/>
                <a:gd name="csY474" fmla="*/ 194761 h 578267"/>
                <a:gd name="csX475" fmla="*/ 63918 w 827171"/>
                <a:gd name="csY475" fmla="*/ 195513 h 578267"/>
                <a:gd name="csX476" fmla="*/ 62414 w 827171"/>
                <a:gd name="csY476" fmla="*/ 196265 h 578267"/>
                <a:gd name="csX477" fmla="*/ 60158 w 827171"/>
                <a:gd name="csY477" fmla="*/ 197769 h 578267"/>
                <a:gd name="csX478" fmla="*/ 58654 w 827171"/>
                <a:gd name="csY478" fmla="*/ 197769 h 578267"/>
                <a:gd name="csX479" fmla="*/ 57902 w 827171"/>
                <a:gd name="csY479" fmla="*/ 197017 h 578267"/>
                <a:gd name="csX480" fmla="*/ 56398 w 827171"/>
                <a:gd name="csY480" fmla="*/ 195513 h 578267"/>
                <a:gd name="csX481" fmla="*/ 55646 w 827171"/>
                <a:gd name="csY481" fmla="*/ 194010 h 578267"/>
                <a:gd name="csX482" fmla="*/ 54142 w 827171"/>
                <a:gd name="csY482" fmla="*/ 193257 h 578267"/>
                <a:gd name="csX483" fmla="*/ 51886 w 827171"/>
                <a:gd name="csY483" fmla="*/ 195513 h 578267"/>
                <a:gd name="csX484" fmla="*/ 51886 w 827171"/>
                <a:gd name="csY484" fmla="*/ 199273 h 578267"/>
                <a:gd name="csX485" fmla="*/ 51886 w 827171"/>
                <a:gd name="csY485" fmla="*/ 203785 h 578267"/>
                <a:gd name="csX486" fmla="*/ 51134 w 827171"/>
                <a:gd name="csY486" fmla="*/ 206793 h 578267"/>
                <a:gd name="csX487" fmla="*/ 48878 w 827171"/>
                <a:gd name="csY487" fmla="*/ 206793 h 578267"/>
                <a:gd name="csX488" fmla="*/ 41359 w 827171"/>
                <a:gd name="csY488" fmla="*/ 204537 h 578267"/>
                <a:gd name="csX489" fmla="*/ 38351 w 827171"/>
                <a:gd name="csY489" fmla="*/ 203785 h 578267"/>
                <a:gd name="csX490" fmla="*/ 35343 w 827171"/>
                <a:gd name="csY490" fmla="*/ 205289 h 578267"/>
                <a:gd name="csX491" fmla="*/ 31583 w 827171"/>
                <a:gd name="csY491" fmla="*/ 209801 h 578267"/>
                <a:gd name="csX492" fmla="*/ 28575 w 827171"/>
                <a:gd name="csY492" fmla="*/ 210553 h 578267"/>
                <a:gd name="csX493" fmla="*/ 27823 w 827171"/>
                <a:gd name="csY493" fmla="*/ 206041 h 578267"/>
                <a:gd name="csX494" fmla="*/ 27071 w 827171"/>
                <a:gd name="csY494" fmla="*/ 202281 h 578267"/>
                <a:gd name="csX495" fmla="*/ 24815 w 827171"/>
                <a:gd name="csY495" fmla="*/ 200025 h 578267"/>
                <a:gd name="csX496" fmla="*/ 23311 w 827171"/>
                <a:gd name="csY496" fmla="*/ 200025 h 578267"/>
                <a:gd name="csX497" fmla="*/ 22559 w 827171"/>
                <a:gd name="csY497" fmla="*/ 200777 h 578267"/>
                <a:gd name="csX498" fmla="*/ 21055 w 827171"/>
                <a:gd name="csY498" fmla="*/ 202281 h 578267"/>
                <a:gd name="csX499" fmla="*/ 17296 w 827171"/>
                <a:gd name="csY499" fmla="*/ 204537 h 578267"/>
                <a:gd name="csX500" fmla="*/ 15791 w 827171"/>
                <a:gd name="csY500" fmla="*/ 204537 h 578267"/>
                <a:gd name="csX501" fmla="*/ 14288 w 827171"/>
                <a:gd name="csY501" fmla="*/ 204537 h 578267"/>
                <a:gd name="csX502" fmla="*/ 12784 w 827171"/>
                <a:gd name="csY502" fmla="*/ 204537 h 578267"/>
                <a:gd name="csX503" fmla="*/ 12032 w 827171"/>
                <a:gd name="csY503" fmla="*/ 203785 h 578267"/>
                <a:gd name="csX504" fmla="*/ 11280 w 827171"/>
                <a:gd name="csY504" fmla="*/ 202281 h 578267"/>
                <a:gd name="csX505" fmla="*/ 10528 w 827171"/>
                <a:gd name="csY505" fmla="*/ 200777 h 578267"/>
                <a:gd name="csX506" fmla="*/ 9776 w 827171"/>
                <a:gd name="csY506" fmla="*/ 199273 h 578267"/>
                <a:gd name="csX507" fmla="*/ 8272 w 827171"/>
                <a:gd name="csY507" fmla="*/ 199273 h 578267"/>
                <a:gd name="csX508" fmla="*/ 5264 w 827171"/>
                <a:gd name="csY508" fmla="*/ 200025 h 578267"/>
                <a:gd name="csX509" fmla="*/ 3760 w 827171"/>
                <a:gd name="csY509" fmla="*/ 200777 h 578267"/>
                <a:gd name="csX510" fmla="*/ 3008 w 827171"/>
                <a:gd name="csY510" fmla="*/ 201529 h 578267"/>
                <a:gd name="csX511" fmla="*/ 1504 w 827171"/>
                <a:gd name="csY511" fmla="*/ 202281 h 578267"/>
                <a:gd name="csX512" fmla="*/ 0 w 827171"/>
                <a:gd name="csY512" fmla="*/ 202281 h 578267"/>
                <a:gd name="csX513" fmla="*/ 0 w 827171"/>
                <a:gd name="csY513" fmla="*/ 201529 h 578267"/>
                <a:gd name="csX514" fmla="*/ 1504 w 827171"/>
                <a:gd name="csY514" fmla="*/ 200777 h 578267"/>
                <a:gd name="csX515" fmla="*/ 3008 w 827171"/>
                <a:gd name="csY515" fmla="*/ 197769 h 578267"/>
                <a:gd name="csX516" fmla="*/ 3760 w 827171"/>
                <a:gd name="csY516" fmla="*/ 196265 h 578267"/>
                <a:gd name="csX517" fmla="*/ 2256 w 827171"/>
                <a:gd name="csY517" fmla="*/ 194761 h 578267"/>
                <a:gd name="csX518" fmla="*/ 2256 w 827171"/>
                <a:gd name="csY518" fmla="*/ 193257 h 578267"/>
                <a:gd name="csX519" fmla="*/ 2256 w 827171"/>
                <a:gd name="csY519" fmla="*/ 192506 h 578267"/>
                <a:gd name="csX520" fmla="*/ 4512 w 827171"/>
                <a:gd name="csY520" fmla="*/ 191002 h 578267"/>
                <a:gd name="csX521" fmla="*/ 5264 w 827171"/>
                <a:gd name="csY521" fmla="*/ 190250 h 578267"/>
                <a:gd name="csX522" fmla="*/ 6016 w 827171"/>
                <a:gd name="csY522" fmla="*/ 187993 h 578267"/>
                <a:gd name="csX523" fmla="*/ 5264 w 827171"/>
                <a:gd name="csY523" fmla="*/ 182730 h 578267"/>
                <a:gd name="csX524" fmla="*/ 6016 w 827171"/>
                <a:gd name="csY524" fmla="*/ 180474 h 578267"/>
                <a:gd name="csX525" fmla="*/ 6768 w 827171"/>
                <a:gd name="csY525" fmla="*/ 179722 h 578267"/>
                <a:gd name="csX526" fmla="*/ 9024 w 827171"/>
                <a:gd name="csY526" fmla="*/ 179722 h 578267"/>
                <a:gd name="csX527" fmla="*/ 10528 w 827171"/>
                <a:gd name="csY527" fmla="*/ 178970 h 578267"/>
                <a:gd name="csX528" fmla="*/ 11280 w 827171"/>
                <a:gd name="csY528" fmla="*/ 178218 h 578267"/>
                <a:gd name="csX529" fmla="*/ 17296 w 827171"/>
                <a:gd name="csY529" fmla="*/ 163931 h 578267"/>
                <a:gd name="csX530" fmla="*/ 19551 w 827171"/>
                <a:gd name="csY530" fmla="*/ 157914 h 578267"/>
                <a:gd name="csX531" fmla="*/ 19551 w 827171"/>
                <a:gd name="csY531" fmla="*/ 152651 h 578267"/>
                <a:gd name="csX532" fmla="*/ 18048 w 827171"/>
                <a:gd name="csY532" fmla="*/ 142123 h 578267"/>
                <a:gd name="csX533" fmla="*/ 16544 w 827171"/>
                <a:gd name="csY533" fmla="*/ 136108 h 578267"/>
                <a:gd name="csX534" fmla="*/ 15791 w 827171"/>
                <a:gd name="csY534" fmla="*/ 136108 h 578267"/>
                <a:gd name="csX535" fmla="*/ 13536 w 827171"/>
                <a:gd name="csY535" fmla="*/ 135355 h 578267"/>
                <a:gd name="csX536" fmla="*/ 13536 w 827171"/>
                <a:gd name="csY536" fmla="*/ 133852 h 578267"/>
                <a:gd name="csX537" fmla="*/ 14288 w 827171"/>
                <a:gd name="csY537" fmla="*/ 131595 h 578267"/>
                <a:gd name="csX538" fmla="*/ 14288 w 827171"/>
                <a:gd name="csY538" fmla="*/ 129340 h 578267"/>
                <a:gd name="csX539" fmla="*/ 13536 w 827171"/>
                <a:gd name="csY539" fmla="*/ 129340 h 578267"/>
                <a:gd name="csX540" fmla="*/ 12032 w 827171"/>
                <a:gd name="csY540" fmla="*/ 128588 h 578267"/>
                <a:gd name="csX541" fmla="*/ 10528 w 827171"/>
                <a:gd name="csY541" fmla="*/ 127836 h 578267"/>
                <a:gd name="csX542" fmla="*/ 9776 w 827171"/>
                <a:gd name="csY542" fmla="*/ 125580 h 578267"/>
                <a:gd name="csX543" fmla="*/ 10528 w 827171"/>
                <a:gd name="csY543" fmla="*/ 123324 h 578267"/>
                <a:gd name="csX544" fmla="*/ 12032 w 827171"/>
                <a:gd name="csY544" fmla="*/ 123324 h 578267"/>
                <a:gd name="csX545" fmla="*/ 13536 w 827171"/>
                <a:gd name="csY545" fmla="*/ 122572 h 578267"/>
                <a:gd name="csX546" fmla="*/ 14288 w 827171"/>
                <a:gd name="csY546" fmla="*/ 121820 h 578267"/>
                <a:gd name="csX547" fmla="*/ 15039 w 827171"/>
                <a:gd name="csY547" fmla="*/ 118812 h 578267"/>
                <a:gd name="csX548" fmla="*/ 15791 w 827171"/>
                <a:gd name="csY548" fmla="*/ 115804 h 578267"/>
                <a:gd name="csX549" fmla="*/ 15039 w 827171"/>
                <a:gd name="csY549" fmla="*/ 109036 h 578267"/>
                <a:gd name="csX550" fmla="*/ 15039 w 827171"/>
                <a:gd name="csY550" fmla="*/ 106029 h 578267"/>
                <a:gd name="csX551" fmla="*/ 16544 w 827171"/>
                <a:gd name="csY551" fmla="*/ 100013 h 578267"/>
                <a:gd name="csX552" fmla="*/ 17296 w 827171"/>
                <a:gd name="csY552" fmla="*/ 97005 h 578267"/>
                <a:gd name="csX553" fmla="*/ 17296 w 827171"/>
                <a:gd name="csY553" fmla="*/ 97757 h 578267"/>
                <a:gd name="csX554" fmla="*/ 16544 w 827171"/>
                <a:gd name="csY554" fmla="*/ 97005 h 578267"/>
                <a:gd name="csX555" fmla="*/ 15791 w 827171"/>
                <a:gd name="csY555" fmla="*/ 94749 h 578267"/>
                <a:gd name="csX556" fmla="*/ 15791 w 827171"/>
                <a:gd name="csY556" fmla="*/ 93245 h 578267"/>
                <a:gd name="csX557" fmla="*/ 15791 w 827171"/>
                <a:gd name="csY557" fmla="*/ 92493 h 578267"/>
                <a:gd name="csX558" fmla="*/ 17296 w 827171"/>
                <a:gd name="csY558" fmla="*/ 90989 h 578267"/>
                <a:gd name="csX559" fmla="*/ 19551 w 827171"/>
                <a:gd name="csY559" fmla="*/ 89485 h 578267"/>
                <a:gd name="csX560" fmla="*/ 19551 w 827171"/>
                <a:gd name="csY560" fmla="*/ 84221 h 578267"/>
                <a:gd name="csX561" fmla="*/ 18048 w 827171"/>
                <a:gd name="csY561" fmla="*/ 68430 h 578267"/>
                <a:gd name="csX562" fmla="*/ 18799 w 827171"/>
                <a:gd name="csY562" fmla="*/ 63166 h 578267"/>
                <a:gd name="csX563" fmla="*/ 25567 w 827171"/>
                <a:gd name="csY563" fmla="*/ 54142 h 578267"/>
                <a:gd name="csX564" fmla="*/ 27071 w 827171"/>
                <a:gd name="csY564" fmla="*/ 48878 h 578267"/>
                <a:gd name="csX565" fmla="*/ 29327 w 827171"/>
                <a:gd name="csY565" fmla="*/ 48878 h 578267"/>
                <a:gd name="csX566" fmla="*/ 31583 w 827171"/>
                <a:gd name="csY566" fmla="*/ 48127 h 578267"/>
                <a:gd name="csX567" fmla="*/ 33087 w 827171"/>
                <a:gd name="csY567" fmla="*/ 48127 h 578267"/>
                <a:gd name="csX568" fmla="*/ 34591 w 827171"/>
                <a:gd name="csY568" fmla="*/ 48127 h 578267"/>
                <a:gd name="csX569" fmla="*/ 43615 w 827171"/>
                <a:gd name="csY569" fmla="*/ 51135 h 578267"/>
                <a:gd name="csX570" fmla="*/ 49630 w 827171"/>
                <a:gd name="csY570" fmla="*/ 54142 h 578267"/>
                <a:gd name="csX571" fmla="*/ 50382 w 827171"/>
                <a:gd name="csY571" fmla="*/ 54142 h 578267"/>
                <a:gd name="csX572" fmla="*/ 51886 w 827171"/>
                <a:gd name="csY572" fmla="*/ 54142 h 578267"/>
                <a:gd name="csX573" fmla="*/ 54894 w 827171"/>
                <a:gd name="csY573" fmla="*/ 54142 h 578267"/>
                <a:gd name="csX574" fmla="*/ 56398 w 827171"/>
                <a:gd name="csY574" fmla="*/ 53390 h 578267"/>
                <a:gd name="csX575" fmla="*/ 57902 w 827171"/>
                <a:gd name="csY575" fmla="*/ 53390 h 578267"/>
                <a:gd name="csX576" fmla="*/ 69934 w 827171"/>
                <a:gd name="csY576" fmla="*/ 45871 h 578267"/>
                <a:gd name="csX577" fmla="*/ 70686 w 827171"/>
                <a:gd name="csY577" fmla="*/ 45871 h 578267"/>
                <a:gd name="csX578" fmla="*/ 71438 w 827171"/>
                <a:gd name="csY578" fmla="*/ 45871 h 578267"/>
                <a:gd name="csX579" fmla="*/ 73694 w 827171"/>
                <a:gd name="csY579" fmla="*/ 45118 h 578267"/>
                <a:gd name="csX580" fmla="*/ 75949 w 827171"/>
                <a:gd name="csY580" fmla="*/ 45871 h 578267"/>
                <a:gd name="csX581" fmla="*/ 84973 w 827171"/>
                <a:gd name="csY581" fmla="*/ 48878 h 578267"/>
                <a:gd name="csX582" fmla="*/ 87229 w 827171"/>
                <a:gd name="csY582" fmla="*/ 50382 h 578267"/>
                <a:gd name="csX583" fmla="*/ 88733 w 827171"/>
                <a:gd name="csY583" fmla="*/ 51886 h 578267"/>
                <a:gd name="csX584" fmla="*/ 88733 w 827171"/>
                <a:gd name="csY584" fmla="*/ 52638 h 578267"/>
                <a:gd name="csX585" fmla="*/ 89485 w 827171"/>
                <a:gd name="csY585" fmla="*/ 53390 h 578267"/>
                <a:gd name="csX586" fmla="*/ 90237 w 827171"/>
                <a:gd name="csY586" fmla="*/ 53390 h 578267"/>
                <a:gd name="csX587" fmla="*/ 97005 w 827171"/>
                <a:gd name="csY587" fmla="*/ 57902 h 578267"/>
                <a:gd name="csX588" fmla="*/ 100013 w 827171"/>
                <a:gd name="csY588" fmla="*/ 60158 h 578267"/>
                <a:gd name="csX589" fmla="*/ 104525 w 827171"/>
                <a:gd name="csY589" fmla="*/ 62414 h 578267"/>
                <a:gd name="csX590" fmla="*/ 106028 w 827171"/>
                <a:gd name="csY590" fmla="*/ 63166 h 578267"/>
                <a:gd name="csX591" fmla="*/ 106780 w 827171"/>
                <a:gd name="csY591" fmla="*/ 63918 h 578267"/>
                <a:gd name="csX592" fmla="*/ 107532 w 827171"/>
                <a:gd name="csY592" fmla="*/ 64670 h 578267"/>
                <a:gd name="csX593" fmla="*/ 108284 w 827171"/>
                <a:gd name="csY593" fmla="*/ 66174 h 578267"/>
                <a:gd name="csX594" fmla="*/ 109036 w 827171"/>
                <a:gd name="csY594" fmla="*/ 66926 h 578267"/>
                <a:gd name="csX595" fmla="*/ 110540 w 827171"/>
                <a:gd name="csY595" fmla="*/ 66926 h 578267"/>
                <a:gd name="csX596" fmla="*/ 112796 w 827171"/>
                <a:gd name="csY596" fmla="*/ 66926 h 578267"/>
                <a:gd name="csX597" fmla="*/ 121068 w 827171"/>
                <a:gd name="csY597" fmla="*/ 66926 h 578267"/>
                <a:gd name="csX598" fmla="*/ 127084 w 827171"/>
                <a:gd name="csY598" fmla="*/ 64670 h 578267"/>
                <a:gd name="csX599" fmla="*/ 128588 w 827171"/>
                <a:gd name="csY599" fmla="*/ 63918 h 578267"/>
                <a:gd name="csX600" fmla="*/ 129340 w 827171"/>
                <a:gd name="csY600" fmla="*/ 63918 h 578267"/>
                <a:gd name="csX601" fmla="*/ 130844 w 827171"/>
                <a:gd name="csY601" fmla="*/ 63918 h 578267"/>
                <a:gd name="csX602" fmla="*/ 132347 w 827171"/>
                <a:gd name="csY602" fmla="*/ 65422 h 578267"/>
                <a:gd name="csX603" fmla="*/ 133851 w 827171"/>
                <a:gd name="csY603" fmla="*/ 66174 h 578267"/>
                <a:gd name="csX604" fmla="*/ 134603 w 827171"/>
                <a:gd name="csY604" fmla="*/ 66926 h 578267"/>
                <a:gd name="csX605" fmla="*/ 136107 w 827171"/>
                <a:gd name="csY605" fmla="*/ 66926 h 578267"/>
                <a:gd name="csX606" fmla="*/ 140619 w 827171"/>
                <a:gd name="csY606" fmla="*/ 66174 h 578267"/>
                <a:gd name="csX607" fmla="*/ 145883 w 827171"/>
                <a:gd name="csY607" fmla="*/ 64670 h 578267"/>
                <a:gd name="csX608" fmla="*/ 148891 w 827171"/>
                <a:gd name="csY608" fmla="*/ 63166 h 578267"/>
                <a:gd name="csX609" fmla="*/ 150395 w 827171"/>
                <a:gd name="csY609" fmla="*/ 62414 h 578267"/>
                <a:gd name="csX610" fmla="*/ 153403 w 827171"/>
                <a:gd name="csY610" fmla="*/ 61662 h 578267"/>
                <a:gd name="csX611" fmla="*/ 154907 w 827171"/>
                <a:gd name="csY611" fmla="*/ 61662 h 578267"/>
                <a:gd name="csX612" fmla="*/ 177466 w 827171"/>
                <a:gd name="csY612" fmla="*/ 68430 h 578267"/>
                <a:gd name="csX613" fmla="*/ 179722 w 827171"/>
                <a:gd name="csY613" fmla="*/ 69934 h 578267"/>
                <a:gd name="csX614" fmla="*/ 180474 w 827171"/>
                <a:gd name="csY614" fmla="*/ 71438 h 578267"/>
                <a:gd name="csX615" fmla="*/ 181226 w 827171"/>
                <a:gd name="csY615" fmla="*/ 72190 h 578267"/>
                <a:gd name="csX616" fmla="*/ 184986 w 827171"/>
                <a:gd name="csY616" fmla="*/ 72942 h 578267"/>
                <a:gd name="csX617" fmla="*/ 196265 w 827171"/>
                <a:gd name="csY617" fmla="*/ 72190 h 578267"/>
                <a:gd name="csX618" fmla="*/ 202281 w 827171"/>
                <a:gd name="csY618" fmla="*/ 74446 h 578267"/>
                <a:gd name="csX619" fmla="*/ 207545 w 827171"/>
                <a:gd name="csY619" fmla="*/ 77454 h 578267"/>
                <a:gd name="csX620" fmla="*/ 208297 w 827171"/>
                <a:gd name="csY620" fmla="*/ 77454 h 578267"/>
                <a:gd name="csX621" fmla="*/ 209801 w 827171"/>
                <a:gd name="csY621" fmla="*/ 77454 h 578267"/>
                <a:gd name="csX622" fmla="*/ 217321 w 827171"/>
                <a:gd name="csY622" fmla="*/ 77454 h 578267"/>
                <a:gd name="csX623" fmla="*/ 224840 w 827171"/>
                <a:gd name="csY623" fmla="*/ 79709 h 578267"/>
                <a:gd name="csX624" fmla="*/ 227096 w 827171"/>
                <a:gd name="csY624" fmla="*/ 79709 h 578267"/>
                <a:gd name="csX625" fmla="*/ 228600 w 827171"/>
                <a:gd name="csY625" fmla="*/ 79709 h 578267"/>
                <a:gd name="csX626" fmla="*/ 233112 w 827171"/>
                <a:gd name="csY626" fmla="*/ 78957 h 578267"/>
                <a:gd name="csX627" fmla="*/ 236872 w 827171"/>
                <a:gd name="csY627" fmla="*/ 79709 h 578267"/>
                <a:gd name="csX628" fmla="*/ 240632 w 827171"/>
                <a:gd name="csY628" fmla="*/ 80461 h 578267"/>
                <a:gd name="csX629" fmla="*/ 244391 w 827171"/>
                <a:gd name="csY629" fmla="*/ 81214 h 578267"/>
                <a:gd name="csX630" fmla="*/ 247400 w 827171"/>
                <a:gd name="csY630" fmla="*/ 81214 h 578267"/>
                <a:gd name="csX631" fmla="*/ 248903 w 827171"/>
                <a:gd name="csY631" fmla="*/ 81214 h 578267"/>
                <a:gd name="csX632" fmla="*/ 250407 w 827171"/>
                <a:gd name="csY632" fmla="*/ 81214 h 578267"/>
                <a:gd name="csX633" fmla="*/ 251911 w 827171"/>
                <a:gd name="csY633" fmla="*/ 81965 h 578267"/>
                <a:gd name="csX634" fmla="*/ 259431 w 827171"/>
                <a:gd name="csY634" fmla="*/ 86477 h 578267"/>
                <a:gd name="csX635" fmla="*/ 260183 w 827171"/>
                <a:gd name="csY635" fmla="*/ 87229 h 578267"/>
                <a:gd name="csX636" fmla="*/ 260935 w 827171"/>
                <a:gd name="csY636" fmla="*/ 88733 h 578267"/>
                <a:gd name="csX637" fmla="*/ 261687 w 827171"/>
                <a:gd name="csY637" fmla="*/ 90989 h 578267"/>
                <a:gd name="csX638" fmla="*/ 262439 w 827171"/>
                <a:gd name="csY638" fmla="*/ 91741 h 578267"/>
                <a:gd name="csX639" fmla="*/ 264695 w 827171"/>
                <a:gd name="csY639" fmla="*/ 93997 h 578267"/>
                <a:gd name="csX640" fmla="*/ 273719 w 827171"/>
                <a:gd name="csY640" fmla="*/ 99261 h 578267"/>
                <a:gd name="csX641" fmla="*/ 275974 w 827171"/>
                <a:gd name="csY641" fmla="*/ 102269 h 578267"/>
                <a:gd name="csX642" fmla="*/ 276726 w 827171"/>
                <a:gd name="csY642" fmla="*/ 102269 h 578267"/>
                <a:gd name="csX643" fmla="*/ 277478 w 827171"/>
                <a:gd name="csY643" fmla="*/ 103020 h 578267"/>
                <a:gd name="csX644" fmla="*/ 278982 w 827171"/>
                <a:gd name="csY644" fmla="*/ 103020 h 578267"/>
                <a:gd name="csX645" fmla="*/ 284998 w 827171"/>
                <a:gd name="csY645" fmla="*/ 103020 h 578267"/>
                <a:gd name="csX646" fmla="*/ 288006 w 827171"/>
                <a:gd name="csY646" fmla="*/ 103020 h 578267"/>
                <a:gd name="csX647" fmla="*/ 297782 w 827171"/>
                <a:gd name="csY647" fmla="*/ 106029 h 578267"/>
                <a:gd name="csX648" fmla="*/ 323349 w 827171"/>
                <a:gd name="csY648" fmla="*/ 106029 h 578267"/>
                <a:gd name="csX649" fmla="*/ 324853 w 827171"/>
                <a:gd name="csY649" fmla="*/ 106029 h 578267"/>
                <a:gd name="csX650" fmla="*/ 327109 w 827171"/>
                <a:gd name="csY650" fmla="*/ 105276 h 578267"/>
                <a:gd name="csX651" fmla="*/ 329365 w 827171"/>
                <a:gd name="csY651" fmla="*/ 103773 h 578267"/>
                <a:gd name="csX652" fmla="*/ 330117 w 827171"/>
                <a:gd name="csY652" fmla="*/ 103020 h 578267"/>
                <a:gd name="csX653" fmla="*/ 331620 w 827171"/>
                <a:gd name="csY653" fmla="*/ 103020 h 578267"/>
                <a:gd name="csX654" fmla="*/ 332372 w 827171"/>
                <a:gd name="csY654" fmla="*/ 103020 h 578267"/>
                <a:gd name="csX655" fmla="*/ 333877 w 827171"/>
                <a:gd name="csY655" fmla="*/ 103773 h 578267"/>
                <a:gd name="csX656" fmla="*/ 334628 w 827171"/>
                <a:gd name="csY656" fmla="*/ 105276 h 578267"/>
                <a:gd name="csX657" fmla="*/ 335380 w 827171"/>
                <a:gd name="csY657" fmla="*/ 106029 h 578267"/>
                <a:gd name="csX658" fmla="*/ 336132 w 827171"/>
                <a:gd name="csY658" fmla="*/ 106780 h 578267"/>
                <a:gd name="csX659" fmla="*/ 337636 w 827171"/>
                <a:gd name="csY659" fmla="*/ 106780 h 578267"/>
                <a:gd name="csX660" fmla="*/ 354180 w 827171"/>
                <a:gd name="csY660" fmla="*/ 106029 h 578267"/>
                <a:gd name="csX661" fmla="*/ 354932 w 827171"/>
                <a:gd name="csY661" fmla="*/ 106029 h 578267"/>
                <a:gd name="csX662" fmla="*/ 355684 w 827171"/>
                <a:gd name="csY662" fmla="*/ 106029 h 578267"/>
                <a:gd name="csX663" fmla="*/ 356436 w 827171"/>
                <a:gd name="csY663" fmla="*/ 106780 h 578267"/>
                <a:gd name="csX664" fmla="*/ 356436 w 827171"/>
                <a:gd name="csY664" fmla="*/ 107533 h 578267"/>
                <a:gd name="csX665" fmla="*/ 357188 w 827171"/>
                <a:gd name="csY665" fmla="*/ 108284 h 578267"/>
                <a:gd name="csX666" fmla="*/ 357188 w 827171"/>
                <a:gd name="csY666" fmla="*/ 110540 h 578267"/>
                <a:gd name="csX667" fmla="*/ 357188 w 827171"/>
                <a:gd name="csY667" fmla="*/ 111292 h 578267"/>
                <a:gd name="csX668" fmla="*/ 357940 w 827171"/>
                <a:gd name="csY668" fmla="*/ 112044 h 578267"/>
                <a:gd name="csX669" fmla="*/ 357940 w 827171"/>
                <a:gd name="csY669" fmla="*/ 112796 h 578267"/>
                <a:gd name="csX670" fmla="*/ 358692 w 827171"/>
                <a:gd name="csY670" fmla="*/ 112796 h 578267"/>
                <a:gd name="csX671" fmla="*/ 360947 w 827171"/>
                <a:gd name="csY671" fmla="*/ 114300 h 578267"/>
                <a:gd name="csX672" fmla="*/ 362451 w 827171"/>
                <a:gd name="csY672" fmla="*/ 115052 h 578267"/>
                <a:gd name="csX673" fmla="*/ 362451 w 827171"/>
                <a:gd name="csY673" fmla="*/ 115804 h 578267"/>
                <a:gd name="csX674" fmla="*/ 363203 w 827171"/>
                <a:gd name="csY674" fmla="*/ 117308 h 578267"/>
                <a:gd name="csX675" fmla="*/ 364707 w 827171"/>
                <a:gd name="csY675" fmla="*/ 119564 h 578267"/>
                <a:gd name="csX676" fmla="*/ 366211 w 827171"/>
                <a:gd name="csY676" fmla="*/ 122572 h 578267"/>
                <a:gd name="csX677" fmla="*/ 366963 w 827171"/>
                <a:gd name="csY677" fmla="*/ 123324 h 578267"/>
                <a:gd name="csX678" fmla="*/ 366963 w 827171"/>
                <a:gd name="csY678" fmla="*/ 124076 h 578267"/>
                <a:gd name="csX679" fmla="*/ 367715 w 827171"/>
                <a:gd name="csY679" fmla="*/ 123324 h 578267"/>
                <a:gd name="csX680" fmla="*/ 368467 w 827171"/>
                <a:gd name="csY680" fmla="*/ 122572 h 578267"/>
                <a:gd name="csX681" fmla="*/ 369219 w 827171"/>
                <a:gd name="csY681" fmla="*/ 120316 h 578267"/>
                <a:gd name="csX682" fmla="*/ 369971 w 827171"/>
                <a:gd name="csY682" fmla="*/ 119564 h 578267"/>
                <a:gd name="csX683" fmla="*/ 371475 w 827171"/>
                <a:gd name="csY683" fmla="*/ 118812 h 578267"/>
                <a:gd name="csX684" fmla="*/ 379747 w 827171"/>
                <a:gd name="csY684" fmla="*/ 116556 h 578267"/>
                <a:gd name="csX685" fmla="*/ 384259 w 827171"/>
                <a:gd name="csY685" fmla="*/ 115804 h 578267"/>
                <a:gd name="csX686" fmla="*/ 385763 w 827171"/>
                <a:gd name="csY686" fmla="*/ 115804 h 578267"/>
                <a:gd name="csX687" fmla="*/ 387266 w 827171"/>
                <a:gd name="csY687" fmla="*/ 115052 h 578267"/>
                <a:gd name="csX688" fmla="*/ 391778 w 827171"/>
                <a:gd name="csY688" fmla="*/ 111292 h 578267"/>
                <a:gd name="csX689" fmla="*/ 394034 w 827171"/>
                <a:gd name="csY689" fmla="*/ 107533 h 578267"/>
                <a:gd name="csX690" fmla="*/ 394786 w 827171"/>
                <a:gd name="csY690" fmla="*/ 104525 h 578267"/>
                <a:gd name="csX691" fmla="*/ 394034 w 827171"/>
                <a:gd name="csY691" fmla="*/ 103020 h 578267"/>
                <a:gd name="csX692" fmla="*/ 394034 w 827171"/>
                <a:gd name="csY692" fmla="*/ 100765 h 578267"/>
                <a:gd name="csX693" fmla="*/ 392530 w 827171"/>
                <a:gd name="csY693" fmla="*/ 97757 h 578267"/>
                <a:gd name="csX694" fmla="*/ 388018 w 827171"/>
                <a:gd name="csY694" fmla="*/ 89485 h 578267"/>
                <a:gd name="csX695" fmla="*/ 388018 w 827171"/>
                <a:gd name="csY695" fmla="*/ 88733 h 578267"/>
                <a:gd name="csX696" fmla="*/ 388018 w 827171"/>
                <a:gd name="csY696" fmla="*/ 87981 h 578267"/>
                <a:gd name="csX697" fmla="*/ 389523 w 827171"/>
                <a:gd name="csY697" fmla="*/ 85725 h 578267"/>
                <a:gd name="csX698" fmla="*/ 389523 w 827171"/>
                <a:gd name="csY698" fmla="*/ 84221 h 578267"/>
                <a:gd name="csX699" fmla="*/ 389523 w 827171"/>
                <a:gd name="csY699" fmla="*/ 83469 h 578267"/>
                <a:gd name="csX700" fmla="*/ 389523 w 827171"/>
                <a:gd name="csY700" fmla="*/ 82717 h 578267"/>
                <a:gd name="csX701" fmla="*/ 387266 w 827171"/>
                <a:gd name="csY701" fmla="*/ 81214 h 578267"/>
                <a:gd name="csX702" fmla="*/ 386515 w 827171"/>
                <a:gd name="csY702" fmla="*/ 79709 h 578267"/>
                <a:gd name="csX703" fmla="*/ 386515 w 827171"/>
                <a:gd name="csY703" fmla="*/ 78957 h 578267"/>
                <a:gd name="csX704" fmla="*/ 385763 w 827171"/>
                <a:gd name="csY704" fmla="*/ 78205 h 578267"/>
                <a:gd name="csX705" fmla="*/ 386515 w 827171"/>
                <a:gd name="csY705" fmla="*/ 77454 h 578267"/>
                <a:gd name="csX706" fmla="*/ 386515 w 827171"/>
                <a:gd name="csY706" fmla="*/ 76701 h 578267"/>
                <a:gd name="csX707" fmla="*/ 387266 w 827171"/>
                <a:gd name="csY707" fmla="*/ 75197 h 578267"/>
                <a:gd name="csX708" fmla="*/ 390275 w 827171"/>
                <a:gd name="csY708" fmla="*/ 72190 h 578267"/>
                <a:gd name="csX709" fmla="*/ 391026 w 827171"/>
                <a:gd name="csY709" fmla="*/ 70686 h 578267"/>
                <a:gd name="csX710" fmla="*/ 391026 w 827171"/>
                <a:gd name="csY710" fmla="*/ 69182 h 578267"/>
                <a:gd name="csX711" fmla="*/ 391778 w 827171"/>
                <a:gd name="csY711" fmla="*/ 65422 h 578267"/>
                <a:gd name="csX712" fmla="*/ 391778 w 827171"/>
                <a:gd name="csY712" fmla="*/ 64670 h 578267"/>
                <a:gd name="csX713" fmla="*/ 392530 w 827171"/>
                <a:gd name="csY713" fmla="*/ 63166 h 578267"/>
                <a:gd name="csX714" fmla="*/ 393282 w 827171"/>
                <a:gd name="csY714" fmla="*/ 62414 h 578267"/>
                <a:gd name="csX715" fmla="*/ 394034 w 827171"/>
                <a:gd name="csY715" fmla="*/ 61662 h 578267"/>
                <a:gd name="csX716" fmla="*/ 396290 w 827171"/>
                <a:gd name="csY716" fmla="*/ 59406 h 578267"/>
                <a:gd name="csX717" fmla="*/ 397794 w 827171"/>
                <a:gd name="csY717" fmla="*/ 57150 h 578267"/>
                <a:gd name="csX718" fmla="*/ 399298 w 827171"/>
                <a:gd name="csY718" fmla="*/ 56398 h 578267"/>
                <a:gd name="csX719" fmla="*/ 400802 w 827171"/>
                <a:gd name="csY719" fmla="*/ 55646 h 578267"/>
                <a:gd name="csX720" fmla="*/ 409826 w 827171"/>
                <a:gd name="csY720" fmla="*/ 53390 h 578267"/>
                <a:gd name="csX721" fmla="*/ 410578 w 827171"/>
                <a:gd name="csY721" fmla="*/ 52638 h 578267"/>
                <a:gd name="csX722" fmla="*/ 412082 w 827171"/>
                <a:gd name="csY722" fmla="*/ 51886 h 578267"/>
                <a:gd name="csX723" fmla="*/ 413586 w 827171"/>
                <a:gd name="csY723" fmla="*/ 50382 h 578267"/>
                <a:gd name="csX724" fmla="*/ 414338 w 827171"/>
                <a:gd name="csY724" fmla="*/ 48878 h 578267"/>
                <a:gd name="csX725" fmla="*/ 415842 w 827171"/>
                <a:gd name="csY725" fmla="*/ 46622 h 578267"/>
                <a:gd name="csX726" fmla="*/ 418097 w 827171"/>
                <a:gd name="csY726" fmla="*/ 45118 h 578267"/>
                <a:gd name="csX727" fmla="*/ 418849 w 827171"/>
                <a:gd name="csY727" fmla="*/ 44367 h 578267"/>
                <a:gd name="csX728" fmla="*/ 419601 w 827171"/>
                <a:gd name="csY728" fmla="*/ 44367 h 578267"/>
                <a:gd name="csX729" fmla="*/ 420353 w 827171"/>
                <a:gd name="csY729" fmla="*/ 44367 h 578267"/>
                <a:gd name="csX730" fmla="*/ 421105 w 827171"/>
                <a:gd name="csY730" fmla="*/ 45118 h 578267"/>
                <a:gd name="csX731" fmla="*/ 421857 w 827171"/>
                <a:gd name="csY731" fmla="*/ 45871 h 578267"/>
                <a:gd name="csX732" fmla="*/ 422609 w 827171"/>
                <a:gd name="csY732" fmla="*/ 46622 h 578267"/>
                <a:gd name="csX733" fmla="*/ 423361 w 827171"/>
                <a:gd name="csY733" fmla="*/ 46622 h 578267"/>
                <a:gd name="csX734" fmla="*/ 424865 w 827171"/>
                <a:gd name="csY734" fmla="*/ 45871 h 578267"/>
                <a:gd name="csX735" fmla="*/ 427873 w 827171"/>
                <a:gd name="csY735" fmla="*/ 45118 h 578267"/>
                <a:gd name="csX736" fmla="*/ 430129 w 827171"/>
                <a:gd name="csY736" fmla="*/ 45118 h 578267"/>
                <a:gd name="csX737" fmla="*/ 430881 w 827171"/>
                <a:gd name="csY737" fmla="*/ 45118 h 578267"/>
                <a:gd name="csX738" fmla="*/ 431633 w 827171"/>
                <a:gd name="csY738" fmla="*/ 45118 h 578267"/>
                <a:gd name="csX739" fmla="*/ 432385 w 827171"/>
                <a:gd name="csY739" fmla="*/ 45871 h 578267"/>
                <a:gd name="csX740" fmla="*/ 433137 w 827171"/>
                <a:gd name="csY740" fmla="*/ 46622 h 578267"/>
                <a:gd name="csX741" fmla="*/ 434641 w 827171"/>
                <a:gd name="csY741" fmla="*/ 48878 h 578267"/>
                <a:gd name="csX742" fmla="*/ 435393 w 827171"/>
                <a:gd name="csY742" fmla="*/ 49631 h 578267"/>
                <a:gd name="csX743" fmla="*/ 436145 w 827171"/>
                <a:gd name="csY743" fmla="*/ 49631 h 578267"/>
                <a:gd name="csX744" fmla="*/ 436897 w 827171"/>
                <a:gd name="csY744" fmla="*/ 49631 h 578267"/>
                <a:gd name="csX745" fmla="*/ 437649 w 827171"/>
                <a:gd name="csY745" fmla="*/ 48127 h 578267"/>
                <a:gd name="csX746" fmla="*/ 438401 w 827171"/>
                <a:gd name="csY746" fmla="*/ 46622 h 578267"/>
                <a:gd name="csX747" fmla="*/ 439153 w 827171"/>
                <a:gd name="csY747" fmla="*/ 45871 h 578267"/>
                <a:gd name="csX748" fmla="*/ 440657 w 827171"/>
                <a:gd name="csY748" fmla="*/ 45871 h 578267"/>
                <a:gd name="csX749" fmla="*/ 441409 w 827171"/>
                <a:gd name="csY749" fmla="*/ 46622 h 578267"/>
                <a:gd name="csX750" fmla="*/ 442161 w 827171"/>
                <a:gd name="csY750" fmla="*/ 46622 h 578267"/>
                <a:gd name="csX751" fmla="*/ 442913 w 827171"/>
                <a:gd name="csY751" fmla="*/ 47375 h 578267"/>
                <a:gd name="csX752" fmla="*/ 442913 w 827171"/>
                <a:gd name="csY752" fmla="*/ 48127 h 578267"/>
                <a:gd name="csX753" fmla="*/ 442913 w 827171"/>
                <a:gd name="csY753" fmla="*/ 48878 h 578267"/>
                <a:gd name="csX754" fmla="*/ 443664 w 827171"/>
                <a:gd name="csY754" fmla="*/ 51135 h 578267"/>
                <a:gd name="csX755" fmla="*/ 443664 w 827171"/>
                <a:gd name="csY755" fmla="*/ 51886 h 578267"/>
                <a:gd name="csX756" fmla="*/ 444417 w 827171"/>
                <a:gd name="csY756" fmla="*/ 51886 h 578267"/>
                <a:gd name="csX757" fmla="*/ 445169 w 827171"/>
                <a:gd name="csY757" fmla="*/ 51886 h 578267"/>
                <a:gd name="csX758" fmla="*/ 445921 w 827171"/>
                <a:gd name="csY758" fmla="*/ 50382 h 578267"/>
                <a:gd name="csX759" fmla="*/ 446673 w 827171"/>
                <a:gd name="csY759" fmla="*/ 48878 h 578267"/>
                <a:gd name="csX760" fmla="*/ 446673 w 827171"/>
                <a:gd name="csY760" fmla="*/ 48127 h 578267"/>
                <a:gd name="csX761" fmla="*/ 447424 w 827171"/>
                <a:gd name="csY761" fmla="*/ 47375 h 578267"/>
                <a:gd name="csX762" fmla="*/ 448928 w 827171"/>
                <a:gd name="csY762" fmla="*/ 47375 h 578267"/>
                <a:gd name="csX763" fmla="*/ 451184 w 827171"/>
                <a:gd name="csY763" fmla="*/ 47375 h 578267"/>
                <a:gd name="csX764" fmla="*/ 451936 w 827171"/>
                <a:gd name="csY764" fmla="*/ 48127 h 578267"/>
                <a:gd name="csX765" fmla="*/ 452688 w 827171"/>
                <a:gd name="csY765" fmla="*/ 48127 h 578267"/>
                <a:gd name="csX766" fmla="*/ 454192 w 827171"/>
                <a:gd name="csY766" fmla="*/ 48127 h 578267"/>
                <a:gd name="csX767" fmla="*/ 454944 w 827171"/>
                <a:gd name="csY767" fmla="*/ 47375 h 578267"/>
                <a:gd name="csX768" fmla="*/ 455696 w 827171"/>
                <a:gd name="csY768" fmla="*/ 47375 h 578267"/>
                <a:gd name="csX769" fmla="*/ 460960 w 827171"/>
                <a:gd name="csY769" fmla="*/ 43615 h 578267"/>
                <a:gd name="csX770" fmla="*/ 462464 w 827171"/>
                <a:gd name="csY770" fmla="*/ 42863 h 578267"/>
                <a:gd name="csX771" fmla="*/ 463968 w 827171"/>
                <a:gd name="csY771" fmla="*/ 42111 h 578267"/>
                <a:gd name="csX772" fmla="*/ 464720 w 827171"/>
                <a:gd name="csY772" fmla="*/ 42111 h 578267"/>
                <a:gd name="csX773" fmla="*/ 466224 w 827171"/>
                <a:gd name="csY773" fmla="*/ 42111 h 578267"/>
                <a:gd name="csX774" fmla="*/ 466976 w 827171"/>
                <a:gd name="csY774" fmla="*/ 42863 h 578267"/>
                <a:gd name="csX775" fmla="*/ 468480 w 827171"/>
                <a:gd name="csY775" fmla="*/ 43615 h 578267"/>
                <a:gd name="csX776" fmla="*/ 469232 w 827171"/>
                <a:gd name="csY776" fmla="*/ 44367 h 578267"/>
                <a:gd name="csX777" fmla="*/ 469984 w 827171"/>
                <a:gd name="csY777" fmla="*/ 44367 h 578267"/>
                <a:gd name="csX778" fmla="*/ 470736 w 827171"/>
                <a:gd name="csY778" fmla="*/ 43615 h 578267"/>
                <a:gd name="csX779" fmla="*/ 471488 w 827171"/>
                <a:gd name="csY779" fmla="*/ 42111 h 578267"/>
                <a:gd name="csX780" fmla="*/ 471488 w 827171"/>
                <a:gd name="csY780" fmla="*/ 39855 h 578267"/>
                <a:gd name="csX781" fmla="*/ 472992 w 827171"/>
                <a:gd name="csY781" fmla="*/ 38351 h 578267"/>
                <a:gd name="csX782" fmla="*/ 475999 w 827171"/>
                <a:gd name="csY782" fmla="*/ 33839 h 578267"/>
                <a:gd name="csX783" fmla="*/ 478256 w 827171"/>
                <a:gd name="csY783" fmla="*/ 30831 h 578267"/>
                <a:gd name="csX784" fmla="*/ 479759 w 827171"/>
                <a:gd name="csY784" fmla="*/ 29327 h 578267"/>
                <a:gd name="csX785" fmla="*/ 481263 w 827171"/>
                <a:gd name="csY785" fmla="*/ 25567 h 578267"/>
                <a:gd name="csX786" fmla="*/ 483519 w 827171"/>
                <a:gd name="csY786" fmla="*/ 16544 h 578267"/>
                <a:gd name="csX787" fmla="*/ 485023 w 827171"/>
                <a:gd name="csY787" fmla="*/ 15039 h 578267"/>
                <a:gd name="csX788" fmla="*/ 485775 w 827171"/>
                <a:gd name="csY788" fmla="*/ 15039 h 578267"/>
                <a:gd name="csX789" fmla="*/ 487279 w 827171"/>
                <a:gd name="csY789" fmla="*/ 14288 h 578267"/>
                <a:gd name="csX790" fmla="*/ 494047 w 827171"/>
                <a:gd name="csY790" fmla="*/ 13536 h 578267"/>
                <a:gd name="csX791" fmla="*/ 496303 w 827171"/>
                <a:gd name="csY791" fmla="*/ 12784 h 578267"/>
                <a:gd name="csX792" fmla="*/ 497055 w 827171"/>
                <a:gd name="csY792" fmla="*/ 12032 h 578267"/>
                <a:gd name="csX793" fmla="*/ 497055 w 827171"/>
                <a:gd name="csY793" fmla="*/ 11280 h 578267"/>
                <a:gd name="csX794" fmla="*/ 497055 w 827171"/>
                <a:gd name="csY794" fmla="*/ 10528 h 578267"/>
                <a:gd name="csX795" fmla="*/ 496303 w 827171"/>
                <a:gd name="csY795" fmla="*/ 10528 h 578267"/>
                <a:gd name="csX796" fmla="*/ 492543 w 827171"/>
                <a:gd name="csY796" fmla="*/ 9024 h 578267"/>
                <a:gd name="csX797" fmla="*/ 492543 w 827171"/>
                <a:gd name="csY797" fmla="*/ 8272 h 578267"/>
                <a:gd name="csX798" fmla="*/ 491791 w 827171"/>
                <a:gd name="csY798" fmla="*/ 7520 h 578267"/>
                <a:gd name="csX799" fmla="*/ 491791 w 827171"/>
                <a:gd name="csY799" fmla="*/ 6768 h 578267"/>
                <a:gd name="csX800" fmla="*/ 491791 w 827171"/>
                <a:gd name="csY800" fmla="*/ 6016 h 578267"/>
                <a:gd name="csX801" fmla="*/ 492543 w 827171"/>
                <a:gd name="csY801" fmla="*/ 6016 h 578267"/>
                <a:gd name="csX802" fmla="*/ 494047 w 827171"/>
                <a:gd name="csY802" fmla="*/ 6016 h 578267"/>
                <a:gd name="csX803" fmla="*/ 495551 w 827171"/>
                <a:gd name="csY803" fmla="*/ 6768 h 578267"/>
                <a:gd name="csX804" fmla="*/ 497055 w 827171"/>
                <a:gd name="csY804" fmla="*/ 7520 h 578267"/>
                <a:gd name="csX805" fmla="*/ 498558 w 827171"/>
                <a:gd name="csY805" fmla="*/ 8272 h 578267"/>
                <a:gd name="csX806" fmla="*/ 499311 w 827171"/>
                <a:gd name="csY806" fmla="*/ 9024 h 578267"/>
                <a:gd name="csX807" fmla="*/ 509838 w 827171"/>
                <a:gd name="csY807" fmla="*/ 8272 h 578267"/>
                <a:gd name="csX808" fmla="*/ 512094 w 827171"/>
                <a:gd name="csY808" fmla="*/ 9024 h 578267"/>
                <a:gd name="csX809" fmla="*/ 512846 w 827171"/>
                <a:gd name="csY809" fmla="*/ 9776 h 578267"/>
                <a:gd name="csX810" fmla="*/ 513598 w 827171"/>
                <a:gd name="csY810" fmla="*/ 10528 h 578267"/>
                <a:gd name="csX811" fmla="*/ 513598 w 827171"/>
                <a:gd name="csY811" fmla="*/ 12032 h 578267"/>
                <a:gd name="csX812" fmla="*/ 514350 w 827171"/>
                <a:gd name="csY812" fmla="*/ 12784 h 578267"/>
                <a:gd name="csX813" fmla="*/ 515102 w 827171"/>
                <a:gd name="csY813" fmla="*/ 12784 h 578267"/>
                <a:gd name="csX814" fmla="*/ 515854 w 827171"/>
                <a:gd name="csY814" fmla="*/ 13536 h 578267"/>
                <a:gd name="csX815" fmla="*/ 516606 w 827171"/>
                <a:gd name="csY815" fmla="*/ 13536 h 578267"/>
                <a:gd name="csX816" fmla="*/ 521118 w 827171"/>
                <a:gd name="csY816" fmla="*/ 14288 h 578267"/>
                <a:gd name="csX817" fmla="*/ 522622 w 827171"/>
                <a:gd name="csY817" fmla="*/ 14288 h 578267"/>
                <a:gd name="csX818" fmla="*/ 523374 w 827171"/>
                <a:gd name="csY818" fmla="*/ 15039 h 578267"/>
                <a:gd name="csX819" fmla="*/ 524126 w 827171"/>
                <a:gd name="csY819" fmla="*/ 15039 h 578267"/>
                <a:gd name="csX820" fmla="*/ 524878 w 827171"/>
                <a:gd name="csY820" fmla="*/ 15792 h 578267"/>
                <a:gd name="csX821" fmla="*/ 524878 w 827171"/>
                <a:gd name="csY821" fmla="*/ 16544 h 578267"/>
                <a:gd name="csX822" fmla="*/ 525630 w 827171"/>
                <a:gd name="csY822" fmla="*/ 17296 h 578267"/>
                <a:gd name="csX823" fmla="*/ 526382 w 827171"/>
                <a:gd name="csY823" fmla="*/ 21056 h 578267"/>
                <a:gd name="csX824" fmla="*/ 527134 w 827171"/>
                <a:gd name="csY824" fmla="*/ 21807 h 578267"/>
                <a:gd name="csX825" fmla="*/ 527134 w 827171"/>
                <a:gd name="csY825" fmla="*/ 22559 h 578267"/>
                <a:gd name="csX826" fmla="*/ 527886 w 827171"/>
                <a:gd name="csY826" fmla="*/ 22559 h 578267"/>
                <a:gd name="csX827" fmla="*/ 529390 w 827171"/>
                <a:gd name="csY827" fmla="*/ 23311 h 578267"/>
                <a:gd name="csX828" fmla="*/ 530894 w 827171"/>
                <a:gd name="csY828" fmla="*/ 23311 h 578267"/>
                <a:gd name="csX829" fmla="*/ 531646 w 827171"/>
                <a:gd name="csY829" fmla="*/ 23311 h 578267"/>
                <a:gd name="csX830" fmla="*/ 532397 w 827171"/>
                <a:gd name="csY830" fmla="*/ 22559 h 578267"/>
                <a:gd name="csX831" fmla="*/ 532397 w 827171"/>
                <a:gd name="csY831" fmla="*/ 21056 h 578267"/>
                <a:gd name="csX832" fmla="*/ 532397 w 827171"/>
                <a:gd name="csY832" fmla="*/ 20303 h 578267"/>
                <a:gd name="csX833" fmla="*/ 532397 w 827171"/>
                <a:gd name="csY833" fmla="*/ 19552 h 578267"/>
                <a:gd name="csX834" fmla="*/ 531646 w 827171"/>
                <a:gd name="csY834" fmla="*/ 18799 h 578267"/>
                <a:gd name="csX835" fmla="*/ 531646 w 827171"/>
                <a:gd name="csY835" fmla="*/ 17296 h 578267"/>
                <a:gd name="csX836" fmla="*/ 531646 w 827171"/>
                <a:gd name="csY836" fmla="*/ 16544 h 578267"/>
                <a:gd name="csX837" fmla="*/ 532397 w 827171"/>
                <a:gd name="csY837" fmla="*/ 15792 h 578267"/>
                <a:gd name="csX838" fmla="*/ 533150 w 827171"/>
                <a:gd name="csY838" fmla="*/ 14288 h 578267"/>
                <a:gd name="csX839" fmla="*/ 533901 w 827171"/>
                <a:gd name="csY839" fmla="*/ 13536 h 578267"/>
                <a:gd name="csX840" fmla="*/ 536157 w 827171"/>
                <a:gd name="csY840" fmla="*/ 12032 h 578267"/>
                <a:gd name="csX841" fmla="*/ 536909 w 827171"/>
                <a:gd name="csY841" fmla="*/ 11280 h 578267"/>
                <a:gd name="csX842" fmla="*/ 538413 w 827171"/>
                <a:gd name="csY842" fmla="*/ 11280 h 578267"/>
                <a:gd name="csX843" fmla="*/ 540669 w 827171"/>
                <a:gd name="csY843" fmla="*/ 11280 h 578267"/>
                <a:gd name="csX844" fmla="*/ 544429 w 827171"/>
                <a:gd name="csY844" fmla="*/ 11280 h 578267"/>
                <a:gd name="csX845" fmla="*/ 546685 w 827171"/>
                <a:gd name="csY845" fmla="*/ 11280 h 578267"/>
                <a:gd name="csX846" fmla="*/ 547437 w 827171"/>
                <a:gd name="csY846" fmla="*/ 12032 h 578267"/>
                <a:gd name="csX847" fmla="*/ 548189 w 827171"/>
                <a:gd name="csY847" fmla="*/ 12784 h 578267"/>
                <a:gd name="csX848" fmla="*/ 548941 w 827171"/>
                <a:gd name="csY848" fmla="*/ 12784 h 578267"/>
                <a:gd name="csX849" fmla="*/ 550445 w 827171"/>
                <a:gd name="csY849" fmla="*/ 13536 h 578267"/>
                <a:gd name="csX850" fmla="*/ 552701 w 827171"/>
                <a:gd name="csY850" fmla="*/ 13536 h 578267"/>
                <a:gd name="csX851" fmla="*/ 553453 w 827171"/>
                <a:gd name="csY851" fmla="*/ 13536 h 578267"/>
                <a:gd name="csX852" fmla="*/ 554957 w 827171"/>
                <a:gd name="csY852" fmla="*/ 13536 h 578267"/>
                <a:gd name="csX853" fmla="*/ 557213 w 827171"/>
                <a:gd name="csY853" fmla="*/ 12784 h 578267"/>
                <a:gd name="csX854" fmla="*/ 558716 w 827171"/>
                <a:gd name="csY854" fmla="*/ 12032 h 578267"/>
                <a:gd name="csX855" fmla="*/ 563980 w 827171"/>
                <a:gd name="csY855" fmla="*/ 12032 h 578267"/>
                <a:gd name="csX856" fmla="*/ 577516 w 827171"/>
                <a:gd name="csY856" fmla="*/ 9776 h 578267"/>
                <a:gd name="csX857" fmla="*/ 579772 w 827171"/>
                <a:gd name="csY857" fmla="*/ 9024 h 578267"/>
                <a:gd name="csX858" fmla="*/ 580524 w 827171"/>
                <a:gd name="csY858" fmla="*/ 8272 h 578267"/>
                <a:gd name="csX859" fmla="*/ 582780 w 827171"/>
                <a:gd name="csY859" fmla="*/ 6768 h 578267"/>
                <a:gd name="csX860" fmla="*/ 587292 w 827171"/>
                <a:gd name="csY860" fmla="*/ 7520 h 578267"/>
                <a:gd name="csX861" fmla="*/ 588795 w 827171"/>
                <a:gd name="csY861" fmla="*/ 6768 h 578267"/>
                <a:gd name="csX862" fmla="*/ 590299 w 827171"/>
                <a:gd name="csY862" fmla="*/ 7520 h 578267"/>
                <a:gd name="csX863" fmla="*/ 591052 w 827171"/>
                <a:gd name="csY863" fmla="*/ 7520 h 578267"/>
                <a:gd name="csX864" fmla="*/ 591803 w 827171"/>
                <a:gd name="csY864" fmla="*/ 9024 h 578267"/>
                <a:gd name="csX865" fmla="*/ 592555 w 827171"/>
                <a:gd name="csY865" fmla="*/ 9024 h 578267"/>
                <a:gd name="csX866" fmla="*/ 594059 w 827171"/>
                <a:gd name="csY866" fmla="*/ 9776 h 578267"/>
                <a:gd name="csX867" fmla="*/ 596315 w 827171"/>
                <a:gd name="csY867" fmla="*/ 9776 h 578267"/>
                <a:gd name="csX868" fmla="*/ 597819 w 827171"/>
                <a:gd name="csY868" fmla="*/ 10528 h 578267"/>
                <a:gd name="csX869" fmla="*/ 599323 w 827171"/>
                <a:gd name="csY869" fmla="*/ 11280 h 578267"/>
                <a:gd name="csX870" fmla="*/ 602331 w 827171"/>
                <a:gd name="csY870" fmla="*/ 12784 h 578267"/>
                <a:gd name="csX871" fmla="*/ 603835 w 827171"/>
                <a:gd name="csY871" fmla="*/ 15039 h 578267"/>
                <a:gd name="csX872" fmla="*/ 604587 w 827171"/>
                <a:gd name="csY872" fmla="*/ 15792 h 578267"/>
                <a:gd name="csX873" fmla="*/ 606843 w 827171"/>
                <a:gd name="csY873" fmla="*/ 18048 h 578267"/>
                <a:gd name="csX874" fmla="*/ 609851 w 827171"/>
                <a:gd name="csY874" fmla="*/ 19552 h 578267"/>
                <a:gd name="csX875" fmla="*/ 619627 w 827171"/>
                <a:gd name="csY875" fmla="*/ 25567 h 578267"/>
                <a:gd name="csX876" fmla="*/ 621131 w 827171"/>
                <a:gd name="csY876" fmla="*/ 27071 h 578267"/>
                <a:gd name="csX877" fmla="*/ 622634 w 827171"/>
                <a:gd name="csY877" fmla="*/ 28575 h 578267"/>
                <a:gd name="csX878" fmla="*/ 622634 w 827171"/>
                <a:gd name="csY878" fmla="*/ 30831 h 578267"/>
                <a:gd name="csX879" fmla="*/ 623386 w 827171"/>
                <a:gd name="csY879" fmla="*/ 31583 h 578267"/>
                <a:gd name="csX880" fmla="*/ 632410 w 827171"/>
                <a:gd name="csY880" fmla="*/ 37599 h 578267"/>
                <a:gd name="csX881" fmla="*/ 642938 w 827171"/>
                <a:gd name="csY881" fmla="*/ 42111 h 578267"/>
                <a:gd name="csX882" fmla="*/ 645193 w 827171"/>
                <a:gd name="csY882" fmla="*/ 42863 h 578267"/>
                <a:gd name="csX883" fmla="*/ 649705 w 827171"/>
                <a:gd name="csY883" fmla="*/ 43615 h 578267"/>
                <a:gd name="csX884" fmla="*/ 655721 w 827171"/>
                <a:gd name="csY884" fmla="*/ 43615 h 578267"/>
                <a:gd name="csX885" fmla="*/ 658729 w 827171"/>
                <a:gd name="csY885" fmla="*/ 42111 h 578267"/>
                <a:gd name="csX886" fmla="*/ 659481 w 827171"/>
                <a:gd name="csY886" fmla="*/ 40607 h 578267"/>
                <a:gd name="csX887" fmla="*/ 660985 w 827171"/>
                <a:gd name="csY887" fmla="*/ 36847 h 578267"/>
                <a:gd name="csX888" fmla="*/ 661737 w 827171"/>
                <a:gd name="csY888" fmla="*/ 35343 h 578267"/>
                <a:gd name="csX889" fmla="*/ 662489 w 827171"/>
                <a:gd name="csY889" fmla="*/ 34591 h 578267"/>
                <a:gd name="csX890" fmla="*/ 663993 w 827171"/>
                <a:gd name="csY890" fmla="*/ 33087 h 578267"/>
                <a:gd name="csX891" fmla="*/ 664745 w 827171"/>
                <a:gd name="csY891" fmla="*/ 33087 h 578267"/>
                <a:gd name="csX892" fmla="*/ 666249 w 827171"/>
                <a:gd name="csY892" fmla="*/ 32335 h 578267"/>
                <a:gd name="csX893" fmla="*/ 668505 w 827171"/>
                <a:gd name="csY893" fmla="*/ 32335 h 578267"/>
                <a:gd name="csX894" fmla="*/ 676025 w 827171"/>
                <a:gd name="csY894" fmla="*/ 29327 h 578267"/>
                <a:gd name="csX895" fmla="*/ 688056 w 827171"/>
                <a:gd name="csY895" fmla="*/ 22559 h 578267"/>
                <a:gd name="csX896" fmla="*/ 689560 w 827171"/>
                <a:gd name="csY896" fmla="*/ 21807 h 578267"/>
                <a:gd name="csX897" fmla="*/ 690312 w 827171"/>
                <a:gd name="csY897" fmla="*/ 20303 h 578267"/>
                <a:gd name="csX898" fmla="*/ 694824 w 827171"/>
                <a:gd name="csY898" fmla="*/ 14288 h 578267"/>
                <a:gd name="csX899" fmla="*/ 697080 w 827171"/>
                <a:gd name="csY899" fmla="*/ 12032 h 578267"/>
                <a:gd name="csX900" fmla="*/ 700840 w 827171"/>
                <a:gd name="csY900" fmla="*/ 9776 h 578267"/>
                <a:gd name="csX901" fmla="*/ 703095 w 827171"/>
                <a:gd name="csY901" fmla="*/ 8272 h 578267"/>
                <a:gd name="csX902" fmla="*/ 706855 w 827171"/>
                <a:gd name="csY902" fmla="*/ 6768 h 578267"/>
                <a:gd name="csX903" fmla="*/ 711367 w 827171"/>
                <a:gd name="csY903" fmla="*/ 6016 h 578267"/>
                <a:gd name="csX904" fmla="*/ 712871 w 827171"/>
                <a:gd name="csY904" fmla="*/ 5264 h 578267"/>
                <a:gd name="csX905" fmla="*/ 713623 w 827171"/>
                <a:gd name="csY905" fmla="*/ 5264 h 578267"/>
                <a:gd name="csX906" fmla="*/ 713623 w 827171"/>
                <a:gd name="csY906" fmla="*/ 4512 h 578267"/>
                <a:gd name="csX907" fmla="*/ 714375 w 827171"/>
                <a:gd name="csY907" fmla="*/ 3760 h 578267"/>
                <a:gd name="csX908" fmla="*/ 715127 w 827171"/>
                <a:gd name="csY908" fmla="*/ 3760 h 578267"/>
                <a:gd name="csX909" fmla="*/ 715879 w 827171"/>
                <a:gd name="csY909" fmla="*/ 3760 h 578267"/>
                <a:gd name="csX910" fmla="*/ 716631 w 827171"/>
                <a:gd name="csY910" fmla="*/ 3760 h 578267"/>
                <a:gd name="csX911" fmla="*/ 717383 w 827171"/>
                <a:gd name="csY911" fmla="*/ 3760 h 578267"/>
                <a:gd name="csX912" fmla="*/ 717383 w 827171"/>
                <a:gd name="csY912" fmla="*/ 4512 h 578267"/>
                <a:gd name="csX913" fmla="*/ 717383 w 827171"/>
                <a:gd name="csY913" fmla="*/ 5264 h 578267"/>
                <a:gd name="csX914" fmla="*/ 717383 w 827171"/>
                <a:gd name="csY914" fmla="*/ 6016 h 578267"/>
                <a:gd name="csX915" fmla="*/ 717383 w 827171"/>
                <a:gd name="csY915" fmla="*/ 6768 h 578267"/>
                <a:gd name="csX916" fmla="*/ 718135 w 827171"/>
                <a:gd name="csY916" fmla="*/ 7520 h 578267"/>
                <a:gd name="csX917" fmla="*/ 718887 w 827171"/>
                <a:gd name="csY917" fmla="*/ 7520 h 578267"/>
                <a:gd name="csX918" fmla="*/ 721895 w 827171"/>
                <a:gd name="csY918" fmla="*/ 6768 h 578267"/>
                <a:gd name="csX919" fmla="*/ 722647 w 827171"/>
                <a:gd name="csY919" fmla="*/ 6016 h 578267"/>
                <a:gd name="csX920" fmla="*/ 724903 w 827171"/>
                <a:gd name="csY920" fmla="*/ 7520 h 578267"/>
                <a:gd name="csX921" fmla="*/ 726407 w 827171"/>
                <a:gd name="csY921" fmla="*/ 7520 h 578267"/>
                <a:gd name="csX922" fmla="*/ 727159 w 827171"/>
                <a:gd name="csY922" fmla="*/ 6768 h 578267"/>
                <a:gd name="csX923" fmla="*/ 727159 w 827171"/>
                <a:gd name="csY923" fmla="*/ 6016 h 578267"/>
                <a:gd name="csX924" fmla="*/ 727910 w 827171"/>
                <a:gd name="csY924" fmla="*/ 5264 h 578267"/>
                <a:gd name="csX925" fmla="*/ 727910 w 827171"/>
                <a:gd name="csY925" fmla="*/ 4512 h 578267"/>
                <a:gd name="csX926" fmla="*/ 729415 w 827171"/>
                <a:gd name="csY926" fmla="*/ 5264 h 578267"/>
                <a:gd name="csX927" fmla="*/ 732423 w 827171"/>
                <a:gd name="csY927" fmla="*/ 6768 h 578267"/>
                <a:gd name="csX928" fmla="*/ 736182 w 827171"/>
                <a:gd name="csY928" fmla="*/ 6016 h 578267"/>
                <a:gd name="csX929" fmla="*/ 738438 w 827171"/>
                <a:gd name="csY929" fmla="*/ 6016 h 578267"/>
                <a:gd name="csX930" fmla="*/ 741446 w 827171"/>
                <a:gd name="csY930" fmla="*/ 6016 h 578267"/>
                <a:gd name="csX931" fmla="*/ 743702 w 827171"/>
                <a:gd name="csY931" fmla="*/ 4512 h 578267"/>
                <a:gd name="csX932" fmla="*/ 743702 w 827171"/>
                <a:gd name="csY932" fmla="*/ 3008 h 578267"/>
                <a:gd name="csX933" fmla="*/ 744454 w 827171"/>
                <a:gd name="csY933" fmla="*/ 2256 h 578267"/>
                <a:gd name="csX934" fmla="*/ 744454 w 827171"/>
                <a:gd name="csY934" fmla="*/ 1504 h 578267"/>
                <a:gd name="csX935" fmla="*/ 745206 w 827171"/>
                <a:gd name="csY935" fmla="*/ 752 h 578267"/>
                <a:gd name="csX936" fmla="*/ 785813 w 827171"/>
                <a:gd name="csY936" fmla="*/ 0 h 578267"/>
                <a:gd name="csX937" fmla="*/ 790325 w 827171"/>
                <a:gd name="csY937" fmla="*/ 1504 h 578267"/>
                <a:gd name="csX938" fmla="*/ 791828 w 827171"/>
                <a:gd name="csY938" fmla="*/ 2256 h 578267"/>
                <a:gd name="csX939" fmla="*/ 796340 w 827171"/>
                <a:gd name="csY939" fmla="*/ 1504 h 578267"/>
                <a:gd name="csX940" fmla="*/ 795588 w 827171"/>
                <a:gd name="csY940" fmla="*/ 3760 h 578267"/>
                <a:gd name="csX941" fmla="*/ 793332 w 827171"/>
                <a:gd name="csY941" fmla="*/ 9024 h 578267"/>
                <a:gd name="csX942" fmla="*/ 791828 w 827171"/>
                <a:gd name="csY942" fmla="*/ 11280 h 578267"/>
                <a:gd name="csX943" fmla="*/ 792580 w 827171"/>
                <a:gd name="csY943" fmla="*/ 13536 h 578267"/>
                <a:gd name="csX944" fmla="*/ 793332 w 827171"/>
                <a:gd name="csY944" fmla="*/ 16544 h 578267"/>
                <a:gd name="csX945" fmla="*/ 796340 w 827171"/>
                <a:gd name="csY945" fmla="*/ 31583 h 578267"/>
                <a:gd name="csX946" fmla="*/ 796340 w 827171"/>
                <a:gd name="csY946" fmla="*/ 33839 h 578267"/>
                <a:gd name="csX947" fmla="*/ 794836 w 827171"/>
                <a:gd name="csY947" fmla="*/ 36095 h 578267"/>
                <a:gd name="csX948" fmla="*/ 791076 w 827171"/>
                <a:gd name="csY948" fmla="*/ 36095 h 578267"/>
                <a:gd name="csX949" fmla="*/ 788068 w 827171"/>
                <a:gd name="csY949" fmla="*/ 37599 h 578267"/>
                <a:gd name="csX950" fmla="*/ 786565 w 827171"/>
                <a:gd name="csY950" fmla="*/ 39855 h 578267"/>
                <a:gd name="csX951" fmla="*/ 785061 w 827171"/>
                <a:gd name="csY951" fmla="*/ 42863 h 578267"/>
                <a:gd name="csX952" fmla="*/ 783557 w 827171"/>
                <a:gd name="csY952" fmla="*/ 44367 h 578267"/>
                <a:gd name="csX953" fmla="*/ 780549 w 827171"/>
                <a:gd name="csY953" fmla="*/ 45118 h 578267"/>
                <a:gd name="csX954" fmla="*/ 776789 w 827171"/>
                <a:gd name="csY954" fmla="*/ 44367 h 578267"/>
                <a:gd name="csX955" fmla="*/ 773781 w 827171"/>
                <a:gd name="csY955" fmla="*/ 42863 h 578267"/>
                <a:gd name="csX956" fmla="*/ 772277 w 827171"/>
                <a:gd name="csY956" fmla="*/ 40607 h 578267"/>
                <a:gd name="csX957" fmla="*/ 771525 w 827171"/>
                <a:gd name="csY957" fmla="*/ 36847 h 578267"/>
                <a:gd name="csX958" fmla="*/ 770773 w 827171"/>
                <a:gd name="csY958" fmla="*/ 33839 h 578267"/>
                <a:gd name="csX959" fmla="*/ 768517 w 827171"/>
                <a:gd name="csY959" fmla="*/ 29327 h 578267"/>
                <a:gd name="csX960" fmla="*/ 767765 w 827171"/>
                <a:gd name="csY960" fmla="*/ 26319 h 578267"/>
                <a:gd name="csX961" fmla="*/ 767765 w 827171"/>
                <a:gd name="csY961" fmla="*/ 23311 h 578267"/>
                <a:gd name="csX962" fmla="*/ 767765 w 827171"/>
                <a:gd name="csY962" fmla="*/ 21807 h 578267"/>
                <a:gd name="csX963" fmla="*/ 766261 w 827171"/>
                <a:gd name="csY963" fmla="*/ 20303 h 578267"/>
                <a:gd name="csX964" fmla="*/ 765509 w 827171"/>
                <a:gd name="csY964" fmla="*/ 15039 h 578267"/>
                <a:gd name="csX965" fmla="*/ 764006 w 827171"/>
                <a:gd name="csY965" fmla="*/ 16544 h 578267"/>
                <a:gd name="csX966" fmla="*/ 764006 w 827171"/>
                <a:gd name="csY966" fmla="*/ 19552 h 578267"/>
                <a:gd name="csX967" fmla="*/ 765509 w 827171"/>
                <a:gd name="csY967" fmla="*/ 24063 h 578267"/>
                <a:gd name="csX968" fmla="*/ 764757 w 827171"/>
                <a:gd name="csY968" fmla="*/ 25567 h 578267"/>
                <a:gd name="csX969" fmla="*/ 764757 w 827171"/>
                <a:gd name="csY969" fmla="*/ 27823 h 578267"/>
                <a:gd name="csX970" fmla="*/ 765509 w 827171"/>
                <a:gd name="csY970" fmla="*/ 29327 h 578267"/>
                <a:gd name="csX971" fmla="*/ 765509 w 827171"/>
                <a:gd name="csY971" fmla="*/ 30831 h 578267"/>
                <a:gd name="csX972" fmla="*/ 766261 w 827171"/>
                <a:gd name="csY972" fmla="*/ 30831 h 578267"/>
                <a:gd name="csX973" fmla="*/ 767765 w 827171"/>
                <a:gd name="csY973" fmla="*/ 31583 h 578267"/>
                <a:gd name="csX974" fmla="*/ 768517 w 827171"/>
                <a:gd name="csY974" fmla="*/ 32335 h 578267"/>
                <a:gd name="csX975" fmla="*/ 768517 w 827171"/>
                <a:gd name="csY975" fmla="*/ 33839 h 578267"/>
                <a:gd name="csX976" fmla="*/ 768517 w 827171"/>
                <a:gd name="csY976" fmla="*/ 35343 h 578267"/>
                <a:gd name="csX977" fmla="*/ 769269 w 827171"/>
                <a:gd name="csY977" fmla="*/ 36095 h 578267"/>
                <a:gd name="csX978" fmla="*/ 769269 w 827171"/>
                <a:gd name="csY978" fmla="*/ 36847 h 578267"/>
                <a:gd name="csX979" fmla="*/ 770021 w 827171"/>
                <a:gd name="csY979" fmla="*/ 39103 h 578267"/>
                <a:gd name="csX980" fmla="*/ 768517 w 827171"/>
                <a:gd name="csY980" fmla="*/ 42863 h 578267"/>
                <a:gd name="csX981" fmla="*/ 769269 w 827171"/>
                <a:gd name="csY981" fmla="*/ 45118 h 578267"/>
                <a:gd name="csX982" fmla="*/ 770021 w 827171"/>
                <a:gd name="csY982" fmla="*/ 46622 h 578267"/>
                <a:gd name="csX983" fmla="*/ 769269 w 827171"/>
                <a:gd name="csY983" fmla="*/ 48127 h 578267"/>
                <a:gd name="csX984" fmla="*/ 768517 w 827171"/>
                <a:gd name="csY984" fmla="*/ 48878 h 578267"/>
                <a:gd name="csX985" fmla="*/ 767013 w 827171"/>
                <a:gd name="csY985" fmla="*/ 48878 h 578267"/>
                <a:gd name="csX986" fmla="*/ 770021 w 827171"/>
                <a:gd name="csY986" fmla="*/ 54142 h 578267"/>
                <a:gd name="csX987" fmla="*/ 767765 w 827171"/>
                <a:gd name="csY987" fmla="*/ 53390 h 578267"/>
                <a:gd name="csX988" fmla="*/ 766261 w 827171"/>
                <a:gd name="csY988" fmla="*/ 54142 h 578267"/>
                <a:gd name="csX989" fmla="*/ 764757 w 827171"/>
                <a:gd name="csY989" fmla="*/ 54894 h 578267"/>
                <a:gd name="csX990" fmla="*/ 764006 w 827171"/>
                <a:gd name="csY990" fmla="*/ 56398 h 578267"/>
                <a:gd name="csX991" fmla="*/ 770021 w 827171"/>
                <a:gd name="csY991" fmla="*/ 57150 h 578267"/>
                <a:gd name="csX992" fmla="*/ 773029 w 827171"/>
                <a:gd name="csY992" fmla="*/ 58654 h 578267"/>
                <a:gd name="csX993" fmla="*/ 773781 w 827171"/>
                <a:gd name="csY993" fmla="*/ 60910 h 578267"/>
                <a:gd name="csX994" fmla="*/ 775285 w 827171"/>
                <a:gd name="csY994" fmla="*/ 63166 h 578267"/>
                <a:gd name="csX995" fmla="*/ 784309 w 827171"/>
                <a:gd name="csY995" fmla="*/ 66926 h 578267"/>
                <a:gd name="csX996" fmla="*/ 785813 w 827171"/>
                <a:gd name="csY996" fmla="*/ 68430 h 578267"/>
                <a:gd name="csX997" fmla="*/ 787317 w 827171"/>
                <a:gd name="csY997" fmla="*/ 69934 h 578267"/>
                <a:gd name="csX998" fmla="*/ 787317 w 827171"/>
                <a:gd name="csY998" fmla="*/ 71438 h 578267"/>
                <a:gd name="csX999" fmla="*/ 788068 w 827171"/>
                <a:gd name="csY999" fmla="*/ 73694 h 578267"/>
                <a:gd name="csX1000" fmla="*/ 788068 w 827171"/>
                <a:gd name="csY1000" fmla="*/ 75197 h 578267"/>
                <a:gd name="csX1001" fmla="*/ 789572 w 827171"/>
                <a:gd name="csY1001" fmla="*/ 76701 h 578267"/>
                <a:gd name="csX1002" fmla="*/ 791076 w 827171"/>
                <a:gd name="csY1002" fmla="*/ 76701 h 578267"/>
                <a:gd name="csX1003" fmla="*/ 792580 w 827171"/>
                <a:gd name="csY1003" fmla="*/ 78205 h 578267"/>
                <a:gd name="csX1004" fmla="*/ 791828 w 827171"/>
                <a:gd name="csY1004" fmla="*/ 81965 h 578267"/>
                <a:gd name="csX1005" fmla="*/ 784309 w 827171"/>
                <a:gd name="csY1005" fmla="*/ 98509 h 578267"/>
                <a:gd name="csX1006" fmla="*/ 782053 w 827171"/>
                <a:gd name="csY1006" fmla="*/ 105276 h 578267"/>
                <a:gd name="csX1007" fmla="*/ 781301 w 827171"/>
                <a:gd name="csY1007" fmla="*/ 116556 h 578267"/>
                <a:gd name="csX1008" fmla="*/ 781301 w 827171"/>
                <a:gd name="csY1008" fmla="*/ 126332 h 578267"/>
                <a:gd name="csX1009" fmla="*/ 782053 w 827171"/>
                <a:gd name="csY1009" fmla="*/ 128588 h 578267"/>
                <a:gd name="csX1010" fmla="*/ 782805 w 827171"/>
                <a:gd name="csY1010" fmla="*/ 129340 h 578267"/>
                <a:gd name="csX1011" fmla="*/ 789572 w 827171"/>
                <a:gd name="csY1011" fmla="*/ 135355 h 578267"/>
                <a:gd name="csX1012" fmla="*/ 791828 w 827171"/>
                <a:gd name="csY1012" fmla="*/ 134603 h 578267"/>
                <a:gd name="csX1013" fmla="*/ 794836 w 827171"/>
                <a:gd name="csY1013" fmla="*/ 133852 h 578267"/>
                <a:gd name="csX1014" fmla="*/ 796340 w 827171"/>
                <a:gd name="csY1014" fmla="*/ 134603 h 578267"/>
                <a:gd name="csX1015" fmla="*/ 797092 w 827171"/>
                <a:gd name="csY1015" fmla="*/ 136108 h 578267"/>
                <a:gd name="csX1016" fmla="*/ 797092 w 827171"/>
                <a:gd name="csY1016" fmla="*/ 137612 h 578267"/>
                <a:gd name="csX1017" fmla="*/ 796340 w 827171"/>
                <a:gd name="csY1017" fmla="*/ 139115 h 578267"/>
                <a:gd name="csX1018" fmla="*/ 794085 w 827171"/>
                <a:gd name="csY1018" fmla="*/ 140619 h 578267"/>
                <a:gd name="csX1019" fmla="*/ 792580 w 827171"/>
                <a:gd name="csY1019" fmla="*/ 143627 h 578267"/>
                <a:gd name="csX1020" fmla="*/ 790325 w 827171"/>
                <a:gd name="csY1020" fmla="*/ 146635 h 578267"/>
                <a:gd name="csX1021" fmla="*/ 789572 w 827171"/>
                <a:gd name="csY1021" fmla="*/ 148891 h 578267"/>
                <a:gd name="csX1022" fmla="*/ 789572 w 827171"/>
                <a:gd name="csY1022" fmla="*/ 151147 h 578267"/>
                <a:gd name="csX1023" fmla="*/ 789572 w 827171"/>
                <a:gd name="csY1023" fmla="*/ 156411 h 578267"/>
                <a:gd name="csX1024" fmla="*/ 790325 w 827171"/>
                <a:gd name="csY1024" fmla="*/ 157163 h 578267"/>
                <a:gd name="csX1025" fmla="*/ 791076 w 827171"/>
                <a:gd name="csY1025" fmla="*/ 158667 h 578267"/>
                <a:gd name="csX1026" fmla="*/ 791828 w 827171"/>
                <a:gd name="csY1026" fmla="*/ 160171 h 578267"/>
                <a:gd name="csX1027" fmla="*/ 791828 w 827171"/>
                <a:gd name="csY1027" fmla="*/ 160923 h 578267"/>
                <a:gd name="csX1028" fmla="*/ 791076 w 827171"/>
                <a:gd name="csY1028" fmla="*/ 162427 h 578267"/>
                <a:gd name="csX1029" fmla="*/ 790325 w 827171"/>
                <a:gd name="csY1029" fmla="*/ 163178 h 578267"/>
                <a:gd name="csX1030" fmla="*/ 790325 w 827171"/>
                <a:gd name="csY1030" fmla="*/ 169946 h 578267"/>
                <a:gd name="csX1031" fmla="*/ 790325 w 827171"/>
                <a:gd name="csY1031" fmla="*/ 170698 h 578267"/>
                <a:gd name="csX1032" fmla="*/ 791828 w 827171"/>
                <a:gd name="csY1032" fmla="*/ 172954 h 578267"/>
                <a:gd name="csX1033" fmla="*/ 793332 w 827171"/>
                <a:gd name="csY1033" fmla="*/ 173706 h 578267"/>
                <a:gd name="csX1034" fmla="*/ 794836 w 827171"/>
                <a:gd name="csY1034" fmla="*/ 173706 h 578267"/>
                <a:gd name="csX1035" fmla="*/ 794836 w 827171"/>
                <a:gd name="csY1035" fmla="*/ 172954 h 578267"/>
                <a:gd name="csX1036" fmla="*/ 797844 w 827171"/>
                <a:gd name="csY1036" fmla="*/ 176714 h 578267"/>
                <a:gd name="csX1037" fmla="*/ 797092 w 827171"/>
                <a:gd name="csY1037" fmla="*/ 179722 h 578267"/>
                <a:gd name="csX1038" fmla="*/ 795588 w 827171"/>
                <a:gd name="csY1038" fmla="*/ 182730 h 578267"/>
                <a:gd name="csX1039" fmla="*/ 794085 w 827171"/>
                <a:gd name="csY1039" fmla="*/ 188746 h 578267"/>
                <a:gd name="csX1040" fmla="*/ 793332 w 827171"/>
                <a:gd name="csY1040" fmla="*/ 190250 h 578267"/>
                <a:gd name="csX1041" fmla="*/ 792580 w 827171"/>
                <a:gd name="csY1041" fmla="*/ 191753 h 578267"/>
                <a:gd name="csX1042" fmla="*/ 795588 w 827171"/>
                <a:gd name="csY1042" fmla="*/ 199273 h 578267"/>
                <a:gd name="csX1043" fmla="*/ 797092 w 827171"/>
                <a:gd name="csY1043" fmla="*/ 200777 h 578267"/>
                <a:gd name="csX1044" fmla="*/ 799348 w 827171"/>
                <a:gd name="csY1044" fmla="*/ 201529 h 578267"/>
                <a:gd name="csX1045" fmla="*/ 800852 w 827171"/>
                <a:gd name="csY1045" fmla="*/ 200777 h 578267"/>
                <a:gd name="csX1046" fmla="*/ 802356 w 827171"/>
                <a:gd name="csY1046" fmla="*/ 199273 h 578267"/>
                <a:gd name="csX1047" fmla="*/ 802356 w 827171"/>
                <a:gd name="csY1047" fmla="*/ 197769 h 578267"/>
                <a:gd name="csX1048" fmla="*/ 803860 w 827171"/>
                <a:gd name="csY1048" fmla="*/ 196265 h 578267"/>
                <a:gd name="csX1049" fmla="*/ 806116 w 827171"/>
                <a:gd name="csY1049" fmla="*/ 194761 h 578267"/>
                <a:gd name="csX1050" fmla="*/ 807620 w 827171"/>
                <a:gd name="csY1050" fmla="*/ 196265 h 578267"/>
                <a:gd name="csX1051" fmla="*/ 809124 w 827171"/>
                <a:gd name="csY1051" fmla="*/ 199273 h 578267"/>
                <a:gd name="csX1052" fmla="*/ 812132 w 827171"/>
                <a:gd name="csY1052" fmla="*/ 200025 h 578267"/>
                <a:gd name="csX1053" fmla="*/ 811380 w 827171"/>
                <a:gd name="csY1053" fmla="*/ 202281 h 578267"/>
                <a:gd name="csX1054" fmla="*/ 810628 w 827171"/>
                <a:gd name="csY1054" fmla="*/ 203033 h 578267"/>
                <a:gd name="csX1055" fmla="*/ 809124 w 827171"/>
                <a:gd name="csY1055" fmla="*/ 203785 h 578267"/>
                <a:gd name="csX1056" fmla="*/ 810628 w 827171"/>
                <a:gd name="csY1056" fmla="*/ 207545 h 578267"/>
                <a:gd name="csX1057" fmla="*/ 810628 w 827171"/>
                <a:gd name="csY1057" fmla="*/ 209801 h 578267"/>
                <a:gd name="csX1058" fmla="*/ 809876 w 827171"/>
                <a:gd name="csY1058" fmla="*/ 210553 h 578267"/>
                <a:gd name="csX1059" fmla="*/ 808372 w 827171"/>
                <a:gd name="csY1059" fmla="*/ 211305 h 578267"/>
                <a:gd name="csX1060" fmla="*/ 806116 w 827171"/>
                <a:gd name="csY1060" fmla="*/ 212057 h 578267"/>
                <a:gd name="csX1061" fmla="*/ 805364 w 827171"/>
                <a:gd name="csY1061" fmla="*/ 211305 h 578267"/>
                <a:gd name="csX1062" fmla="*/ 803860 w 827171"/>
                <a:gd name="csY1062" fmla="*/ 209801 h 578267"/>
                <a:gd name="csX1063" fmla="*/ 806116 w 827171"/>
                <a:gd name="csY1063" fmla="*/ 209049 h 578267"/>
                <a:gd name="csX1064" fmla="*/ 806868 w 827171"/>
                <a:gd name="csY1064" fmla="*/ 207545 h 578267"/>
                <a:gd name="csX1065" fmla="*/ 806116 w 827171"/>
                <a:gd name="csY1065" fmla="*/ 206041 h 578267"/>
                <a:gd name="csX1066" fmla="*/ 803860 w 827171"/>
                <a:gd name="csY1066" fmla="*/ 204537 h 578267"/>
                <a:gd name="csX1067" fmla="*/ 802356 w 827171"/>
                <a:gd name="csY1067" fmla="*/ 205289 h 578267"/>
                <a:gd name="csX1068" fmla="*/ 799348 w 827171"/>
                <a:gd name="csY1068" fmla="*/ 206793 h 578267"/>
                <a:gd name="csX1069" fmla="*/ 798596 w 827171"/>
                <a:gd name="csY1069" fmla="*/ 207545 h 578267"/>
                <a:gd name="csX1070" fmla="*/ 797844 w 827171"/>
                <a:gd name="csY1070" fmla="*/ 207545 h 578267"/>
                <a:gd name="csX1071" fmla="*/ 792580 w 827171"/>
                <a:gd name="csY1071" fmla="*/ 212057 h 578267"/>
                <a:gd name="csX1072" fmla="*/ 791828 w 827171"/>
                <a:gd name="csY1072" fmla="*/ 213561 h 578267"/>
                <a:gd name="csX1073" fmla="*/ 791076 w 827171"/>
                <a:gd name="csY1073" fmla="*/ 214313 h 578267"/>
                <a:gd name="csX1074" fmla="*/ 790325 w 827171"/>
                <a:gd name="csY1074" fmla="*/ 215817 h 578267"/>
                <a:gd name="csX1075" fmla="*/ 790325 w 827171"/>
                <a:gd name="csY1075" fmla="*/ 218072 h 578267"/>
                <a:gd name="csX1076" fmla="*/ 791828 w 827171"/>
                <a:gd name="csY1076" fmla="*/ 224840 h 578267"/>
                <a:gd name="csX1077" fmla="*/ 792580 w 827171"/>
                <a:gd name="csY1077" fmla="*/ 225592 h 578267"/>
                <a:gd name="csX1078" fmla="*/ 792580 w 827171"/>
                <a:gd name="csY1078" fmla="*/ 226344 h 578267"/>
                <a:gd name="csX1079" fmla="*/ 797844 w 827171"/>
                <a:gd name="csY1079" fmla="*/ 227096 h 578267"/>
                <a:gd name="csX1080" fmla="*/ 799348 w 827171"/>
                <a:gd name="csY1080" fmla="*/ 229352 h 578267"/>
                <a:gd name="csX1081" fmla="*/ 800852 w 827171"/>
                <a:gd name="csY1081" fmla="*/ 232360 h 578267"/>
                <a:gd name="csX1082" fmla="*/ 800852 w 827171"/>
                <a:gd name="csY1082" fmla="*/ 239880 h 578267"/>
                <a:gd name="csX1083" fmla="*/ 799348 w 827171"/>
                <a:gd name="csY1083" fmla="*/ 237624 h 578267"/>
                <a:gd name="csX1084" fmla="*/ 798596 w 827171"/>
                <a:gd name="csY1084" fmla="*/ 236872 h 578267"/>
                <a:gd name="csX1085" fmla="*/ 797844 w 827171"/>
                <a:gd name="csY1085" fmla="*/ 238376 h 578267"/>
                <a:gd name="csX1086" fmla="*/ 797092 w 827171"/>
                <a:gd name="csY1086" fmla="*/ 239128 h 578267"/>
                <a:gd name="csX1087" fmla="*/ 797092 w 827171"/>
                <a:gd name="csY1087" fmla="*/ 240632 h 578267"/>
                <a:gd name="csX1088" fmla="*/ 797092 w 827171"/>
                <a:gd name="csY1088" fmla="*/ 242888 h 578267"/>
                <a:gd name="csX1089" fmla="*/ 796340 w 827171"/>
                <a:gd name="csY1089" fmla="*/ 245144 h 578267"/>
                <a:gd name="csX1090" fmla="*/ 794836 w 827171"/>
                <a:gd name="csY1090" fmla="*/ 245895 h 578267"/>
                <a:gd name="csX1091" fmla="*/ 793332 w 827171"/>
                <a:gd name="csY1091" fmla="*/ 245895 h 578267"/>
                <a:gd name="csX1092" fmla="*/ 791828 w 827171"/>
                <a:gd name="csY1092" fmla="*/ 246648 h 578267"/>
                <a:gd name="csX1093" fmla="*/ 789572 w 827171"/>
                <a:gd name="csY1093" fmla="*/ 248151 h 578267"/>
                <a:gd name="csX1094" fmla="*/ 788068 w 827171"/>
                <a:gd name="csY1094" fmla="*/ 250408 h 578267"/>
                <a:gd name="csX1095" fmla="*/ 787317 w 827171"/>
                <a:gd name="csY1095" fmla="*/ 252663 h 578267"/>
                <a:gd name="csX1096" fmla="*/ 786565 w 827171"/>
                <a:gd name="csY1096" fmla="*/ 255671 h 578267"/>
                <a:gd name="csX1097" fmla="*/ 792580 w 827171"/>
                <a:gd name="csY1097" fmla="*/ 269207 h 578267"/>
                <a:gd name="csX1098" fmla="*/ 794836 w 827171"/>
                <a:gd name="csY1098" fmla="*/ 269959 h 578267"/>
                <a:gd name="csX1099" fmla="*/ 797092 w 827171"/>
                <a:gd name="csY1099" fmla="*/ 272215 h 578267"/>
                <a:gd name="csX1100" fmla="*/ 797092 w 827171"/>
                <a:gd name="csY1100" fmla="*/ 275223 h 578267"/>
                <a:gd name="csX1101" fmla="*/ 795588 w 827171"/>
                <a:gd name="csY1101" fmla="*/ 278230 h 578267"/>
                <a:gd name="csX1102" fmla="*/ 794836 w 827171"/>
                <a:gd name="csY1102" fmla="*/ 276727 h 578267"/>
                <a:gd name="csX1103" fmla="*/ 791828 w 827171"/>
                <a:gd name="csY1103" fmla="*/ 278230 h 578267"/>
                <a:gd name="csX1104" fmla="*/ 788068 w 827171"/>
                <a:gd name="csY1104" fmla="*/ 281990 h 578267"/>
                <a:gd name="csX1105" fmla="*/ 786565 w 827171"/>
                <a:gd name="csY1105" fmla="*/ 284246 h 578267"/>
                <a:gd name="csX1106" fmla="*/ 788068 w 827171"/>
                <a:gd name="csY1106" fmla="*/ 286502 h 578267"/>
                <a:gd name="csX1107" fmla="*/ 788821 w 827171"/>
                <a:gd name="csY1107" fmla="*/ 289510 h 578267"/>
                <a:gd name="csX1108" fmla="*/ 789572 w 827171"/>
                <a:gd name="csY1108" fmla="*/ 293270 h 578267"/>
                <a:gd name="csX1109" fmla="*/ 789572 w 827171"/>
                <a:gd name="csY1109" fmla="*/ 296278 h 578267"/>
                <a:gd name="csX1110" fmla="*/ 790325 w 827171"/>
                <a:gd name="csY1110" fmla="*/ 297782 h 578267"/>
                <a:gd name="csX1111" fmla="*/ 791828 w 827171"/>
                <a:gd name="csY1111" fmla="*/ 300038 h 578267"/>
                <a:gd name="csX1112" fmla="*/ 792580 w 827171"/>
                <a:gd name="csY1112" fmla="*/ 301542 h 578267"/>
                <a:gd name="csX1113" fmla="*/ 791828 w 827171"/>
                <a:gd name="csY1113" fmla="*/ 302294 h 578267"/>
                <a:gd name="csX1114" fmla="*/ 790325 w 827171"/>
                <a:gd name="csY1114" fmla="*/ 303798 h 578267"/>
                <a:gd name="csX1115" fmla="*/ 789572 w 827171"/>
                <a:gd name="csY1115" fmla="*/ 304549 h 578267"/>
                <a:gd name="csX1116" fmla="*/ 790325 w 827171"/>
                <a:gd name="csY1116" fmla="*/ 305302 h 578267"/>
                <a:gd name="csX1117" fmla="*/ 791076 w 827171"/>
                <a:gd name="csY1117" fmla="*/ 306806 h 578267"/>
                <a:gd name="csX1118" fmla="*/ 796340 w 827171"/>
                <a:gd name="csY1118" fmla="*/ 312821 h 578267"/>
                <a:gd name="csX1119" fmla="*/ 797844 w 827171"/>
                <a:gd name="csY1119" fmla="*/ 315077 h 578267"/>
                <a:gd name="csX1120" fmla="*/ 797844 w 827171"/>
                <a:gd name="csY1120" fmla="*/ 315829 h 578267"/>
                <a:gd name="csX1121" fmla="*/ 796340 w 827171"/>
                <a:gd name="csY1121" fmla="*/ 316581 h 578267"/>
                <a:gd name="csX1122" fmla="*/ 795588 w 827171"/>
                <a:gd name="csY1122" fmla="*/ 317333 h 578267"/>
                <a:gd name="csX1123" fmla="*/ 794836 w 827171"/>
                <a:gd name="csY1123" fmla="*/ 318085 h 578267"/>
                <a:gd name="csX1124" fmla="*/ 795588 w 827171"/>
                <a:gd name="csY1124" fmla="*/ 319589 h 578267"/>
                <a:gd name="csX1125" fmla="*/ 797092 w 827171"/>
                <a:gd name="csY1125" fmla="*/ 320341 h 578267"/>
                <a:gd name="csX1126" fmla="*/ 797844 w 827171"/>
                <a:gd name="csY1126" fmla="*/ 320341 h 578267"/>
                <a:gd name="csX1127" fmla="*/ 798596 w 827171"/>
                <a:gd name="csY1127" fmla="*/ 321093 h 578267"/>
                <a:gd name="csX1128" fmla="*/ 798596 w 827171"/>
                <a:gd name="csY1128" fmla="*/ 324101 h 578267"/>
                <a:gd name="csX1129" fmla="*/ 794085 w 827171"/>
                <a:gd name="csY1129" fmla="*/ 330117 h 578267"/>
                <a:gd name="csX1130" fmla="*/ 792580 w 827171"/>
                <a:gd name="csY1130" fmla="*/ 333125 h 578267"/>
                <a:gd name="csX1131" fmla="*/ 791076 w 827171"/>
                <a:gd name="csY1131" fmla="*/ 342900 h 578267"/>
                <a:gd name="csX1132" fmla="*/ 791828 w 827171"/>
                <a:gd name="csY1132" fmla="*/ 346660 h 578267"/>
                <a:gd name="csX1133" fmla="*/ 792580 w 827171"/>
                <a:gd name="csY1133" fmla="*/ 347412 h 578267"/>
                <a:gd name="csX1134" fmla="*/ 793332 w 827171"/>
                <a:gd name="csY1134" fmla="*/ 348164 h 578267"/>
                <a:gd name="csX1135" fmla="*/ 793332 w 827171"/>
                <a:gd name="csY1135" fmla="*/ 349668 h 578267"/>
                <a:gd name="csX1136" fmla="*/ 794085 w 827171"/>
                <a:gd name="csY1136" fmla="*/ 351924 h 578267"/>
                <a:gd name="csX1137" fmla="*/ 793332 w 827171"/>
                <a:gd name="csY1137" fmla="*/ 353428 h 578267"/>
                <a:gd name="csX1138" fmla="*/ 792580 w 827171"/>
                <a:gd name="csY1138" fmla="*/ 354932 h 578267"/>
                <a:gd name="csX1139" fmla="*/ 791076 w 827171"/>
                <a:gd name="csY1139" fmla="*/ 355684 h 578267"/>
                <a:gd name="csX1140" fmla="*/ 790325 w 827171"/>
                <a:gd name="csY1140" fmla="*/ 356436 h 578267"/>
                <a:gd name="csX1141" fmla="*/ 790325 w 827171"/>
                <a:gd name="csY1141" fmla="*/ 357940 h 578267"/>
                <a:gd name="csX1142" fmla="*/ 788821 w 827171"/>
                <a:gd name="csY1142" fmla="*/ 363204 h 578267"/>
                <a:gd name="csX1143" fmla="*/ 787317 w 827171"/>
                <a:gd name="csY1143" fmla="*/ 369971 h 578267"/>
                <a:gd name="csX1144" fmla="*/ 785813 w 827171"/>
                <a:gd name="csY1144" fmla="*/ 377491 h 578267"/>
                <a:gd name="csX1145" fmla="*/ 785061 w 827171"/>
                <a:gd name="csY1145" fmla="*/ 381251 h 578267"/>
                <a:gd name="csX1146" fmla="*/ 788068 w 827171"/>
                <a:gd name="csY1146" fmla="*/ 384259 h 578267"/>
                <a:gd name="csX1147" fmla="*/ 785813 w 827171"/>
                <a:gd name="csY1147" fmla="*/ 387266 h 578267"/>
                <a:gd name="csX1148" fmla="*/ 780549 w 827171"/>
                <a:gd name="csY1148" fmla="*/ 392530 h 578267"/>
                <a:gd name="csX1149" fmla="*/ 779797 w 827171"/>
                <a:gd name="csY1149" fmla="*/ 394034 h 578267"/>
                <a:gd name="csX1150" fmla="*/ 779045 w 827171"/>
                <a:gd name="csY1150" fmla="*/ 398546 h 578267"/>
                <a:gd name="csX1151" fmla="*/ 779045 w 827171"/>
                <a:gd name="csY1151" fmla="*/ 402306 h 578267"/>
                <a:gd name="csX1152" fmla="*/ 779045 w 827171"/>
                <a:gd name="csY1152" fmla="*/ 403058 h 578267"/>
                <a:gd name="csX1153" fmla="*/ 774533 w 827171"/>
                <a:gd name="csY1153" fmla="*/ 408322 h 578267"/>
                <a:gd name="csX1154" fmla="*/ 773781 w 827171"/>
                <a:gd name="csY1154" fmla="*/ 410578 h 578267"/>
                <a:gd name="csX1155" fmla="*/ 772277 w 827171"/>
                <a:gd name="csY1155" fmla="*/ 417345 h 578267"/>
                <a:gd name="csX1156" fmla="*/ 770021 w 827171"/>
                <a:gd name="csY1156" fmla="*/ 421105 h 578267"/>
                <a:gd name="csX1157" fmla="*/ 769269 w 827171"/>
                <a:gd name="csY1157" fmla="*/ 423362 h 578267"/>
                <a:gd name="csX1158" fmla="*/ 769269 w 827171"/>
                <a:gd name="csY1158" fmla="*/ 424865 h 578267"/>
                <a:gd name="csX1159" fmla="*/ 770021 w 827171"/>
                <a:gd name="csY1159" fmla="*/ 427121 h 578267"/>
                <a:gd name="csX1160" fmla="*/ 769269 w 827171"/>
                <a:gd name="csY1160" fmla="*/ 428625 h 578267"/>
                <a:gd name="csX1161" fmla="*/ 767765 w 827171"/>
                <a:gd name="csY1161" fmla="*/ 429377 h 578267"/>
                <a:gd name="csX1162" fmla="*/ 766261 w 827171"/>
                <a:gd name="csY1162" fmla="*/ 428625 h 578267"/>
                <a:gd name="csX1163" fmla="*/ 764006 w 827171"/>
                <a:gd name="csY1163" fmla="*/ 425617 h 578267"/>
                <a:gd name="csX1164" fmla="*/ 763253 w 827171"/>
                <a:gd name="csY1164" fmla="*/ 422609 h 578267"/>
                <a:gd name="csX1165" fmla="*/ 762502 w 827171"/>
                <a:gd name="csY1165" fmla="*/ 418849 h 578267"/>
                <a:gd name="csX1166" fmla="*/ 762502 w 827171"/>
                <a:gd name="csY1166" fmla="*/ 415090 h 578267"/>
                <a:gd name="csX1167" fmla="*/ 764006 w 827171"/>
                <a:gd name="csY1167" fmla="*/ 412082 h 578267"/>
                <a:gd name="csX1168" fmla="*/ 764757 w 827171"/>
                <a:gd name="csY1168" fmla="*/ 410578 h 578267"/>
                <a:gd name="csX1169" fmla="*/ 764006 w 827171"/>
                <a:gd name="csY1169" fmla="*/ 408322 h 578267"/>
                <a:gd name="csX1170" fmla="*/ 760246 w 827171"/>
                <a:gd name="csY1170" fmla="*/ 403810 h 578267"/>
                <a:gd name="csX1171" fmla="*/ 757989 w 827171"/>
                <a:gd name="csY1171" fmla="*/ 402306 h 578267"/>
                <a:gd name="csX1172" fmla="*/ 755734 w 827171"/>
                <a:gd name="csY1172" fmla="*/ 400050 h 578267"/>
                <a:gd name="csX1173" fmla="*/ 753478 w 827171"/>
                <a:gd name="csY1173" fmla="*/ 400050 h 578267"/>
                <a:gd name="csX1174" fmla="*/ 751974 w 827171"/>
                <a:gd name="csY1174" fmla="*/ 403810 h 578267"/>
                <a:gd name="csX1175" fmla="*/ 752726 w 827171"/>
                <a:gd name="csY1175" fmla="*/ 406066 h 578267"/>
                <a:gd name="csX1176" fmla="*/ 754230 w 827171"/>
                <a:gd name="csY1176" fmla="*/ 409826 h 578267"/>
                <a:gd name="csX1177" fmla="*/ 754230 w 827171"/>
                <a:gd name="csY1177" fmla="*/ 412082 h 578267"/>
                <a:gd name="csX1178" fmla="*/ 754230 w 827171"/>
                <a:gd name="csY1178" fmla="*/ 413586 h 578267"/>
                <a:gd name="csX1179" fmla="*/ 752726 w 827171"/>
                <a:gd name="csY1179" fmla="*/ 415090 h 578267"/>
                <a:gd name="csX1180" fmla="*/ 751974 w 827171"/>
                <a:gd name="csY1180" fmla="*/ 416594 h 578267"/>
                <a:gd name="csX1181" fmla="*/ 752726 w 827171"/>
                <a:gd name="csY1181" fmla="*/ 418098 h 578267"/>
                <a:gd name="csX1182" fmla="*/ 754230 w 827171"/>
                <a:gd name="csY1182" fmla="*/ 418098 h 578267"/>
                <a:gd name="csX1183" fmla="*/ 756486 w 827171"/>
                <a:gd name="csY1183" fmla="*/ 418098 h 578267"/>
                <a:gd name="csX1184" fmla="*/ 757238 w 827171"/>
                <a:gd name="csY1184" fmla="*/ 418098 h 578267"/>
                <a:gd name="csX1185" fmla="*/ 757238 w 827171"/>
                <a:gd name="csY1185" fmla="*/ 419602 h 578267"/>
                <a:gd name="csX1186" fmla="*/ 757238 w 827171"/>
                <a:gd name="csY1186" fmla="*/ 421105 h 578267"/>
                <a:gd name="csX1187" fmla="*/ 755734 w 827171"/>
                <a:gd name="csY1187" fmla="*/ 422609 h 578267"/>
                <a:gd name="csX1188" fmla="*/ 755734 w 827171"/>
                <a:gd name="csY1188" fmla="*/ 424113 h 578267"/>
                <a:gd name="csX1189" fmla="*/ 754982 w 827171"/>
                <a:gd name="csY1189" fmla="*/ 425617 h 578267"/>
                <a:gd name="csX1190" fmla="*/ 754982 w 827171"/>
                <a:gd name="csY1190" fmla="*/ 426369 h 578267"/>
                <a:gd name="csX1191" fmla="*/ 755734 w 827171"/>
                <a:gd name="csY1191" fmla="*/ 427121 h 578267"/>
                <a:gd name="csX1192" fmla="*/ 757238 w 827171"/>
                <a:gd name="csY1192" fmla="*/ 428625 h 578267"/>
                <a:gd name="csX1193" fmla="*/ 762502 w 827171"/>
                <a:gd name="csY1193" fmla="*/ 431633 h 578267"/>
                <a:gd name="csX1194" fmla="*/ 763253 w 827171"/>
                <a:gd name="csY1194" fmla="*/ 433137 h 578267"/>
                <a:gd name="csX1195" fmla="*/ 764757 w 827171"/>
                <a:gd name="csY1195" fmla="*/ 434641 h 578267"/>
                <a:gd name="csX1196" fmla="*/ 767013 w 827171"/>
                <a:gd name="csY1196" fmla="*/ 434641 h 578267"/>
                <a:gd name="csX1197" fmla="*/ 767765 w 827171"/>
                <a:gd name="csY1197" fmla="*/ 433889 h 578267"/>
                <a:gd name="csX1198" fmla="*/ 769269 w 827171"/>
                <a:gd name="csY1198" fmla="*/ 433137 h 578267"/>
                <a:gd name="csX1199" fmla="*/ 770773 w 827171"/>
                <a:gd name="csY1199" fmla="*/ 432385 h 578267"/>
                <a:gd name="csX1200" fmla="*/ 770021 w 827171"/>
                <a:gd name="csY1200" fmla="*/ 435393 h 578267"/>
                <a:gd name="csX1201" fmla="*/ 768517 w 827171"/>
                <a:gd name="csY1201" fmla="*/ 438401 h 578267"/>
                <a:gd name="csX1202" fmla="*/ 764006 w 827171"/>
                <a:gd name="csY1202" fmla="*/ 444417 h 578267"/>
                <a:gd name="csX1203" fmla="*/ 762502 w 827171"/>
                <a:gd name="csY1203" fmla="*/ 448177 h 578267"/>
                <a:gd name="csX1204" fmla="*/ 760998 w 827171"/>
                <a:gd name="csY1204" fmla="*/ 449681 h 578267"/>
                <a:gd name="csX1205" fmla="*/ 759493 w 827171"/>
                <a:gd name="csY1205" fmla="*/ 450432 h 578267"/>
                <a:gd name="csX1206" fmla="*/ 752726 w 827171"/>
                <a:gd name="csY1206" fmla="*/ 451184 h 578267"/>
                <a:gd name="csX1207" fmla="*/ 750470 w 827171"/>
                <a:gd name="csY1207" fmla="*/ 451936 h 578267"/>
                <a:gd name="csX1208" fmla="*/ 746710 w 827171"/>
                <a:gd name="csY1208" fmla="*/ 454192 h 578267"/>
                <a:gd name="csX1209" fmla="*/ 742198 w 827171"/>
                <a:gd name="csY1209" fmla="*/ 455696 h 578267"/>
                <a:gd name="csX1210" fmla="*/ 739942 w 827171"/>
                <a:gd name="csY1210" fmla="*/ 457200 h 578267"/>
                <a:gd name="csX1211" fmla="*/ 736934 w 827171"/>
                <a:gd name="csY1211" fmla="*/ 460960 h 578267"/>
                <a:gd name="csX1212" fmla="*/ 724151 w 827171"/>
                <a:gd name="csY1212" fmla="*/ 468480 h 578267"/>
                <a:gd name="csX1213" fmla="*/ 681288 w 827171"/>
                <a:gd name="csY1213" fmla="*/ 503822 h 578267"/>
                <a:gd name="csX1214" fmla="*/ 649705 w 827171"/>
                <a:gd name="csY1214" fmla="*/ 539165 h 578267"/>
                <a:gd name="csX1215" fmla="*/ 624890 w 827171"/>
                <a:gd name="csY1215" fmla="*/ 573004 h 578267"/>
                <a:gd name="csX1216" fmla="*/ 818900 w 827171"/>
                <a:gd name="csY1216" fmla="*/ 242888 h 578267"/>
                <a:gd name="csX1217" fmla="*/ 819651 w 827171"/>
                <a:gd name="csY1217" fmla="*/ 239880 h 578267"/>
                <a:gd name="csX1218" fmla="*/ 822659 w 827171"/>
                <a:gd name="csY1218" fmla="*/ 242136 h 578267"/>
                <a:gd name="csX1219" fmla="*/ 825667 w 827171"/>
                <a:gd name="csY1219" fmla="*/ 245895 h 578267"/>
                <a:gd name="csX1220" fmla="*/ 827171 w 827171"/>
                <a:gd name="csY1220" fmla="*/ 248151 h 578267"/>
                <a:gd name="csX1221" fmla="*/ 827171 w 827171"/>
                <a:gd name="csY1221" fmla="*/ 251911 h 578267"/>
                <a:gd name="csX1222" fmla="*/ 826419 w 827171"/>
                <a:gd name="csY1222" fmla="*/ 254919 h 578267"/>
                <a:gd name="csX1223" fmla="*/ 824915 w 827171"/>
                <a:gd name="csY1223" fmla="*/ 257927 h 578267"/>
                <a:gd name="csX1224" fmla="*/ 823411 w 827171"/>
                <a:gd name="csY1224" fmla="*/ 260935 h 578267"/>
                <a:gd name="csX1225" fmla="*/ 822659 w 827171"/>
                <a:gd name="csY1225" fmla="*/ 261687 h 578267"/>
                <a:gd name="csX1226" fmla="*/ 821907 w 827171"/>
                <a:gd name="csY1226" fmla="*/ 263191 h 578267"/>
                <a:gd name="csX1227" fmla="*/ 821907 w 827171"/>
                <a:gd name="csY1227" fmla="*/ 264695 h 578267"/>
                <a:gd name="csX1228" fmla="*/ 821907 w 827171"/>
                <a:gd name="csY1228" fmla="*/ 266951 h 578267"/>
                <a:gd name="csX1229" fmla="*/ 822659 w 827171"/>
                <a:gd name="csY1229" fmla="*/ 270711 h 578267"/>
                <a:gd name="csX1230" fmla="*/ 822659 w 827171"/>
                <a:gd name="csY1230" fmla="*/ 272967 h 578267"/>
                <a:gd name="csX1231" fmla="*/ 821907 w 827171"/>
                <a:gd name="csY1231" fmla="*/ 275223 h 578267"/>
                <a:gd name="csX1232" fmla="*/ 819651 w 827171"/>
                <a:gd name="csY1232" fmla="*/ 278230 h 578267"/>
                <a:gd name="csX1233" fmla="*/ 817396 w 827171"/>
                <a:gd name="csY1233" fmla="*/ 281238 h 578267"/>
                <a:gd name="csX1234" fmla="*/ 815891 w 827171"/>
                <a:gd name="csY1234" fmla="*/ 281990 h 578267"/>
                <a:gd name="csX1235" fmla="*/ 809124 w 827171"/>
                <a:gd name="csY1235" fmla="*/ 294022 h 578267"/>
                <a:gd name="csX1236" fmla="*/ 809124 w 827171"/>
                <a:gd name="csY1236" fmla="*/ 297030 h 578267"/>
                <a:gd name="csX1237" fmla="*/ 811380 w 827171"/>
                <a:gd name="csY1237" fmla="*/ 303798 h 578267"/>
                <a:gd name="csX1238" fmla="*/ 810628 w 827171"/>
                <a:gd name="csY1238" fmla="*/ 306053 h 578267"/>
                <a:gd name="csX1239" fmla="*/ 809876 w 827171"/>
                <a:gd name="csY1239" fmla="*/ 306806 h 578267"/>
                <a:gd name="csX1240" fmla="*/ 806868 w 827171"/>
                <a:gd name="csY1240" fmla="*/ 307557 h 578267"/>
                <a:gd name="csX1241" fmla="*/ 806116 w 827171"/>
                <a:gd name="csY1241" fmla="*/ 308309 h 578267"/>
                <a:gd name="csX1242" fmla="*/ 803860 w 827171"/>
                <a:gd name="csY1242" fmla="*/ 312069 h 578267"/>
                <a:gd name="csX1243" fmla="*/ 802356 w 827171"/>
                <a:gd name="csY1243" fmla="*/ 313573 h 578267"/>
                <a:gd name="csX1244" fmla="*/ 800852 w 827171"/>
                <a:gd name="csY1244" fmla="*/ 313573 h 578267"/>
                <a:gd name="csX1245" fmla="*/ 800100 w 827171"/>
                <a:gd name="csY1245" fmla="*/ 313573 h 578267"/>
                <a:gd name="csX1246" fmla="*/ 799348 w 827171"/>
                <a:gd name="csY1246" fmla="*/ 313573 h 578267"/>
                <a:gd name="csX1247" fmla="*/ 799348 w 827171"/>
                <a:gd name="csY1247" fmla="*/ 312821 h 578267"/>
                <a:gd name="csX1248" fmla="*/ 799348 w 827171"/>
                <a:gd name="csY1248" fmla="*/ 300038 h 578267"/>
                <a:gd name="csX1249" fmla="*/ 800100 w 827171"/>
                <a:gd name="csY1249" fmla="*/ 294774 h 578267"/>
                <a:gd name="csX1250" fmla="*/ 802356 w 827171"/>
                <a:gd name="csY1250" fmla="*/ 290262 h 578267"/>
                <a:gd name="csX1251" fmla="*/ 800100 w 827171"/>
                <a:gd name="csY1251" fmla="*/ 288758 h 578267"/>
                <a:gd name="csX1252" fmla="*/ 801604 w 827171"/>
                <a:gd name="csY1252" fmla="*/ 286502 h 578267"/>
                <a:gd name="csX1253" fmla="*/ 805364 w 827171"/>
                <a:gd name="csY1253" fmla="*/ 281990 h 578267"/>
                <a:gd name="csX1254" fmla="*/ 804612 w 827171"/>
                <a:gd name="csY1254" fmla="*/ 278230 h 578267"/>
                <a:gd name="csX1255" fmla="*/ 803108 w 827171"/>
                <a:gd name="csY1255" fmla="*/ 274470 h 578267"/>
                <a:gd name="csX1256" fmla="*/ 801604 w 827171"/>
                <a:gd name="csY1256" fmla="*/ 272215 h 578267"/>
                <a:gd name="csX1257" fmla="*/ 804612 w 827171"/>
                <a:gd name="csY1257" fmla="*/ 271463 h 578267"/>
                <a:gd name="csX1258" fmla="*/ 806116 w 827171"/>
                <a:gd name="csY1258" fmla="*/ 270711 h 578267"/>
                <a:gd name="csX1259" fmla="*/ 807620 w 827171"/>
                <a:gd name="csY1259" fmla="*/ 269959 h 578267"/>
                <a:gd name="csX1260" fmla="*/ 808372 w 827171"/>
                <a:gd name="csY1260" fmla="*/ 268455 h 578267"/>
                <a:gd name="csX1261" fmla="*/ 808372 w 827171"/>
                <a:gd name="csY1261" fmla="*/ 266951 h 578267"/>
                <a:gd name="csX1262" fmla="*/ 807620 w 827171"/>
                <a:gd name="csY1262" fmla="*/ 266199 h 578267"/>
                <a:gd name="csX1263" fmla="*/ 806868 w 827171"/>
                <a:gd name="csY1263" fmla="*/ 265447 h 578267"/>
                <a:gd name="csX1264" fmla="*/ 805364 w 827171"/>
                <a:gd name="csY1264" fmla="*/ 264695 h 578267"/>
                <a:gd name="csX1265" fmla="*/ 805364 w 827171"/>
                <a:gd name="csY1265" fmla="*/ 263191 h 578267"/>
                <a:gd name="csX1266" fmla="*/ 805364 w 827171"/>
                <a:gd name="csY1266" fmla="*/ 262439 h 578267"/>
                <a:gd name="csX1267" fmla="*/ 806116 w 827171"/>
                <a:gd name="csY1267" fmla="*/ 260935 h 578267"/>
                <a:gd name="csX1268" fmla="*/ 806116 w 827171"/>
                <a:gd name="csY1268" fmla="*/ 260183 h 578267"/>
                <a:gd name="csX1269" fmla="*/ 806116 w 827171"/>
                <a:gd name="csY1269" fmla="*/ 258679 h 578267"/>
                <a:gd name="csX1270" fmla="*/ 803860 w 827171"/>
                <a:gd name="csY1270" fmla="*/ 256423 h 578267"/>
                <a:gd name="csX1271" fmla="*/ 803108 w 827171"/>
                <a:gd name="csY1271" fmla="*/ 254919 h 578267"/>
                <a:gd name="csX1272" fmla="*/ 803860 w 827171"/>
                <a:gd name="csY1272" fmla="*/ 252663 h 578267"/>
                <a:gd name="csX1273" fmla="*/ 806116 w 827171"/>
                <a:gd name="csY1273" fmla="*/ 251159 h 578267"/>
                <a:gd name="csX1274" fmla="*/ 806868 w 827171"/>
                <a:gd name="csY1274" fmla="*/ 249655 h 578267"/>
                <a:gd name="csX1275" fmla="*/ 806116 w 827171"/>
                <a:gd name="csY1275" fmla="*/ 246648 h 578267"/>
                <a:gd name="csX1276" fmla="*/ 809124 w 827171"/>
                <a:gd name="csY1276" fmla="*/ 246648 h 578267"/>
                <a:gd name="csX1277" fmla="*/ 817396 w 827171"/>
                <a:gd name="csY1277" fmla="*/ 244391 h 578267"/>
                <a:gd name="csX1278" fmla="*/ 818900 w 827171"/>
                <a:gd name="csY1278" fmla="*/ 242888 h 578267"/>
                <a:gd name="csX1279" fmla="*/ 802356 w 827171"/>
                <a:gd name="csY1279" fmla="*/ 62414 h 578267"/>
                <a:gd name="csX1280" fmla="*/ 801604 w 827171"/>
                <a:gd name="csY1280" fmla="*/ 63918 h 578267"/>
                <a:gd name="csX1281" fmla="*/ 797092 w 827171"/>
                <a:gd name="csY1281" fmla="*/ 68430 h 578267"/>
                <a:gd name="csX1282" fmla="*/ 797092 w 827171"/>
                <a:gd name="csY1282" fmla="*/ 69934 h 578267"/>
                <a:gd name="csX1283" fmla="*/ 797092 w 827171"/>
                <a:gd name="csY1283" fmla="*/ 72190 h 578267"/>
                <a:gd name="csX1284" fmla="*/ 797092 w 827171"/>
                <a:gd name="csY1284" fmla="*/ 75950 h 578267"/>
                <a:gd name="csX1285" fmla="*/ 796340 w 827171"/>
                <a:gd name="csY1285" fmla="*/ 75950 h 578267"/>
                <a:gd name="csX1286" fmla="*/ 795588 w 827171"/>
                <a:gd name="csY1286" fmla="*/ 75197 h 578267"/>
                <a:gd name="csX1287" fmla="*/ 794836 w 827171"/>
                <a:gd name="csY1287" fmla="*/ 74446 h 578267"/>
                <a:gd name="csX1288" fmla="*/ 791828 w 827171"/>
                <a:gd name="csY1288" fmla="*/ 74446 h 578267"/>
                <a:gd name="csX1289" fmla="*/ 789572 w 827171"/>
                <a:gd name="csY1289" fmla="*/ 69934 h 578267"/>
                <a:gd name="csX1290" fmla="*/ 787317 w 827171"/>
                <a:gd name="csY1290" fmla="*/ 65422 h 578267"/>
                <a:gd name="csX1291" fmla="*/ 785061 w 827171"/>
                <a:gd name="csY1291" fmla="*/ 63166 h 578267"/>
                <a:gd name="csX1292" fmla="*/ 778293 w 827171"/>
                <a:gd name="csY1292" fmla="*/ 57902 h 578267"/>
                <a:gd name="csX1293" fmla="*/ 778293 w 827171"/>
                <a:gd name="csY1293" fmla="*/ 57150 h 578267"/>
                <a:gd name="csX1294" fmla="*/ 778293 w 827171"/>
                <a:gd name="csY1294" fmla="*/ 56398 h 578267"/>
                <a:gd name="csX1295" fmla="*/ 781301 w 827171"/>
                <a:gd name="csY1295" fmla="*/ 51886 h 578267"/>
                <a:gd name="csX1296" fmla="*/ 782053 w 827171"/>
                <a:gd name="csY1296" fmla="*/ 51135 h 578267"/>
                <a:gd name="csX1297" fmla="*/ 784309 w 827171"/>
                <a:gd name="csY1297" fmla="*/ 50382 h 578267"/>
                <a:gd name="csX1298" fmla="*/ 786565 w 827171"/>
                <a:gd name="csY1298" fmla="*/ 49631 h 578267"/>
                <a:gd name="csX1299" fmla="*/ 787317 w 827171"/>
                <a:gd name="csY1299" fmla="*/ 48878 h 578267"/>
                <a:gd name="csX1300" fmla="*/ 788068 w 827171"/>
                <a:gd name="csY1300" fmla="*/ 47375 h 578267"/>
                <a:gd name="csX1301" fmla="*/ 788821 w 827171"/>
                <a:gd name="csY1301" fmla="*/ 45118 h 578267"/>
                <a:gd name="csX1302" fmla="*/ 792580 w 827171"/>
                <a:gd name="csY1302" fmla="*/ 42863 h 578267"/>
                <a:gd name="csX1303" fmla="*/ 797092 w 827171"/>
                <a:gd name="csY1303" fmla="*/ 41359 h 578267"/>
                <a:gd name="csX1304" fmla="*/ 800100 w 827171"/>
                <a:gd name="csY1304" fmla="*/ 39103 h 578267"/>
                <a:gd name="csX1305" fmla="*/ 798596 w 827171"/>
                <a:gd name="csY1305" fmla="*/ 35343 h 578267"/>
                <a:gd name="csX1306" fmla="*/ 801604 w 827171"/>
                <a:gd name="csY1306" fmla="*/ 33087 h 578267"/>
                <a:gd name="csX1307" fmla="*/ 803860 w 827171"/>
                <a:gd name="csY1307" fmla="*/ 33087 h 578267"/>
                <a:gd name="csX1308" fmla="*/ 806116 w 827171"/>
                <a:gd name="csY1308" fmla="*/ 36095 h 578267"/>
                <a:gd name="csX1309" fmla="*/ 809876 w 827171"/>
                <a:gd name="csY1309" fmla="*/ 41359 h 578267"/>
                <a:gd name="csX1310" fmla="*/ 810628 w 827171"/>
                <a:gd name="csY1310" fmla="*/ 42863 h 578267"/>
                <a:gd name="csX1311" fmla="*/ 810628 w 827171"/>
                <a:gd name="csY1311" fmla="*/ 44367 h 578267"/>
                <a:gd name="csX1312" fmla="*/ 809876 w 827171"/>
                <a:gd name="csY1312" fmla="*/ 45871 h 578267"/>
                <a:gd name="csX1313" fmla="*/ 807620 w 827171"/>
                <a:gd name="csY1313" fmla="*/ 48127 h 578267"/>
                <a:gd name="csX1314" fmla="*/ 806116 w 827171"/>
                <a:gd name="csY1314" fmla="*/ 51886 h 578267"/>
                <a:gd name="csX1315" fmla="*/ 803108 w 827171"/>
                <a:gd name="csY1315" fmla="*/ 58654 h 578267"/>
                <a:gd name="csX1316" fmla="*/ 802356 w 827171"/>
                <a:gd name="csY1316" fmla="*/ 62414 h 5782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</a:cxnLst>
              <a:rect l="l" t="t" r="r" b="b"/>
              <a:pathLst>
                <a:path w="827171" h="578267">
                  <a:moveTo>
                    <a:pt x="624890" y="573004"/>
                  </a:moveTo>
                  <a:lnTo>
                    <a:pt x="622634" y="573004"/>
                  </a:lnTo>
                  <a:lnTo>
                    <a:pt x="621882" y="572252"/>
                  </a:lnTo>
                  <a:lnTo>
                    <a:pt x="621131" y="569996"/>
                  </a:lnTo>
                  <a:lnTo>
                    <a:pt x="620378" y="568492"/>
                  </a:lnTo>
                  <a:lnTo>
                    <a:pt x="619627" y="567740"/>
                  </a:lnTo>
                  <a:lnTo>
                    <a:pt x="618874" y="566988"/>
                  </a:lnTo>
                  <a:lnTo>
                    <a:pt x="617371" y="566988"/>
                  </a:lnTo>
                  <a:lnTo>
                    <a:pt x="612859" y="565484"/>
                  </a:lnTo>
                  <a:lnTo>
                    <a:pt x="609851" y="563980"/>
                  </a:lnTo>
                  <a:lnTo>
                    <a:pt x="603835" y="556461"/>
                  </a:lnTo>
                  <a:lnTo>
                    <a:pt x="602331" y="555709"/>
                  </a:lnTo>
                  <a:lnTo>
                    <a:pt x="601579" y="554957"/>
                  </a:lnTo>
                  <a:lnTo>
                    <a:pt x="592555" y="551197"/>
                  </a:lnTo>
                  <a:lnTo>
                    <a:pt x="588795" y="550445"/>
                  </a:lnTo>
                  <a:lnTo>
                    <a:pt x="588044" y="551197"/>
                  </a:lnTo>
                  <a:lnTo>
                    <a:pt x="587292" y="551949"/>
                  </a:lnTo>
                  <a:lnTo>
                    <a:pt x="586540" y="554205"/>
                  </a:lnTo>
                  <a:lnTo>
                    <a:pt x="585788" y="554957"/>
                  </a:lnTo>
                  <a:lnTo>
                    <a:pt x="582780" y="554957"/>
                  </a:lnTo>
                  <a:lnTo>
                    <a:pt x="582028" y="554957"/>
                  </a:lnTo>
                  <a:lnTo>
                    <a:pt x="581276" y="554957"/>
                  </a:lnTo>
                  <a:lnTo>
                    <a:pt x="578268" y="557213"/>
                  </a:lnTo>
                  <a:lnTo>
                    <a:pt x="576764" y="557965"/>
                  </a:lnTo>
                  <a:lnTo>
                    <a:pt x="569996" y="559469"/>
                  </a:lnTo>
                  <a:lnTo>
                    <a:pt x="568492" y="560220"/>
                  </a:lnTo>
                  <a:lnTo>
                    <a:pt x="567740" y="560973"/>
                  </a:lnTo>
                  <a:lnTo>
                    <a:pt x="567740" y="561724"/>
                  </a:lnTo>
                  <a:lnTo>
                    <a:pt x="567740" y="562477"/>
                  </a:lnTo>
                  <a:lnTo>
                    <a:pt x="568492" y="563229"/>
                  </a:lnTo>
                  <a:lnTo>
                    <a:pt x="573756" y="566988"/>
                  </a:lnTo>
                  <a:lnTo>
                    <a:pt x="575260" y="568492"/>
                  </a:lnTo>
                  <a:lnTo>
                    <a:pt x="575260" y="569244"/>
                  </a:lnTo>
                  <a:lnTo>
                    <a:pt x="576012" y="569996"/>
                  </a:lnTo>
                  <a:lnTo>
                    <a:pt x="576764" y="571500"/>
                  </a:lnTo>
                  <a:lnTo>
                    <a:pt x="576764" y="572252"/>
                  </a:lnTo>
                  <a:lnTo>
                    <a:pt x="576764" y="573756"/>
                  </a:lnTo>
                  <a:lnTo>
                    <a:pt x="576764" y="575260"/>
                  </a:lnTo>
                  <a:lnTo>
                    <a:pt x="576012" y="577516"/>
                  </a:lnTo>
                  <a:lnTo>
                    <a:pt x="574508" y="578268"/>
                  </a:lnTo>
                  <a:lnTo>
                    <a:pt x="573756" y="578268"/>
                  </a:lnTo>
                  <a:lnTo>
                    <a:pt x="573004" y="578268"/>
                  </a:lnTo>
                  <a:lnTo>
                    <a:pt x="572252" y="577516"/>
                  </a:lnTo>
                  <a:lnTo>
                    <a:pt x="570748" y="574508"/>
                  </a:lnTo>
                  <a:lnTo>
                    <a:pt x="569244" y="573756"/>
                  </a:lnTo>
                  <a:lnTo>
                    <a:pt x="568492" y="573004"/>
                  </a:lnTo>
                  <a:lnTo>
                    <a:pt x="560220" y="570748"/>
                  </a:lnTo>
                  <a:lnTo>
                    <a:pt x="558716" y="569996"/>
                  </a:lnTo>
                  <a:lnTo>
                    <a:pt x="557213" y="568492"/>
                  </a:lnTo>
                  <a:lnTo>
                    <a:pt x="556461" y="566988"/>
                  </a:lnTo>
                  <a:lnTo>
                    <a:pt x="556461" y="566237"/>
                  </a:lnTo>
                  <a:lnTo>
                    <a:pt x="556461" y="564733"/>
                  </a:lnTo>
                  <a:lnTo>
                    <a:pt x="556461" y="563980"/>
                  </a:lnTo>
                  <a:lnTo>
                    <a:pt x="557213" y="558717"/>
                  </a:lnTo>
                  <a:lnTo>
                    <a:pt x="557213" y="555709"/>
                  </a:lnTo>
                  <a:lnTo>
                    <a:pt x="556461" y="552701"/>
                  </a:lnTo>
                  <a:lnTo>
                    <a:pt x="556461" y="551197"/>
                  </a:lnTo>
                  <a:lnTo>
                    <a:pt x="557213" y="549693"/>
                  </a:lnTo>
                  <a:lnTo>
                    <a:pt x="557965" y="549693"/>
                  </a:lnTo>
                  <a:lnTo>
                    <a:pt x="560973" y="547437"/>
                  </a:lnTo>
                  <a:lnTo>
                    <a:pt x="565484" y="542925"/>
                  </a:lnTo>
                  <a:lnTo>
                    <a:pt x="567740" y="539918"/>
                  </a:lnTo>
                  <a:lnTo>
                    <a:pt x="569244" y="537661"/>
                  </a:lnTo>
                  <a:lnTo>
                    <a:pt x="569996" y="535405"/>
                  </a:lnTo>
                  <a:lnTo>
                    <a:pt x="570748" y="533901"/>
                  </a:lnTo>
                  <a:lnTo>
                    <a:pt x="571500" y="533150"/>
                  </a:lnTo>
                  <a:lnTo>
                    <a:pt x="572252" y="533150"/>
                  </a:lnTo>
                  <a:lnTo>
                    <a:pt x="573004" y="533901"/>
                  </a:lnTo>
                  <a:lnTo>
                    <a:pt x="573756" y="536158"/>
                  </a:lnTo>
                  <a:lnTo>
                    <a:pt x="574508" y="536909"/>
                  </a:lnTo>
                  <a:lnTo>
                    <a:pt x="575260" y="536909"/>
                  </a:lnTo>
                  <a:lnTo>
                    <a:pt x="576012" y="536158"/>
                  </a:lnTo>
                  <a:lnTo>
                    <a:pt x="576764" y="535405"/>
                  </a:lnTo>
                  <a:lnTo>
                    <a:pt x="577516" y="534654"/>
                  </a:lnTo>
                  <a:lnTo>
                    <a:pt x="578268" y="534654"/>
                  </a:lnTo>
                  <a:lnTo>
                    <a:pt x="579020" y="535405"/>
                  </a:lnTo>
                  <a:lnTo>
                    <a:pt x="579772" y="535405"/>
                  </a:lnTo>
                  <a:lnTo>
                    <a:pt x="580524" y="534654"/>
                  </a:lnTo>
                  <a:lnTo>
                    <a:pt x="581276" y="533901"/>
                  </a:lnTo>
                  <a:lnTo>
                    <a:pt x="581276" y="533150"/>
                  </a:lnTo>
                  <a:lnTo>
                    <a:pt x="581276" y="530894"/>
                  </a:lnTo>
                  <a:lnTo>
                    <a:pt x="581276" y="528638"/>
                  </a:lnTo>
                  <a:lnTo>
                    <a:pt x="581276" y="527886"/>
                  </a:lnTo>
                  <a:lnTo>
                    <a:pt x="581276" y="527134"/>
                  </a:lnTo>
                  <a:lnTo>
                    <a:pt x="585035" y="524126"/>
                  </a:lnTo>
                  <a:lnTo>
                    <a:pt x="585788" y="522622"/>
                  </a:lnTo>
                  <a:lnTo>
                    <a:pt x="586540" y="518110"/>
                  </a:lnTo>
                  <a:lnTo>
                    <a:pt x="588795" y="512094"/>
                  </a:lnTo>
                  <a:lnTo>
                    <a:pt x="589548" y="510590"/>
                  </a:lnTo>
                  <a:lnTo>
                    <a:pt x="589548" y="508335"/>
                  </a:lnTo>
                  <a:lnTo>
                    <a:pt x="587292" y="492543"/>
                  </a:lnTo>
                  <a:lnTo>
                    <a:pt x="587292" y="488031"/>
                  </a:lnTo>
                  <a:lnTo>
                    <a:pt x="588795" y="481263"/>
                  </a:lnTo>
                  <a:lnTo>
                    <a:pt x="588795" y="480511"/>
                  </a:lnTo>
                  <a:lnTo>
                    <a:pt x="589548" y="479760"/>
                  </a:lnTo>
                  <a:lnTo>
                    <a:pt x="589548" y="479007"/>
                  </a:lnTo>
                  <a:lnTo>
                    <a:pt x="590299" y="478256"/>
                  </a:lnTo>
                  <a:lnTo>
                    <a:pt x="591803" y="477503"/>
                  </a:lnTo>
                  <a:lnTo>
                    <a:pt x="592555" y="476752"/>
                  </a:lnTo>
                  <a:lnTo>
                    <a:pt x="593307" y="475247"/>
                  </a:lnTo>
                  <a:lnTo>
                    <a:pt x="594059" y="474496"/>
                  </a:lnTo>
                  <a:lnTo>
                    <a:pt x="593307" y="472992"/>
                  </a:lnTo>
                  <a:lnTo>
                    <a:pt x="593307" y="472240"/>
                  </a:lnTo>
                  <a:lnTo>
                    <a:pt x="593307" y="469984"/>
                  </a:lnTo>
                  <a:lnTo>
                    <a:pt x="593307" y="469232"/>
                  </a:lnTo>
                  <a:lnTo>
                    <a:pt x="594059" y="468480"/>
                  </a:lnTo>
                  <a:lnTo>
                    <a:pt x="594059" y="467728"/>
                  </a:lnTo>
                  <a:lnTo>
                    <a:pt x="594812" y="466976"/>
                  </a:lnTo>
                  <a:lnTo>
                    <a:pt x="595563" y="467728"/>
                  </a:lnTo>
                  <a:lnTo>
                    <a:pt x="595563" y="468480"/>
                  </a:lnTo>
                  <a:lnTo>
                    <a:pt x="595563" y="469232"/>
                  </a:lnTo>
                  <a:lnTo>
                    <a:pt x="595563" y="469984"/>
                  </a:lnTo>
                  <a:lnTo>
                    <a:pt x="596315" y="470736"/>
                  </a:lnTo>
                  <a:lnTo>
                    <a:pt x="597067" y="470736"/>
                  </a:lnTo>
                  <a:lnTo>
                    <a:pt x="597819" y="469984"/>
                  </a:lnTo>
                  <a:lnTo>
                    <a:pt x="600075" y="466976"/>
                  </a:lnTo>
                  <a:lnTo>
                    <a:pt x="600827" y="466224"/>
                  </a:lnTo>
                  <a:lnTo>
                    <a:pt x="602331" y="465472"/>
                  </a:lnTo>
                  <a:lnTo>
                    <a:pt x="603083" y="464720"/>
                  </a:lnTo>
                  <a:lnTo>
                    <a:pt x="605339" y="464720"/>
                  </a:lnTo>
                  <a:lnTo>
                    <a:pt x="606091" y="463216"/>
                  </a:lnTo>
                  <a:lnTo>
                    <a:pt x="607595" y="460960"/>
                  </a:lnTo>
                  <a:lnTo>
                    <a:pt x="612859" y="451936"/>
                  </a:lnTo>
                  <a:lnTo>
                    <a:pt x="612859" y="451184"/>
                  </a:lnTo>
                  <a:lnTo>
                    <a:pt x="614363" y="450432"/>
                  </a:lnTo>
                  <a:lnTo>
                    <a:pt x="615114" y="449681"/>
                  </a:lnTo>
                  <a:lnTo>
                    <a:pt x="615867" y="448928"/>
                  </a:lnTo>
                  <a:lnTo>
                    <a:pt x="616618" y="448928"/>
                  </a:lnTo>
                  <a:lnTo>
                    <a:pt x="617371" y="448928"/>
                  </a:lnTo>
                  <a:lnTo>
                    <a:pt x="618123" y="448928"/>
                  </a:lnTo>
                  <a:lnTo>
                    <a:pt x="619627" y="449681"/>
                  </a:lnTo>
                  <a:lnTo>
                    <a:pt x="621131" y="450432"/>
                  </a:lnTo>
                  <a:lnTo>
                    <a:pt x="621882" y="450432"/>
                  </a:lnTo>
                  <a:lnTo>
                    <a:pt x="622634" y="451184"/>
                  </a:lnTo>
                  <a:lnTo>
                    <a:pt x="623386" y="451184"/>
                  </a:lnTo>
                  <a:lnTo>
                    <a:pt x="624890" y="450432"/>
                  </a:lnTo>
                  <a:lnTo>
                    <a:pt x="626394" y="449681"/>
                  </a:lnTo>
                  <a:lnTo>
                    <a:pt x="627146" y="447424"/>
                  </a:lnTo>
                  <a:lnTo>
                    <a:pt x="624138" y="441409"/>
                  </a:lnTo>
                  <a:lnTo>
                    <a:pt x="624138" y="439905"/>
                  </a:lnTo>
                  <a:lnTo>
                    <a:pt x="624138" y="438401"/>
                  </a:lnTo>
                  <a:lnTo>
                    <a:pt x="624138" y="437649"/>
                  </a:lnTo>
                  <a:lnTo>
                    <a:pt x="625642" y="436897"/>
                  </a:lnTo>
                  <a:lnTo>
                    <a:pt x="626394" y="436145"/>
                  </a:lnTo>
                  <a:lnTo>
                    <a:pt x="625642" y="435393"/>
                  </a:lnTo>
                  <a:lnTo>
                    <a:pt x="621882" y="432385"/>
                  </a:lnTo>
                  <a:lnTo>
                    <a:pt x="621131" y="430881"/>
                  </a:lnTo>
                  <a:lnTo>
                    <a:pt x="618874" y="426369"/>
                  </a:lnTo>
                  <a:lnTo>
                    <a:pt x="618123" y="425617"/>
                  </a:lnTo>
                  <a:lnTo>
                    <a:pt x="617371" y="425617"/>
                  </a:lnTo>
                  <a:lnTo>
                    <a:pt x="616618" y="427873"/>
                  </a:lnTo>
                  <a:lnTo>
                    <a:pt x="615867" y="429377"/>
                  </a:lnTo>
                  <a:lnTo>
                    <a:pt x="615114" y="430129"/>
                  </a:lnTo>
                  <a:lnTo>
                    <a:pt x="609099" y="430129"/>
                  </a:lnTo>
                  <a:lnTo>
                    <a:pt x="606843" y="429377"/>
                  </a:lnTo>
                  <a:lnTo>
                    <a:pt x="604587" y="427873"/>
                  </a:lnTo>
                  <a:lnTo>
                    <a:pt x="603835" y="426369"/>
                  </a:lnTo>
                  <a:lnTo>
                    <a:pt x="603083" y="424113"/>
                  </a:lnTo>
                  <a:lnTo>
                    <a:pt x="602331" y="423362"/>
                  </a:lnTo>
                  <a:lnTo>
                    <a:pt x="600827" y="421858"/>
                  </a:lnTo>
                  <a:lnTo>
                    <a:pt x="599323" y="421858"/>
                  </a:lnTo>
                  <a:lnTo>
                    <a:pt x="594059" y="424113"/>
                  </a:lnTo>
                  <a:lnTo>
                    <a:pt x="591803" y="424865"/>
                  </a:lnTo>
                  <a:lnTo>
                    <a:pt x="591052" y="425617"/>
                  </a:lnTo>
                  <a:lnTo>
                    <a:pt x="590299" y="425617"/>
                  </a:lnTo>
                  <a:lnTo>
                    <a:pt x="588795" y="423362"/>
                  </a:lnTo>
                  <a:lnTo>
                    <a:pt x="587292" y="422609"/>
                  </a:lnTo>
                  <a:lnTo>
                    <a:pt x="585788" y="421858"/>
                  </a:lnTo>
                  <a:lnTo>
                    <a:pt x="581276" y="424113"/>
                  </a:lnTo>
                  <a:lnTo>
                    <a:pt x="578268" y="426369"/>
                  </a:lnTo>
                  <a:lnTo>
                    <a:pt x="576012" y="427121"/>
                  </a:lnTo>
                  <a:lnTo>
                    <a:pt x="574508" y="427121"/>
                  </a:lnTo>
                  <a:lnTo>
                    <a:pt x="573004" y="427121"/>
                  </a:lnTo>
                  <a:lnTo>
                    <a:pt x="569244" y="426369"/>
                  </a:lnTo>
                  <a:lnTo>
                    <a:pt x="566236" y="425617"/>
                  </a:lnTo>
                  <a:lnTo>
                    <a:pt x="564733" y="425617"/>
                  </a:lnTo>
                  <a:lnTo>
                    <a:pt x="563980" y="424865"/>
                  </a:lnTo>
                  <a:lnTo>
                    <a:pt x="563980" y="422609"/>
                  </a:lnTo>
                  <a:lnTo>
                    <a:pt x="563229" y="421105"/>
                  </a:lnTo>
                  <a:lnTo>
                    <a:pt x="561724" y="420353"/>
                  </a:lnTo>
                  <a:lnTo>
                    <a:pt x="560220" y="422609"/>
                  </a:lnTo>
                  <a:lnTo>
                    <a:pt x="560220" y="425617"/>
                  </a:lnTo>
                  <a:lnTo>
                    <a:pt x="559469" y="427873"/>
                  </a:lnTo>
                  <a:lnTo>
                    <a:pt x="557213" y="427873"/>
                  </a:lnTo>
                  <a:lnTo>
                    <a:pt x="554957" y="426369"/>
                  </a:lnTo>
                  <a:lnTo>
                    <a:pt x="551949" y="423362"/>
                  </a:lnTo>
                  <a:lnTo>
                    <a:pt x="548941" y="421858"/>
                  </a:lnTo>
                  <a:lnTo>
                    <a:pt x="533901" y="420353"/>
                  </a:lnTo>
                  <a:lnTo>
                    <a:pt x="531646" y="420353"/>
                  </a:lnTo>
                  <a:lnTo>
                    <a:pt x="529390" y="421858"/>
                  </a:lnTo>
                  <a:lnTo>
                    <a:pt x="527134" y="418849"/>
                  </a:lnTo>
                  <a:lnTo>
                    <a:pt x="523374" y="417345"/>
                  </a:lnTo>
                  <a:lnTo>
                    <a:pt x="514350" y="417345"/>
                  </a:lnTo>
                  <a:lnTo>
                    <a:pt x="512846" y="416594"/>
                  </a:lnTo>
                  <a:lnTo>
                    <a:pt x="509838" y="414338"/>
                  </a:lnTo>
                  <a:lnTo>
                    <a:pt x="508335" y="413586"/>
                  </a:lnTo>
                  <a:lnTo>
                    <a:pt x="506078" y="413586"/>
                  </a:lnTo>
                  <a:lnTo>
                    <a:pt x="503822" y="413586"/>
                  </a:lnTo>
                  <a:lnTo>
                    <a:pt x="501567" y="415090"/>
                  </a:lnTo>
                  <a:lnTo>
                    <a:pt x="500063" y="415842"/>
                  </a:lnTo>
                  <a:lnTo>
                    <a:pt x="494047" y="411330"/>
                  </a:lnTo>
                  <a:lnTo>
                    <a:pt x="488783" y="409826"/>
                  </a:lnTo>
                  <a:lnTo>
                    <a:pt x="487279" y="409074"/>
                  </a:lnTo>
                  <a:lnTo>
                    <a:pt x="487279" y="407570"/>
                  </a:lnTo>
                  <a:lnTo>
                    <a:pt x="484271" y="403058"/>
                  </a:lnTo>
                  <a:lnTo>
                    <a:pt x="479007" y="396290"/>
                  </a:lnTo>
                  <a:lnTo>
                    <a:pt x="477503" y="391779"/>
                  </a:lnTo>
                  <a:lnTo>
                    <a:pt x="475999" y="390275"/>
                  </a:lnTo>
                  <a:lnTo>
                    <a:pt x="474496" y="388771"/>
                  </a:lnTo>
                  <a:lnTo>
                    <a:pt x="470736" y="386515"/>
                  </a:lnTo>
                  <a:lnTo>
                    <a:pt x="469232" y="385011"/>
                  </a:lnTo>
                  <a:lnTo>
                    <a:pt x="467728" y="382003"/>
                  </a:lnTo>
                  <a:lnTo>
                    <a:pt x="464720" y="371475"/>
                  </a:lnTo>
                  <a:lnTo>
                    <a:pt x="461712" y="367715"/>
                  </a:lnTo>
                  <a:lnTo>
                    <a:pt x="460208" y="368467"/>
                  </a:lnTo>
                  <a:lnTo>
                    <a:pt x="458704" y="367715"/>
                  </a:lnTo>
                  <a:lnTo>
                    <a:pt x="457952" y="366211"/>
                  </a:lnTo>
                  <a:lnTo>
                    <a:pt x="455696" y="365460"/>
                  </a:lnTo>
                  <a:lnTo>
                    <a:pt x="454944" y="366211"/>
                  </a:lnTo>
                  <a:lnTo>
                    <a:pt x="453440" y="366964"/>
                  </a:lnTo>
                  <a:lnTo>
                    <a:pt x="451936" y="367715"/>
                  </a:lnTo>
                  <a:lnTo>
                    <a:pt x="450432" y="366211"/>
                  </a:lnTo>
                  <a:lnTo>
                    <a:pt x="449680" y="364707"/>
                  </a:lnTo>
                  <a:lnTo>
                    <a:pt x="450432" y="362451"/>
                  </a:lnTo>
                  <a:lnTo>
                    <a:pt x="449680" y="360196"/>
                  </a:lnTo>
                  <a:lnTo>
                    <a:pt x="448928" y="359444"/>
                  </a:lnTo>
                  <a:lnTo>
                    <a:pt x="446673" y="358692"/>
                  </a:lnTo>
                  <a:lnTo>
                    <a:pt x="446673" y="357188"/>
                  </a:lnTo>
                  <a:lnTo>
                    <a:pt x="448176" y="354932"/>
                  </a:lnTo>
                  <a:lnTo>
                    <a:pt x="448176" y="351172"/>
                  </a:lnTo>
                  <a:lnTo>
                    <a:pt x="447424" y="348916"/>
                  </a:lnTo>
                  <a:lnTo>
                    <a:pt x="442913" y="344404"/>
                  </a:lnTo>
                  <a:lnTo>
                    <a:pt x="438401" y="338388"/>
                  </a:lnTo>
                  <a:lnTo>
                    <a:pt x="436145" y="336132"/>
                  </a:lnTo>
                  <a:lnTo>
                    <a:pt x="432385" y="336885"/>
                  </a:lnTo>
                  <a:lnTo>
                    <a:pt x="428625" y="333125"/>
                  </a:lnTo>
                  <a:lnTo>
                    <a:pt x="422609" y="322597"/>
                  </a:lnTo>
                  <a:lnTo>
                    <a:pt x="418849" y="317333"/>
                  </a:lnTo>
                  <a:lnTo>
                    <a:pt x="418849" y="315829"/>
                  </a:lnTo>
                  <a:lnTo>
                    <a:pt x="418849" y="315077"/>
                  </a:lnTo>
                  <a:lnTo>
                    <a:pt x="418097" y="314325"/>
                  </a:lnTo>
                  <a:lnTo>
                    <a:pt x="414338" y="312821"/>
                  </a:lnTo>
                  <a:lnTo>
                    <a:pt x="412082" y="310566"/>
                  </a:lnTo>
                  <a:lnTo>
                    <a:pt x="407570" y="309061"/>
                  </a:lnTo>
                  <a:lnTo>
                    <a:pt x="403810" y="305302"/>
                  </a:lnTo>
                  <a:lnTo>
                    <a:pt x="401554" y="304549"/>
                  </a:lnTo>
                  <a:lnTo>
                    <a:pt x="400050" y="304549"/>
                  </a:lnTo>
                  <a:lnTo>
                    <a:pt x="398546" y="305302"/>
                  </a:lnTo>
                  <a:lnTo>
                    <a:pt x="397042" y="305302"/>
                  </a:lnTo>
                  <a:lnTo>
                    <a:pt x="395538" y="304549"/>
                  </a:lnTo>
                  <a:lnTo>
                    <a:pt x="390275" y="299286"/>
                  </a:lnTo>
                  <a:lnTo>
                    <a:pt x="389523" y="297782"/>
                  </a:lnTo>
                  <a:lnTo>
                    <a:pt x="386515" y="297030"/>
                  </a:lnTo>
                  <a:lnTo>
                    <a:pt x="385763" y="296278"/>
                  </a:lnTo>
                  <a:lnTo>
                    <a:pt x="386515" y="294774"/>
                  </a:lnTo>
                  <a:lnTo>
                    <a:pt x="387266" y="293270"/>
                  </a:lnTo>
                  <a:lnTo>
                    <a:pt x="387266" y="291766"/>
                  </a:lnTo>
                  <a:lnTo>
                    <a:pt x="387266" y="290262"/>
                  </a:lnTo>
                  <a:lnTo>
                    <a:pt x="384259" y="288758"/>
                  </a:lnTo>
                  <a:lnTo>
                    <a:pt x="382003" y="288758"/>
                  </a:lnTo>
                  <a:lnTo>
                    <a:pt x="379747" y="288006"/>
                  </a:lnTo>
                  <a:lnTo>
                    <a:pt x="378995" y="283494"/>
                  </a:lnTo>
                  <a:lnTo>
                    <a:pt x="377491" y="280487"/>
                  </a:lnTo>
                  <a:lnTo>
                    <a:pt x="375235" y="281990"/>
                  </a:lnTo>
                  <a:lnTo>
                    <a:pt x="371475" y="285750"/>
                  </a:lnTo>
                  <a:lnTo>
                    <a:pt x="369971" y="284246"/>
                  </a:lnTo>
                  <a:lnTo>
                    <a:pt x="369971" y="282742"/>
                  </a:lnTo>
                  <a:lnTo>
                    <a:pt x="369971" y="281238"/>
                  </a:lnTo>
                  <a:lnTo>
                    <a:pt x="368467" y="280487"/>
                  </a:lnTo>
                  <a:lnTo>
                    <a:pt x="366963" y="278983"/>
                  </a:lnTo>
                  <a:lnTo>
                    <a:pt x="366211" y="278983"/>
                  </a:lnTo>
                  <a:lnTo>
                    <a:pt x="364707" y="278983"/>
                  </a:lnTo>
                  <a:lnTo>
                    <a:pt x="363203" y="277478"/>
                  </a:lnTo>
                  <a:lnTo>
                    <a:pt x="361699" y="273719"/>
                  </a:lnTo>
                  <a:lnTo>
                    <a:pt x="360947" y="271463"/>
                  </a:lnTo>
                  <a:lnTo>
                    <a:pt x="359444" y="269959"/>
                  </a:lnTo>
                  <a:lnTo>
                    <a:pt x="355684" y="269207"/>
                  </a:lnTo>
                  <a:lnTo>
                    <a:pt x="352676" y="269959"/>
                  </a:lnTo>
                  <a:lnTo>
                    <a:pt x="349668" y="270711"/>
                  </a:lnTo>
                  <a:lnTo>
                    <a:pt x="346660" y="271463"/>
                  </a:lnTo>
                  <a:lnTo>
                    <a:pt x="344404" y="269207"/>
                  </a:lnTo>
                  <a:lnTo>
                    <a:pt x="344404" y="267703"/>
                  </a:lnTo>
                  <a:lnTo>
                    <a:pt x="345908" y="263943"/>
                  </a:lnTo>
                  <a:lnTo>
                    <a:pt x="345156" y="263191"/>
                  </a:lnTo>
                  <a:lnTo>
                    <a:pt x="339892" y="265447"/>
                  </a:lnTo>
                  <a:lnTo>
                    <a:pt x="339140" y="264695"/>
                  </a:lnTo>
                  <a:lnTo>
                    <a:pt x="339140" y="262439"/>
                  </a:lnTo>
                  <a:lnTo>
                    <a:pt x="338388" y="259431"/>
                  </a:lnTo>
                  <a:lnTo>
                    <a:pt x="337636" y="257175"/>
                  </a:lnTo>
                  <a:lnTo>
                    <a:pt x="335380" y="257927"/>
                  </a:lnTo>
                  <a:lnTo>
                    <a:pt x="334628" y="259431"/>
                  </a:lnTo>
                  <a:lnTo>
                    <a:pt x="333877" y="260935"/>
                  </a:lnTo>
                  <a:lnTo>
                    <a:pt x="333125" y="260935"/>
                  </a:lnTo>
                  <a:lnTo>
                    <a:pt x="330868" y="259431"/>
                  </a:lnTo>
                  <a:lnTo>
                    <a:pt x="330117" y="258679"/>
                  </a:lnTo>
                  <a:lnTo>
                    <a:pt x="330117" y="257175"/>
                  </a:lnTo>
                  <a:lnTo>
                    <a:pt x="329365" y="255671"/>
                  </a:lnTo>
                  <a:lnTo>
                    <a:pt x="327861" y="254919"/>
                  </a:lnTo>
                  <a:lnTo>
                    <a:pt x="326357" y="255671"/>
                  </a:lnTo>
                  <a:lnTo>
                    <a:pt x="324853" y="257175"/>
                  </a:lnTo>
                  <a:lnTo>
                    <a:pt x="323349" y="260183"/>
                  </a:lnTo>
                  <a:lnTo>
                    <a:pt x="321845" y="260935"/>
                  </a:lnTo>
                  <a:lnTo>
                    <a:pt x="320341" y="259431"/>
                  </a:lnTo>
                  <a:lnTo>
                    <a:pt x="318837" y="257927"/>
                  </a:lnTo>
                  <a:lnTo>
                    <a:pt x="318085" y="257175"/>
                  </a:lnTo>
                  <a:lnTo>
                    <a:pt x="315077" y="257175"/>
                  </a:lnTo>
                  <a:lnTo>
                    <a:pt x="312069" y="257175"/>
                  </a:lnTo>
                  <a:lnTo>
                    <a:pt x="311317" y="259431"/>
                  </a:lnTo>
                  <a:lnTo>
                    <a:pt x="312069" y="263191"/>
                  </a:lnTo>
                  <a:lnTo>
                    <a:pt x="307557" y="263191"/>
                  </a:lnTo>
                  <a:lnTo>
                    <a:pt x="304549" y="262439"/>
                  </a:lnTo>
                  <a:lnTo>
                    <a:pt x="300789" y="261687"/>
                  </a:lnTo>
                  <a:lnTo>
                    <a:pt x="300789" y="260935"/>
                  </a:lnTo>
                  <a:lnTo>
                    <a:pt x="302294" y="257927"/>
                  </a:lnTo>
                  <a:lnTo>
                    <a:pt x="301542" y="256423"/>
                  </a:lnTo>
                  <a:lnTo>
                    <a:pt x="300789" y="255671"/>
                  </a:lnTo>
                  <a:lnTo>
                    <a:pt x="300038" y="254919"/>
                  </a:lnTo>
                  <a:lnTo>
                    <a:pt x="298534" y="260935"/>
                  </a:lnTo>
                  <a:lnTo>
                    <a:pt x="297782" y="262439"/>
                  </a:lnTo>
                  <a:lnTo>
                    <a:pt x="294774" y="261687"/>
                  </a:lnTo>
                  <a:lnTo>
                    <a:pt x="293270" y="258679"/>
                  </a:lnTo>
                  <a:lnTo>
                    <a:pt x="292518" y="253415"/>
                  </a:lnTo>
                  <a:lnTo>
                    <a:pt x="291766" y="250408"/>
                  </a:lnTo>
                  <a:lnTo>
                    <a:pt x="290262" y="251911"/>
                  </a:lnTo>
                  <a:lnTo>
                    <a:pt x="288758" y="252663"/>
                  </a:lnTo>
                  <a:lnTo>
                    <a:pt x="287254" y="253415"/>
                  </a:lnTo>
                  <a:lnTo>
                    <a:pt x="284998" y="252663"/>
                  </a:lnTo>
                  <a:lnTo>
                    <a:pt x="289510" y="249655"/>
                  </a:lnTo>
                  <a:lnTo>
                    <a:pt x="285750" y="245895"/>
                  </a:lnTo>
                  <a:lnTo>
                    <a:pt x="276726" y="241384"/>
                  </a:lnTo>
                  <a:lnTo>
                    <a:pt x="278982" y="239880"/>
                  </a:lnTo>
                  <a:lnTo>
                    <a:pt x="281238" y="239880"/>
                  </a:lnTo>
                  <a:lnTo>
                    <a:pt x="286502" y="239880"/>
                  </a:lnTo>
                  <a:lnTo>
                    <a:pt x="284246" y="236872"/>
                  </a:lnTo>
                  <a:lnTo>
                    <a:pt x="277478" y="235368"/>
                  </a:lnTo>
                  <a:lnTo>
                    <a:pt x="275974" y="232360"/>
                  </a:lnTo>
                  <a:lnTo>
                    <a:pt x="275974" y="230104"/>
                  </a:lnTo>
                  <a:lnTo>
                    <a:pt x="275222" y="230104"/>
                  </a:lnTo>
                  <a:lnTo>
                    <a:pt x="263943" y="230104"/>
                  </a:lnTo>
                  <a:lnTo>
                    <a:pt x="261687" y="230104"/>
                  </a:lnTo>
                  <a:lnTo>
                    <a:pt x="261687" y="228600"/>
                  </a:lnTo>
                  <a:lnTo>
                    <a:pt x="262439" y="225592"/>
                  </a:lnTo>
                  <a:lnTo>
                    <a:pt x="260935" y="224089"/>
                  </a:lnTo>
                  <a:lnTo>
                    <a:pt x="257927" y="224089"/>
                  </a:lnTo>
                  <a:lnTo>
                    <a:pt x="254919" y="224089"/>
                  </a:lnTo>
                  <a:lnTo>
                    <a:pt x="253415" y="220329"/>
                  </a:lnTo>
                  <a:lnTo>
                    <a:pt x="251911" y="219576"/>
                  </a:lnTo>
                  <a:lnTo>
                    <a:pt x="248151" y="222584"/>
                  </a:lnTo>
                  <a:lnTo>
                    <a:pt x="243640" y="228600"/>
                  </a:lnTo>
                  <a:lnTo>
                    <a:pt x="241384" y="227096"/>
                  </a:lnTo>
                  <a:lnTo>
                    <a:pt x="239128" y="224089"/>
                  </a:lnTo>
                  <a:lnTo>
                    <a:pt x="238376" y="221080"/>
                  </a:lnTo>
                  <a:lnTo>
                    <a:pt x="238376" y="220329"/>
                  </a:lnTo>
                  <a:lnTo>
                    <a:pt x="241384" y="219576"/>
                  </a:lnTo>
                  <a:lnTo>
                    <a:pt x="242136" y="218072"/>
                  </a:lnTo>
                  <a:lnTo>
                    <a:pt x="240632" y="216569"/>
                  </a:lnTo>
                  <a:lnTo>
                    <a:pt x="237624" y="215065"/>
                  </a:lnTo>
                  <a:lnTo>
                    <a:pt x="233864" y="215817"/>
                  </a:lnTo>
                  <a:lnTo>
                    <a:pt x="232360" y="217321"/>
                  </a:lnTo>
                  <a:lnTo>
                    <a:pt x="232360" y="219576"/>
                  </a:lnTo>
                  <a:lnTo>
                    <a:pt x="233112" y="223336"/>
                  </a:lnTo>
                  <a:lnTo>
                    <a:pt x="230856" y="224089"/>
                  </a:lnTo>
                  <a:lnTo>
                    <a:pt x="230104" y="223336"/>
                  </a:lnTo>
                  <a:lnTo>
                    <a:pt x="229352" y="222584"/>
                  </a:lnTo>
                  <a:lnTo>
                    <a:pt x="227848" y="221080"/>
                  </a:lnTo>
                  <a:lnTo>
                    <a:pt x="226344" y="221080"/>
                  </a:lnTo>
                  <a:lnTo>
                    <a:pt x="224088" y="221080"/>
                  </a:lnTo>
                  <a:lnTo>
                    <a:pt x="221832" y="221832"/>
                  </a:lnTo>
                  <a:lnTo>
                    <a:pt x="221080" y="222584"/>
                  </a:lnTo>
                  <a:lnTo>
                    <a:pt x="220328" y="221832"/>
                  </a:lnTo>
                  <a:lnTo>
                    <a:pt x="219576" y="217321"/>
                  </a:lnTo>
                  <a:lnTo>
                    <a:pt x="218824" y="215817"/>
                  </a:lnTo>
                  <a:lnTo>
                    <a:pt x="218072" y="215065"/>
                  </a:lnTo>
                  <a:lnTo>
                    <a:pt x="217321" y="214313"/>
                  </a:lnTo>
                  <a:lnTo>
                    <a:pt x="216569" y="214313"/>
                  </a:lnTo>
                  <a:lnTo>
                    <a:pt x="215817" y="215817"/>
                  </a:lnTo>
                  <a:lnTo>
                    <a:pt x="215817" y="216569"/>
                  </a:lnTo>
                  <a:lnTo>
                    <a:pt x="216569" y="217321"/>
                  </a:lnTo>
                  <a:lnTo>
                    <a:pt x="216569" y="218072"/>
                  </a:lnTo>
                  <a:lnTo>
                    <a:pt x="215817" y="220329"/>
                  </a:lnTo>
                  <a:lnTo>
                    <a:pt x="214313" y="218072"/>
                  </a:lnTo>
                  <a:lnTo>
                    <a:pt x="212809" y="215065"/>
                  </a:lnTo>
                  <a:lnTo>
                    <a:pt x="211305" y="212809"/>
                  </a:lnTo>
                  <a:lnTo>
                    <a:pt x="211305" y="212057"/>
                  </a:lnTo>
                  <a:lnTo>
                    <a:pt x="211305" y="211305"/>
                  </a:lnTo>
                  <a:lnTo>
                    <a:pt x="211305" y="210553"/>
                  </a:lnTo>
                  <a:lnTo>
                    <a:pt x="209801" y="210553"/>
                  </a:lnTo>
                  <a:lnTo>
                    <a:pt x="208297" y="211305"/>
                  </a:lnTo>
                  <a:lnTo>
                    <a:pt x="207545" y="212809"/>
                  </a:lnTo>
                  <a:lnTo>
                    <a:pt x="206793" y="214313"/>
                  </a:lnTo>
                  <a:lnTo>
                    <a:pt x="206041" y="215817"/>
                  </a:lnTo>
                  <a:lnTo>
                    <a:pt x="205289" y="218072"/>
                  </a:lnTo>
                  <a:lnTo>
                    <a:pt x="203033" y="218072"/>
                  </a:lnTo>
                  <a:lnTo>
                    <a:pt x="198521" y="216569"/>
                  </a:lnTo>
                  <a:lnTo>
                    <a:pt x="197769" y="215817"/>
                  </a:lnTo>
                  <a:lnTo>
                    <a:pt x="197017" y="214313"/>
                  </a:lnTo>
                  <a:lnTo>
                    <a:pt x="196265" y="214313"/>
                  </a:lnTo>
                  <a:lnTo>
                    <a:pt x="195513" y="214313"/>
                  </a:lnTo>
                  <a:lnTo>
                    <a:pt x="193257" y="215065"/>
                  </a:lnTo>
                  <a:lnTo>
                    <a:pt x="191002" y="215817"/>
                  </a:lnTo>
                  <a:lnTo>
                    <a:pt x="186490" y="217321"/>
                  </a:lnTo>
                  <a:lnTo>
                    <a:pt x="184986" y="218072"/>
                  </a:lnTo>
                  <a:lnTo>
                    <a:pt x="181978" y="217321"/>
                  </a:lnTo>
                  <a:lnTo>
                    <a:pt x="178970" y="216569"/>
                  </a:lnTo>
                  <a:lnTo>
                    <a:pt x="176714" y="216569"/>
                  </a:lnTo>
                  <a:lnTo>
                    <a:pt x="175962" y="217321"/>
                  </a:lnTo>
                  <a:lnTo>
                    <a:pt x="174458" y="219576"/>
                  </a:lnTo>
                  <a:lnTo>
                    <a:pt x="172954" y="220329"/>
                  </a:lnTo>
                  <a:lnTo>
                    <a:pt x="172202" y="218072"/>
                  </a:lnTo>
                  <a:lnTo>
                    <a:pt x="171450" y="215817"/>
                  </a:lnTo>
                  <a:lnTo>
                    <a:pt x="169946" y="214313"/>
                  </a:lnTo>
                  <a:lnTo>
                    <a:pt x="168442" y="214313"/>
                  </a:lnTo>
                  <a:lnTo>
                    <a:pt x="166938" y="216569"/>
                  </a:lnTo>
                  <a:lnTo>
                    <a:pt x="162426" y="212057"/>
                  </a:lnTo>
                  <a:lnTo>
                    <a:pt x="160171" y="209801"/>
                  </a:lnTo>
                  <a:lnTo>
                    <a:pt x="156411" y="209801"/>
                  </a:lnTo>
                  <a:lnTo>
                    <a:pt x="153403" y="208297"/>
                  </a:lnTo>
                  <a:lnTo>
                    <a:pt x="152651" y="204537"/>
                  </a:lnTo>
                  <a:lnTo>
                    <a:pt x="151147" y="201529"/>
                  </a:lnTo>
                  <a:lnTo>
                    <a:pt x="147387" y="201529"/>
                  </a:lnTo>
                  <a:lnTo>
                    <a:pt x="145131" y="203033"/>
                  </a:lnTo>
                  <a:lnTo>
                    <a:pt x="143627" y="205289"/>
                  </a:lnTo>
                  <a:lnTo>
                    <a:pt x="141371" y="207545"/>
                  </a:lnTo>
                  <a:lnTo>
                    <a:pt x="138363" y="208297"/>
                  </a:lnTo>
                  <a:lnTo>
                    <a:pt x="136859" y="206793"/>
                  </a:lnTo>
                  <a:lnTo>
                    <a:pt x="136107" y="203033"/>
                  </a:lnTo>
                  <a:lnTo>
                    <a:pt x="136107" y="201529"/>
                  </a:lnTo>
                  <a:lnTo>
                    <a:pt x="133099" y="206041"/>
                  </a:lnTo>
                  <a:lnTo>
                    <a:pt x="132347" y="207545"/>
                  </a:lnTo>
                  <a:lnTo>
                    <a:pt x="131595" y="209801"/>
                  </a:lnTo>
                  <a:lnTo>
                    <a:pt x="130844" y="211305"/>
                  </a:lnTo>
                  <a:lnTo>
                    <a:pt x="129340" y="212057"/>
                  </a:lnTo>
                  <a:lnTo>
                    <a:pt x="128588" y="212057"/>
                  </a:lnTo>
                  <a:lnTo>
                    <a:pt x="127084" y="210553"/>
                  </a:lnTo>
                  <a:lnTo>
                    <a:pt x="127084" y="209049"/>
                  </a:lnTo>
                  <a:lnTo>
                    <a:pt x="127084" y="207545"/>
                  </a:lnTo>
                  <a:lnTo>
                    <a:pt x="128588" y="205289"/>
                  </a:lnTo>
                  <a:lnTo>
                    <a:pt x="130092" y="202281"/>
                  </a:lnTo>
                  <a:lnTo>
                    <a:pt x="129340" y="200025"/>
                  </a:lnTo>
                  <a:lnTo>
                    <a:pt x="127836" y="197769"/>
                  </a:lnTo>
                  <a:lnTo>
                    <a:pt x="127084" y="198521"/>
                  </a:lnTo>
                  <a:lnTo>
                    <a:pt x="125580" y="199273"/>
                  </a:lnTo>
                  <a:lnTo>
                    <a:pt x="124076" y="198521"/>
                  </a:lnTo>
                  <a:lnTo>
                    <a:pt x="123324" y="196265"/>
                  </a:lnTo>
                  <a:lnTo>
                    <a:pt x="124076" y="194761"/>
                  </a:lnTo>
                  <a:lnTo>
                    <a:pt x="124828" y="193257"/>
                  </a:lnTo>
                  <a:lnTo>
                    <a:pt x="127084" y="190250"/>
                  </a:lnTo>
                  <a:lnTo>
                    <a:pt x="127084" y="188746"/>
                  </a:lnTo>
                  <a:lnTo>
                    <a:pt x="124828" y="187993"/>
                  </a:lnTo>
                  <a:lnTo>
                    <a:pt x="121820" y="188746"/>
                  </a:lnTo>
                  <a:lnTo>
                    <a:pt x="119564" y="191002"/>
                  </a:lnTo>
                  <a:lnTo>
                    <a:pt x="118060" y="194010"/>
                  </a:lnTo>
                  <a:lnTo>
                    <a:pt x="118060" y="197017"/>
                  </a:lnTo>
                  <a:lnTo>
                    <a:pt x="116556" y="199273"/>
                  </a:lnTo>
                  <a:lnTo>
                    <a:pt x="114300" y="201529"/>
                  </a:lnTo>
                  <a:lnTo>
                    <a:pt x="110540" y="201529"/>
                  </a:lnTo>
                  <a:lnTo>
                    <a:pt x="108284" y="200777"/>
                  </a:lnTo>
                  <a:lnTo>
                    <a:pt x="104525" y="196265"/>
                  </a:lnTo>
                  <a:lnTo>
                    <a:pt x="103773" y="201529"/>
                  </a:lnTo>
                  <a:lnTo>
                    <a:pt x="102268" y="203785"/>
                  </a:lnTo>
                  <a:lnTo>
                    <a:pt x="100765" y="204537"/>
                  </a:lnTo>
                  <a:lnTo>
                    <a:pt x="99261" y="204537"/>
                  </a:lnTo>
                  <a:lnTo>
                    <a:pt x="96253" y="202281"/>
                  </a:lnTo>
                  <a:lnTo>
                    <a:pt x="94749" y="201529"/>
                  </a:lnTo>
                  <a:lnTo>
                    <a:pt x="90237" y="203033"/>
                  </a:lnTo>
                  <a:lnTo>
                    <a:pt x="83469" y="207545"/>
                  </a:lnTo>
                  <a:lnTo>
                    <a:pt x="79709" y="207545"/>
                  </a:lnTo>
                  <a:lnTo>
                    <a:pt x="83469" y="199273"/>
                  </a:lnTo>
                  <a:lnTo>
                    <a:pt x="85725" y="194010"/>
                  </a:lnTo>
                  <a:lnTo>
                    <a:pt x="84221" y="191753"/>
                  </a:lnTo>
                  <a:lnTo>
                    <a:pt x="80461" y="191753"/>
                  </a:lnTo>
                  <a:lnTo>
                    <a:pt x="77453" y="190250"/>
                  </a:lnTo>
                  <a:lnTo>
                    <a:pt x="71438" y="186490"/>
                  </a:lnTo>
                  <a:lnTo>
                    <a:pt x="68430" y="191753"/>
                  </a:lnTo>
                  <a:lnTo>
                    <a:pt x="66174" y="194761"/>
                  </a:lnTo>
                  <a:lnTo>
                    <a:pt x="63918" y="195513"/>
                  </a:lnTo>
                  <a:lnTo>
                    <a:pt x="62414" y="196265"/>
                  </a:lnTo>
                  <a:lnTo>
                    <a:pt x="60158" y="197769"/>
                  </a:lnTo>
                  <a:lnTo>
                    <a:pt x="58654" y="197769"/>
                  </a:lnTo>
                  <a:lnTo>
                    <a:pt x="57902" y="197017"/>
                  </a:lnTo>
                  <a:lnTo>
                    <a:pt x="56398" y="195513"/>
                  </a:lnTo>
                  <a:lnTo>
                    <a:pt x="55646" y="194010"/>
                  </a:lnTo>
                  <a:lnTo>
                    <a:pt x="54142" y="193257"/>
                  </a:lnTo>
                  <a:lnTo>
                    <a:pt x="51886" y="195513"/>
                  </a:lnTo>
                  <a:lnTo>
                    <a:pt x="51886" y="199273"/>
                  </a:lnTo>
                  <a:lnTo>
                    <a:pt x="51886" y="203785"/>
                  </a:lnTo>
                  <a:lnTo>
                    <a:pt x="51134" y="206793"/>
                  </a:lnTo>
                  <a:lnTo>
                    <a:pt x="48878" y="206793"/>
                  </a:lnTo>
                  <a:lnTo>
                    <a:pt x="41359" y="204537"/>
                  </a:lnTo>
                  <a:lnTo>
                    <a:pt x="38351" y="203785"/>
                  </a:lnTo>
                  <a:lnTo>
                    <a:pt x="35343" y="205289"/>
                  </a:lnTo>
                  <a:lnTo>
                    <a:pt x="31583" y="209801"/>
                  </a:lnTo>
                  <a:lnTo>
                    <a:pt x="28575" y="210553"/>
                  </a:lnTo>
                  <a:lnTo>
                    <a:pt x="27823" y="206041"/>
                  </a:lnTo>
                  <a:lnTo>
                    <a:pt x="27071" y="202281"/>
                  </a:lnTo>
                  <a:lnTo>
                    <a:pt x="24815" y="200025"/>
                  </a:lnTo>
                  <a:lnTo>
                    <a:pt x="23311" y="200025"/>
                  </a:lnTo>
                  <a:lnTo>
                    <a:pt x="22559" y="200777"/>
                  </a:lnTo>
                  <a:lnTo>
                    <a:pt x="21055" y="202281"/>
                  </a:lnTo>
                  <a:lnTo>
                    <a:pt x="17296" y="204537"/>
                  </a:lnTo>
                  <a:lnTo>
                    <a:pt x="15791" y="204537"/>
                  </a:lnTo>
                  <a:lnTo>
                    <a:pt x="14288" y="204537"/>
                  </a:lnTo>
                  <a:lnTo>
                    <a:pt x="12784" y="204537"/>
                  </a:lnTo>
                  <a:lnTo>
                    <a:pt x="12032" y="203785"/>
                  </a:lnTo>
                  <a:lnTo>
                    <a:pt x="11280" y="202281"/>
                  </a:lnTo>
                  <a:lnTo>
                    <a:pt x="10528" y="200777"/>
                  </a:lnTo>
                  <a:lnTo>
                    <a:pt x="9776" y="199273"/>
                  </a:lnTo>
                  <a:lnTo>
                    <a:pt x="8272" y="199273"/>
                  </a:lnTo>
                  <a:lnTo>
                    <a:pt x="5264" y="200025"/>
                  </a:lnTo>
                  <a:lnTo>
                    <a:pt x="3760" y="200777"/>
                  </a:lnTo>
                  <a:lnTo>
                    <a:pt x="3008" y="201529"/>
                  </a:lnTo>
                  <a:lnTo>
                    <a:pt x="1504" y="202281"/>
                  </a:lnTo>
                  <a:lnTo>
                    <a:pt x="0" y="202281"/>
                  </a:lnTo>
                  <a:lnTo>
                    <a:pt x="0" y="201529"/>
                  </a:lnTo>
                  <a:lnTo>
                    <a:pt x="1504" y="200777"/>
                  </a:lnTo>
                  <a:lnTo>
                    <a:pt x="3008" y="197769"/>
                  </a:lnTo>
                  <a:lnTo>
                    <a:pt x="3760" y="196265"/>
                  </a:lnTo>
                  <a:lnTo>
                    <a:pt x="2256" y="194761"/>
                  </a:lnTo>
                  <a:lnTo>
                    <a:pt x="2256" y="193257"/>
                  </a:lnTo>
                  <a:lnTo>
                    <a:pt x="2256" y="192506"/>
                  </a:lnTo>
                  <a:lnTo>
                    <a:pt x="4512" y="191002"/>
                  </a:lnTo>
                  <a:lnTo>
                    <a:pt x="5264" y="190250"/>
                  </a:lnTo>
                  <a:lnTo>
                    <a:pt x="6016" y="187993"/>
                  </a:lnTo>
                  <a:lnTo>
                    <a:pt x="5264" y="182730"/>
                  </a:lnTo>
                  <a:lnTo>
                    <a:pt x="6016" y="180474"/>
                  </a:lnTo>
                  <a:lnTo>
                    <a:pt x="6768" y="179722"/>
                  </a:lnTo>
                  <a:lnTo>
                    <a:pt x="9024" y="179722"/>
                  </a:lnTo>
                  <a:lnTo>
                    <a:pt x="10528" y="178970"/>
                  </a:lnTo>
                  <a:lnTo>
                    <a:pt x="11280" y="178218"/>
                  </a:lnTo>
                  <a:lnTo>
                    <a:pt x="17296" y="163931"/>
                  </a:lnTo>
                  <a:lnTo>
                    <a:pt x="19551" y="157914"/>
                  </a:lnTo>
                  <a:lnTo>
                    <a:pt x="19551" y="152651"/>
                  </a:lnTo>
                  <a:lnTo>
                    <a:pt x="18048" y="142123"/>
                  </a:lnTo>
                  <a:lnTo>
                    <a:pt x="16544" y="136108"/>
                  </a:lnTo>
                  <a:lnTo>
                    <a:pt x="15791" y="136108"/>
                  </a:lnTo>
                  <a:lnTo>
                    <a:pt x="13536" y="135355"/>
                  </a:lnTo>
                  <a:lnTo>
                    <a:pt x="13536" y="133852"/>
                  </a:lnTo>
                  <a:lnTo>
                    <a:pt x="14288" y="131595"/>
                  </a:lnTo>
                  <a:lnTo>
                    <a:pt x="14288" y="129340"/>
                  </a:lnTo>
                  <a:lnTo>
                    <a:pt x="13536" y="129340"/>
                  </a:lnTo>
                  <a:lnTo>
                    <a:pt x="12032" y="128588"/>
                  </a:lnTo>
                  <a:lnTo>
                    <a:pt x="10528" y="127836"/>
                  </a:lnTo>
                  <a:lnTo>
                    <a:pt x="9776" y="125580"/>
                  </a:lnTo>
                  <a:lnTo>
                    <a:pt x="10528" y="123324"/>
                  </a:lnTo>
                  <a:lnTo>
                    <a:pt x="12032" y="123324"/>
                  </a:lnTo>
                  <a:lnTo>
                    <a:pt x="13536" y="122572"/>
                  </a:lnTo>
                  <a:lnTo>
                    <a:pt x="14288" y="121820"/>
                  </a:lnTo>
                  <a:lnTo>
                    <a:pt x="15039" y="118812"/>
                  </a:lnTo>
                  <a:lnTo>
                    <a:pt x="15791" y="115804"/>
                  </a:lnTo>
                  <a:lnTo>
                    <a:pt x="15039" y="109036"/>
                  </a:lnTo>
                  <a:lnTo>
                    <a:pt x="15039" y="106029"/>
                  </a:lnTo>
                  <a:lnTo>
                    <a:pt x="16544" y="100013"/>
                  </a:lnTo>
                  <a:lnTo>
                    <a:pt x="17296" y="97005"/>
                  </a:lnTo>
                  <a:lnTo>
                    <a:pt x="17296" y="97757"/>
                  </a:lnTo>
                  <a:lnTo>
                    <a:pt x="16544" y="97005"/>
                  </a:lnTo>
                  <a:lnTo>
                    <a:pt x="15791" y="94749"/>
                  </a:lnTo>
                  <a:lnTo>
                    <a:pt x="15791" y="93245"/>
                  </a:lnTo>
                  <a:lnTo>
                    <a:pt x="15791" y="92493"/>
                  </a:lnTo>
                  <a:lnTo>
                    <a:pt x="17296" y="90989"/>
                  </a:lnTo>
                  <a:lnTo>
                    <a:pt x="19551" y="89485"/>
                  </a:lnTo>
                  <a:lnTo>
                    <a:pt x="19551" y="84221"/>
                  </a:lnTo>
                  <a:lnTo>
                    <a:pt x="18048" y="68430"/>
                  </a:lnTo>
                  <a:lnTo>
                    <a:pt x="18799" y="63166"/>
                  </a:lnTo>
                  <a:lnTo>
                    <a:pt x="25567" y="54142"/>
                  </a:lnTo>
                  <a:lnTo>
                    <a:pt x="27071" y="48878"/>
                  </a:lnTo>
                  <a:lnTo>
                    <a:pt x="29327" y="48878"/>
                  </a:lnTo>
                  <a:lnTo>
                    <a:pt x="31583" y="48127"/>
                  </a:lnTo>
                  <a:lnTo>
                    <a:pt x="33087" y="48127"/>
                  </a:lnTo>
                  <a:lnTo>
                    <a:pt x="34591" y="48127"/>
                  </a:lnTo>
                  <a:lnTo>
                    <a:pt x="43615" y="51135"/>
                  </a:lnTo>
                  <a:lnTo>
                    <a:pt x="49630" y="54142"/>
                  </a:lnTo>
                  <a:lnTo>
                    <a:pt x="50382" y="54142"/>
                  </a:lnTo>
                  <a:lnTo>
                    <a:pt x="51886" y="54142"/>
                  </a:lnTo>
                  <a:lnTo>
                    <a:pt x="54894" y="54142"/>
                  </a:lnTo>
                  <a:lnTo>
                    <a:pt x="56398" y="53390"/>
                  </a:lnTo>
                  <a:lnTo>
                    <a:pt x="57902" y="53390"/>
                  </a:lnTo>
                  <a:lnTo>
                    <a:pt x="69934" y="45871"/>
                  </a:lnTo>
                  <a:lnTo>
                    <a:pt x="70686" y="45871"/>
                  </a:lnTo>
                  <a:lnTo>
                    <a:pt x="71438" y="45871"/>
                  </a:lnTo>
                  <a:lnTo>
                    <a:pt x="73694" y="45118"/>
                  </a:lnTo>
                  <a:lnTo>
                    <a:pt x="75949" y="45871"/>
                  </a:lnTo>
                  <a:lnTo>
                    <a:pt x="84973" y="48878"/>
                  </a:lnTo>
                  <a:lnTo>
                    <a:pt x="87229" y="50382"/>
                  </a:lnTo>
                  <a:lnTo>
                    <a:pt x="88733" y="51886"/>
                  </a:lnTo>
                  <a:lnTo>
                    <a:pt x="88733" y="52638"/>
                  </a:lnTo>
                  <a:lnTo>
                    <a:pt x="89485" y="53390"/>
                  </a:lnTo>
                  <a:lnTo>
                    <a:pt x="90237" y="53390"/>
                  </a:lnTo>
                  <a:lnTo>
                    <a:pt x="97005" y="57902"/>
                  </a:lnTo>
                  <a:lnTo>
                    <a:pt x="100013" y="60158"/>
                  </a:lnTo>
                  <a:lnTo>
                    <a:pt x="104525" y="62414"/>
                  </a:lnTo>
                  <a:lnTo>
                    <a:pt x="106028" y="63166"/>
                  </a:lnTo>
                  <a:lnTo>
                    <a:pt x="106780" y="63918"/>
                  </a:lnTo>
                  <a:lnTo>
                    <a:pt x="107532" y="64670"/>
                  </a:lnTo>
                  <a:lnTo>
                    <a:pt x="108284" y="66174"/>
                  </a:lnTo>
                  <a:lnTo>
                    <a:pt x="109036" y="66926"/>
                  </a:lnTo>
                  <a:lnTo>
                    <a:pt x="110540" y="66926"/>
                  </a:lnTo>
                  <a:lnTo>
                    <a:pt x="112796" y="66926"/>
                  </a:lnTo>
                  <a:lnTo>
                    <a:pt x="121068" y="66926"/>
                  </a:lnTo>
                  <a:lnTo>
                    <a:pt x="127084" y="64670"/>
                  </a:lnTo>
                  <a:lnTo>
                    <a:pt x="128588" y="63918"/>
                  </a:lnTo>
                  <a:lnTo>
                    <a:pt x="129340" y="63918"/>
                  </a:lnTo>
                  <a:lnTo>
                    <a:pt x="130844" y="63918"/>
                  </a:lnTo>
                  <a:lnTo>
                    <a:pt x="132347" y="65422"/>
                  </a:lnTo>
                  <a:lnTo>
                    <a:pt x="133851" y="66174"/>
                  </a:lnTo>
                  <a:lnTo>
                    <a:pt x="134603" y="66926"/>
                  </a:lnTo>
                  <a:lnTo>
                    <a:pt x="136107" y="66926"/>
                  </a:lnTo>
                  <a:lnTo>
                    <a:pt x="140619" y="66174"/>
                  </a:lnTo>
                  <a:lnTo>
                    <a:pt x="145883" y="64670"/>
                  </a:lnTo>
                  <a:lnTo>
                    <a:pt x="148891" y="63166"/>
                  </a:lnTo>
                  <a:lnTo>
                    <a:pt x="150395" y="62414"/>
                  </a:lnTo>
                  <a:lnTo>
                    <a:pt x="153403" y="61662"/>
                  </a:lnTo>
                  <a:lnTo>
                    <a:pt x="154907" y="61662"/>
                  </a:lnTo>
                  <a:lnTo>
                    <a:pt x="177466" y="68430"/>
                  </a:lnTo>
                  <a:lnTo>
                    <a:pt x="179722" y="69934"/>
                  </a:lnTo>
                  <a:lnTo>
                    <a:pt x="180474" y="71438"/>
                  </a:lnTo>
                  <a:lnTo>
                    <a:pt x="181226" y="72190"/>
                  </a:lnTo>
                  <a:lnTo>
                    <a:pt x="184986" y="72942"/>
                  </a:lnTo>
                  <a:lnTo>
                    <a:pt x="196265" y="72190"/>
                  </a:lnTo>
                  <a:lnTo>
                    <a:pt x="202281" y="74446"/>
                  </a:lnTo>
                  <a:lnTo>
                    <a:pt x="207545" y="77454"/>
                  </a:lnTo>
                  <a:lnTo>
                    <a:pt x="208297" y="77454"/>
                  </a:lnTo>
                  <a:lnTo>
                    <a:pt x="209801" y="77454"/>
                  </a:lnTo>
                  <a:lnTo>
                    <a:pt x="217321" y="77454"/>
                  </a:lnTo>
                  <a:lnTo>
                    <a:pt x="224840" y="79709"/>
                  </a:lnTo>
                  <a:lnTo>
                    <a:pt x="227096" y="79709"/>
                  </a:lnTo>
                  <a:lnTo>
                    <a:pt x="228600" y="79709"/>
                  </a:lnTo>
                  <a:lnTo>
                    <a:pt x="233112" y="78957"/>
                  </a:lnTo>
                  <a:lnTo>
                    <a:pt x="236872" y="79709"/>
                  </a:lnTo>
                  <a:lnTo>
                    <a:pt x="240632" y="80461"/>
                  </a:lnTo>
                  <a:lnTo>
                    <a:pt x="244391" y="81214"/>
                  </a:lnTo>
                  <a:lnTo>
                    <a:pt x="247400" y="81214"/>
                  </a:lnTo>
                  <a:lnTo>
                    <a:pt x="248903" y="81214"/>
                  </a:lnTo>
                  <a:lnTo>
                    <a:pt x="250407" y="81214"/>
                  </a:lnTo>
                  <a:lnTo>
                    <a:pt x="251911" y="81965"/>
                  </a:lnTo>
                  <a:lnTo>
                    <a:pt x="259431" y="86477"/>
                  </a:lnTo>
                  <a:lnTo>
                    <a:pt x="260183" y="87229"/>
                  </a:lnTo>
                  <a:lnTo>
                    <a:pt x="260935" y="88733"/>
                  </a:lnTo>
                  <a:lnTo>
                    <a:pt x="261687" y="90989"/>
                  </a:lnTo>
                  <a:lnTo>
                    <a:pt x="262439" y="91741"/>
                  </a:lnTo>
                  <a:lnTo>
                    <a:pt x="264695" y="93997"/>
                  </a:lnTo>
                  <a:lnTo>
                    <a:pt x="273719" y="99261"/>
                  </a:lnTo>
                  <a:lnTo>
                    <a:pt x="275974" y="102269"/>
                  </a:lnTo>
                  <a:lnTo>
                    <a:pt x="276726" y="102269"/>
                  </a:lnTo>
                  <a:lnTo>
                    <a:pt x="277478" y="103020"/>
                  </a:lnTo>
                  <a:lnTo>
                    <a:pt x="278982" y="103020"/>
                  </a:lnTo>
                  <a:lnTo>
                    <a:pt x="284998" y="103020"/>
                  </a:lnTo>
                  <a:lnTo>
                    <a:pt x="288006" y="103020"/>
                  </a:lnTo>
                  <a:lnTo>
                    <a:pt x="297782" y="106029"/>
                  </a:lnTo>
                  <a:lnTo>
                    <a:pt x="323349" y="106029"/>
                  </a:lnTo>
                  <a:lnTo>
                    <a:pt x="324853" y="106029"/>
                  </a:lnTo>
                  <a:lnTo>
                    <a:pt x="327109" y="105276"/>
                  </a:lnTo>
                  <a:lnTo>
                    <a:pt x="329365" y="103773"/>
                  </a:lnTo>
                  <a:lnTo>
                    <a:pt x="330117" y="103020"/>
                  </a:lnTo>
                  <a:lnTo>
                    <a:pt x="331620" y="103020"/>
                  </a:lnTo>
                  <a:lnTo>
                    <a:pt x="332372" y="103020"/>
                  </a:lnTo>
                  <a:lnTo>
                    <a:pt x="333877" y="103773"/>
                  </a:lnTo>
                  <a:lnTo>
                    <a:pt x="334628" y="105276"/>
                  </a:lnTo>
                  <a:lnTo>
                    <a:pt x="335380" y="106029"/>
                  </a:lnTo>
                  <a:lnTo>
                    <a:pt x="336132" y="106780"/>
                  </a:lnTo>
                  <a:lnTo>
                    <a:pt x="337636" y="106780"/>
                  </a:lnTo>
                  <a:lnTo>
                    <a:pt x="354180" y="106029"/>
                  </a:lnTo>
                  <a:lnTo>
                    <a:pt x="354932" y="106029"/>
                  </a:lnTo>
                  <a:lnTo>
                    <a:pt x="355684" y="106029"/>
                  </a:lnTo>
                  <a:lnTo>
                    <a:pt x="356436" y="106780"/>
                  </a:lnTo>
                  <a:lnTo>
                    <a:pt x="356436" y="107533"/>
                  </a:lnTo>
                  <a:lnTo>
                    <a:pt x="357188" y="108284"/>
                  </a:lnTo>
                  <a:lnTo>
                    <a:pt x="357188" y="110540"/>
                  </a:lnTo>
                  <a:lnTo>
                    <a:pt x="357188" y="111292"/>
                  </a:lnTo>
                  <a:lnTo>
                    <a:pt x="357940" y="112044"/>
                  </a:lnTo>
                  <a:lnTo>
                    <a:pt x="357940" y="112796"/>
                  </a:lnTo>
                  <a:lnTo>
                    <a:pt x="358692" y="112796"/>
                  </a:lnTo>
                  <a:lnTo>
                    <a:pt x="360947" y="114300"/>
                  </a:lnTo>
                  <a:lnTo>
                    <a:pt x="362451" y="115052"/>
                  </a:lnTo>
                  <a:lnTo>
                    <a:pt x="362451" y="115804"/>
                  </a:lnTo>
                  <a:lnTo>
                    <a:pt x="363203" y="117308"/>
                  </a:lnTo>
                  <a:lnTo>
                    <a:pt x="364707" y="119564"/>
                  </a:lnTo>
                  <a:lnTo>
                    <a:pt x="366211" y="122572"/>
                  </a:lnTo>
                  <a:lnTo>
                    <a:pt x="366963" y="123324"/>
                  </a:lnTo>
                  <a:lnTo>
                    <a:pt x="366963" y="124076"/>
                  </a:lnTo>
                  <a:lnTo>
                    <a:pt x="367715" y="123324"/>
                  </a:lnTo>
                  <a:lnTo>
                    <a:pt x="368467" y="122572"/>
                  </a:lnTo>
                  <a:lnTo>
                    <a:pt x="369219" y="120316"/>
                  </a:lnTo>
                  <a:lnTo>
                    <a:pt x="369971" y="119564"/>
                  </a:lnTo>
                  <a:lnTo>
                    <a:pt x="371475" y="118812"/>
                  </a:lnTo>
                  <a:lnTo>
                    <a:pt x="379747" y="116556"/>
                  </a:lnTo>
                  <a:lnTo>
                    <a:pt x="384259" y="115804"/>
                  </a:lnTo>
                  <a:lnTo>
                    <a:pt x="385763" y="115804"/>
                  </a:lnTo>
                  <a:lnTo>
                    <a:pt x="387266" y="115052"/>
                  </a:lnTo>
                  <a:lnTo>
                    <a:pt x="391778" y="111292"/>
                  </a:lnTo>
                  <a:lnTo>
                    <a:pt x="394034" y="107533"/>
                  </a:lnTo>
                  <a:lnTo>
                    <a:pt x="394786" y="104525"/>
                  </a:lnTo>
                  <a:lnTo>
                    <a:pt x="394034" y="103020"/>
                  </a:lnTo>
                  <a:lnTo>
                    <a:pt x="394034" y="100765"/>
                  </a:lnTo>
                  <a:lnTo>
                    <a:pt x="392530" y="97757"/>
                  </a:lnTo>
                  <a:lnTo>
                    <a:pt x="388018" y="89485"/>
                  </a:lnTo>
                  <a:lnTo>
                    <a:pt x="388018" y="88733"/>
                  </a:lnTo>
                  <a:lnTo>
                    <a:pt x="388018" y="87981"/>
                  </a:lnTo>
                  <a:lnTo>
                    <a:pt x="389523" y="85725"/>
                  </a:lnTo>
                  <a:lnTo>
                    <a:pt x="389523" y="84221"/>
                  </a:lnTo>
                  <a:lnTo>
                    <a:pt x="389523" y="83469"/>
                  </a:lnTo>
                  <a:lnTo>
                    <a:pt x="389523" y="82717"/>
                  </a:lnTo>
                  <a:lnTo>
                    <a:pt x="387266" y="81214"/>
                  </a:lnTo>
                  <a:lnTo>
                    <a:pt x="386515" y="79709"/>
                  </a:lnTo>
                  <a:lnTo>
                    <a:pt x="386515" y="78957"/>
                  </a:lnTo>
                  <a:lnTo>
                    <a:pt x="385763" y="78205"/>
                  </a:lnTo>
                  <a:lnTo>
                    <a:pt x="386515" y="77454"/>
                  </a:lnTo>
                  <a:lnTo>
                    <a:pt x="386515" y="76701"/>
                  </a:lnTo>
                  <a:lnTo>
                    <a:pt x="387266" y="75197"/>
                  </a:lnTo>
                  <a:lnTo>
                    <a:pt x="390275" y="72190"/>
                  </a:lnTo>
                  <a:lnTo>
                    <a:pt x="391026" y="70686"/>
                  </a:lnTo>
                  <a:lnTo>
                    <a:pt x="391026" y="69182"/>
                  </a:lnTo>
                  <a:lnTo>
                    <a:pt x="391778" y="65422"/>
                  </a:lnTo>
                  <a:lnTo>
                    <a:pt x="391778" y="64670"/>
                  </a:lnTo>
                  <a:lnTo>
                    <a:pt x="392530" y="63166"/>
                  </a:lnTo>
                  <a:lnTo>
                    <a:pt x="393282" y="62414"/>
                  </a:lnTo>
                  <a:lnTo>
                    <a:pt x="394034" y="61662"/>
                  </a:lnTo>
                  <a:lnTo>
                    <a:pt x="396290" y="59406"/>
                  </a:lnTo>
                  <a:lnTo>
                    <a:pt x="397794" y="57150"/>
                  </a:lnTo>
                  <a:lnTo>
                    <a:pt x="399298" y="56398"/>
                  </a:lnTo>
                  <a:lnTo>
                    <a:pt x="400802" y="55646"/>
                  </a:lnTo>
                  <a:lnTo>
                    <a:pt x="409826" y="53390"/>
                  </a:lnTo>
                  <a:lnTo>
                    <a:pt x="410578" y="52638"/>
                  </a:lnTo>
                  <a:lnTo>
                    <a:pt x="412082" y="51886"/>
                  </a:lnTo>
                  <a:lnTo>
                    <a:pt x="413586" y="50382"/>
                  </a:lnTo>
                  <a:lnTo>
                    <a:pt x="414338" y="48878"/>
                  </a:lnTo>
                  <a:lnTo>
                    <a:pt x="415842" y="46622"/>
                  </a:lnTo>
                  <a:lnTo>
                    <a:pt x="418097" y="45118"/>
                  </a:lnTo>
                  <a:lnTo>
                    <a:pt x="418849" y="44367"/>
                  </a:lnTo>
                  <a:lnTo>
                    <a:pt x="419601" y="44367"/>
                  </a:lnTo>
                  <a:lnTo>
                    <a:pt x="420353" y="44367"/>
                  </a:lnTo>
                  <a:lnTo>
                    <a:pt x="421105" y="45118"/>
                  </a:lnTo>
                  <a:lnTo>
                    <a:pt x="421857" y="45871"/>
                  </a:lnTo>
                  <a:lnTo>
                    <a:pt x="422609" y="46622"/>
                  </a:lnTo>
                  <a:lnTo>
                    <a:pt x="423361" y="46622"/>
                  </a:lnTo>
                  <a:lnTo>
                    <a:pt x="424865" y="45871"/>
                  </a:lnTo>
                  <a:lnTo>
                    <a:pt x="427873" y="45118"/>
                  </a:lnTo>
                  <a:lnTo>
                    <a:pt x="430129" y="45118"/>
                  </a:lnTo>
                  <a:lnTo>
                    <a:pt x="430881" y="45118"/>
                  </a:lnTo>
                  <a:lnTo>
                    <a:pt x="431633" y="45118"/>
                  </a:lnTo>
                  <a:lnTo>
                    <a:pt x="432385" y="45871"/>
                  </a:lnTo>
                  <a:lnTo>
                    <a:pt x="433137" y="46622"/>
                  </a:lnTo>
                  <a:lnTo>
                    <a:pt x="434641" y="48878"/>
                  </a:lnTo>
                  <a:lnTo>
                    <a:pt x="435393" y="49631"/>
                  </a:lnTo>
                  <a:lnTo>
                    <a:pt x="436145" y="49631"/>
                  </a:lnTo>
                  <a:lnTo>
                    <a:pt x="436897" y="49631"/>
                  </a:lnTo>
                  <a:lnTo>
                    <a:pt x="437649" y="48127"/>
                  </a:lnTo>
                  <a:lnTo>
                    <a:pt x="438401" y="46622"/>
                  </a:lnTo>
                  <a:lnTo>
                    <a:pt x="439153" y="45871"/>
                  </a:lnTo>
                  <a:lnTo>
                    <a:pt x="440657" y="45871"/>
                  </a:lnTo>
                  <a:lnTo>
                    <a:pt x="441409" y="46622"/>
                  </a:lnTo>
                  <a:lnTo>
                    <a:pt x="442161" y="46622"/>
                  </a:lnTo>
                  <a:lnTo>
                    <a:pt x="442913" y="47375"/>
                  </a:lnTo>
                  <a:lnTo>
                    <a:pt x="442913" y="48127"/>
                  </a:lnTo>
                  <a:lnTo>
                    <a:pt x="442913" y="48878"/>
                  </a:lnTo>
                  <a:lnTo>
                    <a:pt x="443664" y="51135"/>
                  </a:lnTo>
                  <a:lnTo>
                    <a:pt x="443664" y="51886"/>
                  </a:lnTo>
                  <a:lnTo>
                    <a:pt x="444417" y="51886"/>
                  </a:lnTo>
                  <a:lnTo>
                    <a:pt x="445169" y="51886"/>
                  </a:lnTo>
                  <a:lnTo>
                    <a:pt x="445921" y="50382"/>
                  </a:lnTo>
                  <a:lnTo>
                    <a:pt x="446673" y="48878"/>
                  </a:lnTo>
                  <a:lnTo>
                    <a:pt x="446673" y="48127"/>
                  </a:lnTo>
                  <a:lnTo>
                    <a:pt x="447424" y="47375"/>
                  </a:lnTo>
                  <a:lnTo>
                    <a:pt x="448928" y="47375"/>
                  </a:lnTo>
                  <a:lnTo>
                    <a:pt x="451184" y="47375"/>
                  </a:lnTo>
                  <a:lnTo>
                    <a:pt x="451936" y="48127"/>
                  </a:lnTo>
                  <a:lnTo>
                    <a:pt x="452688" y="48127"/>
                  </a:lnTo>
                  <a:lnTo>
                    <a:pt x="454192" y="48127"/>
                  </a:lnTo>
                  <a:lnTo>
                    <a:pt x="454944" y="47375"/>
                  </a:lnTo>
                  <a:lnTo>
                    <a:pt x="455696" y="47375"/>
                  </a:lnTo>
                  <a:lnTo>
                    <a:pt x="460960" y="43615"/>
                  </a:lnTo>
                  <a:lnTo>
                    <a:pt x="462464" y="42863"/>
                  </a:lnTo>
                  <a:lnTo>
                    <a:pt x="463968" y="42111"/>
                  </a:lnTo>
                  <a:lnTo>
                    <a:pt x="464720" y="42111"/>
                  </a:lnTo>
                  <a:lnTo>
                    <a:pt x="466224" y="42111"/>
                  </a:lnTo>
                  <a:lnTo>
                    <a:pt x="466976" y="42863"/>
                  </a:lnTo>
                  <a:lnTo>
                    <a:pt x="468480" y="43615"/>
                  </a:lnTo>
                  <a:lnTo>
                    <a:pt x="469232" y="44367"/>
                  </a:lnTo>
                  <a:lnTo>
                    <a:pt x="469984" y="44367"/>
                  </a:lnTo>
                  <a:lnTo>
                    <a:pt x="470736" y="43615"/>
                  </a:lnTo>
                  <a:lnTo>
                    <a:pt x="471488" y="42111"/>
                  </a:lnTo>
                  <a:lnTo>
                    <a:pt x="471488" y="39855"/>
                  </a:lnTo>
                  <a:lnTo>
                    <a:pt x="472992" y="38351"/>
                  </a:lnTo>
                  <a:lnTo>
                    <a:pt x="475999" y="33839"/>
                  </a:lnTo>
                  <a:lnTo>
                    <a:pt x="478256" y="30831"/>
                  </a:lnTo>
                  <a:lnTo>
                    <a:pt x="479759" y="29327"/>
                  </a:lnTo>
                  <a:lnTo>
                    <a:pt x="481263" y="25567"/>
                  </a:lnTo>
                  <a:lnTo>
                    <a:pt x="483519" y="16544"/>
                  </a:lnTo>
                  <a:lnTo>
                    <a:pt x="485023" y="15039"/>
                  </a:lnTo>
                  <a:lnTo>
                    <a:pt x="485775" y="15039"/>
                  </a:lnTo>
                  <a:lnTo>
                    <a:pt x="487279" y="14288"/>
                  </a:lnTo>
                  <a:lnTo>
                    <a:pt x="494047" y="13536"/>
                  </a:lnTo>
                  <a:lnTo>
                    <a:pt x="496303" y="12784"/>
                  </a:lnTo>
                  <a:lnTo>
                    <a:pt x="497055" y="12032"/>
                  </a:lnTo>
                  <a:lnTo>
                    <a:pt x="497055" y="11280"/>
                  </a:lnTo>
                  <a:lnTo>
                    <a:pt x="497055" y="10528"/>
                  </a:lnTo>
                  <a:lnTo>
                    <a:pt x="496303" y="10528"/>
                  </a:lnTo>
                  <a:lnTo>
                    <a:pt x="492543" y="9024"/>
                  </a:lnTo>
                  <a:lnTo>
                    <a:pt x="492543" y="8272"/>
                  </a:lnTo>
                  <a:lnTo>
                    <a:pt x="491791" y="7520"/>
                  </a:lnTo>
                  <a:lnTo>
                    <a:pt x="491791" y="6768"/>
                  </a:lnTo>
                  <a:lnTo>
                    <a:pt x="491791" y="6016"/>
                  </a:lnTo>
                  <a:lnTo>
                    <a:pt x="492543" y="6016"/>
                  </a:lnTo>
                  <a:lnTo>
                    <a:pt x="494047" y="6016"/>
                  </a:lnTo>
                  <a:lnTo>
                    <a:pt x="495551" y="6768"/>
                  </a:lnTo>
                  <a:lnTo>
                    <a:pt x="497055" y="7520"/>
                  </a:lnTo>
                  <a:lnTo>
                    <a:pt x="498558" y="8272"/>
                  </a:lnTo>
                  <a:lnTo>
                    <a:pt x="499311" y="9024"/>
                  </a:lnTo>
                  <a:lnTo>
                    <a:pt x="509838" y="8272"/>
                  </a:lnTo>
                  <a:lnTo>
                    <a:pt x="512094" y="9024"/>
                  </a:lnTo>
                  <a:lnTo>
                    <a:pt x="512846" y="9776"/>
                  </a:lnTo>
                  <a:lnTo>
                    <a:pt x="513598" y="10528"/>
                  </a:lnTo>
                  <a:lnTo>
                    <a:pt x="513598" y="12032"/>
                  </a:lnTo>
                  <a:lnTo>
                    <a:pt x="514350" y="12784"/>
                  </a:lnTo>
                  <a:lnTo>
                    <a:pt x="515102" y="12784"/>
                  </a:lnTo>
                  <a:lnTo>
                    <a:pt x="515854" y="13536"/>
                  </a:lnTo>
                  <a:lnTo>
                    <a:pt x="516606" y="13536"/>
                  </a:lnTo>
                  <a:lnTo>
                    <a:pt x="521118" y="14288"/>
                  </a:lnTo>
                  <a:lnTo>
                    <a:pt x="522622" y="14288"/>
                  </a:lnTo>
                  <a:lnTo>
                    <a:pt x="523374" y="15039"/>
                  </a:lnTo>
                  <a:lnTo>
                    <a:pt x="524126" y="15039"/>
                  </a:lnTo>
                  <a:lnTo>
                    <a:pt x="524878" y="15792"/>
                  </a:lnTo>
                  <a:lnTo>
                    <a:pt x="524878" y="16544"/>
                  </a:lnTo>
                  <a:lnTo>
                    <a:pt x="525630" y="17296"/>
                  </a:lnTo>
                  <a:lnTo>
                    <a:pt x="526382" y="21056"/>
                  </a:lnTo>
                  <a:lnTo>
                    <a:pt x="527134" y="21807"/>
                  </a:lnTo>
                  <a:lnTo>
                    <a:pt x="527134" y="22559"/>
                  </a:lnTo>
                  <a:lnTo>
                    <a:pt x="527886" y="22559"/>
                  </a:lnTo>
                  <a:lnTo>
                    <a:pt x="529390" y="23311"/>
                  </a:lnTo>
                  <a:lnTo>
                    <a:pt x="530894" y="23311"/>
                  </a:lnTo>
                  <a:lnTo>
                    <a:pt x="531646" y="23311"/>
                  </a:lnTo>
                  <a:lnTo>
                    <a:pt x="532397" y="22559"/>
                  </a:lnTo>
                  <a:lnTo>
                    <a:pt x="532397" y="21056"/>
                  </a:lnTo>
                  <a:lnTo>
                    <a:pt x="532397" y="20303"/>
                  </a:lnTo>
                  <a:lnTo>
                    <a:pt x="532397" y="19552"/>
                  </a:lnTo>
                  <a:lnTo>
                    <a:pt x="531646" y="18799"/>
                  </a:lnTo>
                  <a:lnTo>
                    <a:pt x="531646" y="17296"/>
                  </a:lnTo>
                  <a:lnTo>
                    <a:pt x="531646" y="16544"/>
                  </a:lnTo>
                  <a:lnTo>
                    <a:pt x="532397" y="15792"/>
                  </a:lnTo>
                  <a:lnTo>
                    <a:pt x="533150" y="14288"/>
                  </a:lnTo>
                  <a:lnTo>
                    <a:pt x="533901" y="13536"/>
                  </a:lnTo>
                  <a:lnTo>
                    <a:pt x="536157" y="12032"/>
                  </a:lnTo>
                  <a:lnTo>
                    <a:pt x="536909" y="11280"/>
                  </a:lnTo>
                  <a:lnTo>
                    <a:pt x="538413" y="11280"/>
                  </a:lnTo>
                  <a:lnTo>
                    <a:pt x="540669" y="11280"/>
                  </a:lnTo>
                  <a:lnTo>
                    <a:pt x="544429" y="11280"/>
                  </a:lnTo>
                  <a:lnTo>
                    <a:pt x="546685" y="11280"/>
                  </a:lnTo>
                  <a:lnTo>
                    <a:pt x="547437" y="12032"/>
                  </a:lnTo>
                  <a:lnTo>
                    <a:pt x="548189" y="12784"/>
                  </a:lnTo>
                  <a:lnTo>
                    <a:pt x="548941" y="12784"/>
                  </a:lnTo>
                  <a:lnTo>
                    <a:pt x="550445" y="13536"/>
                  </a:lnTo>
                  <a:lnTo>
                    <a:pt x="552701" y="13536"/>
                  </a:lnTo>
                  <a:lnTo>
                    <a:pt x="553453" y="13536"/>
                  </a:lnTo>
                  <a:lnTo>
                    <a:pt x="554957" y="13536"/>
                  </a:lnTo>
                  <a:lnTo>
                    <a:pt x="557213" y="12784"/>
                  </a:lnTo>
                  <a:lnTo>
                    <a:pt x="558716" y="12032"/>
                  </a:lnTo>
                  <a:lnTo>
                    <a:pt x="563980" y="12032"/>
                  </a:lnTo>
                  <a:lnTo>
                    <a:pt x="577516" y="9776"/>
                  </a:lnTo>
                  <a:lnTo>
                    <a:pt x="579772" y="9024"/>
                  </a:lnTo>
                  <a:lnTo>
                    <a:pt x="580524" y="8272"/>
                  </a:lnTo>
                  <a:lnTo>
                    <a:pt x="582780" y="6768"/>
                  </a:lnTo>
                  <a:lnTo>
                    <a:pt x="587292" y="7520"/>
                  </a:lnTo>
                  <a:lnTo>
                    <a:pt x="588795" y="6768"/>
                  </a:lnTo>
                  <a:lnTo>
                    <a:pt x="590299" y="7520"/>
                  </a:lnTo>
                  <a:lnTo>
                    <a:pt x="591052" y="7520"/>
                  </a:lnTo>
                  <a:lnTo>
                    <a:pt x="591803" y="9024"/>
                  </a:lnTo>
                  <a:lnTo>
                    <a:pt x="592555" y="9024"/>
                  </a:lnTo>
                  <a:lnTo>
                    <a:pt x="594059" y="9776"/>
                  </a:lnTo>
                  <a:lnTo>
                    <a:pt x="596315" y="9776"/>
                  </a:lnTo>
                  <a:lnTo>
                    <a:pt x="597819" y="10528"/>
                  </a:lnTo>
                  <a:lnTo>
                    <a:pt x="599323" y="11280"/>
                  </a:lnTo>
                  <a:lnTo>
                    <a:pt x="602331" y="12784"/>
                  </a:lnTo>
                  <a:lnTo>
                    <a:pt x="603835" y="15039"/>
                  </a:lnTo>
                  <a:lnTo>
                    <a:pt x="604587" y="15792"/>
                  </a:lnTo>
                  <a:lnTo>
                    <a:pt x="606843" y="18048"/>
                  </a:lnTo>
                  <a:lnTo>
                    <a:pt x="609851" y="19552"/>
                  </a:lnTo>
                  <a:lnTo>
                    <a:pt x="619627" y="25567"/>
                  </a:lnTo>
                  <a:lnTo>
                    <a:pt x="621131" y="27071"/>
                  </a:lnTo>
                  <a:lnTo>
                    <a:pt x="622634" y="28575"/>
                  </a:lnTo>
                  <a:lnTo>
                    <a:pt x="622634" y="30831"/>
                  </a:lnTo>
                  <a:lnTo>
                    <a:pt x="623386" y="31583"/>
                  </a:lnTo>
                  <a:lnTo>
                    <a:pt x="632410" y="37599"/>
                  </a:lnTo>
                  <a:lnTo>
                    <a:pt x="642938" y="42111"/>
                  </a:lnTo>
                  <a:lnTo>
                    <a:pt x="645193" y="42863"/>
                  </a:lnTo>
                  <a:lnTo>
                    <a:pt x="649705" y="43615"/>
                  </a:lnTo>
                  <a:lnTo>
                    <a:pt x="655721" y="43615"/>
                  </a:lnTo>
                  <a:lnTo>
                    <a:pt x="658729" y="42111"/>
                  </a:lnTo>
                  <a:lnTo>
                    <a:pt x="659481" y="40607"/>
                  </a:lnTo>
                  <a:lnTo>
                    <a:pt x="660985" y="36847"/>
                  </a:lnTo>
                  <a:lnTo>
                    <a:pt x="661737" y="35343"/>
                  </a:lnTo>
                  <a:lnTo>
                    <a:pt x="662489" y="34591"/>
                  </a:lnTo>
                  <a:lnTo>
                    <a:pt x="663993" y="33087"/>
                  </a:lnTo>
                  <a:lnTo>
                    <a:pt x="664745" y="33087"/>
                  </a:lnTo>
                  <a:lnTo>
                    <a:pt x="666249" y="32335"/>
                  </a:lnTo>
                  <a:lnTo>
                    <a:pt x="668505" y="32335"/>
                  </a:lnTo>
                  <a:lnTo>
                    <a:pt x="676025" y="29327"/>
                  </a:lnTo>
                  <a:lnTo>
                    <a:pt x="688056" y="22559"/>
                  </a:lnTo>
                  <a:lnTo>
                    <a:pt x="689560" y="21807"/>
                  </a:lnTo>
                  <a:lnTo>
                    <a:pt x="690312" y="20303"/>
                  </a:lnTo>
                  <a:lnTo>
                    <a:pt x="694824" y="14288"/>
                  </a:lnTo>
                  <a:lnTo>
                    <a:pt x="697080" y="12032"/>
                  </a:lnTo>
                  <a:lnTo>
                    <a:pt x="700840" y="9776"/>
                  </a:lnTo>
                  <a:lnTo>
                    <a:pt x="703095" y="8272"/>
                  </a:lnTo>
                  <a:lnTo>
                    <a:pt x="706855" y="6768"/>
                  </a:lnTo>
                  <a:lnTo>
                    <a:pt x="711367" y="6016"/>
                  </a:lnTo>
                  <a:lnTo>
                    <a:pt x="712871" y="5264"/>
                  </a:lnTo>
                  <a:lnTo>
                    <a:pt x="713623" y="5264"/>
                  </a:lnTo>
                  <a:lnTo>
                    <a:pt x="713623" y="4512"/>
                  </a:lnTo>
                  <a:lnTo>
                    <a:pt x="714375" y="3760"/>
                  </a:lnTo>
                  <a:lnTo>
                    <a:pt x="715127" y="3760"/>
                  </a:lnTo>
                  <a:lnTo>
                    <a:pt x="715879" y="3760"/>
                  </a:lnTo>
                  <a:lnTo>
                    <a:pt x="716631" y="3760"/>
                  </a:lnTo>
                  <a:lnTo>
                    <a:pt x="717383" y="3760"/>
                  </a:lnTo>
                  <a:lnTo>
                    <a:pt x="717383" y="4512"/>
                  </a:lnTo>
                  <a:lnTo>
                    <a:pt x="717383" y="5264"/>
                  </a:lnTo>
                  <a:lnTo>
                    <a:pt x="717383" y="6016"/>
                  </a:lnTo>
                  <a:lnTo>
                    <a:pt x="717383" y="6768"/>
                  </a:lnTo>
                  <a:lnTo>
                    <a:pt x="718135" y="7520"/>
                  </a:lnTo>
                  <a:lnTo>
                    <a:pt x="718887" y="7520"/>
                  </a:lnTo>
                  <a:lnTo>
                    <a:pt x="721895" y="6768"/>
                  </a:lnTo>
                  <a:lnTo>
                    <a:pt x="722647" y="6016"/>
                  </a:lnTo>
                  <a:lnTo>
                    <a:pt x="724903" y="7520"/>
                  </a:lnTo>
                  <a:lnTo>
                    <a:pt x="726407" y="7520"/>
                  </a:lnTo>
                  <a:lnTo>
                    <a:pt x="727159" y="6768"/>
                  </a:lnTo>
                  <a:lnTo>
                    <a:pt x="727159" y="6016"/>
                  </a:lnTo>
                  <a:lnTo>
                    <a:pt x="727910" y="5264"/>
                  </a:lnTo>
                  <a:lnTo>
                    <a:pt x="727910" y="4512"/>
                  </a:lnTo>
                  <a:lnTo>
                    <a:pt x="729415" y="5264"/>
                  </a:lnTo>
                  <a:lnTo>
                    <a:pt x="732423" y="6768"/>
                  </a:lnTo>
                  <a:lnTo>
                    <a:pt x="736182" y="6016"/>
                  </a:lnTo>
                  <a:lnTo>
                    <a:pt x="738438" y="6016"/>
                  </a:lnTo>
                  <a:lnTo>
                    <a:pt x="741446" y="6016"/>
                  </a:lnTo>
                  <a:lnTo>
                    <a:pt x="743702" y="4512"/>
                  </a:lnTo>
                  <a:lnTo>
                    <a:pt x="743702" y="3008"/>
                  </a:lnTo>
                  <a:lnTo>
                    <a:pt x="744454" y="2256"/>
                  </a:lnTo>
                  <a:lnTo>
                    <a:pt x="744454" y="1504"/>
                  </a:lnTo>
                  <a:lnTo>
                    <a:pt x="745206" y="752"/>
                  </a:lnTo>
                  <a:lnTo>
                    <a:pt x="785813" y="0"/>
                  </a:lnTo>
                  <a:lnTo>
                    <a:pt x="790325" y="1504"/>
                  </a:lnTo>
                  <a:lnTo>
                    <a:pt x="791828" y="2256"/>
                  </a:lnTo>
                  <a:lnTo>
                    <a:pt x="796340" y="1504"/>
                  </a:lnTo>
                  <a:lnTo>
                    <a:pt x="795588" y="3760"/>
                  </a:lnTo>
                  <a:lnTo>
                    <a:pt x="793332" y="9024"/>
                  </a:lnTo>
                  <a:lnTo>
                    <a:pt x="791828" y="11280"/>
                  </a:lnTo>
                  <a:lnTo>
                    <a:pt x="792580" y="13536"/>
                  </a:lnTo>
                  <a:lnTo>
                    <a:pt x="793332" y="16544"/>
                  </a:lnTo>
                  <a:lnTo>
                    <a:pt x="796340" y="31583"/>
                  </a:lnTo>
                  <a:lnTo>
                    <a:pt x="796340" y="33839"/>
                  </a:lnTo>
                  <a:lnTo>
                    <a:pt x="794836" y="36095"/>
                  </a:lnTo>
                  <a:lnTo>
                    <a:pt x="791076" y="36095"/>
                  </a:lnTo>
                  <a:lnTo>
                    <a:pt x="788068" y="37599"/>
                  </a:lnTo>
                  <a:lnTo>
                    <a:pt x="786565" y="39855"/>
                  </a:lnTo>
                  <a:lnTo>
                    <a:pt x="785061" y="42863"/>
                  </a:lnTo>
                  <a:lnTo>
                    <a:pt x="783557" y="44367"/>
                  </a:lnTo>
                  <a:lnTo>
                    <a:pt x="780549" y="45118"/>
                  </a:lnTo>
                  <a:lnTo>
                    <a:pt x="776789" y="44367"/>
                  </a:lnTo>
                  <a:lnTo>
                    <a:pt x="773781" y="42863"/>
                  </a:lnTo>
                  <a:lnTo>
                    <a:pt x="772277" y="40607"/>
                  </a:lnTo>
                  <a:lnTo>
                    <a:pt x="771525" y="36847"/>
                  </a:lnTo>
                  <a:lnTo>
                    <a:pt x="770773" y="33839"/>
                  </a:lnTo>
                  <a:lnTo>
                    <a:pt x="768517" y="29327"/>
                  </a:lnTo>
                  <a:lnTo>
                    <a:pt x="767765" y="26319"/>
                  </a:lnTo>
                  <a:lnTo>
                    <a:pt x="767765" y="23311"/>
                  </a:lnTo>
                  <a:lnTo>
                    <a:pt x="767765" y="21807"/>
                  </a:lnTo>
                  <a:lnTo>
                    <a:pt x="766261" y="20303"/>
                  </a:lnTo>
                  <a:lnTo>
                    <a:pt x="765509" y="15039"/>
                  </a:lnTo>
                  <a:lnTo>
                    <a:pt x="764006" y="16544"/>
                  </a:lnTo>
                  <a:lnTo>
                    <a:pt x="764006" y="19552"/>
                  </a:lnTo>
                  <a:lnTo>
                    <a:pt x="765509" y="24063"/>
                  </a:lnTo>
                  <a:lnTo>
                    <a:pt x="764757" y="25567"/>
                  </a:lnTo>
                  <a:lnTo>
                    <a:pt x="764757" y="27823"/>
                  </a:lnTo>
                  <a:lnTo>
                    <a:pt x="765509" y="29327"/>
                  </a:lnTo>
                  <a:lnTo>
                    <a:pt x="765509" y="30831"/>
                  </a:lnTo>
                  <a:lnTo>
                    <a:pt x="766261" y="30831"/>
                  </a:lnTo>
                  <a:lnTo>
                    <a:pt x="767765" y="31583"/>
                  </a:lnTo>
                  <a:lnTo>
                    <a:pt x="768517" y="32335"/>
                  </a:lnTo>
                  <a:lnTo>
                    <a:pt x="768517" y="33839"/>
                  </a:lnTo>
                  <a:lnTo>
                    <a:pt x="768517" y="35343"/>
                  </a:lnTo>
                  <a:lnTo>
                    <a:pt x="769269" y="36095"/>
                  </a:lnTo>
                  <a:lnTo>
                    <a:pt x="769269" y="36847"/>
                  </a:lnTo>
                  <a:lnTo>
                    <a:pt x="770021" y="39103"/>
                  </a:lnTo>
                  <a:lnTo>
                    <a:pt x="768517" y="42863"/>
                  </a:lnTo>
                  <a:lnTo>
                    <a:pt x="769269" y="45118"/>
                  </a:lnTo>
                  <a:lnTo>
                    <a:pt x="770021" y="46622"/>
                  </a:lnTo>
                  <a:lnTo>
                    <a:pt x="769269" y="48127"/>
                  </a:lnTo>
                  <a:lnTo>
                    <a:pt x="768517" y="48878"/>
                  </a:lnTo>
                  <a:lnTo>
                    <a:pt x="767013" y="48878"/>
                  </a:lnTo>
                  <a:lnTo>
                    <a:pt x="770021" y="54142"/>
                  </a:lnTo>
                  <a:lnTo>
                    <a:pt x="767765" y="53390"/>
                  </a:lnTo>
                  <a:lnTo>
                    <a:pt x="766261" y="54142"/>
                  </a:lnTo>
                  <a:lnTo>
                    <a:pt x="764757" y="54894"/>
                  </a:lnTo>
                  <a:lnTo>
                    <a:pt x="764006" y="56398"/>
                  </a:lnTo>
                  <a:lnTo>
                    <a:pt x="770021" y="57150"/>
                  </a:lnTo>
                  <a:lnTo>
                    <a:pt x="773029" y="58654"/>
                  </a:lnTo>
                  <a:lnTo>
                    <a:pt x="773781" y="60910"/>
                  </a:lnTo>
                  <a:lnTo>
                    <a:pt x="775285" y="63166"/>
                  </a:lnTo>
                  <a:lnTo>
                    <a:pt x="784309" y="66926"/>
                  </a:lnTo>
                  <a:lnTo>
                    <a:pt x="785813" y="68430"/>
                  </a:lnTo>
                  <a:lnTo>
                    <a:pt x="787317" y="69934"/>
                  </a:lnTo>
                  <a:lnTo>
                    <a:pt x="787317" y="71438"/>
                  </a:lnTo>
                  <a:lnTo>
                    <a:pt x="788068" y="73694"/>
                  </a:lnTo>
                  <a:lnTo>
                    <a:pt x="788068" y="75197"/>
                  </a:lnTo>
                  <a:lnTo>
                    <a:pt x="789572" y="76701"/>
                  </a:lnTo>
                  <a:lnTo>
                    <a:pt x="791076" y="76701"/>
                  </a:lnTo>
                  <a:lnTo>
                    <a:pt x="792580" y="78205"/>
                  </a:lnTo>
                  <a:lnTo>
                    <a:pt x="791828" y="81965"/>
                  </a:lnTo>
                  <a:lnTo>
                    <a:pt x="784309" y="98509"/>
                  </a:lnTo>
                  <a:lnTo>
                    <a:pt x="782053" y="105276"/>
                  </a:lnTo>
                  <a:lnTo>
                    <a:pt x="781301" y="116556"/>
                  </a:lnTo>
                  <a:lnTo>
                    <a:pt x="781301" y="126332"/>
                  </a:lnTo>
                  <a:lnTo>
                    <a:pt x="782053" y="128588"/>
                  </a:lnTo>
                  <a:lnTo>
                    <a:pt x="782805" y="129340"/>
                  </a:lnTo>
                  <a:lnTo>
                    <a:pt x="789572" y="135355"/>
                  </a:lnTo>
                  <a:lnTo>
                    <a:pt x="791828" y="134603"/>
                  </a:lnTo>
                  <a:lnTo>
                    <a:pt x="794836" y="133852"/>
                  </a:lnTo>
                  <a:lnTo>
                    <a:pt x="796340" y="134603"/>
                  </a:lnTo>
                  <a:lnTo>
                    <a:pt x="797092" y="136108"/>
                  </a:lnTo>
                  <a:lnTo>
                    <a:pt x="797092" y="137612"/>
                  </a:lnTo>
                  <a:lnTo>
                    <a:pt x="796340" y="139115"/>
                  </a:lnTo>
                  <a:lnTo>
                    <a:pt x="794085" y="140619"/>
                  </a:lnTo>
                  <a:lnTo>
                    <a:pt x="792580" y="143627"/>
                  </a:lnTo>
                  <a:lnTo>
                    <a:pt x="790325" y="146635"/>
                  </a:lnTo>
                  <a:lnTo>
                    <a:pt x="789572" y="148891"/>
                  </a:lnTo>
                  <a:lnTo>
                    <a:pt x="789572" y="151147"/>
                  </a:lnTo>
                  <a:lnTo>
                    <a:pt x="789572" y="156411"/>
                  </a:lnTo>
                  <a:lnTo>
                    <a:pt x="790325" y="157163"/>
                  </a:lnTo>
                  <a:lnTo>
                    <a:pt x="791076" y="158667"/>
                  </a:lnTo>
                  <a:lnTo>
                    <a:pt x="791828" y="160171"/>
                  </a:lnTo>
                  <a:lnTo>
                    <a:pt x="791828" y="160923"/>
                  </a:lnTo>
                  <a:lnTo>
                    <a:pt x="791076" y="162427"/>
                  </a:lnTo>
                  <a:lnTo>
                    <a:pt x="790325" y="163178"/>
                  </a:lnTo>
                  <a:lnTo>
                    <a:pt x="790325" y="169946"/>
                  </a:lnTo>
                  <a:lnTo>
                    <a:pt x="790325" y="170698"/>
                  </a:lnTo>
                  <a:lnTo>
                    <a:pt x="791828" y="172954"/>
                  </a:lnTo>
                  <a:lnTo>
                    <a:pt x="793332" y="173706"/>
                  </a:lnTo>
                  <a:lnTo>
                    <a:pt x="794836" y="173706"/>
                  </a:lnTo>
                  <a:lnTo>
                    <a:pt x="794836" y="172954"/>
                  </a:lnTo>
                  <a:lnTo>
                    <a:pt x="797844" y="176714"/>
                  </a:lnTo>
                  <a:lnTo>
                    <a:pt x="797092" y="179722"/>
                  </a:lnTo>
                  <a:lnTo>
                    <a:pt x="795588" y="182730"/>
                  </a:lnTo>
                  <a:lnTo>
                    <a:pt x="794085" y="188746"/>
                  </a:lnTo>
                  <a:lnTo>
                    <a:pt x="793332" y="190250"/>
                  </a:lnTo>
                  <a:lnTo>
                    <a:pt x="792580" y="191753"/>
                  </a:lnTo>
                  <a:lnTo>
                    <a:pt x="795588" y="199273"/>
                  </a:lnTo>
                  <a:lnTo>
                    <a:pt x="797092" y="200777"/>
                  </a:lnTo>
                  <a:lnTo>
                    <a:pt x="799348" y="201529"/>
                  </a:lnTo>
                  <a:lnTo>
                    <a:pt x="800852" y="200777"/>
                  </a:lnTo>
                  <a:lnTo>
                    <a:pt x="802356" y="199273"/>
                  </a:lnTo>
                  <a:lnTo>
                    <a:pt x="802356" y="197769"/>
                  </a:lnTo>
                  <a:lnTo>
                    <a:pt x="803860" y="196265"/>
                  </a:lnTo>
                  <a:lnTo>
                    <a:pt x="806116" y="194761"/>
                  </a:lnTo>
                  <a:lnTo>
                    <a:pt x="807620" y="196265"/>
                  </a:lnTo>
                  <a:lnTo>
                    <a:pt x="809124" y="199273"/>
                  </a:lnTo>
                  <a:lnTo>
                    <a:pt x="812132" y="200025"/>
                  </a:lnTo>
                  <a:lnTo>
                    <a:pt x="811380" y="202281"/>
                  </a:lnTo>
                  <a:lnTo>
                    <a:pt x="810628" y="203033"/>
                  </a:lnTo>
                  <a:lnTo>
                    <a:pt x="809124" y="203785"/>
                  </a:lnTo>
                  <a:lnTo>
                    <a:pt x="810628" y="207545"/>
                  </a:lnTo>
                  <a:lnTo>
                    <a:pt x="810628" y="209801"/>
                  </a:lnTo>
                  <a:lnTo>
                    <a:pt x="809876" y="210553"/>
                  </a:lnTo>
                  <a:lnTo>
                    <a:pt x="808372" y="211305"/>
                  </a:lnTo>
                  <a:lnTo>
                    <a:pt x="806116" y="212057"/>
                  </a:lnTo>
                  <a:lnTo>
                    <a:pt x="805364" y="211305"/>
                  </a:lnTo>
                  <a:lnTo>
                    <a:pt x="803860" y="209801"/>
                  </a:lnTo>
                  <a:lnTo>
                    <a:pt x="806116" y="209049"/>
                  </a:lnTo>
                  <a:lnTo>
                    <a:pt x="806868" y="207545"/>
                  </a:lnTo>
                  <a:lnTo>
                    <a:pt x="806116" y="206041"/>
                  </a:lnTo>
                  <a:lnTo>
                    <a:pt x="803860" y="204537"/>
                  </a:lnTo>
                  <a:lnTo>
                    <a:pt x="802356" y="205289"/>
                  </a:lnTo>
                  <a:lnTo>
                    <a:pt x="799348" y="206793"/>
                  </a:lnTo>
                  <a:lnTo>
                    <a:pt x="798596" y="207545"/>
                  </a:lnTo>
                  <a:lnTo>
                    <a:pt x="797844" y="207545"/>
                  </a:lnTo>
                  <a:lnTo>
                    <a:pt x="792580" y="212057"/>
                  </a:lnTo>
                  <a:lnTo>
                    <a:pt x="791828" y="213561"/>
                  </a:lnTo>
                  <a:lnTo>
                    <a:pt x="791076" y="214313"/>
                  </a:lnTo>
                  <a:lnTo>
                    <a:pt x="790325" y="215817"/>
                  </a:lnTo>
                  <a:lnTo>
                    <a:pt x="790325" y="218072"/>
                  </a:lnTo>
                  <a:lnTo>
                    <a:pt x="791828" y="224840"/>
                  </a:lnTo>
                  <a:lnTo>
                    <a:pt x="792580" y="225592"/>
                  </a:lnTo>
                  <a:lnTo>
                    <a:pt x="792580" y="226344"/>
                  </a:lnTo>
                  <a:lnTo>
                    <a:pt x="797844" y="227096"/>
                  </a:lnTo>
                  <a:lnTo>
                    <a:pt x="799348" y="229352"/>
                  </a:lnTo>
                  <a:lnTo>
                    <a:pt x="800852" y="232360"/>
                  </a:lnTo>
                  <a:lnTo>
                    <a:pt x="800852" y="239880"/>
                  </a:lnTo>
                  <a:lnTo>
                    <a:pt x="799348" y="237624"/>
                  </a:lnTo>
                  <a:lnTo>
                    <a:pt x="798596" y="236872"/>
                  </a:lnTo>
                  <a:lnTo>
                    <a:pt x="797844" y="238376"/>
                  </a:lnTo>
                  <a:lnTo>
                    <a:pt x="797092" y="239128"/>
                  </a:lnTo>
                  <a:lnTo>
                    <a:pt x="797092" y="240632"/>
                  </a:lnTo>
                  <a:lnTo>
                    <a:pt x="797092" y="242888"/>
                  </a:lnTo>
                  <a:lnTo>
                    <a:pt x="796340" y="245144"/>
                  </a:lnTo>
                  <a:lnTo>
                    <a:pt x="794836" y="245895"/>
                  </a:lnTo>
                  <a:lnTo>
                    <a:pt x="793332" y="245895"/>
                  </a:lnTo>
                  <a:lnTo>
                    <a:pt x="791828" y="246648"/>
                  </a:lnTo>
                  <a:lnTo>
                    <a:pt x="789572" y="248151"/>
                  </a:lnTo>
                  <a:lnTo>
                    <a:pt x="788068" y="250408"/>
                  </a:lnTo>
                  <a:lnTo>
                    <a:pt x="787317" y="252663"/>
                  </a:lnTo>
                  <a:lnTo>
                    <a:pt x="786565" y="255671"/>
                  </a:lnTo>
                  <a:lnTo>
                    <a:pt x="792580" y="269207"/>
                  </a:lnTo>
                  <a:lnTo>
                    <a:pt x="794836" y="269959"/>
                  </a:lnTo>
                  <a:lnTo>
                    <a:pt x="797092" y="272215"/>
                  </a:lnTo>
                  <a:lnTo>
                    <a:pt x="797092" y="275223"/>
                  </a:lnTo>
                  <a:lnTo>
                    <a:pt x="795588" y="278230"/>
                  </a:lnTo>
                  <a:lnTo>
                    <a:pt x="794836" y="276727"/>
                  </a:lnTo>
                  <a:lnTo>
                    <a:pt x="791828" y="278230"/>
                  </a:lnTo>
                  <a:lnTo>
                    <a:pt x="788068" y="281990"/>
                  </a:lnTo>
                  <a:lnTo>
                    <a:pt x="786565" y="284246"/>
                  </a:lnTo>
                  <a:lnTo>
                    <a:pt x="788068" y="286502"/>
                  </a:lnTo>
                  <a:lnTo>
                    <a:pt x="788821" y="289510"/>
                  </a:lnTo>
                  <a:lnTo>
                    <a:pt x="789572" y="293270"/>
                  </a:lnTo>
                  <a:lnTo>
                    <a:pt x="789572" y="296278"/>
                  </a:lnTo>
                  <a:lnTo>
                    <a:pt x="790325" y="297782"/>
                  </a:lnTo>
                  <a:lnTo>
                    <a:pt x="791828" y="300038"/>
                  </a:lnTo>
                  <a:lnTo>
                    <a:pt x="792580" y="301542"/>
                  </a:lnTo>
                  <a:lnTo>
                    <a:pt x="791828" y="302294"/>
                  </a:lnTo>
                  <a:lnTo>
                    <a:pt x="790325" y="303798"/>
                  </a:lnTo>
                  <a:lnTo>
                    <a:pt x="789572" y="304549"/>
                  </a:lnTo>
                  <a:lnTo>
                    <a:pt x="790325" y="305302"/>
                  </a:lnTo>
                  <a:lnTo>
                    <a:pt x="791076" y="306806"/>
                  </a:lnTo>
                  <a:lnTo>
                    <a:pt x="796340" y="312821"/>
                  </a:lnTo>
                  <a:lnTo>
                    <a:pt x="797844" y="315077"/>
                  </a:lnTo>
                  <a:lnTo>
                    <a:pt x="797844" y="315829"/>
                  </a:lnTo>
                  <a:lnTo>
                    <a:pt x="796340" y="316581"/>
                  </a:lnTo>
                  <a:lnTo>
                    <a:pt x="795588" y="317333"/>
                  </a:lnTo>
                  <a:lnTo>
                    <a:pt x="794836" y="318085"/>
                  </a:lnTo>
                  <a:lnTo>
                    <a:pt x="795588" y="319589"/>
                  </a:lnTo>
                  <a:lnTo>
                    <a:pt x="797092" y="320341"/>
                  </a:lnTo>
                  <a:lnTo>
                    <a:pt x="797844" y="320341"/>
                  </a:lnTo>
                  <a:lnTo>
                    <a:pt x="798596" y="321093"/>
                  </a:lnTo>
                  <a:lnTo>
                    <a:pt x="798596" y="324101"/>
                  </a:lnTo>
                  <a:lnTo>
                    <a:pt x="794085" y="330117"/>
                  </a:lnTo>
                  <a:lnTo>
                    <a:pt x="792580" y="333125"/>
                  </a:lnTo>
                  <a:lnTo>
                    <a:pt x="791076" y="342900"/>
                  </a:lnTo>
                  <a:lnTo>
                    <a:pt x="791828" y="346660"/>
                  </a:lnTo>
                  <a:lnTo>
                    <a:pt x="792580" y="347412"/>
                  </a:lnTo>
                  <a:lnTo>
                    <a:pt x="793332" y="348164"/>
                  </a:lnTo>
                  <a:lnTo>
                    <a:pt x="793332" y="349668"/>
                  </a:lnTo>
                  <a:lnTo>
                    <a:pt x="794085" y="351924"/>
                  </a:lnTo>
                  <a:lnTo>
                    <a:pt x="793332" y="353428"/>
                  </a:lnTo>
                  <a:lnTo>
                    <a:pt x="792580" y="354932"/>
                  </a:lnTo>
                  <a:lnTo>
                    <a:pt x="791076" y="355684"/>
                  </a:lnTo>
                  <a:lnTo>
                    <a:pt x="790325" y="356436"/>
                  </a:lnTo>
                  <a:lnTo>
                    <a:pt x="790325" y="357940"/>
                  </a:lnTo>
                  <a:lnTo>
                    <a:pt x="788821" y="363204"/>
                  </a:lnTo>
                  <a:lnTo>
                    <a:pt x="787317" y="369971"/>
                  </a:lnTo>
                  <a:lnTo>
                    <a:pt x="785813" y="377491"/>
                  </a:lnTo>
                  <a:lnTo>
                    <a:pt x="785061" y="381251"/>
                  </a:lnTo>
                  <a:lnTo>
                    <a:pt x="788068" y="384259"/>
                  </a:lnTo>
                  <a:lnTo>
                    <a:pt x="785813" y="387266"/>
                  </a:lnTo>
                  <a:lnTo>
                    <a:pt x="780549" y="392530"/>
                  </a:lnTo>
                  <a:lnTo>
                    <a:pt x="779797" y="394034"/>
                  </a:lnTo>
                  <a:lnTo>
                    <a:pt x="779045" y="398546"/>
                  </a:lnTo>
                  <a:lnTo>
                    <a:pt x="779045" y="402306"/>
                  </a:lnTo>
                  <a:lnTo>
                    <a:pt x="779045" y="403058"/>
                  </a:lnTo>
                  <a:lnTo>
                    <a:pt x="774533" y="408322"/>
                  </a:lnTo>
                  <a:lnTo>
                    <a:pt x="773781" y="410578"/>
                  </a:lnTo>
                  <a:lnTo>
                    <a:pt x="772277" y="417345"/>
                  </a:lnTo>
                  <a:lnTo>
                    <a:pt x="770021" y="421105"/>
                  </a:lnTo>
                  <a:lnTo>
                    <a:pt x="769269" y="423362"/>
                  </a:lnTo>
                  <a:lnTo>
                    <a:pt x="769269" y="424865"/>
                  </a:lnTo>
                  <a:lnTo>
                    <a:pt x="770021" y="427121"/>
                  </a:lnTo>
                  <a:lnTo>
                    <a:pt x="769269" y="428625"/>
                  </a:lnTo>
                  <a:lnTo>
                    <a:pt x="767765" y="429377"/>
                  </a:lnTo>
                  <a:lnTo>
                    <a:pt x="766261" y="428625"/>
                  </a:lnTo>
                  <a:lnTo>
                    <a:pt x="764006" y="425617"/>
                  </a:lnTo>
                  <a:lnTo>
                    <a:pt x="763253" y="422609"/>
                  </a:lnTo>
                  <a:lnTo>
                    <a:pt x="762502" y="418849"/>
                  </a:lnTo>
                  <a:lnTo>
                    <a:pt x="762502" y="415090"/>
                  </a:lnTo>
                  <a:lnTo>
                    <a:pt x="764006" y="412082"/>
                  </a:lnTo>
                  <a:lnTo>
                    <a:pt x="764757" y="410578"/>
                  </a:lnTo>
                  <a:lnTo>
                    <a:pt x="764006" y="408322"/>
                  </a:lnTo>
                  <a:lnTo>
                    <a:pt x="760246" y="403810"/>
                  </a:lnTo>
                  <a:lnTo>
                    <a:pt x="757989" y="402306"/>
                  </a:lnTo>
                  <a:lnTo>
                    <a:pt x="755734" y="400050"/>
                  </a:lnTo>
                  <a:lnTo>
                    <a:pt x="753478" y="400050"/>
                  </a:lnTo>
                  <a:lnTo>
                    <a:pt x="751974" y="403810"/>
                  </a:lnTo>
                  <a:lnTo>
                    <a:pt x="752726" y="406066"/>
                  </a:lnTo>
                  <a:lnTo>
                    <a:pt x="754230" y="409826"/>
                  </a:lnTo>
                  <a:lnTo>
                    <a:pt x="754230" y="412082"/>
                  </a:lnTo>
                  <a:lnTo>
                    <a:pt x="754230" y="413586"/>
                  </a:lnTo>
                  <a:lnTo>
                    <a:pt x="752726" y="415090"/>
                  </a:lnTo>
                  <a:lnTo>
                    <a:pt x="751974" y="416594"/>
                  </a:lnTo>
                  <a:lnTo>
                    <a:pt x="752726" y="418098"/>
                  </a:lnTo>
                  <a:lnTo>
                    <a:pt x="754230" y="418098"/>
                  </a:lnTo>
                  <a:lnTo>
                    <a:pt x="756486" y="418098"/>
                  </a:lnTo>
                  <a:lnTo>
                    <a:pt x="757238" y="418098"/>
                  </a:lnTo>
                  <a:lnTo>
                    <a:pt x="757238" y="419602"/>
                  </a:lnTo>
                  <a:lnTo>
                    <a:pt x="757238" y="421105"/>
                  </a:lnTo>
                  <a:lnTo>
                    <a:pt x="755734" y="422609"/>
                  </a:lnTo>
                  <a:lnTo>
                    <a:pt x="755734" y="424113"/>
                  </a:lnTo>
                  <a:lnTo>
                    <a:pt x="754982" y="425617"/>
                  </a:lnTo>
                  <a:lnTo>
                    <a:pt x="754982" y="426369"/>
                  </a:lnTo>
                  <a:lnTo>
                    <a:pt x="755734" y="427121"/>
                  </a:lnTo>
                  <a:lnTo>
                    <a:pt x="757238" y="428625"/>
                  </a:lnTo>
                  <a:lnTo>
                    <a:pt x="762502" y="431633"/>
                  </a:lnTo>
                  <a:lnTo>
                    <a:pt x="763253" y="433137"/>
                  </a:lnTo>
                  <a:lnTo>
                    <a:pt x="764757" y="434641"/>
                  </a:lnTo>
                  <a:lnTo>
                    <a:pt x="767013" y="434641"/>
                  </a:lnTo>
                  <a:lnTo>
                    <a:pt x="767765" y="433889"/>
                  </a:lnTo>
                  <a:lnTo>
                    <a:pt x="769269" y="433137"/>
                  </a:lnTo>
                  <a:lnTo>
                    <a:pt x="770773" y="432385"/>
                  </a:lnTo>
                  <a:lnTo>
                    <a:pt x="770021" y="435393"/>
                  </a:lnTo>
                  <a:lnTo>
                    <a:pt x="768517" y="438401"/>
                  </a:lnTo>
                  <a:lnTo>
                    <a:pt x="764006" y="444417"/>
                  </a:lnTo>
                  <a:lnTo>
                    <a:pt x="762502" y="448177"/>
                  </a:lnTo>
                  <a:lnTo>
                    <a:pt x="760998" y="449681"/>
                  </a:lnTo>
                  <a:lnTo>
                    <a:pt x="759493" y="450432"/>
                  </a:lnTo>
                  <a:lnTo>
                    <a:pt x="752726" y="451184"/>
                  </a:lnTo>
                  <a:lnTo>
                    <a:pt x="750470" y="451936"/>
                  </a:lnTo>
                  <a:lnTo>
                    <a:pt x="746710" y="454192"/>
                  </a:lnTo>
                  <a:lnTo>
                    <a:pt x="742198" y="455696"/>
                  </a:lnTo>
                  <a:lnTo>
                    <a:pt x="739942" y="457200"/>
                  </a:lnTo>
                  <a:lnTo>
                    <a:pt x="736934" y="460960"/>
                  </a:lnTo>
                  <a:lnTo>
                    <a:pt x="724151" y="468480"/>
                  </a:lnTo>
                  <a:lnTo>
                    <a:pt x="681288" y="503822"/>
                  </a:lnTo>
                  <a:lnTo>
                    <a:pt x="649705" y="539165"/>
                  </a:lnTo>
                  <a:lnTo>
                    <a:pt x="624890" y="573004"/>
                  </a:lnTo>
                  <a:close/>
                  <a:moveTo>
                    <a:pt x="818900" y="242888"/>
                  </a:moveTo>
                  <a:lnTo>
                    <a:pt x="819651" y="239880"/>
                  </a:lnTo>
                  <a:lnTo>
                    <a:pt x="822659" y="242136"/>
                  </a:lnTo>
                  <a:lnTo>
                    <a:pt x="825667" y="245895"/>
                  </a:lnTo>
                  <a:lnTo>
                    <a:pt x="827171" y="248151"/>
                  </a:lnTo>
                  <a:lnTo>
                    <a:pt x="827171" y="251911"/>
                  </a:lnTo>
                  <a:lnTo>
                    <a:pt x="826419" y="254919"/>
                  </a:lnTo>
                  <a:lnTo>
                    <a:pt x="824915" y="257927"/>
                  </a:lnTo>
                  <a:lnTo>
                    <a:pt x="823411" y="260935"/>
                  </a:lnTo>
                  <a:lnTo>
                    <a:pt x="822659" y="261687"/>
                  </a:lnTo>
                  <a:lnTo>
                    <a:pt x="821907" y="263191"/>
                  </a:lnTo>
                  <a:lnTo>
                    <a:pt x="821907" y="264695"/>
                  </a:lnTo>
                  <a:lnTo>
                    <a:pt x="821907" y="266951"/>
                  </a:lnTo>
                  <a:lnTo>
                    <a:pt x="822659" y="270711"/>
                  </a:lnTo>
                  <a:lnTo>
                    <a:pt x="822659" y="272967"/>
                  </a:lnTo>
                  <a:lnTo>
                    <a:pt x="821907" y="275223"/>
                  </a:lnTo>
                  <a:lnTo>
                    <a:pt x="819651" y="278230"/>
                  </a:lnTo>
                  <a:lnTo>
                    <a:pt x="817396" y="281238"/>
                  </a:lnTo>
                  <a:lnTo>
                    <a:pt x="815891" y="281990"/>
                  </a:lnTo>
                  <a:lnTo>
                    <a:pt x="809124" y="294022"/>
                  </a:lnTo>
                  <a:lnTo>
                    <a:pt x="809124" y="297030"/>
                  </a:lnTo>
                  <a:lnTo>
                    <a:pt x="811380" y="303798"/>
                  </a:lnTo>
                  <a:lnTo>
                    <a:pt x="810628" y="306053"/>
                  </a:lnTo>
                  <a:lnTo>
                    <a:pt x="809876" y="306806"/>
                  </a:lnTo>
                  <a:lnTo>
                    <a:pt x="806868" y="307557"/>
                  </a:lnTo>
                  <a:lnTo>
                    <a:pt x="806116" y="308309"/>
                  </a:lnTo>
                  <a:lnTo>
                    <a:pt x="803860" y="312069"/>
                  </a:lnTo>
                  <a:lnTo>
                    <a:pt x="802356" y="313573"/>
                  </a:lnTo>
                  <a:lnTo>
                    <a:pt x="800852" y="313573"/>
                  </a:lnTo>
                  <a:lnTo>
                    <a:pt x="800100" y="313573"/>
                  </a:lnTo>
                  <a:lnTo>
                    <a:pt x="799348" y="313573"/>
                  </a:lnTo>
                  <a:lnTo>
                    <a:pt x="799348" y="312821"/>
                  </a:lnTo>
                  <a:lnTo>
                    <a:pt x="799348" y="300038"/>
                  </a:lnTo>
                  <a:lnTo>
                    <a:pt x="800100" y="294774"/>
                  </a:lnTo>
                  <a:lnTo>
                    <a:pt x="802356" y="290262"/>
                  </a:lnTo>
                  <a:lnTo>
                    <a:pt x="800100" y="288758"/>
                  </a:lnTo>
                  <a:lnTo>
                    <a:pt x="801604" y="286502"/>
                  </a:lnTo>
                  <a:lnTo>
                    <a:pt x="805364" y="281990"/>
                  </a:lnTo>
                  <a:lnTo>
                    <a:pt x="804612" y="278230"/>
                  </a:lnTo>
                  <a:lnTo>
                    <a:pt x="803108" y="274470"/>
                  </a:lnTo>
                  <a:lnTo>
                    <a:pt x="801604" y="272215"/>
                  </a:lnTo>
                  <a:lnTo>
                    <a:pt x="804612" y="271463"/>
                  </a:lnTo>
                  <a:lnTo>
                    <a:pt x="806116" y="270711"/>
                  </a:lnTo>
                  <a:lnTo>
                    <a:pt x="807620" y="269959"/>
                  </a:lnTo>
                  <a:lnTo>
                    <a:pt x="808372" y="268455"/>
                  </a:lnTo>
                  <a:lnTo>
                    <a:pt x="808372" y="266951"/>
                  </a:lnTo>
                  <a:lnTo>
                    <a:pt x="807620" y="266199"/>
                  </a:lnTo>
                  <a:lnTo>
                    <a:pt x="806868" y="265447"/>
                  </a:lnTo>
                  <a:lnTo>
                    <a:pt x="805364" y="264695"/>
                  </a:lnTo>
                  <a:lnTo>
                    <a:pt x="805364" y="263191"/>
                  </a:lnTo>
                  <a:lnTo>
                    <a:pt x="805364" y="262439"/>
                  </a:lnTo>
                  <a:lnTo>
                    <a:pt x="806116" y="260935"/>
                  </a:lnTo>
                  <a:lnTo>
                    <a:pt x="806116" y="260183"/>
                  </a:lnTo>
                  <a:lnTo>
                    <a:pt x="806116" y="258679"/>
                  </a:lnTo>
                  <a:lnTo>
                    <a:pt x="803860" y="256423"/>
                  </a:lnTo>
                  <a:lnTo>
                    <a:pt x="803108" y="254919"/>
                  </a:lnTo>
                  <a:lnTo>
                    <a:pt x="803860" y="252663"/>
                  </a:lnTo>
                  <a:lnTo>
                    <a:pt x="806116" y="251159"/>
                  </a:lnTo>
                  <a:lnTo>
                    <a:pt x="806868" y="249655"/>
                  </a:lnTo>
                  <a:lnTo>
                    <a:pt x="806116" y="246648"/>
                  </a:lnTo>
                  <a:lnTo>
                    <a:pt x="809124" y="246648"/>
                  </a:lnTo>
                  <a:lnTo>
                    <a:pt x="817396" y="244391"/>
                  </a:lnTo>
                  <a:lnTo>
                    <a:pt x="818900" y="242888"/>
                  </a:lnTo>
                  <a:close/>
                  <a:moveTo>
                    <a:pt x="802356" y="62414"/>
                  </a:moveTo>
                  <a:lnTo>
                    <a:pt x="801604" y="63918"/>
                  </a:lnTo>
                  <a:lnTo>
                    <a:pt x="797092" y="68430"/>
                  </a:lnTo>
                  <a:lnTo>
                    <a:pt x="797092" y="69934"/>
                  </a:lnTo>
                  <a:lnTo>
                    <a:pt x="797092" y="72190"/>
                  </a:lnTo>
                  <a:lnTo>
                    <a:pt x="797092" y="75950"/>
                  </a:lnTo>
                  <a:lnTo>
                    <a:pt x="796340" y="75950"/>
                  </a:lnTo>
                  <a:lnTo>
                    <a:pt x="795588" y="75197"/>
                  </a:lnTo>
                  <a:lnTo>
                    <a:pt x="794836" y="74446"/>
                  </a:lnTo>
                  <a:lnTo>
                    <a:pt x="791828" y="74446"/>
                  </a:lnTo>
                  <a:lnTo>
                    <a:pt x="789572" y="69934"/>
                  </a:lnTo>
                  <a:lnTo>
                    <a:pt x="787317" y="65422"/>
                  </a:lnTo>
                  <a:lnTo>
                    <a:pt x="785061" y="63166"/>
                  </a:lnTo>
                  <a:lnTo>
                    <a:pt x="778293" y="57902"/>
                  </a:lnTo>
                  <a:lnTo>
                    <a:pt x="778293" y="57150"/>
                  </a:lnTo>
                  <a:lnTo>
                    <a:pt x="778293" y="56398"/>
                  </a:lnTo>
                  <a:lnTo>
                    <a:pt x="781301" y="51886"/>
                  </a:lnTo>
                  <a:lnTo>
                    <a:pt x="782053" y="51135"/>
                  </a:lnTo>
                  <a:lnTo>
                    <a:pt x="784309" y="50382"/>
                  </a:lnTo>
                  <a:lnTo>
                    <a:pt x="786565" y="49631"/>
                  </a:lnTo>
                  <a:lnTo>
                    <a:pt x="787317" y="48878"/>
                  </a:lnTo>
                  <a:lnTo>
                    <a:pt x="788068" y="47375"/>
                  </a:lnTo>
                  <a:lnTo>
                    <a:pt x="788821" y="45118"/>
                  </a:lnTo>
                  <a:lnTo>
                    <a:pt x="792580" y="42863"/>
                  </a:lnTo>
                  <a:lnTo>
                    <a:pt x="797092" y="41359"/>
                  </a:lnTo>
                  <a:lnTo>
                    <a:pt x="800100" y="39103"/>
                  </a:lnTo>
                  <a:lnTo>
                    <a:pt x="798596" y="35343"/>
                  </a:lnTo>
                  <a:lnTo>
                    <a:pt x="801604" y="33087"/>
                  </a:lnTo>
                  <a:lnTo>
                    <a:pt x="803860" y="33087"/>
                  </a:lnTo>
                  <a:lnTo>
                    <a:pt x="806116" y="36095"/>
                  </a:lnTo>
                  <a:lnTo>
                    <a:pt x="809876" y="41359"/>
                  </a:lnTo>
                  <a:lnTo>
                    <a:pt x="810628" y="42863"/>
                  </a:lnTo>
                  <a:lnTo>
                    <a:pt x="810628" y="44367"/>
                  </a:lnTo>
                  <a:lnTo>
                    <a:pt x="809876" y="45871"/>
                  </a:lnTo>
                  <a:lnTo>
                    <a:pt x="807620" y="48127"/>
                  </a:lnTo>
                  <a:lnTo>
                    <a:pt x="806116" y="51886"/>
                  </a:lnTo>
                  <a:lnTo>
                    <a:pt x="803108" y="58654"/>
                  </a:lnTo>
                  <a:lnTo>
                    <a:pt x="802356" y="62414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9" name="Forma Livre: Forma 218">
              <a:extLst>
                <a:ext uri="{FF2B5EF4-FFF2-40B4-BE49-F238E27FC236}">
                  <a16:creationId xmlns:a16="http://schemas.microsoft.com/office/drawing/2014/main" id="{157F2847-0AEB-B332-D99B-B2C7A903FA83}"/>
                </a:ext>
              </a:extLst>
            </p:cNvPr>
            <p:cNvSpPr/>
            <p:nvPr/>
          </p:nvSpPr>
          <p:spPr>
            <a:xfrm>
              <a:off x="3887001" y="1871662"/>
              <a:ext cx="2649955" cy="1836319"/>
            </a:xfrm>
            <a:custGeom>
              <a:avLst/>
              <a:gdLst>
                <a:gd name="csX0" fmla="*/ 1579145 w 2649955"/>
                <a:gd name="csY0" fmla="*/ 0 h 1836319"/>
                <a:gd name="csX1" fmla="*/ 1579897 w 2649955"/>
                <a:gd name="csY1" fmla="*/ 1504 h 1836319"/>
                <a:gd name="csX2" fmla="*/ 1581401 w 2649955"/>
                <a:gd name="csY2" fmla="*/ 3008 h 1836319"/>
                <a:gd name="csX3" fmla="*/ 1586665 w 2649955"/>
                <a:gd name="csY3" fmla="*/ 8272 h 1836319"/>
                <a:gd name="csX4" fmla="*/ 1591177 w 2649955"/>
                <a:gd name="csY4" fmla="*/ 11280 h 1836319"/>
                <a:gd name="csX5" fmla="*/ 1593432 w 2649955"/>
                <a:gd name="csY5" fmla="*/ 12032 h 1836319"/>
                <a:gd name="csX6" fmla="*/ 1597192 w 2649955"/>
                <a:gd name="csY6" fmla="*/ 12032 h 1836319"/>
                <a:gd name="csX7" fmla="*/ 1599448 w 2649955"/>
                <a:gd name="csY7" fmla="*/ 12032 h 1836319"/>
                <a:gd name="csX8" fmla="*/ 1600952 w 2649955"/>
                <a:gd name="csY8" fmla="*/ 12032 h 1836319"/>
                <a:gd name="csX9" fmla="*/ 1602456 w 2649955"/>
                <a:gd name="csY9" fmla="*/ 11280 h 1836319"/>
                <a:gd name="csX10" fmla="*/ 1606968 w 2649955"/>
                <a:gd name="csY10" fmla="*/ 9776 h 1836319"/>
                <a:gd name="csX11" fmla="*/ 1609224 w 2649955"/>
                <a:gd name="csY11" fmla="*/ 9024 h 1836319"/>
                <a:gd name="csX12" fmla="*/ 1611480 w 2649955"/>
                <a:gd name="csY12" fmla="*/ 9024 h 1836319"/>
                <a:gd name="csX13" fmla="*/ 1615240 w 2649955"/>
                <a:gd name="csY13" fmla="*/ 9024 h 1836319"/>
                <a:gd name="csX14" fmla="*/ 1616744 w 2649955"/>
                <a:gd name="csY14" fmla="*/ 9776 h 1836319"/>
                <a:gd name="csX15" fmla="*/ 1617496 w 2649955"/>
                <a:gd name="csY15" fmla="*/ 11280 h 1836319"/>
                <a:gd name="csX16" fmla="*/ 1617496 w 2649955"/>
                <a:gd name="csY16" fmla="*/ 15039 h 1836319"/>
                <a:gd name="csX17" fmla="*/ 1618247 w 2649955"/>
                <a:gd name="csY17" fmla="*/ 16543 h 1836319"/>
                <a:gd name="csX18" fmla="*/ 1618999 w 2649955"/>
                <a:gd name="csY18" fmla="*/ 18799 h 1836319"/>
                <a:gd name="csX19" fmla="*/ 1621255 w 2649955"/>
                <a:gd name="csY19" fmla="*/ 21055 h 1836319"/>
                <a:gd name="csX20" fmla="*/ 1626519 w 2649955"/>
                <a:gd name="csY20" fmla="*/ 27071 h 1836319"/>
                <a:gd name="csX21" fmla="*/ 1630279 w 2649955"/>
                <a:gd name="csY21" fmla="*/ 29327 h 1836319"/>
                <a:gd name="csX22" fmla="*/ 1632535 w 2649955"/>
                <a:gd name="csY22" fmla="*/ 30831 h 1836319"/>
                <a:gd name="csX23" fmla="*/ 1637047 w 2649955"/>
                <a:gd name="csY23" fmla="*/ 33087 h 1836319"/>
                <a:gd name="csX24" fmla="*/ 1639303 w 2649955"/>
                <a:gd name="csY24" fmla="*/ 33087 h 1836319"/>
                <a:gd name="csX25" fmla="*/ 1641559 w 2649955"/>
                <a:gd name="csY25" fmla="*/ 33087 h 1836319"/>
                <a:gd name="csX26" fmla="*/ 1644566 w 2649955"/>
                <a:gd name="csY26" fmla="*/ 32335 h 1836319"/>
                <a:gd name="csX27" fmla="*/ 1646071 w 2649955"/>
                <a:gd name="csY27" fmla="*/ 32335 h 1836319"/>
                <a:gd name="csX28" fmla="*/ 1648326 w 2649955"/>
                <a:gd name="csY28" fmla="*/ 32335 h 1836319"/>
                <a:gd name="csX29" fmla="*/ 1651334 w 2649955"/>
                <a:gd name="csY29" fmla="*/ 33087 h 1836319"/>
                <a:gd name="csX30" fmla="*/ 1652838 w 2649955"/>
                <a:gd name="csY30" fmla="*/ 33087 h 1836319"/>
                <a:gd name="csX31" fmla="*/ 1658102 w 2649955"/>
                <a:gd name="csY31" fmla="*/ 33087 h 1836319"/>
                <a:gd name="csX32" fmla="*/ 1660358 w 2649955"/>
                <a:gd name="csY32" fmla="*/ 33087 h 1836319"/>
                <a:gd name="csX33" fmla="*/ 1664118 w 2649955"/>
                <a:gd name="csY33" fmla="*/ 34591 h 1836319"/>
                <a:gd name="csX34" fmla="*/ 1673142 w 2649955"/>
                <a:gd name="csY34" fmla="*/ 39855 h 1836319"/>
                <a:gd name="csX35" fmla="*/ 1678405 w 2649955"/>
                <a:gd name="csY35" fmla="*/ 41359 h 1836319"/>
                <a:gd name="csX36" fmla="*/ 1679909 w 2649955"/>
                <a:gd name="csY36" fmla="*/ 42863 h 1836319"/>
                <a:gd name="csX37" fmla="*/ 1682165 w 2649955"/>
                <a:gd name="csY37" fmla="*/ 43614 h 1836319"/>
                <a:gd name="csX38" fmla="*/ 1682917 w 2649955"/>
                <a:gd name="csY38" fmla="*/ 45870 h 1836319"/>
                <a:gd name="csX39" fmla="*/ 1683669 w 2649955"/>
                <a:gd name="csY39" fmla="*/ 47374 h 1836319"/>
                <a:gd name="csX40" fmla="*/ 1684421 w 2649955"/>
                <a:gd name="csY40" fmla="*/ 48878 h 1836319"/>
                <a:gd name="csX41" fmla="*/ 1683669 w 2649955"/>
                <a:gd name="csY41" fmla="*/ 51134 h 1836319"/>
                <a:gd name="csX42" fmla="*/ 1683669 w 2649955"/>
                <a:gd name="csY42" fmla="*/ 52638 h 1836319"/>
                <a:gd name="csX43" fmla="*/ 1679909 w 2649955"/>
                <a:gd name="csY43" fmla="*/ 57902 h 1836319"/>
                <a:gd name="csX44" fmla="*/ 1678405 w 2649955"/>
                <a:gd name="csY44" fmla="*/ 59406 h 1836319"/>
                <a:gd name="csX45" fmla="*/ 1677653 w 2649955"/>
                <a:gd name="csY45" fmla="*/ 60910 h 1836319"/>
                <a:gd name="csX46" fmla="*/ 1677653 w 2649955"/>
                <a:gd name="csY46" fmla="*/ 63166 h 1836319"/>
                <a:gd name="csX47" fmla="*/ 1677653 w 2649955"/>
                <a:gd name="csY47" fmla="*/ 64670 h 1836319"/>
                <a:gd name="csX48" fmla="*/ 1679909 w 2649955"/>
                <a:gd name="csY48" fmla="*/ 70686 h 1836319"/>
                <a:gd name="csX49" fmla="*/ 1680661 w 2649955"/>
                <a:gd name="csY49" fmla="*/ 75949 h 1836319"/>
                <a:gd name="csX50" fmla="*/ 1680661 w 2649955"/>
                <a:gd name="csY50" fmla="*/ 77453 h 1836319"/>
                <a:gd name="csX51" fmla="*/ 1679909 w 2649955"/>
                <a:gd name="csY51" fmla="*/ 78957 h 1836319"/>
                <a:gd name="csX52" fmla="*/ 1675397 w 2649955"/>
                <a:gd name="csY52" fmla="*/ 81213 h 1836319"/>
                <a:gd name="csX53" fmla="*/ 1674645 w 2649955"/>
                <a:gd name="csY53" fmla="*/ 82717 h 1836319"/>
                <a:gd name="csX54" fmla="*/ 1673142 w 2649955"/>
                <a:gd name="csY54" fmla="*/ 87981 h 1836319"/>
                <a:gd name="csX55" fmla="*/ 1672390 w 2649955"/>
                <a:gd name="csY55" fmla="*/ 89485 h 1836319"/>
                <a:gd name="csX56" fmla="*/ 1670134 w 2649955"/>
                <a:gd name="csY56" fmla="*/ 91741 h 1836319"/>
                <a:gd name="csX57" fmla="*/ 1669382 w 2649955"/>
                <a:gd name="csY57" fmla="*/ 93997 h 1836319"/>
                <a:gd name="csX58" fmla="*/ 1669382 w 2649955"/>
                <a:gd name="csY58" fmla="*/ 96253 h 1836319"/>
                <a:gd name="csX59" fmla="*/ 1674645 w 2649955"/>
                <a:gd name="csY59" fmla="*/ 103772 h 1836319"/>
                <a:gd name="csX60" fmla="*/ 1677653 w 2649955"/>
                <a:gd name="csY60" fmla="*/ 109036 h 1836319"/>
                <a:gd name="csX61" fmla="*/ 1679909 w 2649955"/>
                <a:gd name="csY61" fmla="*/ 112044 h 1836319"/>
                <a:gd name="csX62" fmla="*/ 1681413 w 2649955"/>
                <a:gd name="csY62" fmla="*/ 114300 h 1836319"/>
                <a:gd name="csX63" fmla="*/ 1683669 w 2649955"/>
                <a:gd name="csY63" fmla="*/ 115804 h 1836319"/>
                <a:gd name="csX64" fmla="*/ 1685173 w 2649955"/>
                <a:gd name="csY64" fmla="*/ 116556 h 1836319"/>
                <a:gd name="csX65" fmla="*/ 1686677 w 2649955"/>
                <a:gd name="csY65" fmla="*/ 117308 h 1836319"/>
                <a:gd name="csX66" fmla="*/ 1688181 w 2649955"/>
                <a:gd name="csY66" fmla="*/ 118812 h 1836319"/>
                <a:gd name="csX67" fmla="*/ 1691189 w 2649955"/>
                <a:gd name="csY67" fmla="*/ 121068 h 1836319"/>
                <a:gd name="csX68" fmla="*/ 1694197 w 2649955"/>
                <a:gd name="csY68" fmla="*/ 124076 h 1836319"/>
                <a:gd name="csX69" fmla="*/ 1695701 w 2649955"/>
                <a:gd name="csY69" fmla="*/ 127084 h 1836319"/>
                <a:gd name="csX70" fmla="*/ 1695701 w 2649955"/>
                <a:gd name="csY70" fmla="*/ 128587 h 1836319"/>
                <a:gd name="csX71" fmla="*/ 1695701 w 2649955"/>
                <a:gd name="csY71" fmla="*/ 130843 h 1836319"/>
                <a:gd name="csX72" fmla="*/ 1695701 w 2649955"/>
                <a:gd name="csY72" fmla="*/ 132347 h 1836319"/>
                <a:gd name="csX73" fmla="*/ 1704724 w 2649955"/>
                <a:gd name="csY73" fmla="*/ 159418 h 1836319"/>
                <a:gd name="csX74" fmla="*/ 1704724 w 2649955"/>
                <a:gd name="csY74" fmla="*/ 163930 h 1836319"/>
                <a:gd name="csX75" fmla="*/ 1705476 w 2649955"/>
                <a:gd name="csY75" fmla="*/ 165434 h 1836319"/>
                <a:gd name="csX76" fmla="*/ 1705476 w 2649955"/>
                <a:gd name="csY76" fmla="*/ 167690 h 1836319"/>
                <a:gd name="csX77" fmla="*/ 1709988 w 2649955"/>
                <a:gd name="csY77" fmla="*/ 175210 h 1836319"/>
                <a:gd name="csX78" fmla="*/ 1710740 w 2649955"/>
                <a:gd name="csY78" fmla="*/ 178218 h 1836319"/>
                <a:gd name="csX79" fmla="*/ 1711492 w 2649955"/>
                <a:gd name="csY79" fmla="*/ 193257 h 1836319"/>
                <a:gd name="csX80" fmla="*/ 1712996 w 2649955"/>
                <a:gd name="csY80" fmla="*/ 196265 h 1836319"/>
                <a:gd name="csX81" fmla="*/ 1719764 w 2649955"/>
                <a:gd name="csY81" fmla="*/ 209801 h 1836319"/>
                <a:gd name="csX82" fmla="*/ 1721268 w 2649955"/>
                <a:gd name="csY82" fmla="*/ 214313 h 1836319"/>
                <a:gd name="csX83" fmla="*/ 1721268 w 2649955"/>
                <a:gd name="csY83" fmla="*/ 217320 h 1836319"/>
                <a:gd name="csX84" fmla="*/ 1719012 w 2649955"/>
                <a:gd name="csY84" fmla="*/ 220328 h 1836319"/>
                <a:gd name="csX85" fmla="*/ 1715252 w 2649955"/>
                <a:gd name="csY85" fmla="*/ 222584 h 1836319"/>
                <a:gd name="csX86" fmla="*/ 1712996 w 2649955"/>
                <a:gd name="csY86" fmla="*/ 224840 h 1836319"/>
                <a:gd name="csX87" fmla="*/ 1710740 w 2649955"/>
                <a:gd name="csY87" fmla="*/ 225592 h 1836319"/>
                <a:gd name="csX88" fmla="*/ 1709236 w 2649955"/>
                <a:gd name="csY88" fmla="*/ 227096 h 1836319"/>
                <a:gd name="csX89" fmla="*/ 1707732 w 2649955"/>
                <a:gd name="csY89" fmla="*/ 227848 h 1836319"/>
                <a:gd name="csX90" fmla="*/ 1706980 w 2649955"/>
                <a:gd name="csY90" fmla="*/ 229352 h 1836319"/>
                <a:gd name="csX91" fmla="*/ 1706228 w 2649955"/>
                <a:gd name="csY91" fmla="*/ 230856 h 1836319"/>
                <a:gd name="csX92" fmla="*/ 1706228 w 2649955"/>
                <a:gd name="csY92" fmla="*/ 233112 h 1836319"/>
                <a:gd name="csX93" fmla="*/ 1707732 w 2649955"/>
                <a:gd name="csY93" fmla="*/ 236120 h 1836319"/>
                <a:gd name="csX94" fmla="*/ 1715252 w 2649955"/>
                <a:gd name="csY94" fmla="*/ 257175 h 1836319"/>
                <a:gd name="csX95" fmla="*/ 1716004 w 2649955"/>
                <a:gd name="csY95" fmla="*/ 260183 h 1836319"/>
                <a:gd name="csX96" fmla="*/ 1716004 w 2649955"/>
                <a:gd name="csY96" fmla="*/ 261687 h 1836319"/>
                <a:gd name="csX97" fmla="*/ 1715252 w 2649955"/>
                <a:gd name="csY97" fmla="*/ 265447 h 1836319"/>
                <a:gd name="csX98" fmla="*/ 1713748 w 2649955"/>
                <a:gd name="csY98" fmla="*/ 268455 h 1836319"/>
                <a:gd name="csX99" fmla="*/ 1712996 w 2649955"/>
                <a:gd name="csY99" fmla="*/ 269207 h 1836319"/>
                <a:gd name="csX100" fmla="*/ 1712244 w 2649955"/>
                <a:gd name="csY100" fmla="*/ 270711 h 1836319"/>
                <a:gd name="csX101" fmla="*/ 1709988 w 2649955"/>
                <a:gd name="csY101" fmla="*/ 272966 h 1836319"/>
                <a:gd name="csX102" fmla="*/ 1708484 w 2649955"/>
                <a:gd name="csY102" fmla="*/ 273718 h 1836319"/>
                <a:gd name="csX103" fmla="*/ 1707732 w 2649955"/>
                <a:gd name="csY103" fmla="*/ 275222 h 1836319"/>
                <a:gd name="csX104" fmla="*/ 1707732 w 2649955"/>
                <a:gd name="csY104" fmla="*/ 276726 h 1836319"/>
                <a:gd name="csX105" fmla="*/ 1706980 w 2649955"/>
                <a:gd name="csY105" fmla="*/ 278230 h 1836319"/>
                <a:gd name="csX106" fmla="*/ 1709236 w 2649955"/>
                <a:gd name="csY106" fmla="*/ 286502 h 1836319"/>
                <a:gd name="csX107" fmla="*/ 1709236 w 2649955"/>
                <a:gd name="csY107" fmla="*/ 288758 h 1836319"/>
                <a:gd name="csX108" fmla="*/ 1708484 w 2649955"/>
                <a:gd name="csY108" fmla="*/ 290262 h 1836319"/>
                <a:gd name="csX109" fmla="*/ 1707732 w 2649955"/>
                <a:gd name="csY109" fmla="*/ 291766 h 1836319"/>
                <a:gd name="csX110" fmla="*/ 1703973 w 2649955"/>
                <a:gd name="csY110" fmla="*/ 297782 h 1836319"/>
                <a:gd name="csX111" fmla="*/ 1703221 w 2649955"/>
                <a:gd name="csY111" fmla="*/ 300038 h 1836319"/>
                <a:gd name="csX112" fmla="*/ 1703221 w 2649955"/>
                <a:gd name="csY112" fmla="*/ 301541 h 1836319"/>
                <a:gd name="csX113" fmla="*/ 1703221 w 2649955"/>
                <a:gd name="csY113" fmla="*/ 312069 h 1836319"/>
                <a:gd name="csX114" fmla="*/ 1703973 w 2649955"/>
                <a:gd name="csY114" fmla="*/ 314325 h 1836319"/>
                <a:gd name="csX115" fmla="*/ 1704724 w 2649955"/>
                <a:gd name="csY115" fmla="*/ 315829 h 1836319"/>
                <a:gd name="csX116" fmla="*/ 1708484 w 2649955"/>
                <a:gd name="csY116" fmla="*/ 320341 h 1836319"/>
                <a:gd name="csX117" fmla="*/ 1709236 w 2649955"/>
                <a:gd name="csY117" fmla="*/ 322597 h 1836319"/>
                <a:gd name="csX118" fmla="*/ 1709236 w 2649955"/>
                <a:gd name="csY118" fmla="*/ 324101 h 1836319"/>
                <a:gd name="csX119" fmla="*/ 1706228 w 2649955"/>
                <a:gd name="csY119" fmla="*/ 332372 h 1836319"/>
                <a:gd name="csX120" fmla="*/ 1705476 w 2649955"/>
                <a:gd name="csY120" fmla="*/ 333876 h 1836319"/>
                <a:gd name="csX121" fmla="*/ 1703973 w 2649955"/>
                <a:gd name="csY121" fmla="*/ 334628 h 1836319"/>
                <a:gd name="csX122" fmla="*/ 1702469 w 2649955"/>
                <a:gd name="csY122" fmla="*/ 335380 h 1836319"/>
                <a:gd name="csX123" fmla="*/ 1700964 w 2649955"/>
                <a:gd name="csY123" fmla="*/ 336132 h 1836319"/>
                <a:gd name="csX124" fmla="*/ 1700213 w 2649955"/>
                <a:gd name="csY124" fmla="*/ 337636 h 1836319"/>
                <a:gd name="csX125" fmla="*/ 1700213 w 2649955"/>
                <a:gd name="csY125" fmla="*/ 340644 h 1836319"/>
                <a:gd name="csX126" fmla="*/ 1700964 w 2649955"/>
                <a:gd name="csY126" fmla="*/ 344404 h 1836319"/>
                <a:gd name="csX127" fmla="*/ 1702469 w 2649955"/>
                <a:gd name="csY127" fmla="*/ 345908 h 1836319"/>
                <a:gd name="csX128" fmla="*/ 1706228 w 2649955"/>
                <a:gd name="csY128" fmla="*/ 349668 h 1836319"/>
                <a:gd name="csX129" fmla="*/ 1707732 w 2649955"/>
                <a:gd name="csY129" fmla="*/ 351924 h 1836319"/>
                <a:gd name="csX130" fmla="*/ 1709988 w 2649955"/>
                <a:gd name="csY130" fmla="*/ 354932 h 1836319"/>
                <a:gd name="csX131" fmla="*/ 1711492 w 2649955"/>
                <a:gd name="csY131" fmla="*/ 357939 h 1836319"/>
                <a:gd name="csX132" fmla="*/ 1713748 w 2649955"/>
                <a:gd name="csY132" fmla="*/ 367715 h 1836319"/>
                <a:gd name="csX133" fmla="*/ 1715252 w 2649955"/>
                <a:gd name="csY133" fmla="*/ 370723 h 1836319"/>
                <a:gd name="csX134" fmla="*/ 1716756 w 2649955"/>
                <a:gd name="csY134" fmla="*/ 372979 h 1836319"/>
                <a:gd name="csX135" fmla="*/ 1718260 w 2649955"/>
                <a:gd name="csY135" fmla="*/ 373731 h 1836319"/>
                <a:gd name="csX136" fmla="*/ 1719764 w 2649955"/>
                <a:gd name="csY136" fmla="*/ 375235 h 1836319"/>
                <a:gd name="csX137" fmla="*/ 1724276 w 2649955"/>
                <a:gd name="csY137" fmla="*/ 376739 h 1836319"/>
                <a:gd name="csX138" fmla="*/ 1725780 w 2649955"/>
                <a:gd name="csY138" fmla="*/ 378243 h 1836319"/>
                <a:gd name="csX139" fmla="*/ 1727284 w 2649955"/>
                <a:gd name="csY139" fmla="*/ 379747 h 1836319"/>
                <a:gd name="csX140" fmla="*/ 1731043 w 2649955"/>
                <a:gd name="csY140" fmla="*/ 385762 h 1836319"/>
                <a:gd name="csX141" fmla="*/ 1731795 w 2649955"/>
                <a:gd name="csY141" fmla="*/ 388018 h 1836319"/>
                <a:gd name="csX142" fmla="*/ 1732547 w 2649955"/>
                <a:gd name="csY142" fmla="*/ 390274 h 1836319"/>
                <a:gd name="csX143" fmla="*/ 1733299 w 2649955"/>
                <a:gd name="csY143" fmla="*/ 394034 h 1836319"/>
                <a:gd name="csX144" fmla="*/ 1733299 w 2649955"/>
                <a:gd name="csY144" fmla="*/ 398546 h 1836319"/>
                <a:gd name="csX145" fmla="*/ 1731795 w 2649955"/>
                <a:gd name="csY145" fmla="*/ 405314 h 1836319"/>
                <a:gd name="csX146" fmla="*/ 1731795 w 2649955"/>
                <a:gd name="csY146" fmla="*/ 408322 h 1836319"/>
                <a:gd name="csX147" fmla="*/ 1732547 w 2649955"/>
                <a:gd name="csY147" fmla="*/ 409826 h 1836319"/>
                <a:gd name="csX148" fmla="*/ 1734052 w 2649955"/>
                <a:gd name="csY148" fmla="*/ 411330 h 1836319"/>
                <a:gd name="csX149" fmla="*/ 1734803 w 2649955"/>
                <a:gd name="csY149" fmla="*/ 412082 h 1836319"/>
                <a:gd name="csX150" fmla="*/ 1738563 w 2649955"/>
                <a:gd name="csY150" fmla="*/ 414338 h 1836319"/>
                <a:gd name="csX151" fmla="*/ 1738563 w 2649955"/>
                <a:gd name="csY151" fmla="*/ 415090 h 1836319"/>
                <a:gd name="csX152" fmla="*/ 1739315 w 2649955"/>
                <a:gd name="csY152" fmla="*/ 415841 h 1836319"/>
                <a:gd name="csX153" fmla="*/ 1740819 w 2649955"/>
                <a:gd name="csY153" fmla="*/ 417345 h 1836319"/>
                <a:gd name="csX154" fmla="*/ 1743075 w 2649955"/>
                <a:gd name="csY154" fmla="*/ 430881 h 1836319"/>
                <a:gd name="csX155" fmla="*/ 1743075 w 2649955"/>
                <a:gd name="csY155" fmla="*/ 433137 h 1836319"/>
                <a:gd name="csX156" fmla="*/ 1742323 w 2649955"/>
                <a:gd name="csY156" fmla="*/ 434641 h 1836319"/>
                <a:gd name="csX157" fmla="*/ 1741571 w 2649955"/>
                <a:gd name="csY157" fmla="*/ 436145 h 1836319"/>
                <a:gd name="csX158" fmla="*/ 1738563 w 2649955"/>
                <a:gd name="csY158" fmla="*/ 439905 h 1836319"/>
                <a:gd name="csX159" fmla="*/ 1737811 w 2649955"/>
                <a:gd name="csY159" fmla="*/ 440657 h 1836319"/>
                <a:gd name="csX160" fmla="*/ 1734803 w 2649955"/>
                <a:gd name="csY160" fmla="*/ 442161 h 1836319"/>
                <a:gd name="csX161" fmla="*/ 1734052 w 2649955"/>
                <a:gd name="csY161" fmla="*/ 443665 h 1836319"/>
                <a:gd name="csX162" fmla="*/ 1732547 w 2649955"/>
                <a:gd name="csY162" fmla="*/ 445920 h 1836319"/>
                <a:gd name="csX163" fmla="*/ 1731795 w 2649955"/>
                <a:gd name="csY163" fmla="*/ 447424 h 1836319"/>
                <a:gd name="csX164" fmla="*/ 1730292 w 2649955"/>
                <a:gd name="csY164" fmla="*/ 448176 h 1836319"/>
                <a:gd name="csX165" fmla="*/ 1728788 w 2649955"/>
                <a:gd name="csY165" fmla="*/ 448176 h 1836319"/>
                <a:gd name="csX166" fmla="*/ 1727284 w 2649955"/>
                <a:gd name="csY166" fmla="*/ 447424 h 1836319"/>
                <a:gd name="csX167" fmla="*/ 1724276 w 2649955"/>
                <a:gd name="csY167" fmla="*/ 445920 h 1836319"/>
                <a:gd name="csX168" fmla="*/ 1722772 w 2649955"/>
                <a:gd name="csY168" fmla="*/ 445920 h 1836319"/>
                <a:gd name="csX169" fmla="*/ 1716756 w 2649955"/>
                <a:gd name="csY169" fmla="*/ 443665 h 1836319"/>
                <a:gd name="csX170" fmla="*/ 1715252 w 2649955"/>
                <a:gd name="csY170" fmla="*/ 443665 h 1836319"/>
                <a:gd name="csX171" fmla="*/ 1713748 w 2649955"/>
                <a:gd name="csY171" fmla="*/ 444416 h 1836319"/>
                <a:gd name="csX172" fmla="*/ 1712996 w 2649955"/>
                <a:gd name="csY172" fmla="*/ 444416 h 1836319"/>
                <a:gd name="csX173" fmla="*/ 1712996 w 2649955"/>
                <a:gd name="csY173" fmla="*/ 445920 h 1836319"/>
                <a:gd name="csX174" fmla="*/ 1712244 w 2649955"/>
                <a:gd name="csY174" fmla="*/ 451184 h 1836319"/>
                <a:gd name="csX175" fmla="*/ 1712244 w 2649955"/>
                <a:gd name="csY175" fmla="*/ 453440 h 1836319"/>
                <a:gd name="csX176" fmla="*/ 1712244 w 2649955"/>
                <a:gd name="csY176" fmla="*/ 455696 h 1836319"/>
                <a:gd name="csX177" fmla="*/ 1712996 w 2649955"/>
                <a:gd name="csY177" fmla="*/ 457952 h 1836319"/>
                <a:gd name="csX178" fmla="*/ 1712996 w 2649955"/>
                <a:gd name="csY178" fmla="*/ 458704 h 1836319"/>
                <a:gd name="csX179" fmla="*/ 1713748 w 2649955"/>
                <a:gd name="csY179" fmla="*/ 459456 h 1836319"/>
                <a:gd name="csX180" fmla="*/ 1715252 w 2649955"/>
                <a:gd name="csY180" fmla="*/ 460208 h 1836319"/>
                <a:gd name="csX181" fmla="*/ 1722772 w 2649955"/>
                <a:gd name="csY181" fmla="*/ 462464 h 1836319"/>
                <a:gd name="csX182" fmla="*/ 1724276 w 2649955"/>
                <a:gd name="csY182" fmla="*/ 463216 h 1836319"/>
                <a:gd name="csX183" fmla="*/ 1725028 w 2649955"/>
                <a:gd name="csY183" fmla="*/ 463968 h 1836319"/>
                <a:gd name="csX184" fmla="*/ 1727284 w 2649955"/>
                <a:gd name="csY184" fmla="*/ 466224 h 1836319"/>
                <a:gd name="csX185" fmla="*/ 1730292 w 2649955"/>
                <a:gd name="csY185" fmla="*/ 471488 h 1836319"/>
                <a:gd name="csX186" fmla="*/ 1740819 w 2649955"/>
                <a:gd name="csY186" fmla="*/ 482015 h 1836319"/>
                <a:gd name="csX187" fmla="*/ 1743827 w 2649955"/>
                <a:gd name="csY187" fmla="*/ 483519 h 1836319"/>
                <a:gd name="csX188" fmla="*/ 1746083 w 2649955"/>
                <a:gd name="csY188" fmla="*/ 485023 h 1836319"/>
                <a:gd name="csX189" fmla="*/ 1747587 w 2649955"/>
                <a:gd name="csY189" fmla="*/ 485023 h 1836319"/>
                <a:gd name="csX190" fmla="*/ 1749843 w 2649955"/>
                <a:gd name="csY190" fmla="*/ 485775 h 1836319"/>
                <a:gd name="csX191" fmla="*/ 1752099 w 2649955"/>
                <a:gd name="csY191" fmla="*/ 487279 h 1836319"/>
                <a:gd name="csX192" fmla="*/ 1758115 w 2649955"/>
                <a:gd name="csY192" fmla="*/ 497055 h 1836319"/>
                <a:gd name="csX193" fmla="*/ 1758867 w 2649955"/>
                <a:gd name="csY193" fmla="*/ 497807 h 1836319"/>
                <a:gd name="csX194" fmla="*/ 1760371 w 2649955"/>
                <a:gd name="csY194" fmla="*/ 498559 h 1836319"/>
                <a:gd name="csX195" fmla="*/ 1761874 w 2649955"/>
                <a:gd name="csY195" fmla="*/ 499311 h 1836319"/>
                <a:gd name="csX196" fmla="*/ 1764882 w 2649955"/>
                <a:gd name="csY196" fmla="*/ 499311 h 1836319"/>
                <a:gd name="csX197" fmla="*/ 1766386 w 2649955"/>
                <a:gd name="csY197" fmla="*/ 500063 h 1836319"/>
                <a:gd name="csX198" fmla="*/ 1767890 w 2649955"/>
                <a:gd name="csY198" fmla="*/ 500814 h 1836319"/>
                <a:gd name="csX199" fmla="*/ 1776914 w 2649955"/>
                <a:gd name="csY199" fmla="*/ 507582 h 1836319"/>
                <a:gd name="csX200" fmla="*/ 1783682 w 2649955"/>
                <a:gd name="csY200" fmla="*/ 511342 h 1836319"/>
                <a:gd name="csX201" fmla="*/ 1784434 w 2649955"/>
                <a:gd name="csY201" fmla="*/ 512094 h 1836319"/>
                <a:gd name="csX202" fmla="*/ 1785938 w 2649955"/>
                <a:gd name="csY202" fmla="*/ 513598 h 1836319"/>
                <a:gd name="csX203" fmla="*/ 1787441 w 2649955"/>
                <a:gd name="csY203" fmla="*/ 516606 h 1836319"/>
                <a:gd name="csX204" fmla="*/ 1790450 w 2649955"/>
                <a:gd name="csY204" fmla="*/ 521118 h 1836319"/>
                <a:gd name="csX205" fmla="*/ 1791201 w 2649955"/>
                <a:gd name="csY205" fmla="*/ 523374 h 1836319"/>
                <a:gd name="csX206" fmla="*/ 1792705 w 2649955"/>
                <a:gd name="csY206" fmla="*/ 524126 h 1836319"/>
                <a:gd name="csX207" fmla="*/ 1794209 w 2649955"/>
                <a:gd name="csY207" fmla="*/ 524126 h 1836319"/>
                <a:gd name="csX208" fmla="*/ 1794961 w 2649955"/>
                <a:gd name="csY208" fmla="*/ 524878 h 1836319"/>
                <a:gd name="csX209" fmla="*/ 1795713 w 2649955"/>
                <a:gd name="csY209" fmla="*/ 524878 h 1836319"/>
                <a:gd name="csX210" fmla="*/ 1796465 w 2649955"/>
                <a:gd name="csY210" fmla="*/ 525630 h 1836319"/>
                <a:gd name="csX211" fmla="*/ 1797969 w 2649955"/>
                <a:gd name="csY211" fmla="*/ 527134 h 1836319"/>
                <a:gd name="csX212" fmla="*/ 1798721 w 2649955"/>
                <a:gd name="csY212" fmla="*/ 527134 h 1836319"/>
                <a:gd name="csX213" fmla="*/ 1806993 w 2649955"/>
                <a:gd name="csY213" fmla="*/ 545933 h 1836319"/>
                <a:gd name="csX214" fmla="*/ 1807745 w 2649955"/>
                <a:gd name="csY214" fmla="*/ 547437 h 1836319"/>
                <a:gd name="csX215" fmla="*/ 1808497 w 2649955"/>
                <a:gd name="csY215" fmla="*/ 547437 h 1836319"/>
                <a:gd name="csX216" fmla="*/ 1809249 w 2649955"/>
                <a:gd name="csY216" fmla="*/ 548189 h 1836319"/>
                <a:gd name="csX217" fmla="*/ 1810001 w 2649955"/>
                <a:gd name="csY217" fmla="*/ 548941 h 1836319"/>
                <a:gd name="csX218" fmla="*/ 1810753 w 2649955"/>
                <a:gd name="csY218" fmla="*/ 548941 h 1836319"/>
                <a:gd name="csX219" fmla="*/ 1812257 w 2649955"/>
                <a:gd name="csY219" fmla="*/ 548941 h 1836319"/>
                <a:gd name="csX220" fmla="*/ 1813009 w 2649955"/>
                <a:gd name="csY220" fmla="*/ 548941 h 1836319"/>
                <a:gd name="csX221" fmla="*/ 1814513 w 2649955"/>
                <a:gd name="csY221" fmla="*/ 548941 h 1836319"/>
                <a:gd name="csX222" fmla="*/ 1815265 w 2649955"/>
                <a:gd name="csY222" fmla="*/ 548941 h 1836319"/>
                <a:gd name="csX223" fmla="*/ 1822032 w 2649955"/>
                <a:gd name="csY223" fmla="*/ 545933 h 1836319"/>
                <a:gd name="csX224" fmla="*/ 1825040 w 2649955"/>
                <a:gd name="csY224" fmla="*/ 544429 h 1836319"/>
                <a:gd name="csX225" fmla="*/ 1826544 w 2649955"/>
                <a:gd name="csY225" fmla="*/ 545181 h 1836319"/>
                <a:gd name="csX226" fmla="*/ 1827296 w 2649955"/>
                <a:gd name="csY226" fmla="*/ 545933 h 1836319"/>
                <a:gd name="csX227" fmla="*/ 1829552 w 2649955"/>
                <a:gd name="csY227" fmla="*/ 548941 h 1836319"/>
                <a:gd name="csX228" fmla="*/ 1831056 w 2649955"/>
                <a:gd name="csY228" fmla="*/ 549693 h 1836319"/>
                <a:gd name="csX229" fmla="*/ 1832560 w 2649955"/>
                <a:gd name="csY229" fmla="*/ 550445 h 1836319"/>
                <a:gd name="csX230" fmla="*/ 1833312 w 2649955"/>
                <a:gd name="csY230" fmla="*/ 550445 h 1836319"/>
                <a:gd name="csX231" fmla="*/ 1837072 w 2649955"/>
                <a:gd name="csY231" fmla="*/ 550445 h 1836319"/>
                <a:gd name="csX232" fmla="*/ 1843088 w 2649955"/>
                <a:gd name="csY232" fmla="*/ 551949 h 1836319"/>
                <a:gd name="csX233" fmla="*/ 1846096 w 2649955"/>
                <a:gd name="csY233" fmla="*/ 552701 h 1836319"/>
                <a:gd name="csX234" fmla="*/ 1847599 w 2649955"/>
                <a:gd name="csY234" fmla="*/ 552701 h 1836319"/>
                <a:gd name="csX235" fmla="*/ 1849103 w 2649955"/>
                <a:gd name="csY235" fmla="*/ 553453 h 1836319"/>
                <a:gd name="csX236" fmla="*/ 1849103 w 2649955"/>
                <a:gd name="csY236" fmla="*/ 551197 h 1836319"/>
                <a:gd name="csX237" fmla="*/ 1846096 w 2649955"/>
                <a:gd name="csY237" fmla="*/ 535405 h 1836319"/>
                <a:gd name="csX238" fmla="*/ 1846096 w 2649955"/>
                <a:gd name="csY238" fmla="*/ 533149 h 1836319"/>
                <a:gd name="csX239" fmla="*/ 1846096 w 2649955"/>
                <a:gd name="csY239" fmla="*/ 531645 h 1836319"/>
                <a:gd name="csX240" fmla="*/ 1850607 w 2649955"/>
                <a:gd name="csY240" fmla="*/ 521870 h 1836319"/>
                <a:gd name="csX241" fmla="*/ 1852863 w 2649955"/>
                <a:gd name="csY241" fmla="*/ 512094 h 1836319"/>
                <a:gd name="csX242" fmla="*/ 1853615 w 2649955"/>
                <a:gd name="csY242" fmla="*/ 509838 h 1836319"/>
                <a:gd name="csX243" fmla="*/ 1852863 w 2649955"/>
                <a:gd name="csY243" fmla="*/ 504574 h 1836319"/>
                <a:gd name="csX244" fmla="*/ 1852863 w 2649955"/>
                <a:gd name="csY244" fmla="*/ 503070 h 1836319"/>
                <a:gd name="csX245" fmla="*/ 1852863 w 2649955"/>
                <a:gd name="csY245" fmla="*/ 500814 h 1836319"/>
                <a:gd name="csX246" fmla="*/ 1853615 w 2649955"/>
                <a:gd name="csY246" fmla="*/ 500063 h 1836319"/>
                <a:gd name="csX247" fmla="*/ 1854367 w 2649955"/>
                <a:gd name="csY247" fmla="*/ 498559 h 1836319"/>
                <a:gd name="csX248" fmla="*/ 1855119 w 2649955"/>
                <a:gd name="csY248" fmla="*/ 497055 h 1836319"/>
                <a:gd name="csX249" fmla="*/ 1855871 w 2649955"/>
                <a:gd name="csY249" fmla="*/ 495551 h 1836319"/>
                <a:gd name="csX250" fmla="*/ 1855119 w 2649955"/>
                <a:gd name="csY250" fmla="*/ 494047 h 1836319"/>
                <a:gd name="csX251" fmla="*/ 1852111 w 2649955"/>
                <a:gd name="csY251" fmla="*/ 482015 h 1836319"/>
                <a:gd name="csX252" fmla="*/ 1852111 w 2649955"/>
                <a:gd name="csY252" fmla="*/ 478255 h 1836319"/>
                <a:gd name="csX253" fmla="*/ 1852111 w 2649955"/>
                <a:gd name="csY253" fmla="*/ 476751 h 1836319"/>
                <a:gd name="csX254" fmla="*/ 1852863 w 2649955"/>
                <a:gd name="csY254" fmla="*/ 472991 h 1836319"/>
                <a:gd name="csX255" fmla="*/ 1856623 w 2649955"/>
                <a:gd name="csY255" fmla="*/ 466224 h 1836319"/>
                <a:gd name="csX256" fmla="*/ 1856623 w 2649955"/>
                <a:gd name="csY256" fmla="*/ 464720 h 1836319"/>
                <a:gd name="csX257" fmla="*/ 1858127 w 2649955"/>
                <a:gd name="csY257" fmla="*/ 455696 h 1836319"/>
                <a:gd name="csX258" fmla="*/ 1858879 w 2649955"/>
                <a:gd name="csY258" fmla="*/ 450432 h 1836319"/>
                <a:gd name="csX259" fmla="*/ 1859631 w 2649955"/>
                <a:gd name="csY259" fmla="*/ 448928 h 1836319"/>
                <a:gd name="csX260" fmla="*/ 1860383 w 2649955"/>
                <a:gd name="csY260" fmla="*/ 448176 h 1836319"/>
                <a:gd name="csX261" fmla="*/ 1861887 w 2649955"/>
                <a:gd name="csY261" fmla="*/ 446672 h 1836319"/>
                <a:gd name="csX262" fmla="*/ 1864895 w 2649955"/>
                <a:gd name="csY262" fmla="*/ 443665 h 1836319"/>
                <a:gd name="csX263" fmla="*/ 1865647 w 2649955"/>
                <a:gd name="csY263" fmla="*/ 442913 h 1836319"/>
                <a:gd name="csX264" fmla="*/ 1866399 w 2649955"/>
                <a:gd name="csY264" fmla="*/ 441409 h 1836319"/>
                <a:gd name="csX265" fmla="*/ 1867903 w 2649955"/>
                <a:gd name="csY265" fmla="*/ 438401 h 1836319"/>
                <a:gd name="csX266" fmla="*/ 1868655 w 2649955"/>
                <a:gd name="csY266" fmla="*/ 437649 h 1836319"/>
                <a:gd name="csX267" fmla="*/ 1869407 w 2649955"/>
                <a:gd name="csY267" fmla="*/ 436145 h 1836319"/>
                <a:gd name="csX268" fmla="*/ 1870911 w 2649955"/>
                <a:gd name="csY268" fmla="*/ 435393 h 1836319"/>
                <a:gd name="csX269" fmla="*/ 1881438 w 2649955"/>
                <a:gd name="csY269" fmla="*/ 430129 h 1836319"/>
                <a:gd name="csX270" fmla="*/ 1882942 w 2649955"/>
                <a:gd name="csY270" fmla="*/ 429377 h 1836319"/>
                <a:gd name="csX271" fmla="*/ 1888958 w 2649955"/>
                <a:gd name="csY271" fmla="*/ 427873 h 1836319"/>
                <a:gd name="csX272" fmla="*/ 1900990 w 2649955"/>
                <a:gd name="csY272" fmla="*/ 423361 h 1836319"/>
                <a:gd name="csX273" fmla="*/ 1901742 w 2649955"/>
                <a:gd name="csY273" fmla="*/ 422609 h 1836319"/>
                <a:gd name="csX274" fmla="*/ 1903246 w 2649955"/>
                <a:gd name="csY274" fmla="*/ 421857 h 1836319"/>
                <a:gd name="csX275" fmla="*/ 1903997 w 2649955"/>
                <a:gd name="csY275" fmla="*/ 421105 h 1836319"/>
                <a:gd name="csX276" fmla="*/ 1904749 w 2649955"/>
                <a:gd name="csY276" fmla="*/ 419601 h 1836319"/>
                <a:gd name="csX277" fmla="*/ 1905501 w 2649955"/>
                <a:gd name="csY277" fmla="*/ 418097 h 1836319"/>
                <a:gd name="csX278" fmla="*/ 1906253 w 2649955"/>
                <a:gd name="csY278" fmla="*/ 415090 h 1836319"/>
                <a:gd name="csX279" fmla="*/ 1907005 w 2649955"/>
                <a:gd name="csY279" fmla="*/ 414338 h 1836319"/>
                <a:gd name="csX280" fmla="*/ 1907757 w 2649955"/>
                <a:gd name="csY280" fmla="*/ 413586 h 1836319"/>
                <a:gd name="csX281" fmla="*/ 1908509 w 2649955"/>
                <a:gd name="csY281" fmla="*/ 413586 h 1836319"/>
                <a:gd name="csX282" fmla="*/ 1909261 w 2649955"/>
                <a:gd name="csY282" fmla="*/ 413586 h 1836319"/>
                <a:gd name="csX283" fmla="*/ 1912269 w 2649955"/>
                <a:gd name="csY283" fmla="*/ 413586 h 1836319"/>
                <a:gd name="csX284" fmla="*/ 1913773 w 2649955"/>
                <a:gd name="csY284" fmla="*/ 413586 h 1836319"/>
                <a:gd name="csX285" fmla="*/ 1919037 w 2649955"/>
                <a:gd name="csY285" fmla="*/ 412834 h 1836319"/>
                <a:gd name="csX286" fmla="*/ 1920541 w 2649955"/>
                <a:gd name="csY286" fmla="*/ 412834 h 1836319"/>
                <a:gd name="csX287" fmla="*/ 1922797 w 2649955"/>
                <a:gd name="csY287" fmla="*/ 412834 h 1836319"/>
                <a:gd name="csX288" fmla="*/ 1924301 w 2649955"/>
                <a:gd name="csY288" fmla="*/ 413586 h 1836319"/>
                <a:gd name="csX289" fmla="*/ 1925053 w 2649955"/>
                <a:gd name="csY289" fmla="*/ 414338 h 1836319"/>
                <a:gd name="csX290" fmla="*/ 1925805 w 2649955"/>
                <a:gd name="csY290" fmla="*/ 414338 h 1836319"/>
                <a:gd name="csX291" fmla="*/ 1928813 w 2649955"/>
                <a:gd name="csY291" fmla="*/ 417345 h 1836319"/>
                <a:gd name="csX292" fmla="*/ 1929565 w 2649955"/>
                <a:gd name="csY292" fmla="*/ 418097 h 1836319"/>
                <a:gd name="csX293" fmla="*/ 1931068 w 2649955"/>
                <a:gd name="csY293" fmla="*/ 418849 h 1836319"/>
                <a:gd name="csX294" fmla="*/ 1939340 w 2649955"/>
                <a:gd name="csY294" fmla="*/ 421105 h 1836319"/>
                <a:gd name="csX295" fmla="*/ 1940844 w 2649955"/>
                <a:gd name="csY295" fmla="*/ 421105 h 1836319"/>
                <a:gd name="csX296" fmla="*/ 1946860 w 2649955"/>
                <a:gd name="csY296" fmla="*/ 421105 h 1836319"/>
                <a:gd name="csX297" fmla="*/ 1949116 w 2649955"/>
                <a:gd name="csY297" fmla="*/ 421857 h 1836319"/>
                <a:gd name="csX298" fmla="*/ 1950620 w 2649955"/>
                <a:gd name="csY298" fmla="*/ 422609 h 1836319"/>
                <a:gd name="csX299" fmla="*/ 1951372 w 2649955"/>
                <a:gd name="csY299" fmla="*/ 424113 h 1836319"/>
                <a:gd name="csX300" fmla="*/ 1952876 w 2649955"/>
                <a:gd name="csY300" fmla="*/ 427873 h 1836319"/>
                <a:gd name="csX301" fmla="*/ 1953628 w 2649955"/>
                <a:gd name="csY301" fmla="*/ 430129 h 1836319"/>
                <a:gd name="csX302" fmla="*/ 1955132 w 2649955"/>
                <a:gd name="csY302" fmla="*/ 431633 h 1836319"/>
                <a:gd name="csX303" fmla="*/ 1956636 w 2649955"/>
                <a:gd name="csY303" fmla="*/ 432385 h 1836319"/>
                <a:gd name="csX304" fmla="*/ 1958140 w 2649955"/>
                <a:gd name="csY304" fmla="*/ 433889 h 1836319"/>
                <a:gd name="csX305" fmla="*/ 1960395 w 2649955"/>
                <a:gd name="csY305" fmla="*/ 435393 h 1836319"/>
                <a:gd name="csX306" fmla="*/ 1964155 w 2649955"/>
                <a:gd name="csY306" fmla="*/ 439153 h 1836319"/>
                <a:gd name="csX307" fmla="*/ 1968667 w 2649955"/>
                <a:gd name="csY307" fmla="*/ 442913 h 1836319"/>
                <a:gd name="csX308" fmla="*/ 1969419 w 2649955"/>
                <a:gd name="csY308" fmla="*/ 444416 h 1836319"/>
                <a:gd name="csX309" fmla="*/ 1973931 w 2649955"/>
                <a:gd name="csY309" fmla="*/ 451936 h 1836319"/>
                <a:gd name="csX310" fmla="*/ 1974683 w 2649955"/>
                <a:gd name="csY310" fmla="*/ 455696 h 1836319"/>
                <a:gd name="csX311" fmla="*/ 1975435 w 2649955"/>
                <a:gd name="csY311" fmla="*/ 456448 h 1836319"/>
                <a:gd name="csX312" fmla="*/ 1976187 w 2649955"/>
                <a:gd name="csY312" fmla="*/ 457952 h 1836319"/>
                <a:gd name="csX313" fmla="*/ 1976939 w 2649955"/>
                <a:gd name="csY313" fmla="*/ 458704 h 1836319"/>
                <a:gd name="csX314" fmla="*/ 1976187 w 2649955"/>
                <a:gd name="csY314" fmla="*/ 461712 h 1836319"/>
                <a:gd name="csX315" fmla="*/ 1976187 w 2649955"/>
                <a:gd name="csY315" fmla="*/ 463968 h 1836319"/>
                <a:gd name="csX316" fmla="*/ 1976939 w 2649955"/>
                <a:gd name="csY316" fmla="*/ 465472 h 1836319"/>
                <a:gd name="csX317" fmla="*/ 1978443 w 2649955"/>
                <a:gd name="csY317" fmla="*/ 466976 h 1836319"/>
                <a:gd name="csX318" fmla="*/ 1979947 w 2649955"/>
                <a:gd name="csY318" fmla="*/ 467728 h 1836319"/>
                <a:gd name="csX319" fmla="*/ 1989723 w 2649955"/>
                <a:gd name="csY319" fmla="*/ 468480 h 1836319"/>
                <a:gd name="csX320" fmla="*/ 1993482 w 2649955"/>
                <a:gd name="csY320" fmla="*/ 469232 h 1836319"/>
                <a:gd name="csX321" fmla="*/ 1994986 w 2649955"/>
                <a:gd name="csY321" fmla="*/ 469232 h 1836319"/>
                <a:gd name="csX322" fmla="*/ 1996490 w 2649955"/>
                <a:gd name="csY322" fmla="*/ 468480 h 1836319"/>
                <a:gd name="csX323" fmla="*/ 1997242 w 2649955"/>
                <a:gd name="csY323" fmla="*/ 467728 h 1836319"/>
                <a:gd name="csX324" fmla="*/ 1998746 w 2649955"/>
                <a:gd name="csY324" fmla="*/ 466976 h 1836319"/>
                <a:gd name="csX325" fmla="*/ 1999498 w 2649955"/>
                <a:gd name="csY325" fmla="*/ 466224 h 1836319"/>
                <a:gd name="csX326" fmla="*/ 1999498 w 2649955"/>
                <a:gd name="csY326" fmla="*/ 465472 h 1836319"/>
                <a:gd name="csX327" fmla="*/ 2001002 w 2649955"/>
                <a:gd name="csY327" fmla="*/ 465472 h 1836319"/>
                <a:gd name="csX328" fmla="*/ 2003258 w 2649955"/>
                <a:gd name="csY328" fmla="*/ 465472 h 1836319"/>
                <a:gd name="csX329" fmla="*/ 2006266 w 2649955"/>
                <a:gd name="csY329" fmla="*/ 464720 h 1836319"/>
                <a:gd name="csX330" fmla="*/ 2010778 w 2649955"/>
                <a:gd name="csY330" fmla="*/ 465472 h 1836319"/>
                <a:gd name="csX331" fmla="*/ 2012282 w 2649955"/>
                <a:gd name="csY331" fmla="*/ 465472 h 1836319"/>
                <a:gd name="csX332" fmla="*/ 2013786 w 2649955"/>
                <a:gd name="csY332" fmla="*/ 464720 h 1836319"/>
                <a:gd name="csX333" fmla="*/ 2014538 w 2649955"/>
                <a:gd name="csY333" fmla="*/ 463216 h 1836319"/>
                <a:gd name="csX334" fmla="*/ 2015290 w 2649955"/>
                <a:gd name="csY334" fmla="*/ 461712 h 1836319"/>
                <a:gd name="csX335" fmla="*/ 2016042 w 2649955"/>
                <a:gd name="csY335" fmla="*/ 458704 h 1836319"/>
                <a:gd name="csX336" fmla="*/ 2016042 w 2649955"/>
                <a:gd name="csY336" fmla="*/ 457952 h 1836319"/>
                <a:gd name="csX337" fmla="*/ 2016793 w 2649955"/>
                <a:gd name="csY337" fmla="*/ 456448 h 1836319"/>
                <a:gd name="csX338" fmla="*/ 2017545 w 2649955"/>
                <a:gd name="csY338" fmla="*/ 455696 h 1836319"/>
                <a:gd name="csX339" fmla="*/ 2018297 w 2649955"/>
                <a:gd name="csY339" fmla="*/ 454944 h 1836319"/>
                <a:gd name="csX340" fmla="*/ 2019050 w 2649955"/>
                <a:gd name="csY340" fmla="*/ 453440 h 1836319"/>
                <a:gd name="csX341" fmla="*/ 2019802 w 2649955"/>
                <a:gd name="csY341" fmla="*/ 451936 h 1836319"/>
                <a:gd name="csX342" fmla="*/ 2020553 w 2649955"/>
                <a:gd name="csY342" fmla="*/ 451184 h 1836319"/>
                <a:gd name="csX343" fmla="*/ 2030329 w 2649955"/>
                <a:gd name="csY343" fmla="*/ 448176 h 1836319"/>
                <a:gd name="csX344" fmla="*/ 2034841 w 2649955"/>
                <a:gd name="csY344" fmla="*/ 446672 h 1836319"/>
                <a:gd name="csX345" fmla="*/ 2040105 w 2649955"/>
                <a:gd name="csY345" fmla="*/ 445168 h 1836319"/>
                <a:gd name="csX346" fmla="*/ 2041609 w 2649955"/>
                <a:gd name="csY346" fmla="*/ 445168 h 1836319"/>
                <a:gd name="csX347" fmla="*/ 2043113 w 2649955"/>
                <a:gd name="csY347" fmla="*/ 444416 h 1836319"/>
                <a:gd name="csX348" fmla="*/ 2043865 w 2649955"/>
                <a:gd name="csY348" fmla="*/ 442913 h 1836319"/>
                <a:gd name="csX349" fmla="*/ 2045369 w 2649955"/>
                <a:gd name="csY349" fmla="*/ 442161 h 1836319"/>
                <a:gd name="csX350" fmla="*/ 2045369 w 2649955"/>
                <a:gd name="csY350" fmla="*/ 440657 h 1836319"/>
                <a:gd name="csX351" fmla="*/ 2045369 w 2649955"/>
                <a:gd name="csY351" fmla="*/ 439153 h 1836319"/>
                <a:gd name="csX352" fmla="*/ 2045369 w 2649955"/>
                <a:gd name="csY352" fmla="*/ 437649 h 1836319"/>
                <a:gd name="csX353" fmla="*/ 2045369 w 2649955"/>
                <a:gd name="csY353" fmla="*/ 435393 h 1836319"/>
                <a:gd name="csX354" fmla="*/ 2044617 w 2649955"/>
                <a:gd name="csY354" fmla="*/ 433889 h 1836319"/>
                <a:gd name="csX355" fmla="*/ 2043865 w 2649955"/>
                <a:gd name="csY355" fmla="*/ 433137 h 1836319"/>
                <a:gd name="csX356" fmla="*/ 2034841 w 2649955"/>
                <a:gd name="csY356" fmla="*/ 423361 h 1836319"/>
                <a:gd name="csX357" fmla="*/ 2034089 w 2649955"/>
                <a:gd name="csY357" fmla="*/ 421857 h 1836319"/>
                <a:gd name="csX358" fmla="*/ 2033337 w 2649955"/>
                <a:gd name="csY358" fmla="*/ 420353 h 1836319"/>
                <a:gd name="csX359" fmla="*/ 2032585 w 2649955"/>
                <a:gd name="csY359" fmla="*/ 417345 h 1836319"/>
                <a:gd name="csX360" fmla="*/ 2031833 w 2649955"/>
                <a:gd name="csY360" fmla="*/ 415841 h 1836319"/>
                <a:gd name="csX361" fmla="*/ 2031833 w 2649955"/>
                <a:gd name="csY361" fmla="*/ 415090 h 1836319"/>
                <a:gd name="csX362" fmla="*/ 2033337 w 2649955"/>
                <a:gd name="csY362" fmla="*/ 409074 h 1836319"/>
                <a:gd name="csX363" fmla="*/ 2034089 w 2649955"/>
                <a:gd name="csY363" fmla="*/ 407570 h 1836319"/>
                <a:gd name="csX364" fmla="*/ 2034089 w 2649955"/>
                <a:gd name="csY364" fmla="*/ 406066 h 1836319"/>
                <a:gd name="csX365" fmla="*/ 2036345 w 2649955"/>
                <a:gd name="csY365" fmla="*/ 403810 h 1836319"/>
                <a:gd name="csX366" fmla="*/ 2036345 w 2649955"/>
                <a:gd name="csY366" fmla="*/ 401554 h 1836319"/>
                <a:gd name="csX367" fmla="*/ 2037097 w 2649955"/>
                <a:gd name="csY367" fmla="*/ 398546 h 1836319"/>
                <a:gd name="csX368" fmla="*/ 2037849 w 2649955"/>
                <a:gd name="csY368" fmla="*/ 397042 h 1836319"/>
                <a:gd name="csX369" fmla="*/ 2040105 w 2649955"/>
                <a:gd name="csY369" fmla="*/ 392530 h 1836319"/>
                <a:gd name="csX370" fmla="*/ 2041609 w 2649955"/>
                <a:gd name="csY370" fmla="*/ 389522 h 1836319"/>
                <a:gd name="csX371" fmla="*/ 2043865 w 2649955"/>
                <a:gd name="csY371" fmla="*/ 385011 h 1836319"/>
                <a:gd name="csX372" fmla="*/ 2043865 w 2649955"/>
                <a:gd name="csY372" fmla="*/ 383507 h 1836319"/>
                <a:gd name="csX373" fmla="*/ 2044617 w 2649955"/>
                <a:gd name="csY373" fmla="*/ 382003 h 1836319"/>
                <a:gd name="csX374" fmla="*/ 2044617 w 2649955"/>
                <a:gd name="csY374" fmla="*/ 374483 h 1836319"/>
                <a:gd name="csX375" fmla="*/ 2045369 w 2649955"/>
                <a:gd name="csY375" fmla="*/ 372979 h 1836319"/>
                <a:gd name="csX376" fmla="*/ 2046121 w 2649955"/>
                <a:gd name="csY376" fmla="*/ 371475 h 1836319"/>
                <a:gd name="csX377" fmla="*/ 2048376 w 2649955"/>
                <a:gd name="csY377" fmla="*/ 369219 h 1836319"/>
                <a:gd name="csX378" fmla="*/ 2053640 w 2649955"/>
                <a:gd name="csY378" fmla="*/ 361699 h 1836319"/>
                <a:gd name="csX379" fmla="*/ 2054392 w 2649955"/>
                <a:gd name="csY379" fmla="*/ 360195 h 1836319"/>
                <a:gd name="csX380" fmla="*/ 2054392 w 2649955"/>
                <a:gd name="csY380" fmla="*/ 358691 h 1836319"/>
                <a:gd name="csX381" fmla="*/ 2055144 w 2649955"/>
                <a:gd name="csY381" fmla="*/ 353428 h 1836319"/>
                <a:gd name="csX382" fmla="*/ 2055896 w 2649955"/>
                <a:gd name="csY382" fmla="*/ 351924 h 1836319"/>
                <a:gd name="csX383" fmla="*/ 2057400 w 2649955"/>
                <a:gd name="csY383" fmla="*/ 348916 h 1836319"/>
                <a:gd name="csX384" fmla="*/ 2058152 w 2649955"/>
                <a:gd name="csY384" fmla="*/ 347412 h 1836319"/>
                <a:gd name="csX385" fmla="*/ 2058904 w 2649955"/>
                <a:gd name="csY385" fmla="*/ 345908 h 1836319"/>
                <a:gd name="csX386" fmla="*/ 2059656 w 2649955"/>
                <a:gd name="csY386" fmla="*/ 344404 h 1836319"/>
                <a:gd name="csX387" fmla="*/ 2065672 w 2649955"/>
                <a:gd name="csY387" fmla="*/ 337636 h 1836319"/>
                <a:gd name="csX388" fmla="*/ 2070936 w 2649955"/>
                <a:gd name="csY388" fmla="*/ 328613 h 1836319"/>
                <a:gd name="csX389" fmla="*/ 2071688 w 2649955"/>
                <a:gd name="csY389" fmla="*/ 327109 h 1836319"/>
                <a:gd name="csX390" fmla="*/ 2071688 w 2649955"/>
                <a:gd name="csY390" fmla="*/ 325605 h 1836319"/>
                <a:gd name="csX391" fmla="*/ 2070936 w 2649955"/>
                <a:gd name="csY391" fmla="*/ 324101 h 1836319"/>
                <a:gd name="csX392" fmla="*/ 2070936 w 2649955"/>
                <a:gd name="csY392" fmla="*/ 321845 h 1836319"/>
                <a:gd name="csX393" fmla="*/ 2071688 w 2649955"/>
                <a:gd name="csY393" fmla="*/ 320341 h 1836319"/>
                <a:gd name="csX394" fmla="*/ 2072440 w 2649955"/>
                <a:gd name="csY394" fmla="*/ 319589 h 1836319"/>
                <a:gd name="csX395" fmla="*/ 2073943 w 2649955"/>
                <a:gd name="csY395" fmla="*/ 318085 h 1836319"/>
                <a:gd name="csX396" fmla="*/ 2075448 w 2649955"/>
                <a:gd name="csY396" fmla="*/ 317333 h 1836319"/>
                <a:gd name="csX397" fmla="*/ 2076951 w 2649955"/>
                <a:gd name="csY397" fmla="*/ 316581 h 1836319"/>
                <a:gd name="csX398" fmla="*/ 2079959 w 2649955"/>
                <a:gd name="csY398" fmla="*/ 315077 h 1836319"/>
                <a:gd name="csX399" fmla="*/ 2081463 w 2649955"/>
                <a:gd name="csY399" fmla="*/ 313573 h 1836319"/>
                <a:gd name="csX400" fmla="*/ 2082215 w 2649955"/>
                <a:gd name="csY400" fmla="*/ 312069 h 1836319"/>
                <a:gd name="csX401" fmla="*/ 2083719 w 2649955"/>
                <a:gd name="csY401" fmla="*/ 310565 h 1836319"/>
                <a:gd name="csX402" fmla="*/ 2083719 w 2649955"/>
                <a:gd name="csY402" fmla="*/ 309061 h 1836319"/>
                <a:gd name="csX403" fmla="*/ 2083719 w 2649955"/>
                <a:gd name="csY403" fmla="*/ 307557 h 1836319"/>
                <a:gd name="csX404" fmla="*/ 2084471 w 2649955"/>
                <a:gd name="csY404" fmla="*/ 306805 h 1836319"/>
                <a:gd name="csX405" fmla="*/ 2088231 w 2649955"/>
                <a:gd name="csY405" fmla="*/ 305301 h 1836319"/>
                <a:gd name="csX406" fmla="*/ 2126582 w 2649955"/>
                <a:gd name="csY406" fmla="*/ 303797 h 1836319"/>
                <a:gd name="csX407" fmla="*/ 2262689 w 2649955"/>
                <a:gd name="csY407" fmla="*/ 304549 h 1836319"/>
                <a:gd name="csX408" fmla="*/ 2265697 w 2649955"/>
                <a:gd name="csY408" fmla="*/ 351172 h 1836319"/>
                <a:gd name="csX409" fmla="*/ 2265697 w 2649955"/>
                <a:gd name="csY409" fmla="*/ 354932 h 1836319"/>
                <a:gd name="csX410" fmla="*/ 2264945 w 2649955"/>
                <a:gd name="csY410" fmla="*/ 356436 h 1836319"/>
                <a:gd name="csX411" fmla="*/ 2264193 w 2649955"/>
                <a:gd name="csY411" fmla="*/ 365459 h 1836319"/>
                <a:gd name="csX412" fmla="*/ 2263441 w 2649955"/>
                <a:gd name="csY412" fmla="*/ 382755 h 1836319"/>
                <a:gd name="csX413" fmla="*/ 2264193 w 2649955"/>
                <a:gd name="csY413" fmla="*/ 387267 h 1836319"/>
                <a:gd name="csX414" fmla="*/ 2265697 w 2649955"/>
                <a:gd name="csY414" fmla="*/ 392530 h 1836319"/>
                <a:gd name="csX415" fmla="*/ 2265697 w 2649955"/>
                <a:gd name="csY415" fmla="*/ 394034 h 1836319"/>
                <a:gd name="csX416" fmla="*/ 2267201 w 2649955"/>
                <a:gd name="csY416" fmla="*/ 395538 h 1836319"/>
                <a:gd name="csX417" fmla="*/ 2267953 w 2649955"/>
                <a:gd name="csY417" fmla="*/ 396290 h 1836319"/>
                <a:gd name="csX418" fmla="*/ 2269457 w 2649955"/>
                <a:gd name="csY418" fmla="*/ 397794 h 1836319"/>
                <a:gd name="csX419" fmla="*/ 2270961 w 2649955"/>
                <a:gd name="csY419" fmla="*/ 398546 h 1836319"/>
                <a:gd name="csX420" fmla="*/ 2279233 w 2649955"/>
                <a:gd name="csY420" fmla="*/ 401554 h 1836319"/>
                <a:gd name="csX421" fmla="*/ 2280736 w 2649955"/>
                <a:gd name="csY421" fmla="*/ 403058 h 1836319"/>
                <a:gd name="csX422" fmla="*/ 2282240 w 2649955"/>
                <a:gd name="csY422" fmla="*/ 403810 h 1836319"/>
                <a:gd name="csX423" fmla="*/ 2283744 w 2649955"/>
                <a:gd name="csY423" fmla="*/ 406818 h 1836319"/>
                <a:gd name="csX424" fmla="*/ 2284496 w 2649955"/>
                <a:gd name="csY424" fmla="*/ 408322 h 1836319"/>
                <a:gd name="csX425" fmla="*/ 2283744 w 2649955"/>
                <a:gd name="csY425" fmla="*/ 410578 h 1836319"/>
                <a:gd name="csX426" fmla="*/ 2282992 w 2649955"/>
                <a:gd name="csY426" fmla="*/ 412834 h 1836319"/>
                <a:gd name="csX427" fmla="*/ 2282240 w 2649955"/>
                <a:gd name="csY427" fmla="*/ 415090 h 1836319"/>
                <a:gd name="csX428" fmla="*/ 2282240 w 2649955"/>
                <a:gd name="csY428" fmla="*/ 421857 h 1836319"/>
                <a:gd name="csX429" fmla="*/ 2280736 w 2649955"/>
                <a:gd name="csY429" fmla="*/ 428625 h 1836319"/>
                <a:gd name="csX430" fmla="*/ 2280736 w 2649955"/>
                <a:gd name="csY430" fmla="*/ 433137 h 1836319"/>
                <a:gd name="csX431" fmla="*/ 2281488 w 2649955"/>
                <a:gd name="csY431" fmla="*/ 435393 h 1836319"/>
                <a:gd name="csX432" fmla="*/ 2282992 w 2649955"/>
                <a:gd name="csY432" fmla="*/ 437649 h 1836319"/>
                <a:gd name="csX433" fmla="*/ 2288256 w 2649955"/>
                <a:gd name="csY433" fmla="*/ 444416 h 1836319"/>
                <a:gd name="csX434" fmla="*/ 2299536 w 2649955"/>
                <a:gd name="csY434" fmla="*/ 454944 h 1836319"/>
                <a:gd name="csX435" fmla="*/ 2301040 w 2649955"/>
                <a:gd name="csY435" fmla="*/ 455696 h 1836319"/>
                <a:gd name="csX436" fmla="*/ 2303296 w 2649955"/>
                <a:gd name="csY436" fmla="*/ 455696 h 1836319"/>
                <a:gd name="csX437" fmla="*/ 2306303 w 2649955"/>
                <a:gd name="csY437" fmla="*/ 454944 h 1836319"/>
                <a:gd name="csX438" fmla="*/ 2308559 w 2649955"/>
                <a:gd name="csY438" fmla="*/ 454944 h 1836319"/>
                <a:gd name="csX439" fmla="*/ 2310063 w 2649955"/>
                <a:gd name="csY439" fmla="*/ 454944 h 1836319"/>
                <a:gd name="csX440" fmla="*/ 2311567 w 2649955"/>
                <a:gd name="csY440" fmla="*/ 456448 h 1836319"/>
                <a:gd name="csX441" fmla="*/ 2319087 w 2649955"/>
                <a:gd name="csY441" fmla="*/ 462464 h 1836319"/>
                <a:gd name="csX442" fmla="*/ 2319839 w 2649955"/>
                <a:gd name="csY442" fmla="*/ 463216 h 1836319"/>
                <a:gd name="csX443" fmla="*/ 2322847 w 2649955"/>
                <a:gd name="csY443" fmla="*/ 464720 h 1836319"/>
                <a:gd name="csX444" fmla="*/ 2325103 w 2649955"/>
                <a:gd name="csY444" fmla="*/ 465472 h 1836319"/>
                <a:gd name="csX445" fmla="*/ 2326607 w 2649955"/>
                <a:gd name="csY445" fmla="*/ 466976 h 1836319"/>
                <a:gd name="csX446" fmla="*/ 2328111 w 2649955"/>
                <a:gd name="csY446" fmla="*/ 469232 h 1836319"/>
                <a:gd name="csX447" fmla="*/ 2329615 w 2649955"/>
                <a:gd name="csY447" fmla="*/ 475247 h 1836319"/>
                <a:gd name="csX448" fmla="*/ 2330367 w 2649955"/>
                <a:gd name="csY448" fmla="*/ 478255 h 1836319"/>
                <a:gd name="csX449" fmla="*/ 2331119 w 2649955"/>
                <a:gd name="csY449" fmla="*/ 481263 h 1836319"/>
                <a:gd name="csX450" fmla="*/ 2331871 w 2649955"/>
                <a:gd name="csY450" fmla="*/ 483519 h 1836319"/>
                <a:gd name="csX451" fmla="*/ 2331871 w 2649955"/>
                <a:gd name="csY451" fmla="*/ 485023 h 1836319"/>
                <a:gd name="csX452" fmla="*/ 2331871 w 2649955"/>
                <a:gd name="csY452" fmla="*/ 489535 h 1836319"/>
                <a:gd name="csX453" fmla="*/ 2332622 w 2649955"/>
                <a:gd name="csY453" fmla="*/ 492543 h 1836319"/>
                <a:gd name="csX454" fmla="*/ 2333374 w 2649955"/>
                <a:gd name="csY454" fmla="*/ 494047 h 1836319"/>
                <a:gd name="csX455" fmla="*/ 2334127 w 2649955"/>
                <a:gd name="csY455" fmla="*/ 496303 h 1836319"/>
                <a:gd name="csX456" fmla="*/ 2335631 w 2649955"/>
                <a:gd name="csY456" fmla="*/ 497807 h 1836319"/>
                <a:gd name="csX457" fmla="*/ 2346910 w 2649955"/>
                <a:gd name="csY457" fmla="*/ 508334 h 1836319"/>
                <a:gd name="csX458" fmla="*/ 2348414 w 2649955"/>
                <a:gd name="csY458" fmla="*/ 509086 h 1836319"/>
                <a:gd name="csX459" fmla="*/ 2349918 w 2649955"/>
                <a:gd name="csY459" fmla="*/ 509838 h 1836319"/>
                <a:gd name="csX460" fmla="*/ 2351422 w 2649955"/>
                <a:gd name="csY460" fmla="*/ 509838 h 1836319"/>
                <a:gd name="csX461" fmla="*/ 2354430 w 2649955"/>
                <a:gd name="csY461" fmla="*/ 509838 h 1836319"/>
                <a:gd name="csX462" fmla="*/ 2355934 w 2649955"/>
                <a:gd name="csY462" fmla="*/ 509838 h 1836319"/>
                <a:gd name="csX463" fmla="*/ 2357438 w 2649955"/>
                <a:gd name="csY463" fmla="*/ 510590 h 1836319"/>
                <a:gd name="csX464" fmla="*/ 2358942 w 2649955"/>
                <a:gd name="csY464" fmla="*/ 512094 h 1836319"/>
                <a:gd name="csX465" fmla="*/ 2364957 w 2649955"/>
                <a:gd name="csY465" fmla="*/ 521118 h 1836319"/>
                <a:gd name="csX466" fmla="*/ 2366461 w 2649955"/>
                <a:gd name="csY466" fmla="*/ 523374 h 1836319"/>
                <a:gd name="csX467" fmla="*/ 2368717 w 2649955"/>
                <a:gd name="csY467" fmla="*/ 524878 h 1836319"/>
                <a:gd name="csX468" fmla="*/ 2370221 w 2649955"/>
                <a:gd name="csY468" fmla="*/ 526382 h 1836319"/>
                <a:gd name="csX469" fmla="*/ 2371725 w 2649955"/>
                <a:gd name="csY469" fmla="*/ 526382 h 1836319"/>
                <a:gd name="csX470" fmla="*/ 2374733 w 2649955"/>
                <a:gd name="csY470" fmla="*/ 526382 h 1836319"/>
                <a:gd name="csX471" fmla="*/ 2376237 w 2649955"/>
                <a:gd name="csY471" fmla="*/ 527134 h 1836319"/>
                <a:gd name="csX472" fmla="*/ 2377741 w 2649955"/>
                <a:gd name="csY472" fmla="*/ 529390 h 1836319"/>
                <a:gd name="csX473" fmla="*/ 2379245 w 2649955"/>
                <a:gd name="csY473" fmla="*/ 532397 h 1836319"/>
                <a:gd name="csX474" fmla="*/ 2380749 w 2649955"/>
                <a:gd name="csY474" fmla="*/ 533901 h 1836319"/>
                <a:gd name="csX475" fmla="*/ 2382253 w 2649955"/>
                <a:gd name="csY475" fmla="*/ 535405 h 1836319"/>
                <a:gd name="csX476" fmla="*/ 2393532 w 2649955"/>
                <a:gd name="csY476" fmla="*/ 541421 h 1836319"/>
                <a:gd name="csX477" fmla="*/ 2397292 w 2649955"/>
                <a:gd name="csY477" fmla="*/ 542925 h 1836319"/>
                <a:gd name="csX478" fmla="*/ 2399548 w 2649955"/>
                <a:gd name="csY478" fmla="*/ 544429 h 1836319"/>
                <a:gd name="csX479" fmla="*/ 2401804 w 2649955"/>
                <a:gd name="csY479" fmla="*/ 546685 h 1836319"/>
                <a:gd name="csX480" fmla="*/ 2405564 w 2649955"/>
                <a:gd name="csY480" fmla="*/ 551197 h 1836319"/>
                <a:gd name="csX481" fmla="*/ 2407820 w 2649955"/>
                <a:gd name="csY481" fmla="*/ 553453 h 1836319"/>
                <a:gd name="csX482" fmla="*/ 2409324 w 2649955"/>
                <a:gd name="csY482" fmla="*/ 554205 h 1836319"/>
                <a:gd name="csX483" fmla="*/ 2420603 w 2649955"/>
                <a:gd name="csY483" fmla="*/ 557213 h 1836319"/>
                <a:gd name="csX484" fmla="*/ 2422859 w 2649955"/>
                <a:gd name="csY484" fmla="*/ 558716 h 1836319"/>
                <a:gd name="csX485" fmla="*/ 2425867 w 2649955"/>
                <a:gd name="csY485" fmla="*/ 561724 h 1836319"/>
                <a:gd name="csX486" fmla="*/ 2430379 w 2649955"/>
                <a:gd name="csY486" fmla="*/ 566988 h 1836319"/>
                <a:gd name="csX487" fmla="*/ 2432635 w 2649955"/>
                <a:gd name="csY487" fmla="*/ 569244 h 1836319"/>
                <a:gd name="csX488" fmla="*/ 2434891 w 2649955"/>
                <a:gd name="csY488" fmla="*/ 570748 h 1836319"/>
                <a:gd name="csX489" fmla="*/ 2437899 w 2649955"/>
                <a:gd name="csY489" fmla="*/ 570748 h 1836319"/>
                <a:gd name="csX490" fmla="*/ 2439403 w 2649955"/>
                <a:gd name="csY490" fmla="*/ 571500 h 1836319"/>
                <a:gd name="csX491" fmla="*/ 2440907 w 2649955"/>
                <a:gd name="csY491" fmla="*/ 572252 h 1836319"/>
                <a:gd name="csX492" fmla="*/ 2441659 w 2649955"/>
                <a:gd name="csY492" fmla="*/ 574508 h 1836319"/>
                <a:gd name="csX493" fmla="*/ 2443163 w 2649955"/>
                <a:gd name="csY493" fmla="*/ 577516 h 1836319"/>
                <a:gd name="csX494" fmla="*/ 2445419 w 2649955"/>
                <a:gd name="csY494" fmla="*/ 579020 h 1836319"/>
                <a:gd name="csX495" fmla="*/ 2446923 w 2649955"/>
                <a:gd name="csY495" fmla="*/ 579772 h 1836319"/>
                <a:gd name="csX496" fmla="*/ 2460458 w 2649955"/>
                <a:gd name="csY496" fmla="*/ 584284 h 1836319"/>
                <a:gd name="csX497" fmla="*/ 2464218 w 2649955"/>
                <a:gd name="csY497" fmla="*/ 586540 h 1836319"/>
                <a:gd name="csX498" fmla="*/ 2468730 w 2649955"/>
                <a:gd name="csY498" fmla="*/ 589547 h 1836319"/>
                <a:gd name="csX499" fmla="*/ 2472490 w 2649955"/>
                <a:gd name="csY499" fmla="*/ 591051 h 1836319"/>
                <a:gd name="csX500" fmla="*/ 2476249 w 2649955"/>
                <a:gd name="csY500" fmla="*/ 594059 h 1836319"/>
                <a:gd name="csX501" fmla="*/ 2478506 w 2649955"/>
                <a:gd name="csY501" fmla="*/ 594811 h 1836319"/>
                <a:gd name="csX502" fmla="*/ 2484521 w 2649955"/>
                <a:gd name="csY502" fmla="*/ 597819 h 1836319"/>
                <a:gd name="csX503" fmla="*/ 2486025 w 2649955"/>
                <a:gd name="csY503" fmla="*/ 597819 h 1836319"/>
                <a:gd name="csX504" fmla="*/ 2489033 w 2649955"/>
                <a:gd name="csY504" fmla="*/ 598571 h 1836319"/>
                <a:gd name="csX505" fmla="*/ 2490537 w 2649955"/>
                <a:gd name="csY505" fmla="*/ 599323 h 1836319"/>
                <a:gd name="csX506" fmla="*/ 2493545 w 2649955"/>
                <a:gd name="csY506" fmla="*/ 600075 h 1836319"/>
                <a:gd name="csX507" fmla="*/ 2495049 w 2649955"/>
                <a:gd name="csY507" fmla="*/ 600827 h 1836319"/>
                <a:gd name="csX508" fmla="*/ 2496553 w 2649955"/>
                <a:gd name="csY508" fmla="*/ 600827 h 1836319"/>
                <a:gd name="csX509" fmla="*/ 2498809 w 2649955"/>
                <a:gd name="csY509" fmla="*/ 600827 h 1836319"/>
                <a:gd name="csX510" fmla="*/ 2501817 w 2649955"/>
                <a:gd name="csY510" fmla="*/ 600075 h 1836319"/>
                <a:gd name="csX511" fmla="*/ 2504825 w 2649955"/>
                <a:gd name="csY511" fmla="*/ 598571 h 1836319"/>
                <a:gd name="csX512" fmla="*/ 2506328 w 2649955"/>
                <a:gd name="csY512" fmla="*/ 598571 h 1836319"/>
                <a:gd name="csX513" fmla="*/ 2507832 w 2649955"/>
                <a:gd name="csY513" fmla="*/ 598571 h 1836319"/>
                <a:gd name="csX514" fmla="*/ 2507832 w 2649955"/>
                <a:gd name="csY514" fmla="*/ 600075 h 1836319"/>
                <a:gd name="csX515" fmla="*/ 2507832 w 2649955"/>
                <a:gd name="csY515" fmla="*/ 603083 h 1836319"/>
                <a:gd name="csX516" fmla="*/ 2508584 w 2649955"/>
                <a:gd name="csY516" fmla="*/ 605339 h 1836319"/>
                <a:gd name="csX517" fmla="*/ 2509336 w 2649955"/>
                <a:gd name="csY517" fmla="*/ 606091 h 1836319"/>
                <a:gd name="csX518" fmla="*/ 2510840 w 2649955"/>
                <a:gd name="csY518" fmla="*/ 606843 h 1836319"/>
                <a:gd name="csX519" fmla="*/ 2516104 w 2649955"/>
                <a:gd name="csY519" fmla="*/ 606091 h 1836319"/>
                <a:gd name="csX520" fmla="*/ 2518360 w 2649955"/>
                <a:gd name="csY520" fmla="*/ 606091 h 1836319"/>
                <a:gd name="csX521" fmla="*/ 2520616 w 2649955"/>
                <a:gd name="csY521" fmla="*/ 606843 h 1836319"/>
                <a:gd name="csX522" fmla="*/ 2525880 w 2649955"/>
                <a:gd name="csY522" fmla="*/ 610603 h 1836319"/>
                <a:gd name="csX523" fmla="*/ 2527384 w 2649955"/>
                <a:gd name="csY523" fmla="*/ 611355 h 1836319"/>
                <a:gd name="csX524" fmla="*/ 2531144 w 2649955"/>
                <a:gd name="csY524" fmla="*/ 612107 h 1836319"/>
                <a:gd name="csX525" fmla="*/ 2532648 w 2649955"/>
                <a:gd name="csY525" fmla="*/ 613611 h 1836319"/>
                <a:gd name="csX526" fmla="*/ 2533400 w 2649955"/>
                <a:gd name="csY526" fmla="*/ 614363 h 1836319"/>
                <a:gd name="csX527" fmla="*/ 2534904 w 2649955"/>
                <a:gd name="csY527" fmla="*/ 619626 h 1836319"/>
                <a:gd name="csX528" fmla="*/ 2537911 w 2649955"/>
                <a:gd name="csY528" fmla="*/ 624138 h 1836319"/>
                <a:gd name="csX529" fmla="*/ 2545431 w 2649955"/>
                <a:gd name="csY529" fmla="*/ 631658 h 1836319"/>
                <a:gd name="csX530" fmla="*/ 2546935 w 2649955"/>
                <a:gd name="csY530" fmla="*/ 633914 h 1836319"/>
                <a:gd name="csX531" fmla="*/ 2549943 w 2649955"/>
                <a:gd name="csY531" fmla="*/ 634666 h 1836319"/>
                <a:gd name="csX532" fmla="*/ 2555959 w 2649955"/>
                <a:gd name="csY532" fmla="*/ 636922 h 1836319"/>
                <a:gd name="csX533" fmla="*/ 2558967 w 2649955"/>
                <a:gd name="csY533" fmla="*/ 638426 h 1836319"/>
                <a:gd name="csX534" fmla="*/ 2567990 w 2649955"/>
                <a:gd name="csY534" fmla="*/ 645193 h 1836319"/>
                <a:gd name="csX535" fmla="*/ 2569494 w 2649955"/>
                <a:gd name="csY535" fmla="*/ 645945 h 1836319"/>
                <a:gd name="csX536" fmla="*/ 2570998 w 2649955"/>
                <a:gd name="csY536" fmla="*/ 646697 h 1836319"/>
                <a:gd name="csX537" fmla="*/ 2572502 w 2649955"/>
                <a:gd name="csY537" fmla="*/ 647449 h 1836319"/>
                <a:gd name="csX538" fmla="*/ 2574758 w 2649955"/>
                <a:gd name="csY538" fmla="*/ 647449 h 1836319"/>
                <a:gd name="csX539" fmla="*/ 2576262 w 2649955"/>
                <a:gd name="csY539" fmla="*/ 647449 h 1836319"/>
                <a:gd name="csX540" fmla="*/ 2580022 w 2649955"/>
                <a:gd name="csY540" fmla="*/ 646697 h 1836319"/>
                <a:gd name="csX541" fmla="*/ 2581526 w 2649955"/>
                <a:gd name="csY541" fmla="*/ 646697 h 1836319"/>
                <a:gd name="csX542" fmla="*/ 2583782 w 2649955"/>
                <a:gd name="csY542" fmla="*/ 647449 h 1836319"/>
                <a:gd name="csX543" fmla="*/ 2584534 w 2649955"/>
                <a:gd name="csY543" fmla="*/ 648201 h 1836319"/>
                <a:gd name="csX544" fmla="*/ 2585286 w 2649955"/>
                <a:gd name="csY544" fmla="*/ 649705 h 1836319"/>
                <a:gd name="csX545" fmla="*/ 2585286 w 2649955"/>
                <a:gd name="csY545" fmla="*/ 651961 h 1836319"/>
                <a:gd name="csX546" fmla="*/ 2584534 w 2649955"/>
                <a:gd name="csY546" fmla="*/ 653465 h 1836319"/>
                <a:gd name="csX547" fmla="*/ 2582278 w 2649955"/>
                <a:gd name="csY547" fmla="*/ 660985 h 1836319"/>
                <a:gd name="csX548" fmla="*/ 2582278 w 2649955"/>
                <a:gd name="csY548" fmla="*/ 663241 h 1836319"/>
                <a:gd name="csX549" fmla="*/ 2582278 w 2649955"/>
                <a:gd name="csY549" fmla="*/ 664745 h 1836319"/>
                <a:gd name="csX550" fmla="*/ 2583030 w 2649955"/>
                <a:gd name="csY550" fmla="*/ 667001 h 1836319"/>
                <a:gd name="csX551" fmla="*/ 2583782 w 2649955"/>
                <a:gd name="csY551" fmla="*/ 668505 h 1836319"/>
                <a:gd name="csX552" fmla="*/ 2585286 w 2649955"/>
                <a:gd name="csY552" fmla="*/ 669257 h 1836319"/>
                <a:gd name="csX553" fmla="*/ 2586790 w 2649955"/>
                <a:gd name="csY553" fmla="*/ 670009 h 1836319"/>
                <a:gd name="csX554" fmla="*/ 2588294 w 2649955"/>
                <a:gd name="csY554" fmla="*/ 670761 h 1836319"/>
                <a:gd name="csX555" fmla="*/ 2591302 w 2649955"/>
                <a:gd name="csY555" fmla="*/ 672265 h 1836319"/>
                <a:gd name="csX556" fmla="*/ 2592053 w 2649955"/>
                <a:gd name="csY556" fmla="*/ 673017 h 1836319"/>
                <a:gd name="csX557" fmla="*/ 2593557 w 2649955"/>
                <a:gd name="csY557" fmla="*/ 673017 h 1836319"/>
                <a:gd name="csX558" fmla="*/ 2597317 w 2649955"/>
                <a:gd name="csY558" fmla="*/ 673768 h 1836319"/>
                <a:gd name="csX559" fmla="*/ 2600325 w 2649955"/>
                <a:gd name="csY559" fmla="*/ 675272 h 1836319"/>
                <a:gd name="csX560" fmla="*/ 2601077 w 2649955"/>
                <a:gd name="csY560" fmla="*/ 675272 h 1836319"/>
                <a:gd name="csX561" fmla="*/ 2602581 w 2649955"/>
                <a:gd name="csY561" fmla="*/ 675272 h 1836319"/>
                <a:gd name="csX562" fmla="*/ 2603333 w 2649955"/>
                <a:gd name="csY562" fmla="*/ 674520 h 1836319"/>
                <a:gd name="csX563" fmla="*/ 2610101 w 2649955"/>
                <a:gd name="csY563" fmla="*/ 670009 h 1836319"/>
                <a:gd name="csX564" fmla="*/ 2610853 w 2649955"/>
                <a:gd name="csY564" fmla="*/ 669257 h 1836319"/>
                <a:gd name="csX565" fmla="*/ 2618372 w 2649955"/>
                <a:gd name="csY565" fmla="*/ 667001 h 1836319"/>
                <a:gd name="csX566" fmla="*/ 2619877 w 2649955"/>
                <a:gd name="csY566" fmla="*/ 666249 h 1836319"/>
                <a:gd name="csX567" fmla="*/ 2621381 w 2649955"/>
                <a:gd name="csY567" fmla="*/ 666249 h 1836319"/>
                <a:gd name="csX568" fmla="*/ 2622132 w 2649955"/>
                <a:gd name="csY568" fmla="*/ 666249 h 1836319"/>
                <a:gd name="csX569" fmla="*/ 2622884 w 2649955"/>
                <a:gd name="csY569" fmla="*/ 667001 h 1836319"/>
                <a:gd name="csX570" fmla="*/ 2623636 w 2649955"/>
                <a:gd name="csY570" fmla="*/ 667001 h 1836319"/>
                <a:gd name="csX571" fmla="*/ 2624388 w 2649955"/>
                <a:gd name="csY571" fmla="*/ 667753 h 1836319"/>
                <a:gd name="csX572" fmla="*/ 2624388 w 2649955"/>
                <a:gd name="csY572" fmla="*/ 669257 h 1836319"/>
                <a:gd name="csX573" fmla="*/ 2625140 w 2649955"/>
                <a:gd name="csY573" fmla="*/ 670761 h 1836319"/>
                <a:gd name="csX574" fmla="*/ 2625140 w 2649955"/>
                <a:gd name="csY574" fmla="*/ 671512 h 1836319"/>
                <a:gd name="csX575" fmla="*/ 2625140 w 2649955"/>
                <a:gd name="csY575" fmla="*/ 672265 h 1836319"/>
                <a:gd name="csX576" fmla="*/ 2623636 w 2649955"/>
                <a:gd name="csY576" fmla="*/ 676776 h 1836319"/>
                <a:gd name="csX577" fmla="*/ 2623636 w 2649955"/>
                <a:gd name="csY577" fmla="*/ 677528 h 1836319"/>
                <a:gd name="csX578" fmla="*/ 2623636 w 2649955"/>
                <a:gd name="csY578" fmla="*/ 678280 h 1836319"/>
                <a:gd name="csX579" fmla="*/ 2624388 w 2649955"/>
                <a:gd name="csY579" fmla="*/ 679784 h 1836319"/>
                <a:gd name="csX580" fmla="*/ 2624388 w 2649955"/>
                <a:gd name="csY580" fmla="*/ 680536 h 1836319"/>
                <a:gd name="csX581" fmla="*/ 2625140 w 2649955"/>
                <a:gd name="csY581" fmla="*/ 680536 h 1836319"/>
                <a:gd name="csX582" fmla="*/ 2626644 w 2649955"/>
                <a:gd name="csY582" fmla="*/ 681288 h 1836319"/>
                <a:gd name="csX583" fmla="*/ 2630404 w 2649955"/>
                <a:gd name="csY583" fmla="*/ 682040 h 1836319"/>
                <a:gd name="csX584" fmla="*/ 2632660 w 2649955"/>
                <a:gd name="csY584" fmla="*/ 682040 h 1836319"/>
                <a:gd name="csX585" fmla="*/ 2636420 w 2649955"/>
                <a:gd name="csY585" fmla="*/ 682792 h 1836319"/>
                <a:gd name="csX586" fmla="*/ 2637172 w 2649955"/>
                <a:gd name="csY586" fmla="*/ 682792 h 1836319"/>
                <a:gd name="csX587" fmla="*/ 2637924 w 2649955"/>
                <a:gd name="csY587" fmla="*/ 682792 h 1836319"/>
                <a:gd name="csX588" fmla="*/ 2638676 w 2649955"/>
                <a:gd name="csY588" fmla="*/ 682040 h 1836319"/>
                <a:gd name="csX589" fmla="*/ 2640180 w 2649955"/>
                <a:gd name="csY589" fmla="*/ 681288 h 1836319"/>
                <a:gd name="csX590" fmla="*/ 2641684 w 2649955"/>
                <a:gd name="csY590" fmla="*/ 679784 h 1836319"/>
                <a:gd name="csX591" fmla="*/ 2649955 w 2649955"/>
                <a:gd name="csY591" fmla="*/ 677528 h 1836319"/>
                <a:gd name="csX592" fmla="*/ 2649955 w 2649955"/>
                <a:gd name="csY592" fmla="*/ 678280 h 1836319"/>
                <a:gd name="csX593" fmla="*/ 2648451 w 2649955"/>
                <a:gd name="csY593" fmla="*/ 679784 h 1836319"/>
                <a:gd name="csX594" fmla="*/ 2645444 w 2649955"/>
                <a:gd name="csY594" fmla="*/ 682040 h 1836319"/>
                <a:gd name="csX595" fmla="*/ 2640180 w 2649955"/>
                <a:gd name="csY595" fmla="*/ 684296 h 1836319"/>
                <a:gd name="csX596" fmla="*/ 2638676 w 2649955"/>
                <a:gd name="csY596" fmla="*/ 685800 h 1836319"/>
                <a:gd name="csX597" fmla="*/ 2637924 w 2649955"/>
                <a:gd name="csY597" fmla="*/ 686552 h 1836319"/>
                <a:gd name="csX598" fmla="*/ 2637172 w 2649955"/>
                <a:gd name="csY598" fmla="*/ 687304 h 1836319"/>
                <a:gd name="csX599" fmla="*/ 2637172 w 2649955"/>
                <a:gd name="csY599" fmla="*/ 688056 h 1836319"/>
                <a:gd name="csX600" fmla="*/ 2637172 w 2649955"/>
                <a:gd name="csY600" fmla="*/ 688808 h 1836319"/>
                <a:gd name="csX601" fmla="*/ 2637172 w 2649955"/>
                <a:gd name="csY601" fmla="*/ 689560 h 1836319"/>
                <a:gd name="csX602" fmla="*/ 2637924 w 2649955"/>
                <a:gd name="csY602" fmla="*/ 691064 h 1836319"/>
                <a:gd name="csX603" fmla="*/ 2640180 w 2649955"/>
                <a:gd name="csY603" fmla="*/ 693320 h 1836319"/>
                <a:gd name="csX604" fmla="*/ 2639428 w 2649955"/>
                <a:gd name="csY604" fmla="*/ 696328 h 1836319"/>
                <a:gd name="csX605" fmla="*/ 2638676 w 2649955"/>
                <a:gd name="csY605" fmla="*/ 700840 h 1836319"/>
                <a:gd name="csX606" fmla="*/ 2583030 w 2649955"/>
                <a:gd name="csY606" fmla="*/ 821907 h 1836319"/>
                <a:gd name="csX607" fmla="*/ 2349918 w 2649955"/>
                <a:gd name="csY607" fmla="*/ 1324978 h 1836319"/>
                <a:gd name="csX608" fmla="*/ 2343902 w 2649955"/>
                <a:gd name="csY608" fmla="*/ 1334753 h 1836319"/>
                <a:gd name="csX609" fmla="*/ 2342398 w 2649955"/>
                <a:gd name="csY609" fmla="*/ 1336257 h 1836319"/>
                <a:gd name="csX610" fmla="*/ 2331119 w 2649955"/>
                <a:gd name="csY610" fmla="*/ 1346033 h 1836319"/>
                <a:gd name="csX611" fmla="*/ 2328863 w 2649955"/>
                <a:gd name="csY611" fmla="*/ 1348289 h 1836319"/>
                <a:gd name="csX612" fmla="*/ 2326607 w 2649955"/>
                <a:gd name="csY612" fmla="*/ 1351297 h 1836319"/>
                <a:gd name="csX613" fmla="*/ 2324351 w 2649955"/>
                <a:gd name="csY613" fmla="*/ 1355809 h 1836319"/>
                <a:gd name="csX614" fmla="*/ 2323599 w 2649955"/>
                <a:gd name="csY614" fmla="*/ 1359568 h 1836319"/>
                <a:gd name="csX615" fmla="*/ 2322847 w 2649955"/>
                <a:gd name="csY615" fmla="*/ 1362576 h 1836319"/>
                <a:gd name="csX616" fmla="*/ 2323599 w 2649955"/>
                <a:gd name="csY616" fmla="*/ 1365584 h 1836319"/>
                <a:gd name="csX617" fmla="*/ 2323599 w 2649955"/>
                <a:gd name="csY617" fmla="*/ 1368592 h 1836319"/>
                <a:gd name="csX618" fmla="*/ 2328863 w 2649955"/>
                <a:gd name="csY618" fmla="*/ 1384384 h 1836319"/>
                <a:gd name="csX619" fmla="*/ 2331119 w 2649955"/>
                <a:gd name="csY619" fmla="*/ 1388144 h 1836319"/>
                <a:gd name="csX620" fmla="*/ 2332622 w 2649955"/>
                <a:gd name="csY620" fmla="*/ 1391151 h 1836319"/>
                <a:gd name="csX621" fmla="*/ 2335631 w 2649955"/>
                <a:gd name="csY621" fmla="*/ 1394911 h 1836319"/>
                <a:gd name="csX622" fmla="*/ 2337886 w 2649955"/>
                <a:gd name="csY622" fmla="*/ 1397167 h 1836319"/>
                <a:gd name="csX623" fmla="*/ 2343150 w 2649955"/>
                <a:gd name="csY623" fmla="*/ 1400927 h 1836319"/>
                <a:gd name="csX624" fmla="*/ 2346158 w 2649955"/>
                <a:gd name="csY624" fmla="*/ 1403183 h 1836319"/>
                <a:gd name="csX625" fmla="*/ 2354430 w 2649955"/>
                <a:gd name="csY625" fmla="*/ 1412207 h 1836319"/>
                <a:gd name="csX626" fmla="*/ 2358942 w 2649955"/>
                <a:gd name="csY626" fmla="*/ 1415966 h 1836319"/>
                <a:gd name="csX627" fmla="*/ 2361950 w 2649955"/>
                <a:gd name="csY627" fmla="*/ 1418223 h 1836319"/>
                <a:gd name="csX628" fmla="*/ 2365709 w 2649955"/>
                <a:gd name="csY628" fmla="*/ 1424990 h 1836319"/>
                <a:gd name="csX629" fmla="*/ 2366461 w 2649955"/>
                <a:gd name="csY629" fmla="*/ 1427246 h 1836319"/>
                <a:gd name="csX630" fmla="*/ 2367965 w 2649955"/>
                <a:gd name="csY630" fmla="*/ 1435518 h 1836319"/>
                <a:gd name="csX631" fmla="*/ 2367965 w 2649955"/>
                <a:gd name="csY631" fmla="*/ 1438526 h 1836319"/>
                <a:gd name="csX632" fmla="*/ 2367965 w 2649955"/>
                <a:gd name="csY632" fmla="*/ 1441534 h 1836319"/>
                <a:gd name="csX633" fmla="*/ 2367965 w 2649955"/>
                <a:gd name="csY633" fmla="*/ 1443038 h 1836319"/>
                <a:gd name="csX634" fmla="*/ 2367965 w 2649955"/>
                <a:gd name="csY634" fmla="*/ 1444542 h 1836319"/>
                <a:gd name="csX635" fmla="*/ 2368717 w 2649955"/>
                <a:gd name="csY635" fmla="*/ 1447549 h 1836319"/>
                <a:gd name="csX636" fmla="*/ 2370973 w 2649955"/>
                <a:gd name="csY636" fmla="*/ 1450557 h 1836319"/>
                <a:gd name="csX637" fmla="*/ 2373981 w 2649955"/>
                <a:gd name="csY637" fmla="*/ 1453565 h 1836319"/>
                <a:gd name="csX638" fmla="*/ 2371725 w 2649955"/>
                <a:gd name="csY638" fmla="*/ 1455821 h 1836319"/>
                <a:gd name="csX639" fmla="*/ 2368717 w 2649955"/>
                <a:gd name="csY639" fmla="*/ 1460333 h 1836319"/>
                <a:gd name="csX640" fmla="*/ 2367213 w 2649955"/>
                <a:gd name="csY640" fmla="*/ 1461837 h 1836319"/>
                <a:gd name="csX641" fmla="*/ 2362701 w 2649955"/>
                <a:gd name="csY641" fmla="*/ 1465597 h 1836319"/>
                <a:gd name="csX642" fmla="*/ 2361950 w 2649955"/>
                <a:gd name="csY642" fmla="*/ 1466349 h 1836319"/>
                <a:gd name="csX643" fmla="*/ 2361950 w 2649955"/>
                <a:gd name="csY643" fmla="*/ 1467853 h 1836319"/>
                <a:gd name="csX644" fmla="*/ 2361198 w 2649955"/>
                <a:gd name="csY644" fmla="*/ 1470109 h 1836319"/>
                <a:gd name="csX645" fmla="*/ 2360446 w 2649955"/>
                <a:gd name="csY645" fmla="*/ 1471612 h 1836319"/>
                <a:gd name="csX646" fmla="*/ 2360446 w 2649955"/>
                <a:gd name="csY646" fmla="*/ 1474621 h 1836319"/>
                <a:gd name="csX647" fmla="*/ 2360446 w 2649955"/>
                <a:gd name="csY647" fmla="*/ 1477628 h 1836319"/>
                <a:gd name="csX648" fmla="*/ 2360446 w 2649955"/>
                <a:gd name="csY648" fmla="*/ 1478380 h 1836319"/>
                <a:gd name="csX649" fmla="*/ 2360446 w 2649955"/>
                <a:gd name="csY649" fmla="*/ 1479132 h 1836319"/>
                <a:gd name="csX650" fmla="*/ 2361198 w 2649955"/>
                <a:gd name="csY650" fmla="*/ 1482140 h 1836319"/>
                <a:gd name="csX651" fmla="*/ 2362701 w 2649955"/>
                <a:gd name="csY651" fmla="*/ 1485148 h 1836319"/>
                <a:gd name="csX652" fmla="*/ 2363453 w 2649955"/>
                <a:gd name="csY652" fmla="*/ 1486652 h 1836319"/>
                <a:gd name="csX653" fmla="*/ 2363453 w 2649955"/>
                <a:gd name="csY653" fmla="*/ 1488908 h 1836319"/>
                <a:gd name="csX654" fmla="*/ 2363453 w 2649955"/>
                <a:gd name="csY654" fmla="*/ 1490412 h 1836319"/>
                <a:gd name="csX655" fmla="*/ 2362701 w 2649955"/>
                <a:gd name="csY655" fmla="*/ 1491916 h 1836319"/>
                <a:gd name="csX656" fmla="*/ 2360446 w 2649955"/>
                <a:gd name="csY656" fmla="*/ 1496428 h 1836319"/>
                <a:gd name="csX657" fmla="*/ 2359694 w 2649955"/>
                <a:gd name="csY657" fmla="*/ 1497932 h 1836319"/>
                <a:gd name="csX658" fmla="*/ 2358942 w 2649955"/>
                <a:gd name="csY658" fmla="*/ 1499436 h 1836319"/>
                <a:gd name="csX659" fmla="*/ 2354430 w 2649955"/>
                <a:gd name="csY659" fmla="*/ 1503947 h 1836319"/>
                <a:gd name="csX660" fmla="*/ 2353678 w 2649955"/>
                <a:gd name="csY660" fmla="*/ 1505451 h 1836319"/>
                <a:gd name="csX661" fmla="*/ 2349918 w 2649955"/>
                <a:gd name="csY661" fmla="*/ 1513723 h 1836319"/>
                <a:gd name="csX662" fmla="*/ 2348414 w 2649955"/>
                <a:gd name="csY662" fmla="*/ 1515227 h 1836319"/>
                <a:gd name="csX663" fmla="*/ 2343902 w 2649955"/>
                <a:gd name="csY663" fmla="*/ 1518235 h 1836319"/>
                <a:gd name="csX664" fmla="*/ 2340894 w 2649955"/>
                <a:gd name="csY664" fmla="*/ 1520491 h 1836319"/>
                <a:gd name="csX665" fmla="*/ 2338638 w 2649955"/>
                <a:gd name="csY665" fmla="*/ 1523499 h 1836319"/>
                <a:gd name="csX666" fmla="*/ 2337886 w 2649955"/>
                <a:gd name="csY666" fmla="*/ 1525003 h 1836319"/>
                <a:gd name="csX667" fmla="*/ 2337134 w 2649955"/>
                <a:gd name="csY667" fmla="*/ 1526507 h 1836319"/>
                <a:gd name="csX668" fmla="*/ 2337134 w 2649955"/>
                <a:gd name="csY668" fmla="*/ 1528011 h 1836319"/>
                <a:gd name="csX669" fmla="*/ 2337134 w 2649955"/>
                <a:gd name="csY669" fmla="*/ 1529515 h 1836319"/>
                <a:gd name="csX670" fmla="*/ 2337134 w 2649955"/>
                <a:gd name="csY670" fmla="*/ 1532522 h 1836319"/>
                <a:gd name="csX671" fmla="*/ 2337134 w 2649955"/>
                <a:gd name="csY671" fmla="*/ 1535530 h 1836319"/>
                <a:gd name="csX672" fmla="*/ 2338638 w 2649955"/>
                <a:gd name="csY672" fmla="*/ 1538538 h 1836319"/>
                <a:gd name="csX673" fmla="*/ 2338638 w 2649955"/>
                <a:gd name="csY673" fmla="*/ 1540042 h 1836319"/>
                <a:gd name="csX674" fmla="*/ 2342398 w 2649955"/>
                <a:gd name="csY674" fmla="*/ 1547562 h 1836319"/>
                <a:gd name="csX675" fmla="*/ 2345406 w 2649955"/>
                <a:gd name="csY675" fmla="*/ 1555082 h 1836319"/>
                <a:gd name="csX676" fmla="*/ 2348414 w 2649955"/>
                <a:gd name="csY676" fmla="*/ 1567113 h 1836319"/>
                <a:gd name="csX677" fmla="*/ 2348414 w 2649955"/>
                <a:gd name="csY677" fmla="*/ 1568617 h 1836319"/>
                <a:gd name="csX678" fmla="*/ 2348414 w 2649955"/>
                <a:gd name="csY678" fmla="*/ 1570121 h 1836319"/>
                <a:gd name="csX679" fmla="*/ 2347662 w 2649955"/>
                <a:gd name="csY679" fmla="*/ 1572377 h 1836319"/>
                <a:gd name="csX680" fmla="*/ 2343150 w 2649955"/>
                <a:gd name="csY680" fmla="*/ 1585913 h 1836319"/>
                <a:gd name="csX681" fmla="*/ 2343150 w 2649955"/>
                <a:gd name="csY681" fmla="*/ 1587417 h 1836319"/>
                <a:gd name="csX682" fmla="*/ 2343150 w 2649955"/>
                <a:gd name="csY682" fmla="*/ 1588920 h 1836319"/>
                <a:gd name="csX683" fmla="*/ 2343902 w 2649955"/>
                <a:gd name="csY683" fmla="*/ 1590424 h 1836319"/>
                <a:gd name="csX684" fmla="*/ 2343902 w 2649955"/>
                <a:gd name="csY684" fmla="*/ 1591928 h 1836319"/>
                <a:gd name="csX685" fmla="*/ 2343150 w 2649955"/>
                <a:gd name="csY685" fmla="*/ 1593432 h 1836319"/>
                <a:gd name="csX686" fmla="*/ 2340894 w 2649955"/>
                <a:gd name="csY686" fmla="*/ 1596440 h 1836319"/>
                <a:gd name="csX687" fmla="*/ 2338638 w 2649955"/>
                <a:gd name="csY687" fmla="*/ 1599448 h 1836319"/>
                <a:gd name="csX688" fmla="*/ 2338638 w 2649955"/>
                <a:gd name="csY688" fmla="*/ 1600952 h 1836319"/>
                <a:gd name="csX689" fmla="*/ 2336382 w 2649955"/>
                <a:gd name="csY689" fmla="*/ 1606968 h 1836319"/>
                <a:gd name="csX690" fmla="*/ 2335631 w 2649955"/>
                <a:gd name="csY690" fmla="*/ 1609976 h 1836319"/>
                <a:gd name="csX691" fmla="*/ 2334879 w 2649955"/>
                <a:gd name="csY691" fmla="*/ 1611480 h 1836319"/>
                <a:gd name="csX692" fmla="*/ 2333374 w 2649955"/>
                <a:gd name="csY692" fmla="*/ 1612984 h 1836319"/>
                <a:gd name="csX693" fmla="*/ 2329615 w 2649955"/>
                <a:gd name="csY693" fmla="*/ 1615992 h 1836319"/>
                <a:gd name="csX694" fmla="*/ 2328111 w 2649955"/>
                <a:gd name="csY694" fmla="*/ 1617496 h 1836319"/>
                <a:gd name="csX695" fmla="*/ 2328111 w 2649955"/>
                <a:gd name="csY695" fmla="*/ 1618999 h 1836319"/>
                <a:gd name="csX696" fmla="*/ 2328111 w 2649955"/>
                <a:gd name="csY696" fmla="*/ 1620503 h 1836319"/>
                <a:gd name="csX697" fmla="*/ 2329615 w 2649955"/>
                <a:gd name="csY697" fmla="*/ 1631031 h 1836319"/>
                <a:gd name="csX698" fmla="*/ 2329615 w 2649955"/>
                <a:gd name="csY698" fmla="*/ 1632535 h 1836319"/>
                <a:gd name="csX699" fmla="*/ 2331119 w 2649955"/>
                <a:gd name="csY699" fmla="*/ 1635543 h 1836319"/>
                <a:gd name="csX700" fmla="*/ 2331119 w 2649955"/>
                <a:gd name="csY700" fmla="*/ 1637047 h 1836319"/>
                <a:gd name="csX701" fmla="*/ 2331119 w 2649955"/>
                <a:gd name="csY701" fmla="*/ 1638551 h 1836319"/>
                <a:gd name="csX702" fmla="*/ 2330367 w 2649955"/>
                <a:gd name="csY702" fmla="*/ 1640055 h 1836319"/>
                <a:gd name="csX703" fmla="*/ 2327359 w 2649955"/>
                <a:gd name="csY703" fmla="*/ 1645318 h 1836319"/>
                <a:gd name="csX704" fmla="*/ 2325855 w 2649955"/>
                <a:gd name="csY704" fmla="*/ 1649830 h 1836319"/>
                <a:gd name="csX705" fmla="*/ 2322847 w 2649955"/>
                <a:gd name="csY705" fmla="*/ 1659606 h 1836319"/>
                <a:gd name="csX706" fmla="*/ 2322095 w 2649955"/>
                <a:gd name="csY706" fmla="*/ 1661862 h 1836319"/>
                <a:gd name="csX707" fmla="*/ 2319087 w 2649955"/>
                <a:gd name="csY707" fmla="*/ 1664118 h 1836319"/>
                <a:gd name="csX708" fmla="*/ 2312319 w 2649955"/>
                <a:gd name="csY708" fmla="*/ 1668630 h 1836319"/>
                <a:gd name="csX709" fmla="*/ 1847599 w 2649955"/>
                <a:gd name="csY709" fmla="*/ 1671638 h 1836319"/>
                <a:gd name="csX710" fmla="*/ 1848351 w 2649955"/>
                <a:gd name="csY710" fmla="*/ 1666374 h 1836319"/>
                <a:gd name="csX711" fmla="*/ 1847599 w 2649955"/>
                <a:gd name="csY711" fmla="*/ 1664870 h 1836319"/>
                <a:gd name="csX712" fmla="*/ 1846848 w 2649955"/>
                <a:gd name="csY712" fmla="*/ 1663366 h 1836319"/>
                <a:gd name="csX713" fmla="*/ 1844592 w 2649955"/>
                <a:gd name="csY713" fmla="*/ 1661862 h 1836319"/>
                <a:gd name="csX714" fmla="*/ 1836320 w 2649955"/>
                <a:gd name="csY714" fmla="*/ 1661110 h 1836319"/>
                <a:gd name="csX715" fmla="*/ 1834064 w 2649955"/>
                <a:gd name="csY715" fmla="*/ 1659606 h 1836319"/>
                <a:gd name="csX716" fmla="*/ 1831808 w 2649955"/>
                <a:gd name="csY716" fmla="*/ 1659606 h 1836319"/>
                <a:gd name="csX717" fmla="*/ 1829552 w 2649955"/>
                <a:gd name="csY717" fmla="*/ 1660358 h 1836319"/>
                <a:gd name="csX718" fmla="*/ 1828048 w 2649955"/>
                <a:gd name="csY718" fmla="*/ 1661110 h 1836319"/>
                <a:gd name="csX719" fmla="*/ 1825792 w 2649955"/>
                <a:gd name="csY719" fmla="*/ 1664118 h 1836319"/>
                <a:gd name="csX720" fmla="*/ 1824288 w 2649955"/>
                <a:gd name="csY720" fmla="*/ 1665622 h 1836319"/>
                <a:gd name="csX721" fmla="*/ 1822784 w 2649955"/>
                <a:gd name="csY721" fmla="*/ 1667126 h 1836319"/>
                <a:gd name="csX722" fmla="*/ 1821280 w 2649955"/>
                <a:gd name="csY722" fmla="*/ 1667126 h 1836319"/>
                <a:gd name="csX723" fmla="*/ 1816017 w 2649955"/>
                <a:gd name="csY723" fmla="*/ 1667126 h 1836319"/>
                <a:gd name="csX724" fmla="*/ 1814513 w 2649955"/>
                <a:gd name="csY724" fmla="*/ 1667126 h 1836319"/>
                <a:gd name="csX725" fmla="*/ 1813761 w 2649955"/>
                <a:gd name="csY725" fmla="*/ 1668630 h 1836319"/>
                <a:gd name="csX726" fmla="*/ 1812257 w 2649955"/>
                <a:gd name="csY726" fmla="*/ 1669382 h 1836319"/>
                <a:gd name="csX727" fmla="*/ 1811505 w 2649955"/>
                <a:gd name="csY727" fmla="*/ 1670886 h 1836319"/>
                <a:gd name="csX728" fmla="*/ 1810753 w 2649955"/>
                <a:gd name="csY728" fmla="*/ 1673142 h 1836319"/>
                <a:gd name="csX729" fmla="*/ 1810001 w 2649955"/>
                <a:gd name="csY729" fmla="*/ 1674645 h 1836319"/>
                <a:gd name="csX730" fmla="*/ 1810001 w 2649955"/>
                <a:gd name="csY730" fmla="*/ 1677653 h 1836319"/>
                <a:gd name="csX731" fmla="*/ 1809249 w 2649955"/>
                <a:gd name="csY731" fmla="*/ 1681413 h 1836319"/>
                <a:gd name="csX732" fmla="*/ 1809249 w 2649955"/>
                <a:gd name="csY732" fmla="*/ 1682917 h 1836319"/>
                <a:gd name="csX733" fmla="*/ 1808497 w 2649955"/>
                <a:gd name="csY733" fmla="*/ 1684421 h 1836319"/>
                <a:gd name="csX734" fmla="*/ 1807745 w 2649955"/>
                <a:gd name="csY734" fmla="*/ 1685173 h 1836319"/>
                <a:gd name="csX735" fmla="*/ 1806241 w 2649955"/>
                <a:gd name="csY735" fmla="*/ 1686677 h 1836319"/>
                <a:gd name="csX736" fmla="*/ 1804737 w 2649955"/>
                <a:gd name="csY736" fmla="*/ 1687429 h 1836319"/>
                <a:gd name="csX737" fmla="*/ 1803233 w 2649955"/>
                <a:gd name="csY737" fmla="*/ 1688181 h 1836319"/>
                <a:gd name="csX738" fmla="*/ 1800977 w 2649955"/>
                <a:gd name="csY738" fmla="*/ 1688181 h 1836319"/>
                <a:gd name="csX739" fmla="*/ 1798721 w 2649955"/>
                <a:gd name="csY739" fmla="*/ 1687429 h 1836319"/>
                <a:gd name="csX740" fmla="*/ 1794209 w 2649955"/>
                <a:gd name="csY740" fmla="*/ 1685173 h 1836319"/>
                <a:gd name="csX741" fmla="*/ 1791953 w 2649955"/>
                <a:gd name="csY741" fmla="*/ 1683669 h 1836319"/>
                <a:gd name="csX742" fmla="*/ 1790450 w 2649955"/>
                <a:gd name="csY742" fmla="*/ 1681413 h 1836319"/>
                <a:gd name="csX743" fmla="*/ 1789698 w 2649955"/>
                <a:gd name="csY743" fmla="*/ 1679909 h 1836319"/>
                <a:gd name="csX744" fmla="*/ 1788946 w 2649955"/>
                <a:gd name="csY744" fmla="*/ 1678405 h 1836319"/>
                <a:gd name="csX745" fmla="*/ 1788193 w 2649955"/>
                <a:gd name="csY745" fmla="*/ 1677653 h 1836319"/>
                <a:gd name="csX746" fmla="*/ 1786690 w 2649955"/>
                <a:gd name="csY746" fmla="*/ 1676901 h 1836319"/>
                <a:gd name="csX747" fmla="*/ 1776914 w 2649955"/>
                <a:gd name="csY747" fmla="*/ 1674645 h 1836319"/>
                <a:gd name="csX748" fmla="*/ 1774658 w 2649955"/>
                <a:gd name="csY748" fmla="*/ 1674645 h 1836319"/>
                <a:gd name="csX749" fmla="*/ 1773154 w 2649955"/>
                <a:gd name="csY749" fmla="*/ 1674645 h 1836319"/>
                <a:gd name="csX750" fmla="*/ 1771650 w 2649955"/>
                <a:gd name="csY750" fmla="*/ 1674645 h 1836319"/>
                <a:gd name="csX751" fmla="*/ 1770146 w 2649955"/>
                <a:gd name="csY751" fmla="*/ 1673894 h 1836319"/>
                <a:gd name="csX752" fmla="*/ 1768642 w 2649955"/>
                <a:gd name="csY752" fmla="*/ 1671638 h 1836319"/>
                <a:gd name="csX753" fmla="*/ 1767890 w 2649955"/>
                <a:gd name="csY753" fmla="*/ 1670134 h 1836319"/>
                <a:gd name="csX754" fmla="*/ 1767138 w 2649955"/>
                <a:gd name="csY754" fmla="*/ 1668630 h 1836319"/>
                <a:gd name="csX755" fmla="*/ 1766386 w 2649955"/>
                <a:gd name="csY755" fmla="*/ 1661862 h 1836319"/>
                <a:gd name="csX756" fmla="*/ 1765634 w 2649955"/>
                <a:gd name="csY756" fmla="*/ 1658854 h 1836319"/>
                <a:gd name="csX757" fmla="*/ 1763378 w 2649955"/>
                <a:gd name="csY757" fmla="*/ 1654342 h 1836319"/>
                <a:gd name="csX758" fmla="*/ 1762626 w 2649955"/>
                <a:gd name="csY758" fmla="*/ 1652838 h 1836319"/>
                <a:gd name="csX759" fmla="*/ 1762626 w 2649955"/>
                <a:gd name="csY759" fmla="*/ 1650582 h 1836319"/>
                <a:gd name="csX760" fmla="*/ 1762626 w 2649955"/>
                <a:gd name="csY760" fmla="*/ 1647575 h 1836319"/>
                <a:gd name="csX761" fmla="*/ 1762626 w 2649955"/>
                <a:gd name="csY761" fmla="*/ 1646070 h 1836319"/>
                <a:gd name="csX762" fmla="*/ 1760371 w 2649955"/>
                <a:gd name="csY762" fmla="*/ 1645318 h 1836319"/>
                <a:gd name="csX763" fmla="*/ 1757363 w 2649955"/>
                <a:gd name="csY763" fmla="*/ 1644566 h 1836319"/>
                <a:gd name="csX764" fmla="*/ 1754355 w 2649955"/>
                <a:gd name="csY764" fmla="*/ 1643815 h 1836319"/>
                <a:gd name="csX765" fmla="*/ 1749843 w 2649955"/>
                <a:gd name="csY765" fmla="*/ 1644566 h 1836319"/>
                <a:gd name="csX766" fmla="*/ 1747587 w 2649955"/>
                <a:gd name="csY766" fmla="*/ 1644566 h 1836319"/>
                <a:gd name="csX767" fmla="*/ 1746083 w 2649955"/>
                <a:gd name="csY767" fmla="*/ 1644566 h 1836319"/>
                <a:gd name="csX768" fmla="*/ 1744579 w 2649955"/>
                <a:gd name="csY768" fmla="*/ 1643815 h 1836319"/>
                <a:gd name="csX769" fmla="*/ 1743827 w 2649955"/>
                <a:gd name="csY769" fmla="*/ 1643063 h 1836319"/>
                <a:gd name="csX770" fmla="*/ 1742323 w 2649955"/>
                <a:gd name="csY770" fmla="*/ 1641559 h 1836319"/>
                <a:gd name="csX771" fmla="*/ 1741571 w 2649955"/>
                <a:gd name="csY771" fmla="*/ 1640055 h 1836319"/>
                <a:gd name="csX772" fmla="*/ 1740819 w 2649955"/>
                <a:gd name="csY772" fmla="*/ 1637047 h 1836319"/>
                <a:gd name="csX773" fmla="*/ 1738563 w 2649955"/>
                <a:gd name="csY773" fmla="*/ 1631031 h 1836319"/>
                <a:gd name="csX774" fmla="*/ 1737059 w 2649955"/>
                <a:gd name="csY774" fmla="*/ 1625015 h 1836319"/>
                <a:gd name="csX775" fmla="*/ 1736307 w 2649955"/>
                <a:gd name="csY775" fmla="*/ 1623511 h 1836319"/>
                <a:gd name="csX776" fmla="*/ 1734803 w 2649955"/>
                <a:gd name="csY776" fmla="*/ 1620503 h 1836319"/>
                <a:gd name="csX777" fmla="*/ 1734052 w 2649955"/>
                <a:gd name="csY777" fmla="*/ 1618999 h 1836319"/>
                <a:gd name="csX778" fmla="*/ 1733299 w 2649955"/>
                <a:gd name="csY778" fmla="*/ 1617496 h 1836319"/>
                <a:gd name="csX779" fmla="*/ 1733299 w 2649955"/>
                <a:gd name="csY779" fmla="*/ 1615992 h 1836319"/>
                <a:gd name="csX780" fmla="*/ 1733299 w 2649955"/>
                <a:gd name="csY780" fmla="*/ 1614487 h 1836319"/>
                <a:gd name="csX781" fmla="*/ 1732547 w 2649955"/>
                <a:gd name="csY781" fmla="*/ 1612984 h 1836319"/>
                <a:gd name="csX782" fmla="*/ 1731043 w 2649955"/>
                <a:gd name="csY782" fmla="*/ 1611480 h 1836319"/>
                <a:gd name="csX783" fmla="*/ 1728788 w 2649955"/>
                <a:gd name="csY783" fmla="*/ 1609976 h 1836319"/>
                <a:gd name="csX784" fmla="*/ 1725780 w 2649955"/>
                <a:gd name="csY784" fmla="*/ 1609224 h 1836319"/>
                <a:gd name="csX785" fmla="*/ 1719764 w 2649955"/>
                <a:gd name="csY785" fmla="*/ 1607720 h 1836319"/>
                <a:gd name="csX786" fmla="*/ 1716756 w 2649955"/>
                <a:gd name="csY786" fmla="*/ 1607720 h 1836319"/>
                <a:gd name="csX787" fmla="*/ 1714500 w 2649955"/>
                <a:gd name="csY787" fmla="*/ 1608472 h 1836319"/>
                <a:gd name="csX788" fmla="*/ 1713748 w 2649955"/>
                <a:gd name="csY788" fmla="*/ 1609224 h 1836319"/>
                <a:gd name="csX789" fmla="*/ 1712996 w 2649955"/>
                <a:gd name="csY789" fmla="*/ 1609224 h 1836319"/>
                <a:gd name="csX790" fmla="*/ 1711492 w 2649955"/>
                <a:gd name="csY790" fmla="*/ 1609976 h 1836319"/>
                <a:gd name="csX791" fmla="*/ 1709988 w 2649955"/>
                <a:gd name="csY791" fmla="*/ 1609976 h 1836319"/>
                <a:gd name="csX792" fmla="*/ 1708484 w 2649955"/>
                <a:gd name="csY792" fmla="*/ 1609976 h 1836319"/>
                <a:gd name="csX793" fmla="*/ 1706980 w 2649955"/>
                <a:gd name="csY793" fmla="*/ 1609976 h 1836319"/>
                <a:gd name="csX794" fmla="*/ 1706228 w 2649955"/>
                <a:gd name="csY794" fmla="*/ 1608472 h 1836319"/>
                <a:gd name="csX795" fmla="*/ 1706228 w 2649955"/>
                <a:gd name="csY795" fmla="*/ 1607720 h 1836319"/>
                <a:gd name="csX796" fmla="*/ 1705476 w 2649955"/>
                <a:gd name="csY796" fmla="*/ 1600952 h 1836319"/>
                <a:gd name="csX797" fmla="*/ 1705476 w 2649955"/>
                <a:gd name="csY797" fmla="*/ 1599448 h 1836319"/>
                <a:gd name="csX798" fmla="*/ 1704724 w 2649955"/>
                <a:gd name="csY798" fmla="*/ 1597944 h 1836319"/>
                <a:gd name="csX799" fmla="*/ 1703221 w 2649955"/>
                <a:gd name="csY799" fmla="*/ 1596440 h 1836319"/>
                <a:gd name="csX800" fmla="*/ 1700964 w 2649955"/>
                <a:gd name="csY800" fmla="*/ 1594184 h 1836319"/>
                <a:gd name="csX801" fmla="*/ 1696453 w 2649955"/>
                <a:gd name="csY801" fmla="*/ 1591928 h 1836319"/>
                <a:gd name="csX802" fmla="*/ 1694197 w 2649955"/>
                <a:gd name="csY802" fmla="*/ 1589672 h 1836319"/>
                <a:gd name="csX803" fmla="*/ 1692693 w 2649955"/>
                <a:gd name="csY803" fmla="*/ 1588168 h 1836319"/>
                <a:gd name="csX804" fmla="*/ 1688181 w 2649955"/>
                <a:gd name="csY804" fmla="*/ 1579145 h 1836319"/>
                <a:gd name="csX805" fmla="*/ 1688181 w 2649955"/>
                <a:gd name="csY805" fmla="*/ 1577641 h 1836319"/>
                <a:gd name="csX806" fmla="*/ 1688181 w 2649955"/>
                <a:gd name="csY806" fmla="*/ 1574633 h 1836319"/>
                <a:gd name="csX807" fmla="*/ 1687429 w 2649955"/>
                <a:gd name="csY807" fmla="*/ 1573129 h 1836319"/>
                <a:gd name="csX808" fmla="*/ 1686677 w 2649955"/>
                <a:gd name="csY808" fmla="*/ 1571625 h 1836319"/>
                <a:gd name="csX809" fmla="*/ 1679157 w 2649955"/>
                <a:gd name="csY809" fmla="*/ 1564105 h 1836319"/>
                <a:gd name="csX810" fmla="*/ 1677653 w 2649955"/>
                <a:gd name="csY810" fmla="*/ 1562601 h 1836319"/>
                <a:gd name="csX811" fmla="*/ 1676149 w 2649955"/>
                <a:gd name="csY811" fmla="*/ 1561849 h 1836319"/>
                <a:gd name="csX812" fmla="*/ 1673894 w 2649955"/>
                <a:gd name="csY812" fmla="*/ 1561098 h 1836319"/>
                <a:gd name="csX813" fmla="*/ 1667126 w 2649955"/>
                <a:gd name="csY813" fmla="*/ 1558841 h 1836319"/>
                <a:gd name="csX814" fmla="*/ 1664870 w 2649955"/>
                <a:gd name="csY814" fmla="*/ 1558089 h 1836319"/>
                <a:gd name="csX815" fmla="*/ 1663366 w 2649955"/>
                <a:gd name="csY815" fmla="*/ 1556586 h 1836319"/>
                <a:gd name="csX816" fmla="*/ 1652086 w 2649955"/>
                <a:gd name="csY816" fmla="*/ 1555834 h 1836319"/>
                <a:gd name="csX817" fmla="*/ 1555834 w 2649955"/>
                <a:gd name="csY817" fmla="*/ 1554330 h 1836319"/>
                <a:gd name="csX818" fmla="*/ 1552826 w 2649955"/>
                <a:gd name="csY818" fmla="*/ 1558841 h 1836319"/>
                <a:gd name="csX819" fmla="*/ 1549066 w 2649955"/>
                <a:gd name="csY819" fmla="*/ 1564857 h 1836319"/>
                <a:gd name="csX820" fmla="*/ 1548314 w 2649955"/>
                <a:gd name="csY820" fmla="*/ 1566361 h 1836319"/>
                <a:gd name="csX821" fmla="*/ 1547562 w 2649955"/>
                <a:gd name="csY821" fmla="*/ 1567865 h 1836319"/>
                <a:gd name="csX822" fmla="*/ 1548314 w 2649955"/>
                <a:gd name="csY822" fmla="*/ 1569369 h 1836319"/>
                <a:gd name="csX823" fmla="*/ 1549818 w 2649955"/>
                <a:gd name="csY823" fmla="*/ 1575385 h 1836319"/>
                <a:gd name="csX824" fmla="*/ 1549818 w 2649955"/>
                <a:gd name="csY824" fmla="*/ 1576889 h 1836319"/>
                <a:gd name="csX825" fmla="*/ 1549066 w 2649955"/>
                <a:gd name="csY825" fmla="*/ 1578393 h 1836319"/>
                <a:gd name="csX826" fmla="*/ 1547562 w 2649955"/>
                <a:gd name="csY826" fmla="*/ 1579897 h 1836319"/>
                <a:gd name="csX827" fmla="*/ 1544554 w 2649955"/>
                <a:gd name="csY827" fmla="*/ 1579897 h 1836319"/>
                <a:gd name="csX828" fmla="*/ 1543050 w 2649955"/>
                <a:gd name="csY828" fmla="*/ 1579897 h 1836319"/>
                <a:gd name="csX829" fmla="*/ 1540794 w 2649955"/>
                <a:gd name="csY829" fmla="*/ 1580649 h 1836319"/>
                <a:gd name="csX830" fmla="*/ 1536282 w 2649955"/>
                <a:gd name="csY830" fmla="*/ 1582153 h 1836319"/>
                <a:gd name="csX831" fmla="*/ 1531019 w 2649955"/>
                <a:gd name="csY831" fmla="*/ 1582905 h 1836319"/>
                <a:gd name="csX832" fmla="*/ 1528763 w 2649955"/>
                <a:gd name="csY832" fmla="*/ 1582905 h 1836319"/>
                <a:gd name="csX833" fmla="*/ 1527259 w 2649955"/>
                <a:gd name="csY833" fmla="*/ 1583657 h 1836319"/>
                <a:gd name="csX834" fmla="*/ 1525755 w 2649955"/>
                <a:gd name="csY834" fmla="*/ 1584409 h 1836319"/>
                <a:gd name="csX835" fmla="*/ 1524251 w 2649955"/>
                <a:gd name="csY835" fmla="*/ 1586665 h 1836319"/>
                <a:gd name="csX836" fmla="*/ 1524251 w 2649955"/>
                <a:gd name="csY836" fmla="*/ 1588168 h 1836319"/>
                <a:gd name="csX837" fmla="*/ 1524251 w 2649955"/>
                <a:gd name="csY837" fmla="*/ 1589672 h 1836319"/>
                <a:gd name="csX838" fmla="*/ 1525755 w 2649955"/>
                <a:gd name="csY838" fmla="*/ 1594184 h 1836319"/>
                <a:gd name="csX839" fmla="*/ 1525755 w 2649955"/>
                <a:gd name="csY839" fmla="*/ 1595688 h 1836319"/>
                <a:gd name="csX840" fmla="*/ 1525003 w 2649955"/>
                <a:gd name="csY840" fmla="*/ 1597192 h 1836319"/>
                <a:gd name="csX841" fmla="*/ 1523499 w 2649955"/>
                <a:gd name="csY841" fmla="*/ 1597944 h 1836319"/>
                <a:gd name="csX842" fmla="*/ 1518235 w 2649955"/>
                <a:gd name="csY842" fmla="*/ 1599448 h 1836319"/>
                <a:gd name="csX843" fmla="*/ 1512219 w 2649955"/>
                <a:gd name="csY843" fmla="*/ 1601704 h 1836319"/>
                <a:gd name="csX844" fmla="*/ 1503948 w 2649955"/>
                <a:gd name="csY844" fmla="*/ 1601704 h 1836319"/>
                <a:gd name="csX845" fmla="*/ 1502443 w 2649955"/>
                <a:gd name="csY845" fmla="*/ 1602456 h 1836319"/>
                <a:gd name="csX846" fmla="*/ 1500940 w 2649955"/>
                <a:gd name="csY846" fmla="*/ 1603208 h 1836319"/>
                <a:gd name="csX847" fmla="*/ 1499436 w 2649955"/>
                <a:gd name="csY847" fmla="*/ 1603960 h 1836319"/>
                <a:gd name="csX848" fmla="*/ 1498684 w 2649955"/>
                <a:gd name="csY848" fmla="*/ 1605464 h 1836319"/>
                <a:gd name="csX849" fmla="*/ 1495676 w 2649955"/>
                <a:gd name="csY849" fmla="*/ 1610728 h 1836319"/>
                <a:gd name="csX850" fmla="*/ 1494172 w 2649955"/>
                <a:gd name="csY850" fmla="*/ 1612232 h 1836319"/>
                <a:gd name="csX851" fmla="*/ 1488908 w 2649955"/>
                <a:gd name="csY851" fmla="*/ 1618247 h 1836319"/>
                <a:gd name="csX852" fmla="*/ 1487404 w 2649955"/>
                <a:gd name="csY852" fmla="*/ 1619751 h 1836319"/>
                <a:gd name="csX853" fmla="*/ 1487404 w 2649955"/>
                <a:gd name="csY853" fmla="*/ 1622007 h 1836319"/>
                <a:gd name="csX854" fmla="*/ 1486652 w 2649955"/>
                <a:gd name="csY854" fmla="*/ 1623511 h 1836319"/>
                <a:gd name="csX855" fmla="*/ 1487404 w 2649955"/>
                <a:gd name="csY855" fmla="*/ 1625015 h 1836319"/>
                <a:gd name="csX856" fmla="*/ 1488156 w 2649955"/>
                <a:gd name="csY856" fmla="*/ 1626519 h 1836319"/>
                <a:gd name="csX857" fmla="*/ 1489660 w 2649955"/>
                <a:gd name="csY857" fmla="*/ 1628023 h 1836319"/>
                <a:gd name="csX858" fmla="*/ 1491164 w 2649955"/>
                <a:gd name="csY858" fmla="*/ 1628775 h 1836319"/>
                <a:gd name="csX859" fmla="*/ 1494172 w 2649955"/>
                <a:gd name="csY859" fmla="*/ 1631031 h 1836319"/>
                <a:gd name="csX860" fmla="*/ 1495676 w 2649955"/>
                <a:gd name="csY860" fmla="*/ 1631783 h 1836319"/>
                <a:gd name="csX861" fmla="*/ 1496428 w 2649955"/>
                <a:gd name="csY861" fmla="*/ 1633287 h 1836319"/>
                <a:gd name="csX862" fmla="*/ 1497180 w 2649955"/>
                <a:gd name="csY862" fmla="*/ 1634791 h 1836319"/>
                <a:gd name="csX863" fmla="*/ 1497932 w 2649955"/>
                <a:gd name="csY863" fmla="*/ 1636295 h 1836319"/>
                <a:gd name="csX864" fmla="*/ 1497932 w 2649955"/>
                <a:gd name="csY864" fmla="*/ 1637799 h 1836319"/>
                <a:gd name="csX865" fmla="*/ 1497180 w 2649955"/>
                <a:gd name="csY865" fmla="*/ 1639303 h 1836319"/>
                <a:gd name="csX866" fmla="*/ 1495676 w 2649955"/>
                <a:gd name="csY866" fmla="*/ 1642311 h 1836319"/>
                <a:gd name="csX867" fmla="*/ 1494924 w 2649955"/>
                <a:gd name="csY867" fmla="*/ 1645318 h 1836319"/>
                <a:gd name="csX868" fmla="*/ 1494172 w 2649955"/>
                <a:gd name="csY868" fmla="*/ 1646822 h 1836319"/>
                <a:gd name="csX869" fmla="*/ 1492668 w 2649955"/>
                <a:gd name="csY869" fmla="*/ 1648326 h 1836319"/>
                <a:gd name="csX870" fmla="*/ 1491164 w 2649955"/>
                <a:gd name="csY870" fmla="*/ 1649830 h 1836319"/>
                <a:gd name="csX871" fmla="*/ 1490412 w 2649955"/>
                <a:gd name="csY871" fmla="*/ 1651334 h 1836319"/>
                <a:gd name="csX872" fmla="*/ 1486652 w 2649955"/>
                <a:gd name="csY872" fmla="*/ 1657350 h 1836319"/>
                <a:gd name="csX873" fmla="*/ 1485900 w 2649955"/>
                <a:gd name="csY873" fmla="*/ 1658102 h 1836319"/>
                <a:gd name="csX874" fmla="*/ 1485148 w 2649955"/>
                <a:gd name="csY874" fmla="*/ 1658854 h 1836319"/>
                <a:gd name="csX875" fmla="*/ 1483644 w 2649955"/>
                <a:gd name="csY875" fmla="*/ 1660358 h 1836319"/>
                <a:gd name="csX876" fmla="*/ 1480636 w 2649955"/>
                <a:gd name="csY876" fmla="*/ 1661110 h 1836319"/>
                <a:gd name="csX877" fmla="*/ 1477628 w 2649955"/>
                <a:gd name="csY877" fmla="*/ 1662614 h 1836319"/>
                <a:gd name="csX878" fmla="*/ 1474620 w 2649955"/>
                <a:gd name="csY878" fmla="*/ 1663366 h 1836319"/>
                <a:gd name="csX879" fmla="*/ 1472365 w 2649955"/>
                <a:gd name="csY879" fmla="*/ 1663366 h 1836319"/>
                <a:gd name="csX880" fmla="*/ 1471613 w 2649955"/>
                <a:gd name="csY880" fmla="*/ 1661862 h 1836319"/>
                <a:gd name="csX881" fmla="*/ 1470109 w 2649955"/>
                <a:gd name="csY881" fmla="*/ 1660358 h 1836319"/>
                <a:gd name="csX882" fmla="*/ 1469357 w 2649955"/>
                <a:gd name="csY882" fmla="*/ 1659606 h 1836319"/>
                <a:gd name="csX883" fmla="*/ 1467853 w 2649955"/>
                <a:gd name="csY883" fmla="*/ 1658854 h 1836319"/>
                <a:gd name="csX884" fmla="*/ 1467101 w 2649955"/>
                <a:gd name="csY884" fmla="*/ 1659606 h 1836319"/>
                <a:gd name="csX885" fmla="*/ 1465597 w 2649955"/>
                <a:gd name="csY885" fmla="*/ 1660358 h 1836319"/>
                <a:gd name="csX886" fmla="*/ 1464845 w 2649955"/>
                <a:gd name="csY886" fmla="*/ 1661862 h 1836319"/>
                <a:gd name="csX887" fmla="*/ 1464845 w 2649955"/>
                <a:gd name="csY887" fmla="*/ 1663366 h 1836319"/>
                <a:gd name="csX888" fmla="*/ 1466349 w 2649955"/>
                <a:gd name="csY888" fmla="*/ 1667878 h 1836319"/>
                <a:gd name="csX889" fmla="*/ 1466349 w 2649955"/>
                <a:gd name="csY889" fmla="*/ 1670134 h 1836319"/>
                <a:gd name="csX890" fmla="*/ 1465597 w 2649955"/>
                <a:gd name="csY890" fmla="*/ 1673142 h 1836319"/>
                <a:gd name="csX891" fmla="*/ 1465597 w 2649955"/>
                <a:gd name="csY891" fmla="*/ 1674645 h 1836319"/>
                <a:gd name="csX892" fmla="*/ 1466349 w 2649955"/>
                <a:gd name="csY892" fmla="*/ 1676149 h 1836319"/>
                <a:gd name="csX893" fmla="*/ 1467101 w 2649955"/>
                <a:gd name="csY893" fmla="*/ 1677653 h 1836319"/>
                <a:gd name="csX894" fmla="*/ 1467853 w 2649955"/>
                <a:gd name="csY894" fmla="*/ 1679157 h 1836319"/>
                <a:gd name="csX895" fmla="*/ 1467853 w 2649955"/>
                <a:gd name="csY895" fmla="*/ 1680661 h 1836319"/>
                <a:gd name="csX896" fmla="*/ 1466349 w 2649955"/>
                <a:gd name="csY896" fmla="*/ 1683669 h 1836319"/>
                <a:gd name="csX897" fmla="*/ 1465597 w 2649955"/>
                <a:gd name="csY897" fmla="*/ 1685173 h 1836319"/>
                <a:gd name="csX898" fmla="*/ 1465597 w 2649955"/>
                <a:gd name="csY898" fmla="*/ 1686677 h 1836319"/>
                <a:gd name="csX899" fmla="*/ 1465597 w 2649955"/>
                <a:gd name="csY899" fmla="*/ 1688181 h 1836319"/>
                <a:gd name="csX900" fmla="*/ 1468605 w 2649955"/>
                <a:gd name="csY900" fmla="*/ 1697957 h 1836319"/>
                <a:gd name="csX901" fmla="*/ 1468605 w 2649955"/>
                <a:gd name="csY901" fmla="*/ 1699461 h 1836319"/>
                <a:gd name="csX902" fmla="*/ 1467853 w 2649955"/>
                <a:gd name="csY902" fmla="*/ 1700964 h 1836319"/>
                <a:gd name="csX903" fmla="*/ 1466349 w 2649955"/>
                <a:gd name="csY903" fmla="*/ 1701716 h 1836319"/>
                <a:gd name="csX904" fmla="*/ 1464845 w 2649955"/>
                <a:gd name="csY904" fmla="*/ 1700213 h 1836319"/>
                <a:gd name="csX905" fmla="*/ 1461085 w 2649955"/>
                <a:gd name="csY905" fmla="*/ 1697957 h 1836319"/>
                <a:gd name="csX906" fmla="*/ 1459581 w 2649955"/>
                <a:gd name="csY906" fmla="*/ 1697205 h 1836319"/>
                <a:gd name="csX907" fmla="*/ 1457325 w 2649955"/>
                <a:gd name="csY907" fmla="*/ 1697957 h 1836319"/>
                <a:gd name="csX908" fmla="*/ 1453565 w 2649955"/>
                <a:gd name="csY908" fmla="*/ 1700213 h 1836319"/>
                <a:gd name="csX909" fmla="*/ 1451309 w 2649955"/>
                <a:gd name="csY909" fmla="*/ 1700213 h 1836319"/>
                <a:gd name="csX910" fmla="*/ 1447549 w 2649955"/>
                <a:gd name="csY910" fmla="*/ 1697957 h 1836319"/>
                <a:gd name="csX911" fmla="*/ 1445294 w 2649955"/>
                <a:gd name="csY911" fmla="*/ 1697957 h 1836319"/>
                <a:gd name="csX912" fmla="*/ 1440030 w 2649955"/>
                <a:gd name="csY912" fmla="*/ 1697957 h 1836319"/>
                <a:gd name="csX913" fmla="*/ 1431006 w 2649955"/>
                <a:gd name="csY913" fmla="*/ 1697205 h 1836319"/>
                <a:gd name="csX914" fmla="*/ 1429502 w 2649955"/>
                <a:gd name="csY914" fmla="*/ 1697957 h 1836319"/>
                <a:gd name="csX915" fmla="*/ 1427998 w 2649955"/>
                <a:gd name="csY915" fmla="*/ 1697957 h 1836319"/>
                <a:gd name="csX916" fmla="*/ 1426494 w 2649955"/>
                <a:gd name="csY916" fmla="*/ 1699461 h 1836319"/>
                <a:gd name="csX917" fmla="*/ 1424238 w 2649955"/>
                <a:gd name="csY917" fmla="*/ 1701716 h 1836319"/>
                <a:gd name="csX918" fmla="*/ 1422734 w 2649955"/>
                <a:gd name="csY918" fmla="*/ 1703221 h 1836319"/>
                <a:gd name="csX919" fmla="*/ 1421230 w 2649955"/>
                <a:gd name="csY919" fmla="*/ 1703221 h 1836319"/>
                <a:gd name="csX920" fmla="*/ 1418974 w 2649955"/>
                <a:gd name="csY920" fmla="*/ 1702468 h 1836319"/>
                <a:gd name="csX921" fmla="*/ 1415967 w 2649955"/>
                <a:gd name="csY921" fmla="*/ 1700213 h 1836319"/>
                <a:gd name="csX922" fmla="*/ 1414463 w 2649955"/>
                <a:gd name="csY922" fmla="*/ 1700213 h 1836319"/>
                <a:gd name="csX923" fmla="*/ 1412207 w 2649955"/>
                <a:gd name="csY923" fmla="*/ 1700213 h 1836319"/>
                <a:gd name="csX924" fmla="*/ 1409199 w 2649955"/>
                <a:gd name="csY924" fmla="*/ 1701716 h 1836319"/>
                <a:gd name="csX925" fmla="*/ 1406191 w 2649955"/>
                <a:gd name="csY925" fmla="*/ 1703973 h 1836319"/>
                <a:gd name="csX926" fmla="*/ 1403935 w 2649955"/>
                <a:gd name="csY926" fmla="*/ 1705476 h 1836319"/>
                <a:gd name="csX927" fmla="*/ 1401679 w 2649955"/>
                <a:gd name="csY927" fmla="*/ 1709236 h 1836319"/>
                <a:gd name="csX928" fmla="*/ 1400175 w 2649955"/>
                <a:gd name="csY928" fmla="*/ 1709988 h 1836319"/>
                <a:gd name="csX929" fmla="*/ 1397919 w 2649955"/>
                <a:gd name="csY929" fmla="*/ 1710740 h 1836319"/>
                <a:gd name="csX930" fmla="*/ 1395663 w 2649955"/>
                <a:gd name="csY930" fmla="*/ 1711492 h 1836319"/>
                <a:gd name="csX931" fmla="*/ 1381376 w 2649955"/>
                <a:gd name="csY931" fmla="*/ 1710740 h 1836319"/>
                <a:gd name="csX932" fmla="*/ 1379872 w 2649955"/>
                <a:gd name="csY932" fmla="*/ 1709988 h 1836319"/>
                <a:gd name="csX933" fmla="*/ 1378368 w 2649955"/>
                <a:gd name="csY933" fmla="*/ 1709988 h 1836319"/>
                <a:gd name="csX934" fmla="*/ 1376864 w 2649955"/>
                <a:gd name="csY934" fmla="*/ 1708484 h 1836319"/>
                <a:gd name="csX935" fmla="*/ 1374608 w 2649955"/>
                <a:gd name="csY935" fmla="*/ 1706980 h 1836319"/>
                <a:gd name="csX936" fmla="*/ 1373856 w 2649955"/>
                <a:gd name="csY936" fmla="*/ 1705476 h 1836319"/>
                <a:gd name="csX937" fmla="*/ 1372352 w 2649955"/>
                <a:gd name="csY937" fmla="*/ 1705476 h 1836319"/>
                <a:gd name="csX938" fmla="*/ 1370096 w 2649955"/>
                <a:gd name="csY938" fmla="*/ 1704724 h 1836319"/>
                <a:gd name="csX939" fmla="*/ 1367840 w 2649955"/>
                <a:gd name="csY939" fmla="*/ 1705476 h 1836319"/>
                <a:gd name="csX940" fmla="*/ 1358817 w 2649955"/>
                <a:gd name="csY940" fmla="*/ 1710740 h 1836319"/>
                <a:gd name="csX941" fmla="*/ 1355057 w 2649955"/>
                <a:gd name="csY941" fmla="*/ 1713748 h 1836319"/>
                <a:gd name="csX942" fmla="*/ 1352049 w 2649955"/>
                <a:gd name="csY942" fmla="*/ 1716756 h 1836319"/>
                <a:gd name="csX943" fmla="*/ 1350545 w 2649955"/>
                <a:gd name="csY943" fmla="*/ 1718260 h 1836319"/>
                <a:gd name="csX944" fmla="*/ 1349793 w 2649955"/>
                <a:gd name="csY944" fmla="*/ 1719764 h 1836319"/>
                <a:gd name="csX945" fmla="*/ 1349041 w 2649955"/>
                <a:gd name="csY945" fmla="*/ 1721268 h 1836319"/>
                <a:gd name="csX946" fmla="*/ 1346785 w 2649955"/>
                <a:gd name="csY946" fmla="*/ 1724276 h 1836319"/>
                <a:gd name="csX947" fmla="*/ 1346033 w 2649955"/>
                <a:gd name="csY947" fmla="*/ 1725780 h 1836319"/>
                <a:gd name="csX948" fmla="*/ 1346033 w 2649955"/>
                <a:gd name="csY948" fmla="*/ 1727284 h 1836319"/>
                <a:gd name="csX949" fmla="*/ 1346033 w 2649955"/>
                <a:gd name="csY949" fmla="*/ 1729540 h 1836319"/>
                <a:gd name="csX950" fmla="*/ 1349041 w 2649955"/>
                <a:gd name="csY950" fmla="*/ 1737059 h 1836319"/>
                <a:gd name="csX951" fmla="*/ 1349041 w 2649955"/>
                <a:gd name="csY951" fmla="*/ 1738563 h 1836319"/>
                <a:gd name="csX952" fmla="*/ 1349041 w 2649955"/>
                <a:gd name="csY952" fmla="*/ 1740067 h 1836319"/>
                <a:gd name="csX953" fmla="*/ 1348289 w 2649955"/>
                <a:gd name="csY953" fmla="*/ 1741571 h 1836319"/>
                <a:gd name="csX954" fmla="*/ 1347537 w 2649955"/>
                <a:gd name="csY954" fmla="*/ 1743075 h 1836319"/>
                <a:gd name="csX955" fmla="*/ 1346785 w 2649955"/>
                <a:gd name="csY955" fmla="*/ 1745331 h 1836319"/>
                <a:gd name="csX956" fmla="*/ 1341521 w 2649955"/>
                <a:gd name="csY956" fmla="*/ 1749091 h 1836319"/>
                <a:gd name="csX957" fmla="*/ 1340769 w 2649955"/>
                <a:gd name="csY957" fmla="*/ 1749843 h 1836319"/>
                <a:gd name="csX958" fmla="*/ 1340017 w 2649955"/>
                <a:gd name="csY958" fmla="*/ 1752099 h 1836319"/>
                <a:gd name="csX959" fmla="*/ 1339265 w 2649955"/>
                <a:gd name="csY959" fmla="*/ 1755107 h 1836319"/>
                <a:gd name="csX960" fmla="*/ 1338513 w 2649955"/>
                <a:gd name="csY960" fmla="*/ 1756611 h 1836319"/>
                <a:gd name="csX961" fmla="*/ 1337761 w 2649955"/>
                <a:gd name="csY961" fmla="*/ 1757362 h 1836319"/>
                <a:gd name="csX962" fmla="*/ 1335505 w 2649955"/>
                <a:gd name="csY962" fmla="*/ 1759619 h 1836319"/>
                <a:gd name="csX963" fmla="*/ 1334001 w 2649955"/>
                <a:gd name="csY963" fmla="*/ 1759619 h 1836319"/>
                <a:gd name="csX964" fmla="*/ 1333249 w 2649955"/>
                <a:gd name="csY964" fmla="*/ 1761122 h 1836319"/>
                <a:gd name="csX965" fmla="*/ 1330994 w 2649955"/>
                <a:gd name="csY965" fmla="*/ 1765634 h 1836319"/>
                <a:gd name="csX966" fmla="*/ 1330242 w 2649955"/>
                <a:gd name="csY966" fmla="*/ 1767138 h 1836319"/>
                <a:gd name="csX967" fmla="*/ 1328738 w 2649955"/>
                <a:gd name="csY967" fmla="*/ 1768642 h 1836319"/>
                <a:gd name="csX968" fmla="*/ 1327234 w 2649955"/>
                <a:gd name="csY968" fmla="*/ 1770146 h 1836319"/>
                <a:gd name="csX969" fmla="*/ 1324226 w 2649955"/>
                <a:gd name="csY969" fmla="*/ 1773154 h 1836319"/>
                <a:gd name="csX970" fmla="*/ 1322722 w 2649955"/>
                <a:gd name="csY970" fmla="*/ 1773906 h 1836319"/>
                <a:gd name="csX971" fmla="*/ 1321218 w 2649955"/>
                <a:gd name="csY971" fmla="*/ 1773906 h 1836319"/>
                <a:gd name="csX972" fmla="*/ 1318210 w 2649955"/>
                <a:gd name="csY972" fmla="*/ 1773906 h 1836319"/>
                <a:gd name="csX973" fmla="*/ 1316706 w 2649955"/>
                <a:gd name="csY973" fmla="*/ 1773906 h 1836319"/>
                <a:gd name="csX974" fmla="*/ 1314450 w 2649955"/>
                <a:gd name="csY974" fmla="*/ 1772402 h 1836319"/>
                <a:gd name="csX975" fmla="*/ 1312946 w 2649955"/>
                <a:gd name="csY975" fmla="*/ 1771650 h 1836319"/>
                <a:gd name="csX976" fmla="*/ 1311442 w 2649955"/>
                <a:gd name="csY976" fmla="*/ 1770146 h 1836319"/>
                <a:gd name="csX977" fmla="*/ 1309938 w 2649955"/>
                <a:gd name="csY977" fmla="*/ 1767890 h 1836319"/>
                <a:gd name="csX978" fmla="*/ 1309186 w 2649955"/>
                <a:gd name="csY978" fmla="*/ 1766386 h 1836319"/>
                <a:gd name="csX979" fmla="*/ 1308434 w 2649955"/>
                <a:gd name="csY979" fmla="*/ 1764882 h 1836319"/>
                <a:gd name="csX980" fmla="*/ 1308434 w 2649955"/>
                <a:gd name="csY980" fmla="*/ 1763378 h 1836319"/>
                <a:gd name="csX981" fmla="*/ 1308434 w 2649955"/>
                <a:gd name="csY981" fmla="*/ 1761874 h 1836319"/>
                <a:gd name="csX982" fmla="*/ 1308434 w 2649955"/>
                <a:gd name="csY982" fmla="*/ 1758115 h 1836319"/>
                <a:gd name="csX983" fmla="*/ 1308434 w 2649955"/>
                <a:gd name="csY983" fmla="*/ 1756611 h 1836319"/>
                <a:gd name="csX984" fmla="*/ 1306930 w 2649955"/>
                <a:gd name="csY984" fmla="*/ 1755859 h 1836319"/>
                <a:gd name="csX985" fmla="*/ 1306178 w 2649955"/>
                <a:gd name="csY985" fmla="*/ 1754355 h 1836319"/>
                <a:gd name="csX986" fmla="*/ 1304674 w 2649955"/>
                <a:gd name="csY986" fmla="*/ 1752851 h 1836319"/>
                <a:gd name="csX987" fmla="*/ 1304674 w 2649955"/>
                <a:gd name="csY987" fmla="*/ 1751347 h 1836319"/>
                <a:gd name="csX988" fmla="*/ 1304674 w 2649955"/>
                <a:gd name="csY988" fmla="*/ 1748339 h 1836319"/>
                <a:gd name="csX989" fmla="*/ 1303922 w 2649955"/>
                <a:gd name="csY989" fmla="*/ 1746835 h 1836319"/>
                <a:gd name="csX990" fmla="*/ 1302419 w 2649955"/>
                <a:gd name="csY990" fmla="*/ 1746083 h 1836319"/>
                <a:gd name="csX991" fmla="*/ 1300915 w 2649955"/>
                <a:gd name="csY991" fmla="*/ 1746835 h 1836319"/>
                <a:gd name="csX992" fmla="*/ 1297907 w 2649955"/>
                <a:gd name="csY992" fmla="*/ 1748339 h 1836319"/>
                <a:gd name="csX993" fmla="*/ 1296403 w 2649955"/>
                <a:gd name="csY993" fmla="*/ 1750595 h 1836319"/>
                <a:gd name="csX994" fmla="*/ 1293395 w 2649955"/>
                <a:gd name="csY994" fmla="*/ 1752099 h 1836319"/>
                <a:gd name="csX995" fmla="*/ 1283619 w 2649955"/>
                <a:gd name="csY995" fmla="*/ 1757362 h 1836319"/>
                <a:gd name="csX996" fmla="*/ 1280611 w 2649955"/>
                <a:gd name="csY996" fmla="*/ 1759619 h 1836319"/>
                <a:gd name="csX997" fmla="*/ 1278355 w 2649955"/>
                <a:gd name="csY997" fmla="*/ 1761874 h 1836319"/>
                <a:gd name="csX998" fmla="*/ 1276851 w 2649955"/>
                <a:gd name="csY998" fmla="*/ 1763378 h 1836319"/>
                <a:gd name="csX999" fmla="*/ 1275347 w 2649955"/>
                <a:gd name="csY999" fmla="*/ 1764130 h 1836319"/>
                <a:gd name="csX1000" fmla="*/ 1270836 w 2649955"/>
                <a:gd name="csY1000" fmla="*/ 1767138 h 1836319"/>
                <a:gd name="csX1001" fmla="*/ 1270084 w 2649955"/>
                <a:gd name="csY1001" fmla="*/ 1768642 h 1836319"/>
                <a:gd name="csX1002" fmla="*/ 1268580 w 2649955"/>
                <a:gd name="csY1002" fmla="*/ 1770146 h 1836319"/>
                <a:gd name="csX1003" fmla="*/ 1268580 w 2649955"/>
                <a:gd name="csY1003" fmla="*/ 1771650 h 1836319"/>
                <a:gd name="csX1004" fmla="*/ 1267828 w 2649955"/>
                <a:gd name="csY1004" fmla="*/ 1774658 h 1836319"/>
                <a:gd name="csX1005" fmla="*/ 1267828 w 2649955"/>
                <a:gd name="csY1005" fmla="*/ 1776162 h 1836319"/>
                <a:gd name="csX1006" fmla="*/ 1266324 w 2649955"/>
                <a:gd name="csY1006" fmla="*/ 1776914 h 1836319"/>
                <a:gd name="csX1007" fmla="*/ 1264820 w 2649955"/>
                <a:gd name="csY1007" fmla="*/ 1777666 h 1836319"/>
                <a:gd name="csX1008" fmla="*/ 1261812 w 2649955"/>
                <a:gd name="csY1008" fmla="*/ 1776914 h 1836319"/>
                <a:gd name="csX1009" fmla="*/ 1260308 w 2649955"/>
                <a:gd name="csY1009" fmla="*/ 1776162 h 1836319"/>
                <a:gd name="csX1010" fmla="*/ 1259556 w 2649955"/>
                <a:gd name="csY1010" fmla="*/ 1774658 h 1836319"/>
                <a:gd name="csX1011" fmla="*/ 1258804 w 2649955"/>
                <a:gd name="csY1011" fmla="*/ 1773154 h 1836319"/>
                <a:gd name="csX1012" fmla="*/ 1258052 w 2649955"/>
                <a:gd name="csY1012" fmla="*/ 1772402 h 1836319"/>
                <a:gd name="csX1013" fmla="*/ 1256548 w 2649955"/>
                <a:gd name="csY1013" fmla="*/ 1771650 h 1836319"/>
                <a:gd name="csX1014" fmla="*/ 1255044 w 2649955"/>
                <a:gd name="csY1014" fmla="*/ 1770898 h 1836319"/>
                <a:gd name="csX1015" fmla="*/ 1253540 w 2649955"/>
                <a:gd name="csY1015" fmla="*/ 1770146 h 1836319"/>
                <a:gd name="csX1016" fmla="*/ 1251284 w 2649955"/>
                <a:gd name="csY1016" fmla="*/ 1770146 h 1836319"/>
                <a:gd name="csX1017" fmla="*/ 1249028 w 2649955"/>
                <a:gd name="csY1017" fmla="*/ 1770898 h 1836319"/>
                <a:gd name="csX1018" fmla="*/ 1238501 w 2649955"/>
                <a:gd name="csY1018" fmla="*/ 1776162 h 1836319"/>
                <a:gd name="csX1019" fmla="*/ 1236245 w 2649955"/>
                <a:gd name="csY1019" fmla="*/ 1777666 h 1836319"/>
                <a:gd name="csX1020" fmla="*/ 1235493 w 2649955"/>
                <a:gd name="csY1020" fmla="*/ 1779922 h 1836319"/>
                <a:gd name="csX1021" fmla="*/ 1234741 w 2649955"/>
                <a:gd name="csY1021" fmla="*/ 1781426 h 1836319"/>
                <a:gd name="csX1022" fmla="*/ 1233989 w 2649955"/>
                <a:gd name="csY1022" fmla="*/ 1786690 h 1836319"/>
                <a:gd name="csX1023" fmla="*/ 1233237 w 2649955"/>
                <a:gd name="csY1023" fmla="*/ 1787441 h 1836319"/>
                <a:gd name="csX1024" fmla="*/ 1232485 w 2649955"/>
                <a:gd name="csY1024" fmla="*/ 1788945 h 1836319"/>
                <a:gd name="csX1025" fmla="*/ 1230229 w 2649955"/>
                <a:gd name="csY1025" fmla="*/ 1790450 h 1836319"/>
                <a:gd name="csX1026" fmla="*/ 1226469 w 2649955"/>
                <a:gd name="csY1026" fmla="*/ 1791953 h 1836319"/>
                <a:gd name="csX1027" fmla="*/ 1224213 w 2649955"/>
                <a:gd name="csY1027" fmla="*/ 1793457 h 1836319"/>
                <a:gd name="csX1028" fmla="*/ 1222709 w 2649955"/>
                <a:gd name="csY1028" fmla="*/ 1794209 h 1836319"/>
                <a:gd name="csX1029" fmla="*/ 1220453 w 2649955"/>
                <a:gd name="csY1029" fmla="*/ 1794961 h 1836319"/>
                <a:gd name="csX1030" fmla="*/ 1218198 w 2649955"/>
                <a:gd name="csY1030" fmla="*/ 1794209 h 1836319"/>
                <a:gd name="csX1031" fmla="*/ 1216693 w 2649955"/>
                <a:gd name="csY1031" fmla="*/ 1792705 h 1836319"/>
                <a:gd name="csX1032" fmla="*/ 1215190 w 2649955"/>
                <a:gd name="csY1032" fmla="*/ 1789697 h 1836319"/>
                <a:gd name="csX1033" fmla="*/ 1214438 w 2649955"/>
                <a:gd name="csY1033" fmla="*/ 1788945 h 1836319"/>
                <a:gd name="csX1034" fmla="*/ 1210678 w 2649955"/>
                <a:gd name="csY1034" fmla="*/ 1787441 h 1836319"/>
                <a:gd name="csX1035" fmla="*/ 1209926 w 2649955"/>
                <a:gd name="csY1035" fmla="*/ 1786690 h 1836319"/>
                <a:gd name="csX1036" fmla="*/ 1209174 w 2649955"/>
                <a:gd name="csY1036" fmla="*/ 1785186 h 1836319"/>
                <a:gd name="csX1037" fmla="*/ 1208422 w 2649955"/>
                <a:gd name="csY1037" fmla="*/ 1784434 h 1836319"/>
                <a:gd name="csX1038" fmla="*/ 1208422 w 2649955"/>
                <a:gd name="csY1038" fmla="*/ 1783682 h 1836319"/>
                <a:gd name="csX1039" fmla="*/ 1207670 w 2649955"/>
                <a:gd name="csY1039" fmla="*/ 1783682 h 1836319"/>
                <a:gd name="csX1040" fmla="*/ 1203158 w 2649955"/>
                <a:gd name="csY1040" fmla="*/ 1781426 h 1836319"/>
                <a:gd name="csX1041" fmla="*/ 1201654 w 2649955"/>
                <a:gd name="csY1041" fmla="*/ 1780674 h 1836319"/>
                <a:gd name="csX1042" fmla="*/ 1198646 w 2649955"/>
                <a:gd name="csY1042" fmla="*/ 1776162 h 1836319"/>
                <a:gd name="csX1043" fmla="*/ 1195638 w 2649955"/>
                <a:gd name="csY1043" fmla="*/ 1772402 h 1836319"/>
                <a:gd name="csX1044" fmla="*/ 1193382 w 2649955"/>
                <a:gd name="csY1044" fmla="*/ 1770898 h 1836319"/>
                <a:gd name="csX1045" fmla="*/ 1191878 w 2649955"/>
                <a:gd name="csY1045" fmla="*/ 1770146 h 1836319"/>
                <a:gd name="csX1046" fmla="*/ 1190374 w 2649955"/>
                <a:gd name="csY1046" fmla="*/ 1769394 h 1836319"/>
                <a:gd name="csX1047" fmla="*/ 1185863 w 2649955"/>
                <a:gd name="csY1047" fmla="*/ 1768642 h 1836319"/>
                <a:gd name="csX1048" fmla="*/ 1182855 w 2649955"/>
                <a:gd name="csY1048" fmla="*/ 1768642 h 1836319"/>
                <a:gd name="csX1049" fmla="*/ 1167063 w 2649955"/>
                <a:gd name="csY1049" fmla="*/ 1771650 h 1836319"/>
                <a:gd name="csX1050" fmla="*/ 1160295 w 2649955"/>
                <a:gd name="csY1050" fmla="*/ 1772402 h 1836319"/>
                <a:gd name="csX1051" fmla="*/ 1152776 w 2649955"/>
                <a:gd name="csY1051" fmla="*/ 1771650 h 1836319"/>
                <a:gd name="csX1052" fmla="*/ 1149016 w 2649955"/>
                <a:gd name="csY1052" fmla="*/ 1770898 h 1836319"/>
                <a:gd name="csX1053" fmla="*/ 1146008 w 2649955"/>
                <a:gd name="csY1053" fmla="*/ 1769394 h 1836319"/>
                <a:gd name="csX1054" fmla="*/ 1143752 w 2649955"/>
                <a:gd name="csY1054" fmla="*/ 1769394 h 1836319"/>
                <a:gd name="csX1055" fmla="*/ 1141496 w 2649955"/>
                <a:gd name="csY1055" fmla="*/ 1770146 h 1836319"/>
                <a:gd name="csX1056" fmla="*/ 1137736 w 2649955"/>
                <a:gd name="csY1056" fmla="*/ 1770898 h 1836319"/>
                <a:gd name="csX1057" fmla="*/ 1133976 w 2649955"/>
                <a:gd name="csY1057" fmla="*/ 1770146 h 1836319"/>
                <a:gd name="csX1058" fmla="*/ 1130216 w 2649955"/>
                <a:gd name="csY1058" fmla="*/ 1770146 h 1836319"/>
                <a:gd name="csX1059" fmla="*/ 1128713 w 2649955"/>
                <a:gd name="csY1059" fmla="*/ 1770146 h 1836319"/>
                <a:gd name="csX1060" fmla="*/ 1125705 w 2649955"/>
                <a:gd name="csY1060" fmla="*/ 1768642 h 1836319"/>
                <a:gd name="csX1061" fmla="*/ 1124201 w 2649955"/>
                <a:gd name="csY1061" fmla="*/ 1768642 h 1836319"/>
                <a:gd name="csX1062" fmla="*/ 1122697 w 2649955"/>
                <a:gd name="csY1062" fmla="*/ 1769394 h 1836319"/>
                <a:gd name="csX1063" fmla="*/ 1121945 w 2649955"/>
                <a:gd name="csY1063" fmla="*/ 1771650 h 1836319"/>
                <a:gd name="csX1064" fmla="*/ 1122697 w 2649955"/>
                <a:gd name="csY1064" fmla="*/ 1773906 h 1836319"/>
                <a:gd name="csX1065" fmla="*/ 1124201 w 2649955"/>
                <a:gd name="csY1065" fmla="*/ 1779170 h 1836319"/>
                <a:gd name="csX1066" fmla="*/ 1124201 w 2649955"/>
                <a:gd name="csY1066" fmla="*/ 1780674 h 1836319"/>
                <a:gd name="csX1067" fmla="*/ 1124201 w 2649955"/>
                <a:gd name="csY1067" fmla="*/ 1784434 h 1836319"/>
                <a:gd name="csX1068" fmla="*/ 1123449 w 2649955"/>
                <a:gd name="csY1068" fmla="*/ 1785938 h 1836319"/>
                <a:gd name="csX1069" fmla="*/ 1121945 w 2649955"/>
                <a:gd name="csY1069" fmla="*/ 1788193 h 1836319"/>
                <a:gd name="csX1070" fmla="*/ 1111417 w 2649955"/>
                <a:gd name="csY1070" fmla="*/ 1799473 h 1836319"/>
                <a:gd name="csX1071" fmla="*/ 1108409 w 2649955"/>
                <a:gd name="csY1071" fmla="*/ 1803233 h 1836319"/>
                <a:gd name="csX1072" fmla="*/ 1106905 w 2649955"/>
                <a:gd name="csY1072" fmla="*/ 1804737 h 1836319"/>
                <a:gd name="csX1073" fmla="*/ 1103146 w 2649955"/>
                <a:gd name="csY1073" fmla="*/ 1806241 h 1836319"/>
                <a:gd name="csX1074" fmla="*/ 1094122 w 2649955"/>
                <a:gd name="csY1074" fmla="*/ 1808497 h 1836319"/>
                <a:gd name="csX1075" fmla="*/ 1092618 w 2649955"/>
                <a:gd name="csY1075" fmla="*/ 1809249 h 1836319"/>
                <a:gd name="csX1076" fmla="*/ 1087354 w 2649955"/>
                <a:gd name="csY1076" fmla="*/ 1813009 h 1836319"/>
                <a:gd name="csX1077" fmla="*/ 1077578 w 2649955"/>
                <a:gd name="csY1077" fmla="*/ 1822784 h 1836319"/>
                <a:gd name="csX1078" fmla="*/ 1075323 w 2649955"/>
                <a:gd name="csY1078" fmla="*/ 1822784 h 1836319"/>
                <a:gd name="csX1079" fmla="*/ 1071563 w 2649955"/>
                <a:gd name="csY1079" fmla="*/ 1822032 h 1836319"/>
                <a:gd name="csX1080" fmla="*/ 1070811 w 2649955"/>
                <a:gd name="csY1080" fmla="*/ 1822032 h 1836319"/>
                <a:gd name="csX1081" fmla="*/ 1069307 w 2649955"/>
                <a:gd name="csY1081" fmla="*/ 1824288 h 1836319"/>
                <a:gd name="csX1082" fmla="*/ 1068555 w 2649955"/>
                <a:gd name="csY1082" fmla="*/ 1825792 h 1836319"/>
                <a:gd name="csX1083" fmla="*/ 1067051 w 2649955"/>
                <a:gd name="csY1083" fmla="*/ 1828048 h 1836319"/>
                <a:gd name="csX1084" fmla="*/ 1065547 w 2649955"/>
                <a:gd name="csY1084" fmla="*/ 1829552 h 1836319"/>
                <a:gd name="csX1085" fmla="*/ 1057275 w 2649955"/>
                <a:gd name="csY1085" fmla="*/ 1836320 h 1836319"/>
                <a:gd name="csX1086" fmla="*/ 606843 w 2649955"/>
                <a:gd name="csY1086" fmla="*/ 1624263 h 1836319"/>
                <a:gd name="csX1087" fmla="*/ 521118 w 2649955"/>
                <a:gd name="csY1087" fmla="*/ 1578393 h 1836319"/>
                <a:gd name="csX1088" fmla="*/ 173706 w 2649955"/>
                <a:gd name="csY1088" fmla="*/ 1491916 h 1836319"/>
                <a:gd name="csX1089" fmla="*/ 3008 w 2649955"/>
                <a:gd name="csY1089" fmla="*/ 1420478 h 1836319"/>
                <a:gd name="csX1090" fmla="*/ 752 w 2649955"/>
                <a:gd name="csY1090" fmla="*/ 1419726 h 1836319"/>
                <a:gd name="csX1091" fmla="*/ 0 w 2649955"/>
                <a:gd name="csY1091" fmla="*/ 1417471 h 1836319"/>
                <a:gd name="csX1092" fmla="*/ 752 w 2649955"/>
                <a:gd name="csY1092" fmla="*/ 1413711 h 1836319"/>
                <a:gd name="csX1093" fmla="*/ 3008 w 2649955"/>
                <a:gd name="csY1093" fmla="*/ 1409199 h 1836319"/>
                <a:gd name="csX1094" fmla="*/ 6768 w 2649955"/>
                <a:gd name="csY1094" fmla="*/ 1395663 h 1836319"/>
                <a:gd name="csX1095" fmla="*/ 6768 w 2649955"/>
                <a:gd name="csY1095" fmla="*/ 1386640 h 1836319"/>
                <a:gd name="csX1096" fmla="*/ 8272 w 2649955"/>
                <a:gd name="csY1096" fmla="*/ 1384384 h 1836319"/>
                <a:gd name="csX1097" fmla="*/ 9776 w 2649955"/>
                <a:gd name="csY1097" fmla="*/ 1382880 h 1836319"/>
                <a:gd name="csX1098" fmla="*/ 15791 w 2649955"/>
                <a:gd name="csY1098" fmla="*/ 1378368 h 1836319"/>
                <a:gd name="csX1099" fmla="*/ 17295 w 2649955"/>
                <a:gd name="csY1099" fmla="*/ 1376864 h 1836319"/>
                <a:gd name="csX1100" fmla="*/ 19551 w 2649955"/>
                <a:gd name="csY1100" fmla="*/ 1373104 h 1836319"/>
                <a:gd name="csX1101" fmla="*/ 21055 w 2649955"/>
                <a:gd name="csY1101" fmla="*/ 1370848 h 1836319"/>
                <a:gd name="csX1102" fmla="*/ 25567 w 2649955"/>
                <a:gd name="csY1102" fmla="*/ 1368592 h 1836319"/>
                <a:gd name="csX1103" fmla="*/ 33087 w 2649955"/>
                <a:gd name="csY1103" fmla="*/ 1362576 h 1836319"/>
                <a:gd name="csX1104" fmla="*/ 45118 w 2649955"/>
                <a:gd name="csY1104" fmla="*/ 1355809 h 1836319"/>
                <a:gd name="csX1105" fmla="*/ 55646 w 2649955"/>
                <a:gd name="csY1105" fmla="*/ 1346785 h 1836319"/>
                <a:gd name="csX1106" fmla="*/ 61662 w 2649955"/>
                <a:gd name="csY1106" fmla="*/ 1343025 h 1836319"/>
                <a:gd name="csX1107" fmla="*/ 66926 w 2649955"/>
                <a:gd name="csY1107" fmla="*/ 1337761 h 1836319"/>
                <a:gd name="csX1108" fmla="*/ 69934 w 2649955"/>
                <a:gd name="csY1108" fmla="*/ 1337009 h 1836319"/>
                <a:gd name="csX1109" fmla="*/ 81213 w 2649955"/>
                <a:gd name="csY1109" fmla="*/ 1337009 h 1836319"/>
                <a:gd name="csX1110" fmla="*/ 87981 w 2649955"/>
                <a:gd name="csY1110" fmla="*/ 1334753 h 1836319"/>
                <a:gd name="csX1111" fmla="*/ 93245 w 2649955"/>
                <a:gd name="csY1111" fmla="*/ 1332497 h 1836319"/>
                <a:gd name="csX1112" fmla="*/ 97005 w 2649955"/>
                <a:gd name="csY1112" fmla="*/ 1327986 h 1836319"/>
                <a:gd name="csX1113" fmla="*/ 100764 w 2649955"/>
                <a:gd name="csY1113" fmla="*/ 1321970 h 1836319"/>
                <a:gd name="csX1114" fmla="*/ 103020 w 2649955"/>
                <a:gd name="csY1114" fmla="*/ 1315202 h 1836319"/>
                <a:gd name="csX1115" fmla="*/ 103772 w 2649955"/>
                <a:gd name="csY1115" fmla="*/ 1312194 h 1836319"/>
                <a:gd name="csX1116" fmla="*/ 103772 w 2649955"/>
                <a:gd name="csY1116" fmla="*/ 1308434 h 1836319"/>
                <a:gd name="csX1117" fmla="*/ 103020 w 2649955"/>
                <a:gd name="csY1117" fmla="*/ 1305426 h 1836319"/>
                <a:gd name="csX1118" fmla="*/ 99261 w 2649955"/>
                <a:gd name="csY1118" fmla="*/ 1298659 h 1836319"/>
                <a:gd name="csX1119" fmla="*/ 98509 w 2649955"/>
                <a:gd name="csY1119" fmla="*/ 1294899 h 1836319"/>
                <a:gd name="csX1120" fmla="*/ 97005 w 2649955"/>
                <a:gd name="csY1120" fmla="*/ 1282867 h 1836319"/>
                <a:gd name="csX1121" fmla="*/ 96253 w 2649955"/>
                <a:gd name="csY1121" fmla="*/ 1279859 h 1836319"/>
                <a:gd name="csX1122" fmla="*/ 88733 w 2649955"/>
                <a:gd name="csY1122" fmla="*/ 1271588 h 1836319"/>
                <a:gd name="csX1123" fmla="*/ 87229 w 2649955"/>
                <a:gd name="csY1123" fmla="*/ 1267828 h 1836319"/>
                <a:gd name="csX1124" fmla="*/ 87229 w 2649955"/>
                <a:gd name="csY1124" fmla="*/ 1261060 h 1836319"/>
                <a:gd name="csX1125" fmla="*/ 90237 w 2649955"/>
                <a:gd name="csY1125" fmla="*/ 1255044 h 1836319"/>
                <a:gd name="csX1126" fmla="*/ 93245 w 2649955"/>
                <a:gd name="csY1126" fmla="*/ 1249780 h 1836319"/>
                <a:gd name="csX1127" fmla="*/ 101516 w 2649955"/>
                <a:gd name="csY1127" fmla="*/ 1230981 h 1836319"/>
                <a:gd name="csX1128" fmla="*/ 106780 w 2649955"/>
                <a:gd name="csY1128" fmla="*/ 1225717 h 1836319"/>
                <a:gd name="csX1129" fmla="*/ 122572 w 2649955"/>
                <a:gd name="csY1129" fmla="*/ 1204662 h 1836319"/>
                <a:gd name="csX1130" fmla="*/ 124828 w 2649955"/>
                <a:gd name="csY1130" fmla="*/ 1200902 h 1836319"/>
                <a:gd name="csX1131" fmla="*/ 126332 w 2649955"/>
                <a:gd name="csY1131" fmla="*/ 1196390 h 1836319"/>
                <a:gd name="csX1132" fmla="*/ 129340 w 2649955"/>
                <a:gd name="csY1132" fmla="*/ 1182103 h 1836319"/>
                <a:gd name="csX1133" fmla="*/ 129340 w 2649955"/>
                <a:gd name="csY1133" fmla="*/ 1177591 h 1836319"/>
                <a:gd name="csX1134" fmla="*/ 127836 w 2649955"/>
                <a:gd name="csY1134" fmla="*/ 1173079 h 1836319"/>
                <a:gd name="csX1135" fmla="*/ 127084 w 2649955"/>
                <a:gd name="csY1135" fmla="*/ 1167815 h 1836319"/>
                <a:gd name="csX1136" fmla="*/ 128587 w 2649955"/>
                <a:gd name="csY1136" fmla="*/ 1163303 h 1836319"/>
                <a:gd name="csX1137" fmla="*/ 133099 w 2649955"/>
                <a:gd name="csY1137" fmla="*/ 1153528 h 1836319"/>
                <a:gd name="csX1138" fmla="*/ 133851 w 2649955"/>
                <a:gd name="csY1138" fmla="*/ 1151272 h 1836319"/>
                <a:gd name="csX1139" fmla="*/ 134603 w 2649955"/>
                <a:gd name="csY1139" fmla="*/ 1144504 h 1836319"/>
                <a:gd name="csX1140" fmla="*/ 136107 w 2649955"/>
                <a:gd name="csY1140" fmla="*/ 1142248 h 1836319"/>
                <a:gd name="csX1141" fmla="*/ 137611 w 2649955"/>
                <a:gd name="csY1141" fmla="*/ 1140744 h 1836319"/>
                <a:gd name="csX1142" fmla="*/ 138363 w 2649955"/>
                <a:gd name="csY1142" fmla="*/ 1138488 h 1836319"/>
                <a:gd name="csX1143" fmla="*/ 139115 w 2649955"/>
                <a:gd name="csY1143" fmla="*/ 1136232 h 1836319"/>
                <a:gd name="csX1144" fmla="*/ 138363 w 2649955"/>
                <a:gd name="csY1144" fmla="*/ 1126457 h 1836319"/>
                <a:gd name="csX1145" fmla="*/ 137611 w 2649955"/>
                <a:gd name="csY1145" fmla="*/ 1124201 h 1836319"/>
                <a:gd name="csX1146" fmla="*/ 136107 w 2649955"/>
                <a:gd name="csY1146" fmla="*/ 1121945 h 1836319"/>
                <a:gd name="csX1147" fmla="*/ 134603 w 2649955"/>
                <a:gd name="csY1147" fmla="*/ 1119689 h 1836319"/>
                <a:gd name="csX1148" fmla="*/ 135355 w 2649955"/>
                <a:gd name="csY1148" fmla="*/ 1117433 h 1836319"/>
                <a:gd name="csX1149" fmla="*/ 139115 w 2649955"/>
                <a:gd name="csY1149" fmla="*/ 1115929 h 1836319"/>
                <a:gd name="csX1150" fmla="*/ 141371 w 2649955"/>
                <a:gd name="csY1150" fmla="*/ 1115929 h 1836319"/>
                <a:gd name="csX1151" fmla="*/ 142123 w 2649955"/>
                <a:gd name="csY1151" fmla="*/ 1115929 h 1836319"/>
                <a:gd name="csX1152" fmla="*/ 144379 w 2649955"/>
                <a:gd name="csY1152" fmla="*/ 1114425 h 1836319"/>
                <a:gd name="csX1153" fmla="*/ 144379 w 2649955"/>
                <a:gd name="csY1153" fmla="*/ 1112169 h 1836319"/>
                <a:gd name="csX1154" fmla="*/ 145131 w 2649955"/>
                <a:gd name="csY1154" fmla="*/ 1111417 h 1836319"/>
                <a:gd name="csX1155" fmla="*/ 145883 w 2649955"/>
                <a:gd name="csY1155" fmla="*/ 1110665 h 1836319"/>
                <a:gd name="csX1156" fmla="*/ 148139 w 2649955"/>
                <a:gd name="csY1156" fmla="*/ 1111417 h 1836319"/>
                <a:gd name="csX1157" fmla="*/ 148891 w 2649955"/>
                <a:gd name="csY1157" fmla="*/ 1111417 h 1836319"/>
                <a:gd name="csX1158" fmla="*/ 154907 w 2649955"/>
                <a:gd name="csY1158" fmla="*/ 1110665 h 1836319"/>
                <a:gd name="csX1159" fmla="*/ 157163 w 2649955"/>
                <a:gd name="csY1159" fmla="*/ 1109161 h 1836319"/>
                <a:gd name="csX1160" fmla="*/ 159418 w 2649955"/>
                <a:gd name="csY1160" fmla="*/ 1106905 h 1836319"/>
                <a:gd name="csX1161" fmla="*/ 160922 w 2649955"/>
                <a:gd name="csY1161" fmla="*/ 1105401 h 1836319"/>
                <a:gd name="csX1162" fmla="*/ 163930 w 2649955"/>
                <a:gd name="csY1162" fmla="*/ 1105401 h 1836319"/>
                <a:gd name="csX1163" fmla="*/ 166938 w 2649955"/>
                <a:gd name="csY1163" fmla="*/ 1106905 h 1836319"/>
                <a:gd name="csX1164" fmla="*/ 175210 w 2649955"/>
                <a:gd name="csY1164" fmla="*/ 1106905 h 1836319"/>
                <a:gd name="csX1165" fmla="*/ 176714 w 2649955"/>
                <a:gd name="csY1165" fmla="*/ 1106153 h 1836319"/>
                <a:gd name="csX1166" fmla="*/ 178218 w 2649955"/>
                <a:gd name="csY1166" fmla="*/ 1104649 h 1836319"/>
                <a:gd name="csX1167" fmla="*/ 178970 w 2649955"/>
                <a:gd name="csY1167" fmla="*/ 1103897 h 1836319"/>
                <a:gd name="csX1168" fmla="*/ 178970 w 2649955"/>
                <a:gd name="csY1168" fmla="*/ 1102393 h 1836319"/>
                <a:gd name="csX1169" fmla="*/ 179722 w 2649955"/>
                <a:gd name="csY1169" fmla="*/ 1100138 h 1836319"/>
                <a:gd name="csX1170" fmla="*/ 181226 w 2649955"/>
                <a:gd name="csY1170" fmla="*/ 1098634 h 1836319"/>
                <a:gd name="csX1171" fmla="*/ 185738 w 2649955"/>
                <a:gd name="csY1171" fmla="*/ 1096378 h 1836319"/>
                <a:gd name="csX1172" fmla="*/ 189497 w 2649955"/>
                <a:gd name="csY1172" fmla="*/ 1092618 h 1836319"/>
                <a:gd name="csX1173" fmla="*/ 191753 w 2649955"/>
                <a:gd name="csY1173" fmla="*/ 1090362 h 1836319"/>
                <a:gd name="csX1174" fmla="*/ 194761 w 2649955"/>
                <a:gd name="csY1174" fmla="*/ 1089610 h 1836319"/>
                <a:gd name="csX1175" fmla="*/ 197017 w 2649955"/>
                <a:gd name="csY1175" fmla="*/ 1088858 h 1836319"/>
                <a:gd name="csX1176" fmla="*/ 199273 w 2649955"/>
                <a:gd name="csY1176" fmla="*/ 1088858 h 1836319"/>
                <a:gd name="csX1177" fmla="*/ 200777 w 2649955"/>
                <a:gd name="csY1177" fmla="*/ 1088106 h 1836319"/>
                <a:gd name="csX1178" fmla="*/ 200777 w 2649955"/>
                <a:gd name="csY1178" fmla="*/ 1086602 h 1836319"/>
                <a:gd name="csX1179" fmla="*/ 201529 w 2649955"/>
                <a:gd name="csY1179" fmla="*/ 1085098 h 1836319"/>
                <a:gd name="csX1180" fmla="*/ 201529 w 2649955"/>
                <a:gd name="csY1180" fmla="*/ 1084346 h 1836319"/>
                <a:gd name="csX1181" fmla="*/ 201529 w 2649955"/>
                <a:gd name="csY1181" fmla="*/ 1082842 h 1836319"/>
                <a:gd name="csX1182" fmla="*/ 202281 w 2649955"/>
                <a:gd name="csY1182" fmla="*/ 1082090 h 1836319"/>
                <a:gd name="csX1183" fmla="*/ 203033 w 2649955"/>
                <a:gd name="csY1183" fmla="*/ 1082090 h 1836319"/>
                <a:gd name="csX1184" fmla="*/ 205289 w 2649955"/>
                <a:gd name="csY1184" fmla="*/ 1082090 h 1836319"/>
                <a:gd name="csX1185" fmla="*/ 206041 w 2649955"/>
                <a:gd name="csY1185" fmla="*/ 1081338 h 1836319"/>
                <a:gd name="csX1186" fmla="*/ 209049 w 2649955"/>
                <a:gd name="csY1186" fmla="*/ 1079834 h 1836319"/>
                <a:gd name="csX1187" fmla="*/ 212057 w 2649955"/>
                <a:gd name="csY1187" fmla="*/ 1078330 h 1836319"/>
                <a:gd name="csX1188" fmla="*/ 213561 w 2649955"/>
                <a:gd name="csY1188" fmla="*/ 1076074 h 1836319"/>
                <a:gd name="csX1189" fmla="*/ 214313 w 2649955"/>
                <a:gd name="csY1189" fmla="*/ 1067803 h 1836319"/>
                <a:gd name="csX1190" fmla="*/ 215816 w 2649955"/>
                <a:gd name="csY1190" fmla="*/ 1065547 h 1836319"/>
                <a:gd name="csX1191" fmla="*/ 222584 w 2649955"/>
                <a:gd name="csY1191" fmla="*/ 1064043 h 1836319"/>
                <a:gd name="csX1192" fmla="*/ 223336 w 2649955"/>
                <a:gd name="csY1192" fmla="*/ 1063291 h 1836319"/>
                <a:gd name="csX1193" fmla="*/ 223336 w 2649955"/>
                <a:gd name="csY1193" fmla="*/ 1061787 h 1836319"/>
                <a:gd name="csX1194" fmla="*/ 224088 w 2649955"/>
                <a:gd name="csY1194" fmla="*/ 1061035 h 1836319"/>
                <a:gd name="csX1195" fmla="*/ 226344 w 2649955"/>
                <a:gd name="csY1195" fmla="*/ 1060283 h 1836319"/>
                <a:gd name="csX1196" fmla="*/ 231608 w 2649955"/>
                <a:gd name="csY1196" fmla="*/ 1061035 h 1836319"/>
                <a:gd name="csX1197" fmla="*/ 233864 w 2649955"/>
                <a:gd name="csY1197" fmla="*/ 1061035 h 1836319"/>
                <a:gd name="csX1198" fmla="*/ 236120 w 2649955"/>
                <a:gd name="csY1198" fmla="*/ 1060283 h 1836319"/>
                <a:gd name="csX1199" fmla="*/ 239128 w 2649955"/>
                <a:gd name="csY1199" fmla="*/ 1058779 h 1836319"/>
                <a:gd name="csX1200" fmla="*/ 246647 w 2649955"/>
                <a:gd name="csY1200" fmla="*/ 1052763 h 1836319"/>
                <a:gd name="csX1201" fmla="*/ 254919 w 2649955"/>
                <a:gd name="csY1201" fmla="*/ 1048251 h 1836319"/>
                <a:gd name="csX1202" fmla="*/ 257927 w 2649955"/>
                <a:gd name="csY1202" fmla="*/ 1045995 h 1836319"/>
                <a:gd name="csX1203" fmla="*/ 260183 w 2649955"/>
                <a:gd name="csY1203" fmla="*/ 1043739 h 1836319"/>
                <a:gd name="csX1204" fmla="*/ 262439 w 2649955"/>
                <a:gd name="csY1204" fmla="*/ 1038476 h 1836319"/>
                <a:gd name="csX1205" fmla="*/ 263943 w 2649955"/>
                <a:gd name="csY1205" fmla="*/ 1036972 h 1836319"/>
                <a:gd name="csX1206" fmla="*/ 264695 w 2649955"/>
                <a:gd name="csY1206" fmla="*/ 1036972 h 1836319"/>
                <a:gd name="csX1207" fmla="*/ 266199 w 2649955"/>
                <a:gd name="csY1207" fmla="*/ 1037724 h 1836319"/>
                <a:gd name="csX1208" fmla="*/ 267703 w 2649955"/>
                <a:gd name="csY1208" fmla="*/ 1038476 h 1836319"/>
                <a:gd name="csX1209" fmla="*/ 269207 w 2649955"/>
                <a:gd name="csY1209" fmla="*/ 1037724 h 1836319"/>
                <a:gd name="csX1210" fmla="*/ 270711 w 2649955"/>
                <a:gd name="csY1210" fmla="*/ 1036972 h 1836319"/>
                <a:gd name="csX1211" fmla="*/ 272966 w 2649955"/>
                <a:gd name="csY1211" fmla="*/ 1034716 h 1836319"/>
                <a:gd name="csX1212" fmla="*/ 277478 w 2649955"/>
                <a:gd name="csY1212" fmla="*/ 1033212 h 1836319"/>
                <a:gd name="csX1213" fmla="*/ 284998 w 2649955"/>
                <a:gd name="csY1213" fmla="*/ 1026444 h 1836319"/>
                <a:gd name="csX1214" fmla="*/ 288758 w 2649955"/>
                <a:gd name="csY1214" fmla="*/ 1024188 h 1836319"/>
                <a:gd name="csX1215" fmla="*/ 291014 w 2649955"/>
                <a:gd name="csY1215" fmla="*/ 1023436 h 1836319"/>
                <a:gd name="csX1216" fmla="*/ 303797 w 2649955"/>
                <a:gd name="csY1216" fmla="*/ 1021932 h 1836319"/>
                <a:gd name="csX1217" fmla="*/ 304549 w 2649955"/>
                <a:gd name="csY1217" fmla="*/ 1021180 h 1836319"/>
                <a:gd name="csX1218" fmla="*/ 305301 w 2649955"/>
                <a:gd name="csY1218" fmla="*/ 1020428 h 1836319"/>
                <a:gd name="csX1219" fmla="*/ 305301 w 2649955"/>
                <a:gd name="csY1219" fmla="*/ 1019676 h 1836319"/>
                <a:gd name="csX1220" fmla="*/ 306053 w 2649955"/>
                <a:gd name="csY1220" fmla="*/ 1018924 h 1836319"/>
                <a:gd name="csX1221" fmla="*/ 306805 w 2649955"/>
                <a:gd name="csY1221" fmla="*/ 1018172 h 1836319"/>
                <a:gd name="csX1222" fmla="*/ 308309 w 2649955"/>
                <a:gd name="csY1222" fmla="*/ 1018172 h 1836319"/>
                <a:gd name="csX1223" fmla="*/ 312069 w 2649955"/>
                <a:gd name="csY1223" fmla="*/ 1019676 h 1836319"/>
                <a:gd name="csX1224" fmla="*/ 313573 w 2649955"/>
                <a:gd name="csY1224" fmla="*/ 1020428 h 1836319"/>
                <a:gd name="csX1225" fmla="*/ 316581 w 2649955"/>
                <a:gd name="csY1225" fmla="*/ 1019676 h 1836319"/>
                <a:gd name="csX1226" fmla="*/ 318837 w 2649955"/>
                <a:gd name="csY1226" fmla="*/ 1018924 h 1836319"/>
                <a:gd name="csX1227" fmla="*/ 320341 w 2649955"/>
                <a:gd name="csY1227" fmla="*/ 1018172 h 1836319"/>
                <a:gd name="csX1228" fmla="*/ 322597 w 2649955"/>
                <a:gd name="csY1228" fmla="*/ 1020428 h 1836319"/>
                <a:gd name="csX1229" fmla="*/ 324101 w 2649955"/>
                <a:gd name="csY1229" fmla="*/ 1021932 h 1836319"/>
                <a:gd name="csX1230" fmla="*/ 324853 w 2649955"/>
                <a:gd name="csY1230" fmla="*/ 1021932 h 1836319"/>
                <a:gd name="csX1231" fmla="*/ 326357 w 2649955"/>
                <a:gd name="csY1231" fmla="*/ 1021932 h 1836319"/>
                <a:gd name="csX1232" fmla="*/ 328613 w 2649955"/>
                <a:gd name="csY1232" fmla="*/ 1021180 h 1836319"/>
                <a:gd name="csX1233" fmla="*/ 331620 w 2649955"/>
                <a:gd name="csY1233" fmla="*/ 1018172 h 1836319"/>
                <a:gd name="csX1234" fmla="*/ 333124 w 2649955"/>
                <a:gd name="csY1234" fmla="*/ 1018172 h 1836319"/>
                <a:gd name="csX1235" fmla="*/ 332372 w 2649955"/>
                <a:gd name="csY1235" fmla="*/ 1021180 h 1836319"/>
                <a:gd name="csX1236" fmla="*/ 339140 w 2649955"/>
                <a:gd name="csY1236" fmla="*/ 1018172 h 1836319"/>
                <a:gd name="csX1237" fmla="*/ 341396 w 2649955"/>
                <a:gd name="csY1237" fmla="*/ 1018172 h 1836319"/>
                <a:gd name="csX1238" fmla="*/ 345156 w 2649955"/>
                <a:gd name="csY1238" fmla="*/ 1018924 h 1836319"/>
                <a:gd name="csX1239" fmla="*/ 346660 w 2649955"/>
                <a:gd name="csY1239" fmla="*/ 1018924 h 1836319"/>
                <a:gd name="csX1240" fmla="*/ 347412 w 2649955"/>
                <a:gd name="csY1240" fmla="*/ 1018172 h 1836319"/>
                <a:gd name="csX1241" fmla="*/ 348164 w 2649955"/>
                <a:gd name="csY1241" fmla="*/ 1014413 h 1836319"/>
                <a:gd name="csX1242" fmla="*/ 348916 w 2649955"/>
                <a:gd name="csY1242" fmla="*/ 1012909 h 1836319"/>
                <a:gd name="csX1243" fmla="*/ 351172 w 2649955"/>
                <a:gd name="csY1243" fmla="*/ 1012157 h 1836319"/>
                <a:gd name="csX1244" fmla="*/ 353428 w 2649955"/>
                <a:gd name="csY1244" fmla="*/ 1012157 h 1836319"/>
                <a:gd name="csX1245" fmla="*/ 357939 w 2649955"/>
                <a:gd name="csY1245" fmla="*/ 1012157 h 1836319"/>
                <a:gd name="csX1246" fmla="*/ 365459 w 2649955"/>
                <a:gd name="csY1246" fmla="*/ 1010653 h 1836319"/>
                <a:gd name="csX1247" fmla="*/ 366963 w 2649955"/>
                <a:gd name="csY1247" fmla="*/ 1011405 h 1836319"/>
                <a:gd name="csX1248" fmla="*/ 368467 w 2649955"/>
                <a:gd name="csY1248" fmla="*/ 1012157 h 1836319"/>
                <a:gd name="csX1249" fmla="*/ 369971 w 2649955"/>
                <a:gd name="csY1249" fmla="*/ 1013661 h 1836319"/>
                <a:gd name="csX1250" fmla="*/ 370723 w 2649955"/>
                <a:gd name="csY1250" fmla="*/ 1015165 h 1836319"/>
                <a:gd name="csX1251" fmla="*/ 372979 w 2649955"/>
                <a:gd name="csY1251" fmla="*/ 1013661 h 1836319"/>
                <a:gd name="csX1252" fmla="*/ 373731 w 2649955"/>
                <a:gd name="csY1252" fmla="*/ 1013661 h 1836319"/>
                <a:gd name="csX1253" fmla="*/ 375235 w 2649955"/>
                <a:gd name="csY1253" fmla="*/ 1011405 h 1836319"/>
                <a:gd name="csX1254" fmla="*/ 375987 w 2649955"/>
                <a:gd name="csY1254" fmla="*/ 1011405 h 1836319"/>
                <a:gd name="csX1255" fmla="*/ 376739 w 2649955"/>
                <a:gd name="csY1255" fmla="*/ 1011405 h 1836319"/>
                <a:gd name="csX1256" fmla="*/ 377491 w 2649955"/>
                <a:gd name="csY1256" fmla="*/ 1012157 h 1836319"/>
                <a:gd name="csX1257" fmla="*/ 378243 w 2649955"/>
                <a:gd name="csY1257" fmla="*/ 1012157 h 1836319"/>
                <a:gd name="csX1258" fmla="*/ 379747 w 2649955"/>
                <a:gd name="csY1258" fmla="*/ 1009901 h 1836319"/>
                <a:gd name="csX1259" fmla="*/ 379747 w 2649955"/>
                <a:gd name="csY1259" fmla="*/ 1008397 h 1836319"/>
                <a:gd name="csX1260" fmla="*/ 379747 w 2649955"/>
                <a:gd name="csY1260" fmla="*/ 1006893 h 1836319"/>
                <a:gd name="csX1261" fmla="*/ 379747 w 2649955"/>
                <a:gd name="csY1261" fmla="*/ 1005389 h 1836319"/>
                <a:gd name="csX1262" fmla="*/ 382003 w 2649955"/>
                <a:gd name="csY1262" fmla="*/ 1003133 h 1836319"/>
                <a:gd name="csX1263" fmla="*/ 385763 w 2649955"/>
                <a:gd name="csY1263" fmla="*/ 1002381 h 1836319"/>
                <a:gd name="csX1264" fmla="*/ 389522 w 2649955"/>
                <a:gd name="csY1264" fmla="*/ 1003133 h 1836319"/>
                <a:gd name="csX1265" fmla="*/ 393282 w 2649955"/>
                <a:gd name="csY1265" fmla="*/ 1007645 h 1836319"/>
                <a:gd name="csX1266" fmla="*/ 395538 w 2649955"/>
                <a:gd name="csY1266" fmla="*/ 1005389 h 1836319"/>
                <a:gd name="csX1267" fmla="*/ 397794 w 2649955"/>
                <a:gd name="csY1267" fmla="*/ 1001629 h 1836319"/>
                <a:gd name="csX1268" fmla="*/ 400050 w 2649955"/>
                <a:gd name="csY1268" fmla="*/ 1000125 h 1836319"/>
                <a:gd name="csX1269" fmla="*/ 401554 w 2649955"/>
                <a:gd name="csY1269" fmla="*/ 1000877 h 1836319"/>
                <a:gd name="csX1270" fmla="*/ 403058 w 2649955"/>
                <a:gd name="csY1270" fmla="*/ 1004637 h 1836319"/>
                <a:gd name="csX1271" fmla="*/ 403810 w 2649955"/>
                <a:gd name="csY1271" fmla="*/ 1005389 h 1836319"/>
                <a:gd name="csX1272" fmla="*/ 406818 w 2649955"/>
                <a:gd name="csY1272" fmla="*/ 1006141 h 1836319"/>
                <a:gd name="csX1273" fmla="*/ 407570 w 2649955"/>
                <a:gd name="csY1273" fmla="*/ 1005389 h 1836319"/>
                <a:gd name="csX1274" fmla="*/ 409826 w 2649955"/>
                <a:gd name="csY1274" fmla="*/ 1001629 h 1836319"/>
                <a:gd name="csX1275" fmla="*/ 413586 w 2649955"/>
                <a:gd name="csY1275" fmla="*/ 1000125 h 1836319"/>
                <a:gd name="csX1276" fmla="*/ 421857 w 2649955"/>
                <a:gd name="csY1276" fmla="*/ 1003885 h 1836319"/>
                <a:gd name="csX1277" fmla="*/ 424113 w 2649955"/>
                <a:gd name="csY1277" fmla="*/ 1001629 h 1836319"/>
                <a:gd name="csX1278" fmla="*/ 424865 w 2649955"/>
                <a:gd name="csY1278" fmla="*/ 997869 h 1836319"/>
                <a:gd name="csX1279" fmla="*/ 427121 w 2649955"/>
                <a:gd name="csY1279" fmla="*/ 1000877 h 1836319"/>
                <a:gd name="csX1280" fmla="*/ 430881 w 2649955"/>
                <a:gd name="csY1280" fmla="*/ 1003885 h 1836319"/>
                <a:gd name="csX1281" fmla="*/ 433889 w 2649955"/>
                <a:gd name="csY1281" fmla="*/ 1000125 h 1836319"/>
                <a:gd name="csX1282" fmla="*/ 435393 w 2649955"/>
                <a:gd name="csY1282" fmla="*/ 997869 h 1836319"/>
                <a:gd name="csX1283" fmla="*/ 436897 w 2649955"/>
                <a:gd name="csY1283" fmla="*/ 994861 h 1836319"/>
                <a:gd name="csX1284" fmla="*/ 441409 w 2649955"/>
                <a:gd name="csY1284" fmla="*/ 990349 h 1836319"/>
                <a:gd name="csX1285" fmla="*/ 442913 w 2649955"/>
                <a:gd name="csY1285" fmla="*/ 988093 h 1836319"/>
                <a:gd name="csX1286" fmla="*/ 443664 w 2649955"/>
                <a:gd name="csY1286" fmla="*/ 985086 h 1836319"/>
                <a:gd name="csX1287" fmla="*/ 445168 w 2649955"/>
                <a:gd name="csY1287" fmla="*/ 982830 h 1836319"/>
                <a:gd name="csX1288" fmla="*/ 447424 w 2649955"/>
                <a:gd name="csY1288" fmla="*/ 982078 h 1836319"/>
                <a:gd name="csX1289" fmla="*/ 449680 w 2649955"/>
                <a:gd name="csY1289" fmla="*/ 981326 h 1836319"/>
                <a:gd name="csX1290" fmla="*/ 450432 w 2649955"/>
                <a:gd name="csY1290" fmla="*/ 979822 h 1836319"/>
                <a:gd name="csX1291" fmla="*/ 448928 w 2649955"/>
                <a:gd name="csY1291" fmla="*/ 976062 h 1836319"/>
                <a:gd name="csX1292" fmla="*/ 449680 w 2649955"/>
                <a:gd name="csY1292" fmla="*/ 973806 h 1836319"/>
                <a:gd name="csX1293" fmla="*/ 451184 w 2649955"/>
                <a:gd name="csY1293" fmla="*/ 972302 h 1836319"/>
                <a:gd name="csX1294" fmla="*/ 458704 w 2649955"/>
                <a:gd name="csY1294" fmla="*/ 968542 h 1836319"/>
                <a:gd name="csX1295" fmla="*/ 460208 w 2649955"/>
                <a:gd name="csY1295" fmla="*/ 968542 h 1836319"/>
                <a:gd name="csX1296" fmla="*/ 469232 w 2649955"/>
                <a:gd name="csY1296" fmla="*/ 971550 h 1836319"/>
                <a:gd name="csX1297" fmla="*/ 472240 w 2649955"/>
                <a:gd name="csY1297" fmla="*/ 971550 h 1836319"/>
                <a:gd name="csX1298" fmla="*/ 473743 w 2649955"/>
                <a:gd name="csY1298" fmla="*/ 970046 h 1836319"/>
                <a:gd name="csX1299" fmla="*/ 475247 w 2649955"/>
                <a:gd name="csY1299" fmla="*/ 965534 h 1836319"/>
                <a:gd name="csX1300" fmla="*/ 476751 w 2649955"/>
                <a:gd name="csY1300" fmla="*/ 964030 h 1836319"/>
                <a:gd name="csX1301" fmla="*/ 479759 w 2649955"/>
                <a:gd name="csY1301" fmla="*/ 962526 h 1836319"/>
                <a:gd name="csX1302" fmla="*/ 482015 w 2649955"/>
                <a:gd name="csY1302" fmla="*/ 963278 h 1836319"/>
                <a:gd name="csX1303" fmla="*/ 482015 w 2649955"/>
                <a:gd name="csY1303" fmla="*/ 965534 h 1836319"/>
                <a:gd name="csX1304" fmla="*/ 481263 w 2649955"/>
                <a:gd name="csY1304" fmla="*/ 968542 h 1836319"/>
                <a:gd name="csX1305" fmla="*/ 481263 w 2649955"/>
                <a:gd name="csY1305" fmla="*/ 970798 h 1836319"/>
                <a:gd name="csX1306" fmla="*/ 488783 w 2649955"/>
                <a:gd name="csY1306" fmla="*/ 974558 h 1836319"/>
                <a:gd name="csX1307" fmla="*/ 490287 w 2649955"/>
                <a:gd name="csY1307" fmla="*/ 973054 h 1836319"/>
                <a:gd name="csX1308" fmla="*/ 491039 w 2649955"/>
                <a:gd name="csY1308" fmla="*/ 970046 h 1836319"/>
                <a:gd name="csX1309" fmla="*/ 491791 w 2649955"/>
                <a:gd name="csY1309" fmla="*/ 967790 h 1836319"/>
                <a:gd name="csX1310" fmla="*/ 494047 w 2649955"/>
                <a:gd name="csY1310" fmla="*/ 966286 h 1836319"/>
                <a:gd name="csX1311" fmla="*/ 496303 w 2649955"/>
                <a:gd name="csY1311" fmla="*/ 967038 h 1836319"/>
                <a:gd name="csX1312" fmla="*/ 497055 w 2649955"/>
                <a:gd name="csY1312" fmla="*/ 969294 h 1836319"/>
                <a:gd name="csX1313" fmla="*/ 497807 w 2649955"/>
                <a:gd name="csY1313" fmla="*/ 971550 h 1836319"/>
                <a:gd name="csX1314" fmla="*/ 499311 w 2649955"/>
                <a:gd name="csY1314" fmla="*/ 973054 h 1836319"/>
                <a:gd name="csX1315" fmla="*/ 501567 w 2649955"/>
                <a:gd name="csY1315" fmla="*/ 972302 h 1836319"/>
                <a:gd name="csX1316" fmla="*/ 507582 w 2649955"/>
                <a:gd name="csY1316" fmla="*/ 967038 h 1836319"/>
                <a:gd name="csX1317" fmla="*/ 509838 w 2649955"/>
                <a:gd name="csY1317" fmla="*/ 966286 h 1836319"/>
                <a:gd name="csX1318" fmla="*/ 512094 w 2649955"/>
                <a:gd name="csY1318" fmla="*/ 965534 h 1836319"/>
                <a:gd name="csX1319" fmla="*/ 514350 w 2649955"/>
                <a:gd name="csY1319" fmla="*/ 965534 h 1836319"/>
                <a:gd name="csX1320" fmla="*/ 517358 w 2649955"/>
                <a:gd name="csY1320" fmla="*/ 967038 h 1836319"/>
                <a:gd name="csX1321" fmla="*/ 521118 w 2649955"/>
                <a:gd name="csY1321" fmla="*/ 970046 h 1836319"/>
                <a:gd name="csX1322" fmla="*/ 522622 w 2649955"/>
                <a:gd name="csY1322" fmla="*/ 970798 h 1836319"/>
                <a:gd name="csX1323" fmla="*/ 525630 w 2649955"/>
                <a:gd name="csY1323" fmla="*/ 966286 h 1836319"/>
                <a:gd name="csX1324" fmla="*/ 527134 w 2649955"/>
                <a:gd name="csY1324" fmla="*/ 967038 h 1836319"/>
                <a:gd name="csX1325" fmla="*/ 529390 w 2649955"/>
                <a:gd name="csY1325" fmla="*/ 968542 h 1836319"/>
                <a:gd name="csX1326" fmla="*/ 530141 w 2649955"/>
                <a:gd name="csY1326" fmla="*/ 970798 h 1836319"/>
                <a:gd name="csX1327" fmla="*/ 530893 w 2649955"/>
                <a:gd name="csY1327" fmla="*/ 973806 h 1836319"/>
                <a:gd name="csX1328" fmla="*/ 529390 w 2649955"/>
                <a:gd name="csY1328" fmla="*/ 979822 h 1836319"/>
                <a:gd name="csX1329" fmla="*/ 529390 w 2649955"/>
                <a:gd name="csY1329" fmla="*/ 982830 h 1836319"/>
                <a:gd name="csX1330" fmla="*/ 530893 w 2649955"/>
                <a:gd name="csY1330" fmla="*/ 984334 h 1836319"/>
                <a:gd name="csX1331" fmla="*/ 538413 w 2649955"/>
                <a:gd name="csY1331" fmla="*/ 990349 h 1836319"/>
                <a:gd name="csX1332" fmla="*/ 539917 w 2649955"/>
                <a:gd name="csY1332" fmla="*/ 991101 h 1836319"/>
                <a:gd name="csX1333" fmla="*/ 541421 w 2649955"/>
                <a:gd name="csY1333" fmla="*/ 991101 h 1836319"/>
                <a:gd name="csX1334" fmla="*/ 542173 w 2649955"/>
                <a:gd name="csY1334" fmla="*/ 991101 h 1836319"/>
                <a:gd name="csX1335" fmla="*/ 543677 w 2649955"/>
                <a:gd name="csY1335" fmla="*/ 992605 h 1836319"/>
                <a:gd name="csX1336" fmla="*/ 544429 w 2649955"/>
                <a:gd name="csY1336" fmla="*/ 994861 h 1836319"/>
                <a:gd name="csX1337" fmla="*/ 545933 w 2649955"/>
                <a:gd name="csY1337" fmla="*/ 997117 h 1836319"/>
                <a:gd name="csX1338" fmla="*/ 548941 w 2649955"/>
                <a:gd name="csY1338" fmla="*/ 994861 h 1836319"/>
                <a:gd name="csX1339" fmla="*/ 551949 w 2649955"/>
                <a:gd name="csY1339" fmla="*/ 988845 h 1836319"/>
                <a:gd name="csX1340" fmla="*/ 553453 w 2649955"/>
                <a:gd name="csY1340" fmla="*/ 985838 h 1836319"/>
                <a:gd name="csX1341" fmla="*/ 556461 w 2649955"/>
                <a:gd name="csY1341" fmla="*/ 984334 h 1836319"/>
                <a:gd name="csX1342" fmla="*/ 559468 w 2649955"/>
                <a:gd name="csY1342" fmla="*/ 984334 h 1836319"/>
                <a:gd name="csX1343" fmla="*/ 562476 w 2649955"/>
                <a:gd name="csY1343" fmla="*/ 985838 h 1836319"/>
                <a:gd name="csX1344" fmla="*/ 564732 w 2649955"/>
                <a:gd name="csY1344" fmla="*/ 988093 h 1836319"/>
                <a:gd name="csX1345" fmla="*/ 564732 w 2649955"/>
                <a:gd name="csY1345" fmla="*/ 991853 h 1836319"/>
                <a:gd name="csX1346" fmla="*/ 566236 w 2649955"/>
                <a:gd name="csY1346" fmla="*/ 993357 h 1836319"/>
                <a:gd name="csX1347" fmla="*/ 567740 w 2649955"/>
                <a:gd name="csY1347" fmla="*/ 994861 h 1836319"/>
                <a:gd name="csX1348" fmla="*/ 569996 w 2649955"/>
                <a:gd name="csY1348" fmla="*/ 996365 h 1836319"/>
                <a:gd name="csX1349" fmla="*/ 571500 w 2649955"/>
                <a:gd name="csY1349" fmla="*/ 997117 h 1836319"/>
                <a:gd name="csX1350" fmla="*/ 573756 w 2649955"/>
                <a:gd name="csY1350" fmla="*/ 996365 h 1836319"/>
                <a:gd name="csX1351" fmla="*/ 579020 w 2649955"/>
                <a:gd name="csY1351" fmla="*/ 992605 h 1836319"/>
                <a:gd name="csX1352" fmla="*/ 581276 w 2649955"/>
                <a:gd name="csY1352" fmla="*/ 989597 h 1836319"/>
                <a:gd name="csX1353" fmla="*/ 582780 w 2649955"/>
                <a:gd name="csY1353" fmla="*/ 985086 h 1836319"/>
                <a:gd name="csX1354" fmla="*/ 582780 w 2649955"/>
                <a:gd name="csY1354" fmla="*/ 981326 h 1836319"/>
                <a:gd name="csX1355" fmla="*/ 582780 w 2649955"/>
                <a:gd name="csY1355" fmla="*/ 980574 h 1836319"/>
                <a:gd name="csX1356" fmla="*/ 583532 w 2649955"/>
                <a:gd name="csY1356" fmla="*/ 979822 h 1836319"/>
                <a:gd name="csX1357" fmla="*/ 583532 w 2649955"/>
                <a:gd name="csY1357" fmla="*/ 979070 h 1836319"/>
                <a:gd name="csX1358" fmla="*/ 583532 w 2649955"/>
                <a:gd name="csY1358" fmla="*/ 978318 h 1836319"/>
                <a:gd name="csX1359" fmla="*/ 584284 w 2649955"/>
                <a:gd name="csY1359" fmla="*/ 978318 h 1836319"/>
                <a:gd name="csX1360" fmla="*/ 584284 w 2649955"/>
                <a:gd name="csY1360" fmla="*/ 977566 h 1836319"/>
                <a:gd name="csX1361" fmla="*/ 585036 w 2649955"/>
                <a:gd name="csY1361" fmla="*/ 976814 h 1836319"/>
                <a:gd name="csX1362" fmla="*/ 585036 w 2649955"/>
                <a:gd name="csY1362" fmla="*/ 976062 h 1836319"/>
                <a:gd name="csX1363" fmla="*/ 585036 w 2649955"/>
                <a:gd name="csY1363" fmla="*/ 975310 h 1836319"/>
                <a:gd name="csX1364" fmla="*/ 589547 w 2649955"/>
                <a:gd name="csY1364" fmla="*/ 951247 h 1836319"/>
                <a:gd name="csX1365" fmla="*/ 594059 w 2649955"/>
                <a:gd name="csY1365" fmla="*/ 926432 h 1836319"/>
                <a:gd name="csX1366" fmla="*/ 598571 w 2649955"/>
                <a:gd name="csY1366" fmla="*/ 902369 h 1836319"/>
                <a:gd name="csX1367" fmla="*/ 603083 w 2649955"/>
                <a:gd name="csY1367" fmla="*/ 877553 h 1836319"/>
                <a:gd name="csX1368" fmla="*/ 607595 w 2649955"/>
                <a:gd name="csY1368" fmla="*/ 853490 h 1836319"/>
                <a:gd name="csX1369" fmla="*/ 612107 w 2649955"/>
                <a:gd name="csY1369" fmla="*/ 828675 h 1836319"/>
                <a:gd name="csX1370" fmla="*/ 616619 w 2649955"/>
                <a:gd name="csY1370" fmla="*/ 804612 h 1836319"/>
                <a:gd name="csX1371" fmla="*/ 621130 w 2649955"/>
                <a:gd name="csY1371" fmla="*/ 779797 h 1836319"/>
                <a:gd name="csX1372" fmla="*/ 625642 w 2649955"/>
                <a:gd name="csY1372" fmla="*/ 755734 h 1836319"/>
                <a:gd name="csX1373" fmla="*/ 630154 w 2649955"/>
                <a:gd name="csY1373" fmla="*/ 730918 h 1836319"/>
                <a:gd name="csX1374" fmla="*/ 633914 w 2649955"/>
                <a:gd name="csY1374" fmla="*/ 706855 h 1836319"/>
                <a:gd name="csX1375" fmla="*/ 638426 w 2649955"/>
                <a:gd name="csY1375" fmla="*/ 682040 h 1836319"/>
                <a:gd name="csX1376" fmla="*/ 642938 w 2649955"/>
                <a:gd name="csY1376" fmla="*/ 657977 h 1836319"/>
                <a:gd name="csX1377" fmla="*/ 647449 w 2649955"/>
                <a:gd name="csY1377" fmla="*/ 633162 h 1836319"/>
                <a:gd name="csX1378" fmla="*/ 651961 w 2649955"/>
                <a:gd name="csY1378" fmla="*/ 609099 h 1836319"/>
                <a:gd name="csX1379" fmla="*/ 656473 w 2649955"/>
                <a:gd name="csY1379" fmla="*/ 584284 h 1836319"/>
                <a:gd name="csX1380" fmla="*/ 657977 w 2649955"/>
                <a:gd name="csY1380" fmla="*/ 575260 h 1836319"/>
                <a:gd name="csX1381" fmla="*/ 660233 w 2649955"/>
                <a:gd name="csY1381" fmla="*/ 567740 h 1836319"/>
                <a:gd name="csX1382" fmla="*/ 660233 w 2649955"/>
                <a:gd name="csY1382" fmla="*/ 564732 h 1836319"/>
                <a:gd name="csX1383" fmla="*/ 663241 w 2649955"/>
                <a:gd name="csY1383" fmla="*/ 554205 h 1836319"/>
                <a:gd name="csX1384" fmla="*/ 663241 w 2649955"/>
                <a:gd name="csY1384" fmla="*/ 547437 h 1836319"/>
                <a:gd name="csX1385" fmla="*/ 665497 w 2649955"/>
                <a:gd name="csY1385" fmla="*/ 533149 h 1836319"/>
                <a:gd name="csX1386" fmla="*/ 664745 w 2649955"/>
                <a:gd name="csY1386" fmla="*/ 526382 h 1836319"/>
                <a:gd name="csX1387" fmla="*/ 668505 w 2649955"/>
                <a:gd name="csY1387" fmla="*/ 518110 h 1836319"/>
                <a:gd name="csX1388" fmla="*/ 667001 w 2649955"/>
                <a:gd name="csY1388" fmla="*/ 513598 h 1836319"/>
                <a:gd name="csX1389" fmla="*/ 660985 w 2649955"/>
                <a:gd name="csY1389" fmla="*/ 504574 h 1836319"/>
                <a:gd name="csX1390" fmla="*/ 660985 w 2649955"/>
                <a:gd name="csY1390" fmla="*/ 502318 h 1836319"/>
                <a:gd name="csX1391" fmla="*/ 661737 w 2649955"/>
                <a:gd name="csY1391" fmla="*/ 499311 h 1836319"/>
                <a:gd name="csX1392" fmla="*/ 662489 w 2649955"/>
                <a:gd name="csY1392" fmla="*/ 497807 h 1836319"/>
                <a:gd name="csX1393" fmla="*/ 661737 w 2649955"/>
                <a:gd name="csY1393" fmla="*/ 491791 h 1836319"/>
                <a:gd name="csX1394" fmla="*/ 660985 w 2649955"/>
                <a:gd name="csY1394" fmla="*/ 490287 h 1836319"/>
                <a:gd name="csX1395" fmla="*/ 660985 w 2649955"/>
                <a:gd name="csY1395" fmla="*/ 489535 h 1836319"/>
                <a:gd name="csX1396" fmla="*/ 660233 w 2649955"/>
                <a:gd name="csY1396" fmla="*/ 489535 h 1836319"/>
                <a:gd name="csX1397" fmla="*/ 658729 w 2649955"/>
                <a:gd name="csY1397" fmla="*/ 489535 h 1836319"/>
                <a:gd name="csX1398" fmla="*/ 657225 w 2649955"/>
                <a:gd name="csY1398" fmla="*/ 488783 h 1836319"/>
                <a:gd name="csX1399" fmla="*/ 654217 w 2649955"/>
                <a:gd name="csY1399" fmla="*/ 483519 h 1836319"/>
                <a:gd name="csX1400" fmla="*/ 652713 w 2649955"/>
                <a:gd name="csY1400" fmla="*/ 482767 h 1836319"/>
                <a:gd name="csX1401" fmla="*/ 649705 w 2649955"/>
                <a:gd name="csY1401" fmla="*/ 481263 h 1836319"/>
                <a:gd name="csX1402" fmla="*/ 648201 w 2649955"/>
                <a:gd name="csY1402" fmla="*/ 480511 h 1836319"/>
                <a:gd name="csX1403" fmla="*/ 647449 w 2649955"/>
                <a:gd name="csY1403" fmla="*/ 478255 h 1836319"/>
                <a:gd name="csX1404" fmla="*/ 647449 w 2649955"/>
                <a:gd name="csY1404" fmla="*/ 476751 h 1836319"/>
                <a:gd name="csX1405" fmla="*/ 647449 w 2649955"/>
                <a:gd name="csY1405" fmla="*/ 475247 h 1836319"/>
                <a:gd name="csX1406" fmla="*/ 647449 w 2649955"/>
                <a:gd name="csY1406" fmla="*/ 473743 h 1836319"/>
                <a:gd name="csX1407" fmla="*/ 646697 w 2649955"/>
                <a:gd name="csY1407" fmla="*/ 472239 h 1836319"/>
                <a:gd name="csX1408" fmla="*/ 645193 w 2649955"/>
                <a:gd name="csY1408" fmla="*/ 471488 h 1836319"/>
                <a:gd name="csX1409" fmla="*/ 644442 w 2649955"/>
                <a:gd name="csY1409" fmla="*/ 470736 h 1836319"/>
                <a:gd name="csX1410" fmla="*/ 643690 w 2649955"/>
                <a:gd name="csY1410" fmla="*/ 469984 h 1836319"/>
                <a:gd name="csX1411" fmla="*/ 642186 w 2649955"/>
                <a:gd name="csY1411" fmla="*/ 467728 h 1836319"/>
                <a:gd name="csX1412" fmla="*/ 641434 w 2649955"/>
                <a:gd name="csY1412" fmla="*/ 466224 h 1836319"/>
                <a:gd name="csX1413" fmla="*/ 642186 w 2649955"/>
                <a:gd name="csY1413" fmla="*/ 462464 h 1836319"/>
                <a:gd name="csX1414" fmla="*/ 640682 w 2649955"/>
                <a:gd name="csY1414" fmla="*/ 460208 h 1836319"/>
                <a:gd name="csX1415" fmla="*/ 635418 w 2649955"/>
                <a:gd name="csY1415" fmla="*/ 453440 h 1836319"/>
                <a:gd name="csX1416" fmla="*/ 633914 w 2649955"/>
                <a:gd name="csY1416" fmla="*/ 449680 h 1836319"/>
                <a:gd name="csX1417" fmla="*/ 634666 w 2649955"/>
                <a:gd name="csY1417" fmla="*/ 447424 h 1836319"/>
                <a:gd name="csX1418" fmla="*/ 639178 w 2649955"/>
                <a:gd name="csY1418" fmla="*/ 439905 h 1836319"/>
                <a:gd name="csX1419" fmla="*/ 640682 w 2649955"/>
                <a:gd name="csY1419" fmla="*/ 436145 h 1836319"/>
                <a:gd name="csX1420" fmla="*/ 639930 w 2649955"/>
                <a:gd name="csY1420" fmla="*/ 434641 h 1836319"/>
                <a:gd name="csX1421" fmla="*/ 639178 w 2649955"/>
                <a:gd name="csY1421" fmla="*/ 433137 h 1836319"/>
                <a:gd name="csX1422" fmla="*/ 638426 w 2649955"/>
                <a:gd name="csY1422" fmla="*/ 432385 h 1836319"/>
                <a:gd name="csX1423" fmla="*/ 636922 w 2649955"/>
                <a:gd name="csY1423" fmla="*/ 430881 h 1836319"/>
                <a:gd name="csX1424" fmla="*/ 636922 w 2649955"/>
                <a:gd name="csY1424" fmla="*/ 429377 h 1836319"/>
                <a:gd name="csX1425" fmla="*/ 636922 w 2649955"/>
                <a:gd name="csY1425" fmla="*/ 424865 h 1836319"/>
                <a:gd name="csX1426" fmla="*/ 636170 w 2649955"/>
                <a:gd name="csY1426" fmla="*/ 421105 h 1836319"/>
                <a:gd name="csX1427" fmla="*/ 634666 w 2649955"/>
                <a:gd name="csY1427" fmla="*/ 418097 h 1836319"/>
                <a:gd name="csX1428" fmla="*/ 633162 w 2649955"/>
                <a:gd name="csY1428" fmla="*/ 415841 h 1836319"/>
                <a:gd name="csX1429" fmla="*/ 630154 w 2649955"/>
                <a:gd name="csY1429" fmla="*/ 413586 h 1836319"/>
                <a:gd name="csX1430" fmla="*/ 627898 w 2649955"/>
                <a:gd name="csY1430" fmla="*/ 412082 h 1836319"/>
                <a:gd name="csX1431" fmla="*/ 615867 w 2649955"/>
                <a:gd name="csY1431" fmla="*/ 407570 h 1836319"/>
                <a:gd name="csX1432" fmla="*/ 613611 w 2649955"/>
                <a:gd name="csY1432" fmla="*/ 405314 h 1836319"/>
                <a:gd name="csX1433" fmla="*/ 609099 w 2649955"/>
                <a:gd name="csY1433" fmla="*/ 400802 h 1836319"/>
                <a:gd name="csX1434" fmla="*/ 607595 w 2649955"/>
                <a:gd name="csY1434" fmla="*/ 399298 h 1836319"/>
                <a:gd name="csX1435" fmla="*/ 603835 w 2649955"/>
                <a:gd name="csY1435" fmla="*/ 397794 h 1836319"/>
                <a:gd name="csX1436" fmla="*/ 602331 w 2649955"/>
                <a:gd name="csY1436" fmla="*/ 397042 h 1836319"/>
                <a:gd name="csX1437" fmla="*/ 601579 w 2649955"/>
                <a:gd name="csY1437" fmla="*/ 395538 h 1836319"/>
                <a:gd name="csX1438" fmla="*/ 600075 w 2649955"/>
                <a:gd name="csY1438" fmla="*/ 391778 h 1836319"/>
                <a:gd name="csX1439" fmla="*/ 598571 w 2649955"/>
                <a:gd name="csY1439" fmla="*/ 390274 h 1836319"/>
                <a:gd name="csX1440" fmla="*/ 596315 w 2649955"/>
                <a:gd name="csY1440" fmla="*/ 388770 h 1836319"/>
                <a:gd name="csX1441" fmla="*/ 590299 w 2649955"/>
                <a:gd name="csY1441" fmla="*/ 387267 h 1836319"/>
                <a:gd name="csX1442" fmla="*/ 587291 w 2649955"/>
                <a:gd name="csY1442" fmla="*/ 386515 h 1836319"/>
                <a:gd name="csX1443" fmla="*/ 585788 w 2649955"/>
                <a:gd name="csY1443" fmla="*/ 385011 h 1836319"/>
                <a:gd name="csX1444" fmla="*/ 582780 w 2649955"/>
                <a:gd name="csY1444" fmla="*/ 379747 h 1836319"/>
                <a:gd name="csX1445" fmla="*/ 574508 w 2649955"/>
                <a:gd name="csY1445" fmla="*/ 372979 h 1836319"/>
                <a:gd name="csX1446" fmla="*/ 568492 w 2649955"/>
                <a:gd name="csY1446" fmla="*/ 366211 h 1836319"/>
                <a:gd name="csX1447" fmla="*/ 566988 w 2649955"/>
                <a:gd name="csY1447" fmla="*/ 363203 h 1836319"/>
                <a:gd name="csX1448" fmla="*/ 566236 w 2649955"/>
                <a:gd name="csY1448" fmla="*/ 357939 h 1836319"/>
                <a:gd name="csX1449" fmla="*/ 566236 w 2649955"/>
                <a:gd name="csY1449" fmla="*/ 350420 h 1836319"/>
                <a:gd name="csX1450" fmla="*/ 566236 w 2649955"/>
                <a:gd name="csY1450" fmla="*/ 346660 h 1836319"/>
                <a:gd name="csX1451" fmla="*/ 566988 w 2649955"/>
                <a:gd name="csY1451" fmla="*/ 336132 h 1836319"/>
                <a:gd name="csX1452" fmla="*/ 566988 w 2649955"/>
                <a:gd name="csY1452" fmla="*/ 321845 h 1836319"/>
                <a:gd name="csX1453" fmla="*/ 567740 w 2649955"/>
                <a:gd name="csY1453" fmla="*/ 305301 h 1836319"/>
                <a:gd name="csX1454" fmla="*/ 567740 w 2649955"/>
                <a:gd name="csY1454" fmla="*/ 288758 h 1836319"/>
                <a:gd name="csX1455" fmla="*/ 568492 w 2649955"/>
                <a:gd name="csY1455" fmla="*/ 274470 h 1836319"/>
                <a:gd name="csX1456" fmla="*/ 568492 w 2649955"/>
                <a:gd name="csY1456" fmla="*/ 263943 h 1836319"/>
                <a:gd name="csX1457" fmla="*/ 569244 w 2649955"/>
                <a:gd name="csY1457" fmla="*/ 260183 h 1836319"/>
                <a:gd name="csX1458" fmla="*/ 569244 w 2649955"/>
                <a:gd name="csY1458" fmla="*/ 249655 h 1836319"/>
                <a:gd name="csX1459" fmla="*/ 571500 w 2649955"/>
                <a:gd name="csY1459" fmla="*/ 251911 h 1836319"/>
                <a:gd name="csX1460" fmla="*/ 574508 w 2649955"/>
                <a:gd name="csY1460" fmla="*/ 251159 h 1836319"/>
                <a:gd name="csX1461" fmla="*/ 577516 w 2649955"/>
                <a:gd name="csY1461" fmla="*/ 249655 h 1836319"/>
                <a:gd name="csX1462" fmla="*/ 581276 w 2649955"/>
                <a:gd name="csY1462" fmla="*/ 249655 h 1836319"/>
                <a:gd name="csX1463" fmla="*/ 584284 w 2649955"/>
                <a:gd name="csY1463" fmla="*/ 250407 h 1836319"/>
                <a:gd name="csX1464" fmla="*/ 587291 w 2649955"/>
                <a:gd name="csY1464" fmla="*/ 249655 h 1836319"/>
                <a:gd name="csX1465" fmla="*/ 590299 w 2649955"/>
                <a:gd name="csY1465" fmla="*/ 248903 h 1836319"/>
                <a:gd name="csX1466" fmla="*/ 600827 w 2649955"/>
                <a:gd name="csY1466" fmla="*/ 248151 h 1836319"/>
                <a:gd name="csX1467" fmla="*/ 606843 w 2649955"/>
                <a:gd name="csY1467" fmla="*/ 246647 h 1836319"/>
                <a:gd name="csX1468" fmla="*/ 612859 w 2649955"/>
                <a:gd name="csY1468" fmla="*/ 245143 h 1836319"/>
                <a:gd name="csX1469" fmla="*/ 618122 w 2649955"/>
                <a:gd name="csY1469" fmla="*/ 242136 h 1836319"/>
                <a:gd name="csX1470" fmla="*/ 623386 w 2649955"/>
                <a:gd name="csY1470" fmla="*/ 237624 h 1836319"/>
                <a:gd name="csX1471" fmla="*/ 625642 w 2649955"/>
                <a:gd name="csY1471" fmla="*/ 237624 h 1836319"/>
                <a:gd name="csX1472" fmla="*/ 630154 w 2649955"/>
                <a:gd name="csY1472" fmla="*/ 239128 h 1836319"/>
                <a:gd name="csX1473" fmla="*/ 635418 w 2649955"/>
                <a:gd name="csY1473" fmla="*/ 240632 h 1836319"/>
                <a:gd name="csX1474" fmla="*/ 636922 w 2649955"/>
                <a:gd name="csY1474" fmla="*/ 237624 h 1836319"/>
                <a:gd name="csX1475" fmla="*/ 639178 w 2649955"/>
                <a:gd name="csY1475" fmla="*/ 234616 h 1836319"/>
                <a:gd name="csX1476" fmla="*/ 642186 w 2649955"/>
                <a:gd name="csY1476" fmla="*/ 233112 h 1836319"/>
                <a:gd name="csX1477" fmla="*/ 644442 w 2649955"/>
                <a:gd name="csY1477" fmla="*/ 233112 h 1836319"/>
                <a:gd name="csX1478" fmla="*/ 649705 w 2649955"/>
                <a:gd name="csY1478" fmla="*/ 229352 h 1836319"/>
                <a:gd name="csX1479" fmla="*/ 652713 w 2649955"/>
                <a:gd name="csY1479" fmla="*/ 228600 h 1836319"/>
                <a:gd name="csX1480" fmla="*/ 656473 w 2649955"/>
                <a:gd name="csY1480" fmla="*/ 227848 h 1836319"/>
                <a:gd name="csX1481" fmla="*/ 659481 w 2649955"/>
                <a:gd name="csY1481" fmla="*/ 228600 h 1836319"/>
                <a:gd name="csX1482" fmla="*/ 662489 w 2649955"/>
                <a:gd name="csY1482" fmla="*/ 230856 h 1836319"/>
                <a:gd name="csX1483" fmla="*/ 673017 w 2649955"/>
                <a:gd name="csY1483" fmla="*/ 241384 h 1836319"/>
                <a:gd name="csX1484" fmla="*/ 673768 w 2649955"/>
                <a:gd name="csY1484" fmla="*/ 242136 h 1836319"/>
                <a:gd name="csX1485" fmla="*/ 676776 w 2649955"/>
                <a:gd name="csY1485" fmla="*/ 240632 h 1836319"/>
                <a:gd name="csX1486" fmla="*/ 680536 w 2649955"/>
                <a:gd name="csY1486" fmla="*/ 239128 h 1836319"/>
                <a:gd name="csX1487" fmla="*/ 682792 w 2649955"/>
                <a:gd name="csY1487" fmla="*/ 239128 h 1836319"/>
                <a:gd name="csX1488" fmla="*/ 684296 w 2649955"/>
                <a:gd name="csY1488" fmla="*/ 241384 h 1836319"/>
                <a:gd name="csX1489" fmla="*/ 683544 w 2649955"/>
                <a:gd name="csY1489" fmla="*/ 245143 h 1836319"/>
                <a:gd name="csX1490" fmla="*/ 686552 w 2649955"/>
                <a:gd name="csY1490" fmla="*/ 245143 h 1836319"/>
                <a:gd name="csX1491" fmla="*/ 691816 w 2649955"/>
                <a:gd name="csY1491" fmla="*/ 245895 h 1836319"/>
                <a:gd name="csX1492" fmla="*/ 694824 w 2649955"/>
                <a:gd name="csY1492" fmla="*/ 245895 h 1836319"/>
                <a:gd name="csX1493" fmla="*/ 695576 w 2649955"/>
                <a:gd name="csY1493" fmla="*/ 245143 h 1836319"/>
                <a:gd name="csX1494" fmla="*/ 697080 w 2649955"/>
                <a:gd name="csY1494" fmla="*/ 242887 h 1836319"/>
                <a:gd name="csX1495" fmla="*/ 698584 w 2649955"/>
                <a:gd name="csY1495" fmla="*/ 242136 h 1836319"/>
                <a:gd name="csX1496" fmla="*/ 700088 w 2649955"/>
                <a:gd name="csY1496" fmla="*/ 242136 h 1836319"/>
                <a:gd name="csX1497" fmla="*/ 703095 w 2649955"/>
                <a:gd name="csY1497" fmla="*/ 242887 h 1836319"/>
                <a:gd name="csX1498" fmla="*/ 704599 w 2649955"/>
                <a:gd name="csY1498" fmla="*/ 242887 h 1836319"/>
                <a:gd name="csX1499" fmla="*/ 706855 w 2649955"/>
                <a:gd name="csY1499" fmla="*/ 242136 h 1836319"/>
                <a:gd name="csX1500" fmla="*/ 708359 w 2649955"/>
                <a:gd name="csY1500" fmla="*/ 240632 h 1836319"/>
                <a:gd name="csX1501" fmla="*/ 707607 w 2649955"/>
                <a:gd name="csY1501" fmla="*/ 237624 h 1836319"/>
                <a:gd name="csX1502" fmla="*/ 706103 w 2649955"/>
                <a:gd name="csY1502" fmla="*/ 234616 h 1836319"/>
                <a:gd name="csX1503" fmla="*/ 704599 w 2649955"/>
                <a:gd name="csY1503" fmla="*/ 233112 h 1836319"/>
                <a:gd name="csX1504" fmla="*/ 701591 w 2649955"/>
                <a:gd name="csY1504" fmla="*/ 231608 h 1836319"/>
                <a:gd name="csX1505" fmla="*/ 700088 w 2649955"/>
                <a:gd name="csY1505" fmla="*/ 230856 h 1836319"/>
                <a:gd name="csX1506" fmla="*/ 699336 w 2649955"/>
                <a:gd name="csY1506" fmla="*/ 228600 h 1836319"/>
                <a:gd name="csX1507" fmla="*/ 700840 w 2649955"/>
                <a:gd name="csY1507" fmla="*/ 227096 h 1836319"/>
                <a:gd name="csX1508" fmla="*/ 702343 w 2649955"/>
                <a:gd name="csY1508" fmla="*/ 226344 h 1836319"/>
                <a:gd name="csX1509" fmla="*/ 703095 w 2649955"/>
                <a:gd name="csY1509" fmla="*/ 224088 h 1836319"/>
                <a:gd name="csX1510" fmla="*/ 703095 w 2649955"/>
                <a:gd name="csY1510" fmla="*/ 221080 h 1836319"/>
                <a:gd name="csX1511" fmla="*/ 701591 w 2649955"/>
                <a:gd name="csY1511" fmla="*/ 214313 h 1836319"/>
                <a:gd name="csX1512" fmla="*/ 702343 w 2649955"/>
                <a:gd name="csY1512" fmla="*/ 211305 h 1836319"/>
                <a:gd name="csX1513" fmla="*/ 703095 w 2649955"/>
                <a:gd name="csY1513" fmla="*/ 210553 h 1836319"/>
                <a:gd name="csX1514" fmla="*/ 704599 w 2649955"/>
                <a:gd name="csY1514" fmla="*/ 210553 h 1836319"/>
                <a:gd name="csX1515" fmla="*/ 706103 w 2649955"/>
                <a:gd name="csY1515" fmla="*/ 209801 h 1836319"/>
                <a:gd name="csX1516" fmla="*/ 706103 w 2649955"/>
                <a:gd name="csY1516" fmla="*/ 207545 h 1836319"/>
                <a:gd name="csX1517" fmla="*/ 704599 w 2649955"/>
                <a:gd name="csY1517" fmla="*/ 206041 h 1836319"/>
                <a:gd name="csX1518" fmla="*/ 703095 w 2649955"/>
                <a:gd name="csY1518" fmla="*/ 205289 h 1836319"/>
                <a:gd name="csX1519" fmla="*/ 699336 w 2649955"/>
                <a:gd name="csY1519" fmla="*/ 203785 h 1836319"/>
                <a:gd name="csX1520" fmla="*/ 697080 w 2649955"/>
                <a:gd name="csY1520" fmla="*/ 201529 h 1836319"/>
                <a:gd name="csX1521" fmla="*/ 697832 w 2649955"/>
                <a:gd name="csY1521" fmla="*/ 196265 h 1836319"/>
                <a:gd name="csX1522" fmla="*/ 694824 w 2649955"/>
                <a:gd name="csY1522" fmla="*/ 194009 h 1836319"/>
                <a:gd name="csX1523" fmla="*/ 694072 w 2649955"/>
                <a:gd name="csY1523" fmla="*/ 192505 h 1836319"/>
                <a:gd name="csX1524" fmla="*/ 694072 w 2649955"/>
                <a:gd name="csY1524" fmla="*/ 190249 h 1836319"/>
                <a:gd name="csX1525" fmla="*/ 693320 w 2649955"/>
                <a:gd name="csY1525" fmla="*/ 189497 h 1836319"/>
                <a:gd name="csX1526" fmla="*/ 692568 w 2649955"/>
                <a:gd name="csY1526" fmla="*/ 187993 h 1836319"/>
                <a:gd name="csX1527" fmla="*/ 689560 w 2649955"/>
                <a:gd name="csY1527" fmla="*/ 186490 h 1836319"/>
                <a:gd name="csX1528" fmla="*/ 687304 w 2649955"/>
                <a:gd name="csY1528" fmla="*/ 183482 h 1836319"/>
                <a:gd name="csX1529" fmla="*/ 685048 w 2649955"/>
                <a:gd name="csY1529" fmla="*/ 181978 h 1836319"/>
                <a:gd name="csX1530" fmla="*/ 677528 w 2649955"/>
                <a:gd name="csY1530" fmla="*/ 177466 h 1836319"/>
                <a:gd name="csX1531" fmla="*/ 675272 w 2649955"/>
                <a:gd name="csY1531" fmla="*/ 177466 h 1836319"/>
                <a:gd name="csX1532" fmla="*/ 673017 w 2649955"/>
                <a:gd name="csY1532" fmla="*/ 178218 h 1836319"/>
                <a:gd name="csX1533" fmla="*/ 665497 w 2649955"/>
                <a:gd name="csY1533" fmla="*/ 182730 h 1836319"/>
                <a:gd name="csX1534" fmla="*/ 663993 w 2649955"/>
                <a:gd name="csY1534" fmla="*/ 182730 h 1836319"/>
                <a:gd name="csX1535" fmla="*/ 660985 w 2649955"/>
                <a:gd name="csY1535" fmla="*/ 181226 h 1836319"/>
                <a:gd name="csX1536" fmla="*/ 660233 w 2649955"/>
                <a:gd name="csY1536" fmla="*/ 180474 h 1836319"/>
                <a:gd name="csX1537" fmla="*/ 659481 w 2649955"/>
                <a:gd name="csY1537" fmla="*/ 179722 h 1836319"/>
                <a:gd name="csX1538" fmla="*/ 659481 w 2649955"/>
                <a:gd name="csY1538" fmla="*/ 178970 h 1836319"/>
                <a:gd name="csX1539" fmla="*/ 657977 w 2649955"/>
                <a:gd name="csY1539" fmla="*/ 178218 h 1836319"/>
                <a:gd name="csX1540" fmla="*/ 656473 w 2649955"/>
                <a:gd name="csY1540" fmla="*/ 178218 h 1836319"/>
                <a:gd name="csX1541" fmla="*/ 651209 w 2649955"/>
                <a:gd name="csY1541" fmla="*/ 178970 h 1836319"/>
                <a:gd name="csX1542" fmla="*/ 646697 w 2649955"/>
                <a:gd name="csY1542" fmla="*/ 178970 h 1836319"/>
                <a:gd name="csX1543" fmla="*/ 645193 w 2649955"/>
                <a:gd name="csY1543" fmla="*/ 178970 h 1836319"/>
                <a:gd name="csX1544" fmla="*/ 638426 w 2649955"/>
                <a:gd name="csY1544" fmla="*/ 176714 h 1836319"/>
                <a:gd name="csX1545" fmla="*/ 634666 w 2649955"/>
                <a:gd name="csY1545" fmla="*/ 176714 h 1836319"/>
                <a:gd name="csX1546" fmla="*/ 620378 w 2649955"/>
                <a:gd name="csY1546" fmla="*/ 178218 h 1836319"/>
                <a:gd name="csX1547" fmla="*/ 618874 w 2649955"/>
                <a:gd name="csY1547" fmla="*/ 178218 h 1836319"/>
                <a:gd name="csX1548" fmla="*/ 618874 w 2649955"/>
                <a:gd name="csY1548" fmla="*/ 175210 h 1836319"/>
                <a:gd name="csX1549" fmla="*/ 617370 w 2649955"/>
                <a:gd name="csY1549" fmla="*/ 173706 h 1836319"/>
                <a:gd name="csX1550" fmla="*/ 615114 w 2649955"/>
                <a:gd name="csY1550" fmla="*/ 173706 h 1836319"/>
                <a:gd name="csX1551" fmla="*/ 613611 w 2649955"/>
                <a:gd name="csY1551" fmla="*/ 173706 h 1836319"/>
                <a:gd name="csX1552" fmla="*/ 609851 w 2649955"/>
                <a:gd name="csY1552" fmla="*/ 174458 h 1836319"/>
                <a:gd name="csX1553" fmla="*/ 603083 w 2649955"/>
                <a:gd name="csY1553" fmla="*/ 178970 h 1836319"/>
                <a:gd name="csX1554" fmla="*/ 600075 w 2649955"/>
                <a:gd name="csY1554" fmla="*/ 178218 h 1836319"/>
                <a:gd name="csX1555" fmla="*/ 600075 w 2649955"/>
                <a:gd name="csY1555" fmla="*/ 169194 h 1836319"/>
                <a:gd name="csX1556" fmla="*/ 600075 w 2649955"/>
                <a:gd name="csY1556" fmla="*/ 158666 h 1836319"/>
                <a:gd name="csX1557" fmla="*/ 600075 w 2649955"/>
                <a:gd name="csY1557" fmla="*/ 148891 h 1836319"/>
                <a:gd name="csX1558" fmla="*/ 600075 w 2649955"/>
                <a:gd name="csY1558" fmla="*/ 138363 h 1836319"/>
                <a:gd name="csX1559" fmla="*/ 600075 w 2649955"/>
                <a:gd name="csY1559" fmla="*/ 127836 h 1836319"/>
                <a:gd name="csX1560" fmla="*/ 600075 w 2649955"/>
                <a:gd name="csY1560" fmla="*/ 117308 h 1836319"/>
                <a:gd name="csX1561" fmla="*/ 600075 w 2649955"/>
                <a:gd name="csY1561" fmla="*/ 106780 h 1836319"/>
                <a:gd name="csX1562" fmla="*/ 600075 w 2649955"/>
                <a:gd name="csY1562" fmla="*/ 96253 h 1836319"/>
                <a:gd name="csX1563" fmla="*/ 600075 w 2649955"/>
                <a:gd name="csY1563" fmla="*/ 86477 h 1836319"/>
                <a:gd name="csX1564" fmla="*/ 599323 w 2649955"/>
                <a:gd name="csY1564" fmla="*/ 80461 h 1836319"/>
                <a:gd name="csX1565" fmla="*/ 601579 w 2649955"/>
                <a:gd name="csY1565" fmla="*/ 80461 h 1836319"/>
                <a:gd name="csX1566" fmla="*/ 606843 w 2649955"/>
                <a:gd name="csY1566" fmla="*/ 80461 h 1836319"/>
                <a:gd name="csX1567" fmla="*/ 609099 w 2649955"/>
                <a:gd name="csY1567" fmla="*/ 79709 h 1836319"/>
                <a:gd name="csX1568" fmla="*/ 615867 w 2649955"/>
                <a:gd name="csY1568" fmla="*/ 75949 h 1836319"/>
                <a:gd name="csX1569" fmla="*/ 618122 w 2649955"/>
                <a:gd name="csY1569" fmla="*/ 75197 h 1836319"/>
                <a:gd name="csX1570" fmla="*/ 621130 w 2649955"/>
                <a:gd name="csY1570" fmla="*/ 75197 h 1836319"/>
                <a:gd name="csX1571" fmla="*/ 624138 w 2649955"/>
                <a:gd name="csY1571" fmla="*/ 75949 h 1836319"/>
                <a:gd name="csX1572" fmla="*/ 630154 w 2649955"/>
                <a:gd name="csY1572" fmla="*/ 75197 h 1836319"/>
                <a:gd name="csX1573" fmla="*/ 640682 w 2649955"/>
                <a:gd name="csY1573" fmla="*/ 70686 h 1836319"/>
                <a:gd name="csX1574" fmla="*/ 646697 w 2649955"/>
                <a:gd name="csY1574" fmla="*/ 70686 h 1836319"/>
                <a:gd name="csX1575" fmla="*/ 657977 w 2649955"/>
                <a:gd name="csY1575" fmla="*/ 72941 h 1836319"/>
                <a:gd name="csX1576" fmla="*/ 669257 w 2649955"/>
                <a:gd name="csY1576" fmla="*/ 77453 h 1836319"/>
                <a:gd name="csX1577" fmla="*/ 675272 w 2649955"/>
                <a:gd name="csY1577" fmla="*/ 78205 h 1836319"/>
                <a:gd name="csX1578" fmla="*/ 682792 w 2649955"/>
                <a:gd name="csY1578" fmla="*/ 78205 h 1836319"/>
                <a:gd name="csX1579" fmla="*/ 701591 w 2649955"/>
                <a:gd name="csY1579" fmla="*/ 78205 h 1836319"/>
                <a:gd name="csX1580" fmla="*/ 728663 w 2649955"/>
                <a:gd name="csY1580" fmla="*/ 78205 h 1836319"/>
                <a:gd name="csX1581" fmla="*/ 759494 w 2649955"/>
                <a:gd name="csY1581" fmla="*/ 78205 h 1836319"/>
                <a:gd name="csX1582" fmla="*/ 791076 w 2649955"/>
                <a:gd name="csY1582" fmla="*/ 78205 h 1836319"/>
                <a:gd name="csX1583" fmla="*/ 817395 w 2649955"/>
                <a:gd name="csY1583" fmla="*/ 78205 h 1836319"/>
                <a:gd name="csX1584" fmla="*/ 836947 w 2649955"/>
                <a:gd name="csY1584" fmla="*/ 78205 h 1836319"/>
                <a:gd name="csX1585" fmla="*/ 844466 w 2649955"/>
                <a:gd name="csY1585" fmla="*/ 78205 h 1836319"/>
                <a:gd name="csX1586" fmla="*/ 855746 w 2649955"/>
                <a:gd name="csY1586" fmla="*/ 78205 h 1836319"/>
                <a:gd name="csX1587" fmla="*/ 852738 w 2649955"/>
                <a:gd name="csY1587" fmla="*/ 76701 h 1836319"/>
                <a:gd name="csX1588" fmla="*/ 851986 w 2649955"/>
                <a:gd name="csY1588" fmla="*/ 75949 h 1836319"/>
                <a:gd name="csX1589" fmla="*/ 851234 w 2649955"/>
                <a:gd name="csY1589" fmla="*/ 75197 h 1836319"/>
                <a:gd name="csX1590" fmla="*/ 851234 w 2649955"/>
                <a:gd name="csY1590" fmla="*/ 72941 h 1836319"/>
                <a:gd name="csX1591" fmla="*/ 851234 w 2649955"/>
                <a:gd name="csY1591" fmla="*/ 71438 h 1836319"/>
                <a:gd name="csX1592" fmla="*/ 849730 w 2649955"/>
                <a:gd name="csY1592" fmla="*/ 70686 h 1836319"/>
                <a:gd name="csX1593" fmla="*/ 843715 w 2649955"/>
                <a:gd name="csY1593" fmla="*/ 70686 h 1836319"/>
                <a:gd name="csX1594" fmla="*/ 843715 w 2649955"/>
                <a:gd name="csY1594" fmla="*/ 67678 h 1836319"/>
                <a:gd name="csX1595" fmla="*/ 843715 w 2649955"/>
                <a:gd name="csY1595" fmla="*/ 64670 h 1836319"/>
                <a:gd name="csX1596" fmla="*/ 842963 w 2649955"/>
                <a:gd name="csY1596" fmla="*/ 63166 h 1836319"/>
                <a:gd name="csX1597" fmla="*/ 838451 w 2649955"/>
                <a:gd name="csY1597" fmla="*/ 62414 h 1836319"/>
                <a:gd name="csX1598" fmla="*/ 837699 w 2649955"/>
                <a:gd name="csY1598" fmla="*/ 61662 h 1836319"/>
                <a:gd name="csX1599" fmla="*/ 840707 w 2649955"/>
                <a:gd name="csY1599" fmla="*/ 57150 h 1836319"/>
                <a:gd name="csX1600" fmla="*/ 849730 w 2649955"/>
                <a:gd name="csY1600" fmla="*/ 34591 h 1836319"/>
                <a:gd name="csX1601" fmla="*/ 851234 w 2649955"/>
                <a:gd name="csY1601" fmla="*/ 33839 h 1836319"/>
                <a:gd name="csX1602" fmla="*/ 851986 w 2649955"/>
                <a:gd name="csY1602" fmla="*/ 34591 h 1836319"/>
                <a:gd name="csX1603" fmla="*/ 851986 w 2649955"/>
                <a:gd name="csY1603" fmla="*/ 37599 h 1836319"/>
                <a:gd name="csX1604" fmla="*/ 851986 w 2649955"/>
                <a:gd name="csY1604" fmla="*/ 39103 h 1836319"/>
                <a:gd name="csX1605" fmla="*/ 853490 w 2649955"/>
                <a:gd name="csY1605" fmla="*/ 39855 h 1836319"/>
                <a:gd name="csX1606" fmla="*/ 854242 w 2649955"/>
                <a:gd name="csY1606" fmla="*/ 40607 h 1836319"/>
                <a:gd name="csX1607" fmla="*/ 858002 w 2649955"/>
                <a:gd name="csY1607" fmla="*/ 41359 h 1836319"/>
                <a:gd name="csX1608" fmla="*/ 861010 w 2649955"/>
                <a:gd name="csY1608" fmla="*/ 42863 h 1836319"/>
                <a:gd name="csX1609" fmla="*/ 863266 w 2649955"/>
                <a:gd name="csY1609" fmla="*/ 44366 h 1836319"/>
                <a:gd name="csX1610" fmla="*/ 864770 w 2649955"/>
                <a:gd name="csY1610" fmla="*/ 47374 h 1836319"/>
                <a:gd name="csX1611" fmla="*/ 868530 w 2649955"/>
                <a:gd name="csY1611" fmla="*/ 57150 h 1836319"/>
                <a:gd name="csX1612" fmla="*/ 871538 w 2649955"/>
                <a:gd name="csY1612" fmla="*/ 63918 h 1836319"/>
                <a:gd name="csX1613" fmla="*/ 875297 w 2649955"/>
                <a:gd name="csY1613" fmla="*/ 69934 h 1836319"/>
                <a:gd name="csX1614" fmla="*/ 880561 w 2649955"/>
                <a:gd name="csY1614" fmla="*/ 73693 h 1836319"/>
                <a:gd name="csX1615" fmla="*/ 885825 w 2649955"/>
                <a:gd name="csY1615" fmla="*/ 75197 h 1836319"/>
                <a:gd name="csX1616" fmla="*/ 891089 w 2649955"/>
                <a:gd name="csY1616" fmla="*/ 75197 h 1836319"/>
                <a:gd name="csX1617" fmla="*/ 896353 w 2649955"/>
                <a:gd name="csY1617" fmla="*/ 73693 h 1836319"/>
                <a:gd name="csX1618" fmla="*/ 901617 w 2649955"/>
                <a:gd name="csY1618" fmla="*/ 72189 h 1836319"/>
                <a:gd name="csX1619" fmla="*/ 907632 w 2649955"/>
                <a:gd name="csY1619" fmla="*/ 68430 h 1836319"/>
                <a:gd name="csX1620" fmla="*/ 912144 w 2649955"/>
                <a:gd name="csY1620" fmla="*/ 64670 h 1836319"/>
                <a:gd name="csX1621" fmla="*/ 930192 w 2649955"/>
                <a:gd name="csY1621" fmla="*/ 39855 h 1836319"/>
                <a:gd name="csX1622" fmla="*/ 942223 w 2649955"/>
                <a:gd name="csY1622" fmla="*/ 27823 h 1836319"/>
                <a:gd name="csX1623" fmla="*/ 947487 w 2649955"/>
                <a:gd name="csY1623" fmla="*/ 24815 h 1836319"/>
                <a:gd name="csX1624" fmla="*/ 951999 w 2649955"/>
                <a:gd name="csY1624" fmla="*/ 21055 h 1836319"/>
                <a:gd name="csX1625" fmla="*/ 954255 w 2649955"/>
                <a:gd name="csY1625" fmla="*/ 19551 h 1836319"/>
                <a:gd name="csX1626" fmla="*/ 959518 w 2649955"/>
                <a:gd name="csY1626" fmla="*/ 18799 h 1836319"/>
                <a:gd name="csX1627" fmla="*/ 961022 w 2649955"/>
                <a:gd name="csY1627" fmla="*/ 18047 h 1836319"/>
                <a:gd name="csX1628" fmla="*/ 964030 w 2649955"/>
                <a:gd name="csY1628" fmla="*/ 15791 h 1836319"/>
                <a:gd name="csX1629" fmla="*/ 964782 w 2649955"/>
                <a:gd name="csY1629" fmla="*/ 15039 h 1836319"/>
                <a:gd name="csX1630" fmla="*/ 967038 w 2649955"/>
                <a:gd name="csY1630" fmla="*/ 15039 h 1836319"/>
                <a:gd name="csX1631" fmla="*/ 973806 w 2649955"/>
                <a:gd name="csY1631" fmla="*/ 17295 h 1836319"/>
                <a:gd name="csX1632" fmla="*/ 976062 w 2649955"/>
                <a:gd name="csY1632" fmla="*/ 18799 h 1836319"/>
                <a:gd name="csX1633" fmla="*/ 979822 w 2649955"/>
                <a:gd name="csY1633" fmla="*/ 22559 h 1836319"/>
                <a:gd name="csX1634" fmla="*/ 982830 w 2649955"/>
                <a:gd name="csY1634" fmla="*/ 27823 h 1836319"/>
                <a:gd name="csX1635" fmla="*/ 988093 w 2649955"/>
                <a:gd name="csY1635" fmla="*/ 39855 h 1836319"/>
                <a:gd name="csX1636" fmla="*/ 991853 w 2649955"/>
                <a:gd name="csY1636" fmla="*/ 45870 h 1836319"/>
                <a:gd name="csX1637" fmla="*/ 1008397 w 2649955"/>
                <a:gd name="csY1637" fmla="*/ 68430 h 1836319"/>
                <a:gd name="csX1638" fmla="*/ 1013661 w 2649955"/>
                <a:gd name="csY1638" fmla="*/ 79709 h 1836319"/>
                <a:gd name="csX1639" fmla="*/ 1018924 w 2649955"/>
                <a:gd name="csY1639" fmla="*/ 95501 h 1836319"/>
                <a:gd name="csX1640" fmla="*/ 1020428 w 2649955"/>
                <a:gd name="csY1640" fmla="*/ 105276 h 1836319"/>
                <a:gd name="csX1641" fmla="*/ 1016669 w 2649955"/>
                <a:gd name="csY1641" fmla="*/ 148891 h 1836319"/>
                <a:gd name="csX1642" fmla="*/ 1017420 w 2649955"/>
                <a:gd name="csY1642" fmla="*/ 157163 h 1836319"/>
                <a:gd name="csX1643" fmla="*/ 1018924 w 2649955"/>
                <a:gd name="csY1643" fmla="*/ 160922 h 1836319"/>
                <a:gd name="csX1644" fmla="*/ 1021932 w 2649955"/>
                <a:gd name="csY1644" fmla="*/ 160922 h 1836319"/>
                <a:gd name="csX1645" fmla="*/ 1034716 w 2649955"/>
                <a:gd name="csY1645" fmla="*/ 157914 h 1836319"/>
                <a:gd name="csX1646" fmla="*/ 1044492 w 2649955"/>
                <a:gd name="csY1646" fmla="*/ 154907 h 1836319"/>
                <a:gd name="csX1647" fmla="*/ 1050507 w 2649955"/>
                <a:gd name="csY1647" fmla="*/ 153403 h 1836319"/>
                <a:gd name="csX1648" fmla="*/ 1053515 w 2649955"/>
                <a:gd name="csY1648" fmla="*/ 156411 h 1836319"/>
                <a:gd name="csX1649" fmla="*/ 1061035 w 2649955"/>
                <a:gd name="csY1649" fmla="*/ 162426 h 1836319"/>
                <a:gd name="csX1650" fmla="*/ 1070811 w 2649955"/>
                <a:gd name="csY1650" fmla="*/ 172202 h 1836319"/>
                <a:gd name="csX1651" fmla="*/ 1082842 w 2649955"/>
                <a:gd name="csY1651" fmla="*/ 182730 h 1836319"/>
                <a:gd name="csX1652" fmla="*/ 1094874 w 2649955"/>
                <a:gd name="csY1652" fmla="*/ 193257 h 1836319"/>
                <a:gd name="csX1653" fmla="*/ 1104649 w 2649955"/>
                <a:gd name="csY1653" fmla="*/ 202281 h 1836319"/>
                <a:gd name="csX1654" fmla="*/ 1112169 w 2649955"/>
                <a:gd name="csY1654" fmla="*/ 209049 h 1836319"/>
                <a:gd name="csX1655" fmla="*/ 1115177 w 2649955"/>
                <a:gd name="csY1655" fmla="*/ 211305 h 1836319"/>
                <a:gd name="csX1656" fmla="*/ 1121193 w 2649955"/>
                <a:gd name="csY1656" fmla="*/ 217320 h 1836319"/>
                <a:gd name="csX1657" fmla="*/ 1128713 w 2649955"/>
                <a:gd name="csY1657" fmla="*/ 222584 h 1836319"/>
                <a:gd name="csX1658" fmla="*/ 1130969 w 2649955"/>
                <a:gd name="csY1658" fmla="*/ 224088 h 1836319"/>
                <a:gd name="csX1659" fmla="*/ 1139992 w 2649955"/>
                <a:gd name="csY1659" fmla="*/ 225592 h 1836319"/>
                <a:gd name="csX1660" fmla="*/ 1148264 w 2649955"/>
                <a:gd name="csY1660" fmla="*/ 223336 h 1836319"/>
                <a:gd name="csX1661" fmla="*/ 1149768 w 2649955"/>
                <a:gd name="csY1661" fmla="*/ 223336 h 1836319"/>
                <a:gd name="csX1662" fmla="*/ 1151272 w 2649955"/>
                <a:gd name="csY1662" fmla="*/ 223336 h 1836319"/>
                <a:gd name="csX1663" fmla="*/ 1153528 w 2649955"/>
                <a:gd name="csY1663" fmla="*/ 224088 h 1836319"/>
                <a:gd name="csX1664" fmla="*/ 1154280 w 2649955"/>
                <a:gd name="csY1664" fmla="*/ 224840 h 1836319"/>
                <a:gd name="csX1665" fmla="*/ 1155032 w 2649955"/>
                <a:gd name="csY1665" fmla="*/ 224840 h 1836319"/>
                <a:gd name="csX1666" fmla="*/ 1155784 w 2649955"/>
                <a:gd name="csY1666" fmla="*/ 225592 h 1836319"/>
                <a:gd name="csX1667" fmla="*/ 1159544 w 2649955"/>
                <a:gd name="csY1667" fmla="*/ 227096 h 1836319"/>
                <a:gd name="csX1668" fmla="*/ 1161799 w 2649955"/>
                <a:gd name="csY1668" fmla="*/ 227848 h 1836319"/>
                <a:gd name="csX1669" fmla="*/ 1163303 w 2649955"/>
                <a:gd name="csY1669" fmla="*/ 227848 h 1836319"/>
                <a:gd name="csX1670" fmla="*/ 1164807 w 2649955"/>
                <a:gd name="csY1670" fmla="*/ 227096 h 1836319"/>
                <a:gd name="csX1671" fmla="*/ 1168567 w 2649955"/>
                <a:gd name="csY1671" fmla="*/ 224088 h 1836319"/>
                <a:gd name="csX1672" fmla="*/ 1170823 w 2649955"/>
                <a:gd name="csY1672" fmla="*/ 221080 h 1836319"/>
                <a:gd name="csX1673" fmla="*/ 1172327 w 2649955"/>
                <a:gd name="csY1673" fmla="*/ 221080 h 1836319"/>
                <a:gd name="csX1674" fmla="*/ 1173831 w 2649955"/>
                <a:gd name="csY1674" fmla="*/ 219576 h 1836319"/>
                <a:gd name="csX1675" fmla="*/ 1174583 w 2649955"/>
                <a:gd name="csY1675" fmla="*/ 219576 h 1836319"/>
                <a:gd name="csX1676" fmla="*/ 1181351 w 2649955"/>
                <a:gd name="csY1676" fmla="*/ 219576 h 1836319"/>
                <a:gd name="csX1677" fmla="*/ 1184359 w 2649955"/>
                <a:gd name="csY1677" fmla="*/ 218824 h 1836319"/>
                <a:gd name="csX1678" fmla="*/ 1187367 w 2649955"/>
                <a:gd name="csY1678" fmla="*/ 216568 h 1836319"/>
                <a:gd name="csX1679" fmla="*/ 1190374 w 2649955"/>
                <a:gd name="csY1679" fmla="*/ 213561 h 1836319"/>
                <a:gd name="csX1680" fmla="*/ 1196390 w 2649955"/>
                <a:gd name="csY1680" fmla="*/ 206793 h 1836319"/>
                <a:gd name="csX1681" fmla="*/ 1199398 w 2649955"/>
                <a:gd name="csY1681" fmla="*/ 203033 h 1836319"/>
                <a:gd name="csX1682" fmla="*/ 1200150 w 2649955"/>
                <a:gd name="csY1682" fmla="*/ 203033 h 1836319"/>
                <a:gd name="csX1683" fmla="*/ 1202406 w 2649955"/>
                <a:gd name="csY1683" fmla="*/ 201529 h 1836319"/>
                <a:gd name="csX1684" fmla="*/ 1209926 w 2649955"/>
                <a:gd name="csY1684" fmla="*/ 197769 h 1836319"/>
                <a:gd name="csX1685" fmla="*/ 1215942 w 2649955"/>
                <a:gd name="csY1685" fmla="*/ 195513 h 1836319"/>
                <a:gd name="csX1686" fmla="*/ 1221205 w 2649955"/>
                <a:gd name="csY1686" fmla="*/ 191753 h 1836319"/>
                <a:gd name="csX1687" fmla="*/ 1221957 w 2649955"/>
                <a:gd name="csY1687" fmla="*/ 191001 h 1836319"/>
                <a:gd name="csX1688" fmla="*/ 1225717 w 2649955"/>
                <a:gd name="csY1688" fmla="*/ 190249 h 1836319"/>
                <a:gd name="csX1689" fmla="*/ 1227973 w 2649955"/>
                <a:gd name="csY1689" fmla="*/ 189497 h 1836319"/>
                <a:gd name="csX1690" fmla="*/ 1228725 w 2649955"/>
                <a:gd name="csY1690" fmla="*/ 189497 h 1836319"/>
                <a:gd name="csX1691" fmla="*/ 1233237 w 2649955"/>
                <a:gd name="csY1691" fmla="*/ 190249 h 1836319"/>
                <a:gd name="csX1692" fmla="*/ 1238501 w 2649955"/>
                <a:gd name="csY1692" fmla="*/ 190249 h 1836319"/>
                <a:gd name="csX1693" fmla="*/ 1239253 w 2649955"/>
                <a:gd name="csY1693" fmla="*/ 190249 h 1836319"/>
                <a:gd name="csX1694" fmla="*/ 1240757 w 2649955"/>
                <a:gd name="csY1694" fmla="*/ 190249 h 1836319"/>
                <a:gd name="csX1695" fmla="*/ 1242261 w 2649955"/>
                <a:gd name="csY1695" fmla="*/ 189497 h 1836319"/>
                <a:gd name="csX1696" fmla="*/ 1244517 w 2649955"/>
                <a:gd name="csY1696" fmla="*/ 190249 h 1836319"/>
                <a:gd name="csX1697" fmla="*/ 1246021 w 2649955"/>
                <a:gd name="csY1697" fmla="*/ 191001 h 1836319"/>
                <a:gd name="csX1698" fmla="*/ 1248276 w 2649955"/>
                <a:gd name="csY1698" fmla="*/ 192505 h 1836319"/>
                <a:gd name="csX1699" fmla="*/ 1249780 w 2649955"/>
                <a:gd name="csY1699" fmla="*/ 194009 h 1836319"/>
                <a:gd name="csX1700" fmla="*/ 1252788 w 2649955"/>
                <a:gd name="csY1700" fmla="*/ 197769 h 1836319"/>
                <a:gd name="csX1701" fmla="*/ 1253540 w 2649955"/>
                <a:gd name="csY1701" fmla="*/ 198521 h 1836319"/>
                <a:gd name="csX1702" fmla="*/ 1255044 w 2649955"/>
                <a:gd name="csY1702" fmla="*/ 201529 h 1836319"/>
                <a:gd name="csX1703" fmla="*/ 1255796 w 2649955"/>
                <a:gd name="csY1703" fmla="*/ 203785 h 1836319"/>
                <a:gd name="csX1704" fmla="*/ 1255796 w 2649955"/>
                <a:gd name="csY1704" fmla="*/ 204537 h 1836319"/>
                <a:gd name="csX1705" fmla="*/ 1256548 w 2649955"/>
                <a:gd name="csY1705" fmla="*/ 208297 h 1836319"/>
                <a:gd name="csX1706" fmla="*/ 1253540 w 2649955"/>
                <a:gd name="csY1706" fmla="*/ 215064 h 1836319"/>
                <a:gd name="csX1707" fmla="*/ 1249028 w 2649955"/>
                <a:gd name="csY1707" fmla="*/ 221080 h 1836319"/>
                <a:gd name="csX1708" fmla="*/ 1245268 w 2649955"/>
                <a:gd name="csY1708" fmla="*/ 227096 h 1836319"/>
                <a:gd name="csX1709" fmla="*/ 1246021 w 2649955"/>
                <a:gd name="csY1709" fmla="*/ 230856 h 1836319"/>
                <a:gd name="csX1710" fmla="*/ 1246021 w 2649955"/>
                <a:gd name="csY1710" fmla="*/ 233864 h 1836319"/>
                <a:gd name="csX1711" fmla="*/ 1247524 w 2649955"/>
                <a:gd name="csY1711" fmla="*/ 237624 h 1836319"/>
                <a:gd name="csX1712" fmla="*/ 1249780 w 2649955"/>
                <a:gd name="csY1712" fmla="*/ 239880 h 1836319"/>
                <a:gd name="csX1713" fmla="*/ 1252036 w 2649955"/>
                <a:gd name="csY1713" fmla="*/ 240632 h 1836319"/>
                <a:gd name="csX1714" fmla="*/ 1255044 w 2649955"/>
                <a:gd name="csY1714" fmla="*/ 240632 h 1836319"/>
                <a:gd name="csX1715" fmla="*/ 1255796 w 2649955"/>
                <a:gd name="csY1715" fmla="*/ 240632 h 1836319"/>
                <a:gd name="csX1716" fmla="*/ 1256548 w 2649955"/>
                <a:gd name="csY1716" fmla="*/ 239880 h 1836319"/>
                <a:gd name="csX1717" fmla="*/ 1258804 w 2649955"/>
                <a:gd name="csY1717" fmla="*/ 239128 h 1836319"/>
                <a:gd name="csX1718" fmla="*/ 1263316 w 2649955"/>
                <a:gd name="csY1718" fmla="*/ 236872 h 1836319"/>
                <a:gd name="csX1719" fmla="*/ 1266324 w 2649955"/>
                <a:gd name="csY1719" fmla="*/ 234616 h 1836319"/>
                <a:gd name="csX1720" fmla="*/ 1269332 w 2649955"/>
                <a:gd name="csY1720" fmla="*/ 229352 h 1836319"/>
                <a:gd name="csX1721" fmla="*/ 1271588 w 2649955"/>
                <a:gd name="csY1721" fmla="*/ 226344 h 1836319"/>
                <a:gd name="csX1722" fmla="*/ 1272340 w 2649955"/>
                <a:gd name="csY1722" fmla="*/ 224840 h 1836319"/>
                <a:gd name="csX1723" fmla="*/ 1272340 w 2649955"/>
                <a:gd name="csY1723" fmla="*/ 220328 h 1836319"/>
                <a:gd name="csX1724" fmla="*/ 1272340 w 2649955"/>
                <a:gd name="csY1724" fmla="*/ 218824 h 1836319"/>
                <a:gd name="csX1725" fmla="*/ 1273092 w 2649955"/>
                <a:gd name="csY1725" fmla="*/ 217320 h 1836319"/>
                <a:gd name="csX1726" fmla="*/ 1273844 w 2649955"/>
                <a:gd name="csY1726" fmla="*/ 215064 h 1836319"/>
                <a:gd name="csX1727" fmla="*/ 1275347 w 2649955"/>
                <a:gd name="csY1727" fmla="*/ 212809 h 1836319"/>
                <a:gd name="csX1728" fmla="*/ 1275347 w 2649955"/>
                <a:gd name="csY1728" fmla="*/ 212057 h 1836319"/>
                <a:gd name="csX1729" fmla="*/ 1285123 w 2649955"/>
                <a:gd name="csY1729" fmla="*/ 200777 h 1836319"/>
                <a:gd name="csX1730" fmla="*/ 1285875 w 2649955"/>
                <a:gd name="csY1730" fmla="*/ 200777 h 1836319"/>
                <a:gd name="csX1731" fmla="*/ 1287379 w 2649955"/>
                <a:gd name="csY1731" fmla="*/ 200025 h 1836319"/>
                <a:gd name="csX1732" fmla="*/ 1288131 w 2649955"/>
                <a:gd name="csY1732" fmla="*/ 200025 h 1836319"/>
                <a:gd name="csX1733" fmla="*/ 1291139 w 2649955"/>
                <a:gd name="csY1733" fmla="*/ 200025 h 1836319"/>
                <a:gd name="csX1734" fmla="*/ 1294899 w 2649955"/>
                <a:gd name="csY1734" fmla="*/ 200025 h 1836319"/>
                <a:gd name="csX1735" fmla="*/ 1297907 w 2649955"/>
                <a:gd name="csY1735" fmla="*/ 200777 h 1836319"/>
                <a:gd name="csX1736" fmla="*/ 1300915 w 2649955"/>
                <a:gd name="csY1736" fmla="*/ 200777 h 1836319"/>
                <a:gd name="csX1737" fmla="*/ 1303922 w 2649955"/>
                <a:gd name="csY1737" fmla="*/ 199273 h 1836319"/>
                <a:gd name="csX1738" fmla="*/ 1307682 w 2649955"/>
                <a:gd name="csY1738" fmla="*/ 194009 h 1836319"/>
                <a:gd name="csX1739" fmla="*/ 1309186 w 2649955"/>
                <a:gd name="csY1739" fmla="*/ 187993 h 1836319"/>
                <a:gd name="csX1740" fmla="*/ 1309938 w 2649955"/>
                <a:gd name="csY1740" fmla="*/ 175962 h 1836319"/>
                <a:gd name="csX1741" fmla="*/ 1309938 w 2649955"/>
                <a:gd name="csY1741" fmla="*/ 175210 h 1836319"/>
                <a:gd name="csX1742" fmla="*/ 1313698 w 2649955"/>
                <a:gd name="csY1742" fmla="*/ 168442 h 1836319"/>
                <a:gd name="csX1743" fmla="*/ 1319714 w 2649955"/>
                <a:gd name="csY1743" fmla="*/ 166938 h 1836319"/>
                <a:gd name="csX1744" fmla="*/ 1325730 w 2649955"/>
                <a:gd name="csY1744" fmla="*/ 167690 h 1836319"/>
                <a:gd name="csX1745" fmla="*/ 1330994 w 2649955"/>
                <a:gd name="csY1745" fmla="*/ 166186 h 1836319"/>
                <a:gd name="csX1746" fmla="*/ 1331745 w 2649955"/>
                <a:gd name="csY1746" fmla="*/ 165434 h 1836319"/>
                <a:gd name="csX1747" fmla="*/ 1331745 w 2649955"/>
                <a:gd name="csY1747" fmla="*/ 163178 h 1836319"/>
                <a:gd name="csX1748" fmla="*/ 1331745 w 2649955"/>
                <a:gd name="csY1748" fmla="*/ 162426 h 1836319"/>
                <a:gd name="csX1749" fmla="*/ 1332497 w 2649955"/>
                <a:gd name="csY1749" fmla="*/ 162426 h 1836319"/>
                <a:gd name="csX1750" fmla="*/ 1334001 w 2649955"/>
                <a:gd name="csY1750" fmla="*/ 161674 h 1836319"/>
                <a:gd name="csX1751" fmla="*/ 1334753 w 2649955"/>
                <a:gd name="csY1751" fmla="*/ 161674 h 1836319"/>
                <a:gd name="csX1752" fmla="*/ 1340017 w 2649955"/>
                <a:gd name="csY1752" fmla="*/ 157163 h 1836319"/>
                <a:gd name="csX1753" fmla="*/ 1341521 w 2649955"/>
                <a:gd name="csY1753" fmla="*/ 156411 h 1836319"/>
                <a:gd name="csX1754" fmla="*/ 1344529 w 2649955"/>
                <a:gd name="csY1754" fmla="*/ 154907 h 1836319"/>
                <a:gd name="csX1755" fmla="*/ 1347537 w 2649955"/>
                <a:gd name="csY1755" fmla="*/ 154907 h 1836319"/>
                <a:gd name="csX1756" fmla="*/ 1349793 w 2649955"/>
                <a:gd name="csY1756" fmla="*/ 154155 h 1836319"/>
                <a:gd name="csX1757" fmla="*/ 1352801 w 2649955"/>
                <a:gd name="csY1757" fmla="*/ 151899 h 1836319"/>
                <a:gd name="csX1758" fmla="*/ 1356561 w 2649955"/>
                <a:gd name="csY1758" fmla="*/ 148139 h 1836319"/>
                <a:gd name="csX1759" fmla="*/ 1358817 w 2649955"/>
                <a:gd name="csY1759" fmla="*/ 146635 h 1836319"/>
                <a:gd name="csX1760" fmla="*/ 1361824 w 2649955"/>
                <a:gd name="csY1760" fmla="*/ 146635 h 1836319"/>
                <a:gd name="csX1761" fmla="*/ 1367088 w 2649955"/>
                <a:gd name="csY1761" fmla="*/ 148891 h 1836319"/>
                <a:gd name="csX1762" fmla="*/ 1369344 w 2649955"/>
                <a:gd name="csY1762" fmla="*/ 150395 h 1836319"/>
                <a:gd name="csX1763" fmla="*/ 1372352 w 2649955"/>
                <a:gd name="csY1763" fmla="*/ 150395 h 1836319"/>
                <a:gd name="csX1764" fmla="*/ 1375360 w 2649955"/>
                <a:gd name="csY1764" fmla="*/ 149643 h 1836319"/>
                <a:gd name="csX1765" fmla="*/ 1394159 w 2649955"/>
                <a:gd name="csY1765" fmla="*/ 137611 h 1836319"/>
                <a:gd name="csX1766" fmla="*/ 1396415 w 2649955"/>
                <a:gd name="csY1766" fmla="*/ 134603 h 1836319"/>
                <a:gd name="csX1767" fmla="*/ 1399423 w 2649955"/>
                <a:gd name="csY1767" fmla="*/ 127836 h 1836319"/>
                <a:gd name="csX1768" fmla="*/ 1402431 w 2649955"/>
                <a:gd name="csY1768" fmla="*/ 124076 h 1836319"/>
                <a:gd name="csX1769" fmla="*/ 1406191 w 2649955"/>
                <a:gd name="csY1769" fmla="*/ 121068 h 1836319"/>
                <a:gd name="csX1770" fmla="*/ 1413711 w 2649955"/>
                <a:gd name="csY1770" fmla="*/ 117308 h 1836319"/>
                <a:gd name="csX1771" fmla="*/ 1420478 w 2649955"/>
                <a:gd name="csY1771" fmla="*/ 112796 h 1836319"/>
                <a:gd name="csX1772" fmla="*/ 1424238 w 2649955"/>
                <a:gd name="csY1772" fmla="*/ 110540 h 1836319"/>
                <a:gd name="csX1773" fmla="*/ 1427246 w 2649955"/>
                <a:gd name="csY1773" fmla="*/ 109788 h 1836319"/>
                <a:gd name="csX1774" fmla="*/ 1427998 w 2649955"/>
                <a:gd name="csY1774" fmla="*/ 110540 h 1836319"/>
                <a:gd name="csX1775" fmla="*/ 1431006 w 2649955"/>
                <a:gd name="csY1775" fmla="*/ 112044 h 1836319"/>
                <a:gd name="csX1776" fmla="*/ 1431006 w 2649955"/>
                <a:gd name="csY1776" fmla="*/ 115052 h 1836319"/>
                <a:gd name="csX1777" fmla="*/ 1427998 w 2649955"/>
                <a:gd name="csY1777" fmla="*/ 121068 h 1836319"/>
                <a:gd name="csX1778" fmla="*/ 1426494 w 2649955"/>
                <a:gd name="csY1778" fmla="*/ 124076 h 1836319"/>
                <a:gd name="csX1779" fmla="*/ 1426494 w 2649955"/>
                <a:gd name="csY1779" fmla="*/ 126332 h 1836319"/>
                <a:gd name="csX1780" fmla="*/ 1426494 w 2649955"/>
                <a:gd name="csY1780" fmla="*/ 127836 h 1836319"/>
                <a:gd name="csX1781" fmla="*/ 1426494 w 2649955"/>
                <a:gd name="csY1781" fmla="*/ 130843 h 1836319"/>
                <a:gd name="csX1782" fmla="*/ 1427246 w 2649955"/>
                <a:gd name="csY1782" fmla="*/ 131595 h 1836319"/>
                <a:gd name="csX1783" fmla="*/ 1430254 w 2649955"/>
                <a:gd name="csY1783" fmla="*/ 133099 h 1836319"/>
                <a:gd name="csX1784" fmla="*/ 1431006 w 2649955"/>
                <a:gd name="csY1784" fmla="*/ 132347 h 1836319"/>
                <a:gd name="csX1785" fmla="*/ 1432510 w 2649955"/>
                <a:gd name="csY1785" fmla="*/ 132347 h 1836319"/>
                <a:gd name="csX1786" fmla="*/ 1434766 w 2649955"/>
                <a:gd name="csY1786" fmla="*/ 129340 h 1836319"/>
                <a:gd name="csX1787" fmla="*/ 1437022 w 2649955"/>
                <a:gd name="csY1787" fmla="*/ 123324 h 1836319"/>
                <a:gd name="csX1788" fmla="*/ 1440030 w 2649955"/>
                <a:gd name="csY1788" fmla="*/ 119564 h 1836319"/>
                <a:gd name="csX1789" fmla="*/ 1450557 w 2649955"/>
                <a:gd name="csY1789" fmla="*/ 112044 h 1836319"/>
                <a:gd name="csX1790" fmla="*/ 1458829 w 2649955"/>
                <a:gd name="csY1790" fmla="*/ 103772 h 1836319"/>
                <a:gd name="csX1791" fmla="*/ 1466349 w 2649955"/>
                <a:gd name="csY1791" fmla="*/ 100013 h 1836319"/>
                <a:gd name="csX1792" fmla="*/ 1469357 w 2649955"/>
                <a:gd name="csY1792" fmla="*/ 97005 h 1836319"/>
                <a:gd name="csX1793" fmla="*/ 1471613 w 2649955"/>
                <a:gd name="csY1793" fmla="*/ 93245 h 1836319"/>
                <a:gd name="csX1794" fmla="*/ 1473869 w 2649955"/>
                <a:gd name="csY1794" fmla="*/ 89485 h 1836319"/>
                <a:gd name="csX1795" fmla="*/ 1474620 w 2649955"/>
                <a:gd name="csY1795" fmla="*/ 86477 h 1836319"/>
                <a:gd name="csX1796" fmla="*/ 1475372 w 2649955"/>
                <a:gd name="csY1796" fmla="*/ 83469 h 1836319"/>
                <a:gd name="csX1797" fmla="*/ 1474620 w 2649955"/>
                <a:gd name="csY1797" fmla="*/ 74445 h 1836319"/>
                <a:gd name="csX1798" fmla="*/ 1476876 w 2649955"/>
                <a:gd name="csY1798" fmla="*/ 65422 h 1836319"/>
                <a:gd name="csX1799" fmla="*/ 1477628 w 2649955"/>
                <a:gd name="csY1799" fmla="*/ 58654 h 1836319"/>
                <a:gd name="csX1800" fmla="*/ 1477628 w 2649955"/>
                <a:gd name="csY1800" fmla="*/ 51886 h 1836319"/>
                <a:gd name="csX1801" fmla="*/ 1479132 w 2649955"/>
                <a:gd name="csY1801" fmla="*/ 49630 h 1836319"/>
                <a:gd name="csX1802" fmla="*/ 1480636 w 2649955"/>
                <a:gd name="csY1802" fmla="*/ 47374 h 1836319"/>
                <a:gd name="csX1803" fmla="*/ 1480636 w 2649955"/>
                <a:gd name="csY1803" fmla="*/ 46622 h 1836319"/>
                <a:gd name="csX1804" fmla="*/ 1486652 w 2649955"/>
                <a:gd name="csY1804" fmla="*/ 42111 h 1836319"/>
                <a:gd name="csX1805" fmla="*/ 1492668 w 2649955"/>
                <a:gd name="csY1805" fmla="*/ 40607 h 1836319"/>
                <a:gd name="csX1806" fmla="*/ 1497932 w 2649955"/>
                <a:gd name="csY1806" fmla="*/ 39855 h 1836319"/>
                <a:gd name="csX1807" fmla="*/ 1506203 w 2649955"/>
                <a:gd name="csY1807" fmla="*/ 39855 h 1836319"/>
                <a:gd name="csX1808" fmla="*/ 1513723 w 2649955"/>
                <a:gd name="csY1808" fmla="*/ 39855 h 1836319"/>
                <a:gd name="csX1809" fmla="*/ 1515979 w 2649955"/>
                <a:gd name="csY1809" fmla="*/ 39855 h 1836319"/>
                <a:gd name="csX1810" fmla="*/ 1518987 w 2649955"/>
                <a:gd name="csY1810" fmla="*/ 39855 h 1836319"/>
                <a:gd name="csX1811" fmla="*/ 1519739 w 2649955"/>
                <a:gd name="csY1811" fmla="*/ 39103 h 1836319"/>
                <a:gd name="csX1812" fmla="*/ 1521995 w 2649955"/>
                <a:gd name="csY1812" fmla="*/ 38351 h 1836319"/>
                <a:gd name="csX1813" fmla="*/ 1543802 w 2649955"/>
                <a:gd name="csY1813" fmla="*/ 20303 h 1836319"/>
                <a:gd name="csX1814" fmla="*/ 1552074 w 2649955"/>
                <a:gd name="csY1814" fmla="*/ 16543 h 1836319"/>
                <a:gd name="csX1815" fmla="*/ 1554330 w 2649955"/>
                <a:gd name="csY1815" fmla="*/ 16543 h 1836319"/>
                <a:gd name="csX1816" fmla="*/ 1558842 w 2649955"/>
                <a:gd name="csY1816" fmla="*/ 17295 h 1836319"/>
                <a:gd name="csX1817" fmla="*/ 1560346 w 2649955"/>
                <a:gd name="csY1817" fmla="*/ 17295 h 1836319"/>
                <a:gd name="csX1818" fmla="*/ 1570121 w 2649955"/>
                <a:gd name="csY1818" fmla="*/ 15039 h 1836319"/>
                <a:gd name="csX1819" fmla="*/ 1575385 w 2649955"/>
                <a:gd name="csY1819" fmla="*/ 13536 h 1836319"/>
                <a:gd name="csX1820" fmla="*/ 1576889 w 2649955"/>
                <a:gd name="csY1820" fmla="*/ 9776 h 1836319"/>
                <a:gd name="csX1821" fmla="*/ 1576137 w 2649955"/>
                <a:gd name="csY1821" fmla="*/ 7520 h 1836319"/>
                <a:gd name="csX1822" fmla="*/ 1576889 w 2649955"/>
                <a:gd name="csY1822" fmla="*/ 5264 h 1836319"/>
                <a:gd name="csX1823" fmla="*/ 1579145 w 2649955"/>
                <a:gd name="csY1823" fmla="*/ 0 h 1836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</a:cxnLst>
              <a:rect l="l" t="t" r="r" b="b"/>
              <a:pathLst>
                <a:path w="2649955" h="1836319">
                  <a:moveTo>
                    <a:pt x="1579145" y="0"/>
                  </a:moveTo>
                  <a:lnTo>
                    <a:pt x="1579897" y="1504"/>
                  </a:lnTo>
                  <a:lnTo>
                    <a:pt x="1581401" y="3008"/>
                  </a:lnTo>
                  <a:lnTo>
                    <a:pt x="1586665" y="8272"/>
                  </a:lnTo>
                  <a:lnTo>
                    <a:pt x="1591177" y="11280"/>
                  </a:lnTo>
                  <a:lnTo>
                    <a:pt x="1593432" y="12032"/>
                  </a:lnTo>
                  <a:lnTo>
                    <a:pt x="1597192" y="12032"/>
                  </a:lnTo>
                  <a:lnTo>
                    <a:pt x="1599448" y="12032"/>
                  </a:lnTo>
                  <a:lnTo>
                    <a:pt x="1600952" y="12032"/>
                  </a:lnTo>
                  <a:lnTo>
                    <a:pt x="1602456" y="11280"/>
                  </a:lnTo>
                  <a:lnTo>
                    <a:pt x="1606968" y="9776"/>
                  </a:lnTo>
                  <a:lnTo>
                    <a:pt x="1609224" y="9024"/>
                  </a:lnTo>
                  <a:lnTo>
                    <a:pt x="1611480" y="9024"/>
                  </a:lnTo>
                  <a:lnTo>
                    <a:pt x="1615240" y="9024"/>
                  </a:lnTo>
                  <a:lnTo>
                    <a:pt x="1616744" y="9776"/>
                  </a:lnTo>
                  <a:lnTo>
                    <a:pt x="1617496" y="11280"/>
                  </a:lnTo>
                  <a:lnTo>
                    <a:pt x="1617496" y="15039"/>
                  </a:lnTo>
                  <a:lnTo>
                    <a:pt x="1618247" y="16543"/>
                  </a:lnTo>
                  <a:lnTo>
                    <a:pt x="1618999" y="18799"/>
                  </a:lnTo>
                  <a:lnTo>
                    <a:pt x="1621255" y="21055"/>
                  </a:lnTo>
                  <a:lnTo>
                    <a:pt x="1626519" y="27071"/>
                  </a:lnTo>
                  <a:lnTo>
                    <a:pt x="1630279" y="29327"/>
                  </a:lnTo>
                  <a:lnTo>
                    <a:pt x="1632535" y="30831"/>
                  </a:lnTo>
                  <a:lnTo>
                    <a:pt x="1637047" y="33087"/>
                  </a:lnTo>
                  <a:lnTo>
                    <a:pt x="1639303" y="33087"/>
                  </a:lnTo>
                  <a:lnTo>
                    <a:pt x="1641559" y="33087"/>
                  </a:lnTo>
                  <a:lnTo>
                    <a:pt x="1644566" y="32335"/>
                  </a:lnTo>
                  <a:lnTo>
                    <a:pt x="1646071" y="32335"/>
                  </a:lnTo>
                  <a:lnTo>
                    <a:pt x="1648326" y="32335"/>
                  </a:lnTo>
                  <a:lnTo>
                    <a:pt x="1651334" y="33087"/>
                  </a:lnTo>
                  <a:lnTo>
                    <a:pt x="1652838" y="33087"/>
                  </a:lnTo>
                  <a:lnTo>
                    <a:pt x="1658102" y="33087"/>
                  </a:lnTo>
                  <a:lnTo>
                    <a:pt x="1660358" y="33087"/>
                  </a:lnTo>
                  <a:lnTo>
                    <a:pt x="1664118" y="34591"/>
                  </a:lnTo>
                  <a:lnTo>
                    <a:pt x="1673142" y="39855"/>
                  </a:lnTo>
                  <a:lnTo>
                    <a:pt x="1678405" y="41359"/>
                  </a:lnTo>
                  <a:lnTo>
                    <a:pt x="1679909" y="42863"/>
                  </a:lnTo>
                  <a:lnTo>
                    <a:pt x="1682165" y="43614"/>
                  </a:lnTo>
                  <a:lnTo>
                    <a:pt x="1682917" y="45870"/>
                  </a:lnTo>
                  <a:lnTo>
                    <a:pt x="1683669" y="47374"/>
                  </a:lnTo>
                  <a:lnTo>
                    <a:pt x="1684421" y="48878"/>
                  </a:lnTo>
                  <a:lnTo>
                    <a:pt x="1683669" y="51134"/>
                  </a:lnTo>
                  <a:lnTo>
                    <a:pt x="1683669" y="52638"/>
                  </a:lnTo>
                  <a:lnTo>
                    <a:pt x="1679909" y="57902"/>
                  </a:lnTo>
                  <a:lnTo>
                    <a:pt x="1678405" y="59406"/>
                  </a:lnTo>
                  <a:lnTo>
                    <a:pt x="1677653" y="60910"/>
                  </a:lnTo>
                  <a:lnTo>
                    <a:pt x="1677653" y="63166"/>
                  </a:lnTo>
                  <a:lnTo>
                    <a:pt x="1677653" y="64670"/>
                  </a:lnTo>
                  <a:lnTo>
                    <a:pt x="1679909" y="70686"/>
                  </a:lnTo>
                  <a:lnTo>
                    <a:pt x="1680661" y="75949"/>
                  </a:lnTo>
                  <a:lnTo>
                    <a:pt x="1680661" y="77453"/>
                  </a:lnTo>
                  <a:lnTo>
                    <a:pt x="1679909" y="78957"/>
                  </a:lnTo>
                  <a:lnTo>
                    <a:pt x="1675397" y="81213"/>
                  </a:lnTo>
                  <a:lnTo>
                    <a:pt x="1674645" y="82717"/>
                  </a:lnTo>
                  <a:lnTo>
                    <a:pt x="1673142" y="87981"/>
                  </a:lnTo>
                  <a:lnTo>
                    <a:pt x="1672390" y="89485"/>
                  </a:lnTo>
                  <a:lnTo>
                    <a:pt x="1670134" y="91741"/>
                  </a:lnTo>
                  <a:lnTo>
                    <a:pt x="1669382" y="93997"/>
                  </a:lnTo>
                  <a:lnTo>
                    <a:pt x="1669382" y="96253"/>
                  </a:lnTo>
                  <a:lnTo>
                    <a:pt x="1674645" y="103772"/>
                  </a:lnTo>
                  <a:lnTo>
                    <a:pt x="1677653" y="109036"/>
                  </a:lnTo>
                  <a:lnTo>
                    <a:pt x="1679909" y="112044"/>
                  </a:lnTo>
                  <a:lnTo>
                    <a:pt x="1681413" y="114300"/>
                  </a:lnTo>
                  <a:lnTo>
                    <a:pt x="1683669" y="115804"/>
                  </a:lnTo>
                  <a:lnTo>
                    <a:pt x="1685173" y="116556"/>
                  </a:lnTo>
                  <a:lnTo>
                    <a:pt x="1686677" y="117308"/>
                  </a:lnTo>
                  <a:lnTo>
                    <a:pt x="1688181" y="118812"/>
                  </a:lnTo>
                  <a:lnTo>
                    <a:pt x="1691189" y="121068"/>
                  </a:lnTo>
                  <a:lnTo>
                    <a:pt x="1694197" y="124076"/>
                  </a:lnTo>
                  <a:lnTo>
                    <a:pt x="1695701" y="127084"/>
                  </a:lnTo>
                  <a:lnTo>
                    <a:pt x="1695701" y="128587"/>
                  </a:lnTo>
                  <a:lnTo>
                    <a:pt x="1695701" y="130843"/>
                  </a:lnTo>
                  <a:lnTo>
                    <a:pt x="1695701" y="132347"/>
                  </a:lnTo>
                  <a:lnTo>
                    <a:pt x="1704724" y="159418"/>
                  </a:lnTo>
                  <a:lnTo>
                    <a:pt x="1704724" y="163930"/>
                  </a:lnTo>
                  <a:lnTo>
                    <a:pt x="1705476" y="165434"/>
                  </a:lnTo>
                  <a:lnTo>
                    <a:pt x="1705476" y="167690"/>
                  </a:lnTo>
                  <a:lnTo>
                    <a:pt x="1709988" y="175210"/>
                  </a:lnTo>
                  <a:lnTo>
                    <a:pt x="1710740" y="178218"/>
                  </a:lnTo>
                  <a:lnTo>
                    <a:pt x="1711492" y="193257"/>
                  </a:lnTo>
                  <a:lnTo>
                    <a:pt x="1712996" y="196265"/>
                  </a:lnTo>
                  <a:lnTo>
                    <a:pt x="1719764" y="209801"/>
                  </a:lnTo>
                  <a:lnTo>
                    <a:pt x="1721268" y="214313"/>
                  </a:lnTo>
                  <a:lnTo>
                    <a:pt x="1721268" y="217320"/>
                  </a:lnTo>
                  <a:lnTo>
                    <a:pt x="1719012" y="220328"/>
                  </a:lnTo>
                  <a:lnTo>
                    <a:pt x="1715252" y="222584"/>
                  </a:lnTo>
                  <a:lnTo>
                    <a:pt x="1712996" y="224840"/>
                  </a:lnTo>
                  <a:lnTo>
                    <a:pt x="1710740" y="225592"/>
                  </a:lnTo>
                  <a:lnTo>
                    <a:pt x="1709236" y="227096"/>
                  </a:lnTo>
                  <a:lnTo>
                    <a:pt x="1707732" y="227848"/>
                  </a:lnTo>
                  <a:lnTo>
                    <a:pt x="1706980" y="229352"/>
                  </a:lnTo>
                  <a:lnTo>
                    <a:pt x="1706228" y="230856"/>
                  </a:lnTo>
                  <a:lnTo>
                    <a:pt x="1706228" y="233112"/>
                  </a:lnTo>
                  <a:lnTo>
                    <a:pt x="1707732" y="236120"/>
                  </a:lnTo>
                  <a:lnTo>
                    <a:pt x="1715252" y="257175"/>
                  </a:lnTo>
                  <a:lnTo>
                    <a:pt x="1716004" y="260183"/>
                  </a:lnTo>
                  <a:lnTo>
                    <a:pt x="1716004" y="261687"/>
                  </a:lnTo>
                  <a:lnTo>
                    <a:pt x="1715252" y="265447"/>
                  </a:lnTo>
                  <a:lnTo>
                    <a:pt x="1713748" y="268455"/>
                  </a:lnTo>
                  <a:lnTo>
                    <a:pt x="1712996" y="269207"/>
                  </a:lnTo>
                  <a:lnTo>
                    <a:pt x="1712244" y="270711"/>
                  </a:lnTo>
                  <a:lnTo>
                    <a:pt x="1709988" y="272966"/>
                  </a:lnTo>
                  <a:lnTo>
                    <a:pt x="1708484" y="273718"/>
                  </a:lnTo>
                  <a:lnTo>
                    <a:pt x="1707732" y="275222"/>
                  </a:lnTo>
                  <a:lnTo>
                    <a:pt x="1707732" y="276726"/>
                  </a:lnTo>
                  <a:lnTo>
                    <a:pt x="1706980" y="278230"/>
                  </a:lnTo>
                  <a:lnTo>
                    <a:pt x="1709236" y="286502"/>
                  </a:lnTo>
                  <a:lnTo>
                    <a:pt x="1709236" y="288758"/>
                  </a:lnTo>
                  <a:lnTo>
                    <a:pt x="1708484" y="290262"/>
                  </a:lnTo>
                  <a:lnTo>
                    <a:pt x="1707732" y="291766"/>
                  </a:lnTo>
                  <a:lnTo>
                    <a:pt x="1703973" y="297782"/>
                  </a:lnTo>
                  <a:lnTo>
                    <a:pt x="1703221" y="300038"/>
                  </a:lnTo>
                  <a:lnTo>
                    <a:pt x="1703221" y="301541"/>
                  </a:lnTo>
                  <a:lnTo>
                    <a:pt x="1703221" y="312069"/>
                  </a:lnTo>
                  <a:lnTo>
                    <a:pt x="1703973" y="314325"/>
                  </a:lnTo>
                  <a:lnTo>
                    <a:pt x="1704724" y="315829"/>
                  </a:lnTo>
                  <a:lnTo>
                    <a:pt x="1708484" y="320341"/>
                  </a:lnTo>
                  <a:lnTo>
                    <a:pt x="1709236" y="322597"/>
                  </a:lnTo>
                  <a:lnTo>
                    <a:pt x="1709236" y="324101"/>
                  </a:lnTo>
                  <a:lnTo>
                    <a:pt x="1706228" y="332372"/>
                  </a:lnTo>
                  <a:lnTo>
                    <a:pt x="1705476" y="333876"/>
                  </a:lnTo>
                  <a:lnTo>
                    <a:pt x="1703973" y="334628"/>
                  </a:lnTo>
                  <a:lnTo>
                    <a:pt x="1702469" y="335380"/>
                  </a:lnTo>
                  <a:lnTo>
                    <a:pt x="1700964" y="336132"/>
                  </a:lnTo>
                  <a:lnTo>
                    <a:pt x="1700213" y="337636"/>
                  </a:lnTo>
                  <a:lnTo>
                    <a:pt x="1700213" y="340644"/>
                  </a:lnTo>
                  <a:lnTo>
                    <a:pt x="1700964" y="344404"/>
                  </a:lnTo>
                  <a:lnTo>
                    <a:pt x="1702469" y="345908"/>
                  </a:lnTo>
                  <a:lnTo>
                    <a:pt x="1706228" y="349668"/>
                  </a:lnTo>
                  <a:lnTo>
                    <a:pt x="1707732" y="351924"/>
                  </a:lnTo>
                  <a:lnTo>
                    <a:pt x="1709988" y="354932"/>
                  </a:lnTo>
                  <a:lnTo>
                    <a:pt x="1711492" y="357939"/>
                  </a:lnTo>
                  <a:lnTo>
                    <a:pt x="1713748" y="367715"/>
                  </a:lnTo>
                  <a:lnTo>
                    <a:pt x="1715252" y="370723"/>
                  </a:lnTo>
                  <a:lnTo>
                    <a:pt x="1716756" y="372979"/>
                  </a:lnTo>
                  <a:lnTo>
                    <a:pt x="1718260" y="373731"/>
                  </a:lnTo>
                  <a:lnTo>
                    <a:pt x="1719764" y="375235"/>
                  </a:lnTo>
                  <a:lnTo>
                    <a:pt x="1724276" y="376739"/>
                  </a:lnTo>
                  <a:lnTo>
                    <a:pt x="1725780" y="378243"/>
                  </a:lnTo>
                  <a:lnTo>
                    <a:pt x="1727284" y="379747"/>
                  </a:lnTo>
                  <a:lnTo>
                    <a:pt x="1731043" y="385762"/>
                  </a:lnTo>
                  <a:lnTo>
                    <a:pt x="1731795" y="388018"/>
                  </a:lnTo>
                  <a:lnTo>
                    <a:pt x="1732547" y="390274"/>
                  </a:lnTo>
                  <a:lnTo>
                    <a:pt x="1733299" y="394034"/>
                  </a:lnTo>
                  <a:lnTo>
                    <a:pt x="1733299" y="398546"/>
                  </a:lnTo>
                  <a:lnTo>
                    <a:pt x="1731795" y="405314"/>
                  </a:lnTo>
                  <a:lnTo>
                    <a:pt x="1731795" y="408322"/>
                  </a:lnTo>
                  <a:lnTo>
                    <a:pt x="1732547" y="409826"/>
                  </a:lnTo>
                  <a:lnTo>
                    <a:pt x="1734052" y="411330"/>
                  </a:lnTo>
                  <a:lnTo>
                    <a:pt x="1734803" y="412082"/>
                  </a:lnTo>
                  <a:lnTo>
                    <a:pt x="1738563" y="414338"/>
                  </a:lnTo>
                  <a:lnTo>
                    <a:pt x="1738563" y="415090"/>
                  </a:lnTo>
                  <a:lnTo>
                    <a:pt x="1739315" y="415841"/>
                  </a:lnTo>
                  <a:lnTo>
                    <a:pt x="1740819" y="417345"/>
                  </a:lnTo>
                  <a:lnTo>
                    <a:pt x="1743075" y="430881"/>
                  </a:lnTo>
                  <a:lnTo>
                    <a:pt x="1743075" y="433137"/>
                  </a:lnTo>
                  <a:lnTo>
                    <a:pt x="1742323" y="434641"/>
                  </a:lnTo>
                  <a:lnTo>
                    <a:pt x="1741571" y="436145"/>
                  </a:lnTo>
                  <a:lnTo>
                    <a:pt x="1738563" y="439905"/>
                  </a:lnTo>
                  <a:lnTo>
                    <a:pt x="1737811" y="440657"/>
                  </a:lnTo>
                  <a:lnTo>
                    <a:pt x="1734803" y="442161"/>
                  </a:lnTo>
                  <a:lnTo>
                    <a:pt x="1734052" y="443665"/>
                  </a:lnTo>
                  <a:lnTo>
                    <a:pt x="1732547" y="445920"/>
                  </a:lnTo>
                  <a:lnTo>
                    <a:pt x="1731795" y="447424"/>
                  </a:lnTo>
                  <a:lnTo>
                    <a:pt x="1730292" y="448176"/>
                  </a:lnTo>
                  <a:lnTo>
                    <a:pt x="1728788" y="448176"/>
                  </a:lnTo>
                  <a:lnTo>
                    <a:pt x="1727284" y="447424"/>
                  </a:lnTo>
                  <a:lnTo>
                    <a:pt x="1724276" y="445920"/>
                  </a:lnTo>
                  <a:lnTo>
                    <a:pt x="1722772" y="445920"/>
                  </a:lnTo>
                  <a:lnTo>
                    <a:pt x="1716756" y="443665"/>
                  </a:lnTo>
                  <a:lnTo>
                    <a:pt x="1715252" y="443665"/>
                  </a:lnTo>
                  <a:lnTo>
                    <a:pt x="1713748" y="444416"/>
                  </a:lnTo>
                  <a:lnTo>
                    <a:pt x="1712996" y="444416"/>
                  </a:lnTo>
                  <a:lnTo>
                    <a:pt x="1712996" y="445920"/>
                  </a:lnTo>
                  <a:lnTo>
                    <a:pt x="1712244" y="451184"/>
                  </a:lnTo>
                  <a:lnTo>
                    <a:pt x="1712244" y="453440"/>
                  </a:lnTo>
                  <a:lnTo>
                    <a:pt x="1712244" y="455696"/>
                  </a:lnTo>
                  <a:lnTo>
                    <a:pt x="1712996" y="457952"/>
                  </a:lnTo>
                  <a:lnTo>
                    <a:pt x="1712996" y="458704"/>
                  </a:lnTo>
                  <a:lnTo>
                    <a:pt x="1713748" y="459456"/>
                  </a:lnTo>
                  <a:lnTo>
                    <a:pt x="1715252" y="460208"/>
                  </a:lnTo>
                  <a:lnTo>
                    <a:pt x="1722772" y="462464"/>
                  </a:lnTo>
                  <a:lnTo>
                    <a:pt x="1724276" y="463216"/>
                  </a:lnTo>
                  <a:lnTo>
                    <a:pt x="1725028" y="463968"/>
                  </a:lnTo>
                  <a:lnTo>
                    <a:pt x="1727284" y="466224"/>
                  </a:lnTo>
                  <a:lnTo>
                    <a:pt x="1730292" y="471488"/>
                  </a:lnTo>
                  <a:lnTo>
                    <a:pt x="1740819" y="482015"/>
                  </a:lnTo>
                  <a:lnTo>
                    <a:pt x="1743827" y="483519"/>
                  </a:lnTo>
                  <a:lnTo>
                    <a:pt x="1746083" y="485023"/>
                  </a:lnTo>
                  <a:lnTo>
                    <a:pt x="1747587" y="485023"/>
                  </a:lnTo>
                  <a:lnTo>
                    <a:pt x="1749843" y="485775"/>
                  </a:lnTo>
                  <a:lnTo>
                    <a:pt x="1752099" y="487279"/>
                  </a:lnTo>
                  <a:lnTo>
                    <a:pt x="1758115" y="497055"/>
                  </a:lnTo>
                  <a:lnTo>
                    <a:pt x="1758867" y="497807"/>
                  </a:lnTo>
                  <a:lnTo>
                    <a:pt x="1760371" y="498559"/>
                  </a:lnTo>
                  <a:lnTo>
                    <a:pt x="1761874" y="499311"/>
                  </a:lnTo>
                  <a:lnTo>
                    <a:pt x="1764882" y="499311"/>
                  </a:lnTo>
                  <a:lnTo>
                    <a:pt x="1766386" y="500063"/>
                  </a:lnTo>
                  <a:lnTo>
                    <a:pt x="1767890" y="500814"/>
                  </a:lnTo>
                  <a:lnTo>
                    <a:pt x="1776914" y="507582"/>
                  </a:lnTo>
                  <a:lnTo>
                    <a:pt x="1783682" y="511342"/>
                  </a:lnTo>
                  <a:lnTo>
                    <a:pt x="1784434" y="512094"/>
                  </a:lnTo>
                  <a:lnTo>
                    <a:pt x="1785938" y="513598"/>
                  </a:lnTo>
                  <a:lnTo>
                    <a:pt x="1787441" y="516606"/>
                  </a:lnTo>
                  <a:lnTo>
                    <a:pt x="1790450" y="521118"/>
                  </a:lnTo>
                  <a:lnTo>
                    <a:pt x="1791201" y="523374"/>
                  </a:lnTo>
                  <a:lnTo>
                    <a:pt x="1792705" y="524126"/>
                  </a:lnTo>
                  <a:lnTo>
                    <a:pt x="1794209" y="524126"/>
                  </a:lnTo>
                  <a:lnTo>
                    <a:pt x="1794961" y="524878"/>
                  </a:lnTo>
                  <a:lnTo>
                    <a:pt x="1795713" y="524878"/>
                  </a:lnTo>
                  <a:lnTo>
                    <a:pt x="1796465" y="525630"/>
                  </a:lnTo>
                  <a:lnTo>
                    <a:pt x="1797969" y="527134"/>
                  </a:lnTo>
                  <a:lnTo>
                    <a:pt x="1798721" y="527134"/>
                  </a:lnTo>
                  <a:lnTo>
                    <a:pt x="1806993" y="545933"/>
                  </a:lnTo>
                  <a:lnTo>
                    <a:pt x="1807745" y="547437"/>
                  </a:lnTo>
                  <a:lnTo>
                    <a:pt x="1808497" y="547437"/>
                  </a:lnTo>
                  <a:lnTo>
                    <a:pt x="1809249" y="548189"/>
                  </a:lnTo>
                  <a:lnTo>
                    <a:pt x="1810001" y="548941"/>
                  </a:lnTo>
                  <a:lnTo>
                    <a:pt x="1810753" y="548941"/>
                  </a:lnTo>
                  <a:lnTo>
                    <a:pt x="1812257" y="548941"/>
                  </a:lnTo>
                  <a:lnTo>
                    <a:pt x="1813009" y="548941"/>
                  </a:lnTo>
                  <a:lnTo>
                    <a:pt x="1814513" y="548941"/>
                  </a:lnTo>
                  <a:lnTo>
                    <a:pt x="1815265" y="548941"/>
                  </a:lnTo>
                  <a:lnTo>
                    <a:pt x="1822032" y="545933"/>
                  </a:lnTo>
                  <a:lnTo>
                    <a:pt x="1825040" y="544429"/>
                  </a:lnTo>
                  <a:lnTo>
                    <a:pt x="1826544" y="545181"/>
                  </a:lnTo>
                  <a:lnTo>
                    <a:pt x="1827296" y="545933"/>
                  </a:lnTo>
                  <a:lnTo>
                    <a:pt x="1829552" y="548941"/>
                  </a:lnTo>
                  <a:lnTo>
                    <a:pt x="1831056" y="549693"/>
                  </a:lnTo>
                  <a:lnTo>
                    <a:pt x="1832560" y="550445"/>
                  </a:lnTo>
                  <a:lnTo>
                    <a:pt x="1833312" y="550445"/>
                  </a:lnTo>
                  <a:lnTo>
                    <a:pt x="1837072" y="550445"/>
                  </a:lnTo>
                  <a:lnTo>
                    <a:pt x="1843088" y="551949"/>
                  </a:lnTo>
                  <a:lnTo>
                    <a:pt x="1846096" y="552701"/>
                  </a:lnTo>
                  <a:lnTo>
                    <a:pt x="1847599" y="552701"/>
                  </a:lnTo>
                  <a:lnTo>
                    <a:pt x="1849103" y="553453"/>
                  </a:lnTo>
                  <a:lnTo>
                    <a:pt x="1849103" y="551197"/>
                  </a:lnTo>
                  <a:lnTo>
                    <a:pt x="1846096" y="535405"/>
                  </a:lnTo>
                  <a:lnTo>
                    <a:pt x="1846096" y="533149"/>
                  </a:lnTo>
                  <a:lnTo>
                    <a:pt x="1846096" y="531645"/>
                  </a:lnTo>
                  <a:lnTo>
                    <a:pt x="1850607" y="521870"/>
                  </a:lnTo>
                  <a:lnTo>
                    <a:pt x="1852863" y="512094"/>
                  </a:lnTo>
                  <a:lnTo>
                    <a:pt x="1853615" y="509838"/>
                  </a:lnTo>
                  <a:lnTo>
                    <a:pt x="1852863" y="504574"/>
                  </a:lnTo>
                  <a:lnTo>
                    <a:pt x="1852863" y="503070"/>
                  </a:lnTo>
                  <a:lnTo>
                    <a:pt x="1852863" y="500814"/>
                  </a:lnTo>
                  <a:lnTo>
                    <a:pt x="1853615" y="500063"/>
                  </a:lnTo>
                  <a:lnTo>
                    <a:pt x="1854367" y="498559"/>
                  </a:lnTo>
                  <a:lnTo>
                    <a:pt x="1855119" y="497055"/>
                  </a:lnTo>
                  <a:lnTo>
                    <a:pt x="1855871" y="495551"/>
                  </a:lnTo>
                  <a:lnTo>
                    <a:pt x="1855119" y="494047"/>
                  </a:lnTo>
                  <a:lnTo>
                    <a:pt x="1852111" y="482015"/>
                  </a:lnTo>
                  <a:lnTo>
                    <a:pt x="1852111" y="478255"/>
                  </a:lnTo>
                  <a:lnTo>
                    <a:pt x="1852111" y="476751"/>
                  </a:lnTo>
                  <a:lnTo>
                    <a:pt x="1852863" y="472991"/>
                  </a:lnTo>
                  <a:lnTo>
                    <a:pt x="1856623" y="466224"/>
                  </a:lnTo>
                  <a:lnTo>
                    <a:pt x="1856623" y="464720"/>
                  </a:lnTo>
                  <a:lnTo>
                    <a:pt x="1858127" y="455696"/>
                  </a:lnTo>
                  <a:lnTo>
                    <a:pt x="1858879" y="450432"/>
                  </a:lnTo>
                  <a:lnTo>
                    <a:pt x="1859631" y="448928"/>
                  </a:lnTo>
                  <a:lnTo>
                    <a:pt x="1860383" y="448176"/>
                  </a:lnTo>
                  <a:lnTo>
                    <a:pt x="1861887" y="446672"/>
                  </a:lnTo>
                  <a:lnTo>
                    <a:pt x="1864895" y="443665"/>
                  </a:lnTo>
                  <a:lnTo>
                    <a:pt x="1865647" y="442913"/>
                  </a:lnTo>
                  <a:lnTo>
                    <a:pt x="1866399" y="441409"/>
                  </a:lnTo>
                  <a:lnTo>
                    <a:pt x="1867903" y="438401"/>
                  </a:lnTo>
                  <a:lnTo>
                    <a:pt x="1868655" y="437649"/>
                  </a:lnTo>
                  <a:lnTo>
                    <a:pt x="1869407" y="436145"/>
                  </a:lnTo>
                  <a:lnTo>
                    <a:pt x="1870911" y="435393"/>
                  </a:lnTo>
                  <a:lnTo>
                    <a:pt x="1881438" y="430129"/>
                  </a:lnTo>
                  <a:lnTo>
                    <a:pt x="1882942" y="429377"/>
                  </a:lnTo>
                  <a:lnTo>
                    <a:pt x="1888958" y="427873"/>
                  </a:lnTo>
                  <a:lnTo>
                    <a:pt x="1900990" y="423361"/>
                  </a:lnTo>
                  <a:lnTo>
                    <a:pt x="1901742" y="422609"/>
                  </a:lnTo>
                  <a:lnTo>
                    <a:pt x="1903246" y="421857"/>
                  </a:lnTo>
                  <a:lnTo>
                    <a:pt x="1903997" y="421105"/>
                  </a:lnTo>
                  <a:lnTo>
                    <a:pt x="1904749" y="419601"/>
                  </a:lnTo>
                  <a:lnTo>
                    <a:pt x="1905501" y="418097"/>
                  </a:lnTo>
                  <a:lnTo>
                    <a:pt x="1906253" y="415090"/>
                  </a:lnTo>
                  <a:lnTo>
                    <a:pt x="1907005" y="414338"/>
                  </a:lnTo>
                  <a:lnTo>
                    <a:pt x="1907757" y="413586"/>
                  </a:lnTo>
                  <a:lnTo>
                    <a:pt x="1908509" y="413586"/>
                  </a:lnTo>
                  <a:lnTo>
                    <a:pt x="1909261" y="413586"/>
                  </a:lnTo>
                  <a:lnTo>
                    <a:pt x="1912269" y="413586"/>
                  </a:lnTo>
                  <a:lnTo>
                    <a:pt x="1913773" y="413586"/>
                  </a:lnTo>
                  <a:lnTo>
                    <a:pt x="1919037" y="412834"/>
                  </a:lnTo>
                  <a:lnTo>
                    <a:pt x="1920541" y="412834"/>
                  </a:lnTo>
                  <a:lnTo>
                    <a:pt x="1922797" y="412834"/>
                  </a:lnTo>
                  <a:lnTo>
                    <a:pt x="1924301" y="413586"/>
                  </a:lnTo>
                  <a:lnTo>
                    <a:pt x="1925053" y="414338"/>
                  </a:lnTo>
                  <a:lnTo>
                    <a:pt x="1925805" y="414338"/>
                  </a:lnTo>
                  <a:lnTo>
                    <a:pt x="1928813" y="417345"/>
                  </a:lnTo>
                  <a:lnTo>
                    <a:pt x="1929565" y="418097"/>
                  </a:lnTo>
                  <a:lnTo>
                    <a:pt x="1931068" y="418849"/>
                  </a:lnTo>
                  <a:lnTo>
                    <a:pt x="1939340" y="421105"/>
                  </a:lnTo>
                  <a:lnTo>
                    <a:pt x="1940844" y="421105"/>
                  </a:lnTo>
                  <a:lnTo>
                    <a:pt x="1946860" y="421105"/>
                  </a:lnTo>
                  <a:lnTo>
                    <a:pt x="1949116" y="421857"/>
                  </a:lnTo>
                  <a:lnTo>
                    <a:pt x="1950620" y="422609"/>
                  </a:lnTo>
                  <a:lnTo>
                    <a:pt x="1951372" y="424113"/>
                  </a:lnTo>
                  <a:lnTo>
                    <a:pt x="1952876" y="427873"/>
                  </a:lnTo>
                  <a:lnTo>
                    <a:pt x="1953628" y="430129"/>
                  </a:lnTo>
                  <a:lnTo>
                    <a:pt x="1955132" y="431633"/>
                  </a:lnTo>
                  <a:lnTo>
                    <a:pt x="1956636" y="432385"/>
                  </a:lnTo>
                  <a:lnTo>
                    <a:pt x="1958140" y="433889"/>
                  </a:lnTo>
                  <a:lnTo>
                    <a:pt x="1960395" y="435393"/>
                  </a:lnTo>
                  <a:lnTo>
                    <a:pt x="1964155" y="439153"/>
                  </a:lnTo>
                  <a:lnTo>
                    <a:pt x="1968667" y="442913"/>
                  </a:lnTo>
                  <a:lnTo>
                    <a:pt x="1969419" y="444416"/>
                  </a:lnTo>
                  <a:lnTo>
                    <a:pt x="1973931" y="451936"/>
                  </a:lnTo>
                  <a:lnTo>
                    <a:pt x="1974683" y="455696"/>
                  </a:lnTo>
                  <a:lnTo>
                    <a:pt x="1975435" y="456448"/>
                  </a:lnTo>
                  <a:lnTo>
                    <a:pt x="1976187" y="457952"/>
                  </a:lnTo>
                  <a:lnTo>
                    <a:pt x="1976939" y="458704"/>
                  </a:lnTo>
                  <a:lnTo>
                    <a:pt x="1976187" y="461712"/>
                  </a:lnTo>
                  <a:lnTo>
                    <a:pt x="1976187" y="463968"/>
                  </a:lnTo>
                  <a:lnTo>
                    <a:pt x="1976939" y="465472"/>
                  </a:lnTo>
                  <a:lnTo>
                    <a:pt x="1978443" y="466976"/>
                  </a:lnTo>
                  <a:lnTo>
                    <a:pt x="1979947" y="467728"/>
                  </a:lnTo>
                  <a:lnTo>
                    <a:pt x="1989723" y="468480"/>
                  </a:lnTo>
                  <a:lnTo>
                    <a:pt x="1993482" y="469232"/>
                  </a:lnTo>
                  <a:lnTo>
                    <a:pt x="1994986" y="469232"/>
                  </a:lnTo>
                  <a:lnTo>
                    <a:pt x="1996490" y="468480"/>
                  </a:lnTo>
                  <a:lnTo>
                    <a:pt x="1997242" y="467728"/>
                  </a:lnTo>
                  <a:lnTo>
                    <a:pt x="1998746" y="466976"/>
                  </a:lnTo>
                  <a:lnTo>
                    <a:pt x="1999498" y="466224"/>
                  </a:lnTo>
                  <a:lnTo>
                    <a:pt x="1999498" y="465472"/>
                  </a:lnTo>
                  <a:lnTo>
                    <a:pt x="2001002" y="465472"/>
                  </a:lnTo>
                  <a:lnTo>
                    <a:pt x="2003258" y="465472"/>
                  </a:lnTo>
                  <a:lnTo>
                    <a:pt x="2006266" y="464720"/>
                  </a:lnTo>
                  <a:lnTo>
                    <a:pt x="2010778" y="465472"/>
                  </a:lnTo>
                  <a:lnTo>
                    <a:pt x="2012282" y="465472"/>
                  </a:lnTo>
                  <a:lnTo>
                    <a:pt x="2013786" y="464720"/>
                  </a:lnTo>
                  <a:lnTo>
                    <a:pt x="2014538" y="463216"/>
                  </a:lnTo>
                  <a:lnTo>
                    <a:pt x="2015290" y="461712"/>
                  </a:lnTo>
                  <a:lnTo>
                    <a:pt x="2016042" y="458704"/>
                  </a:lnTo>
                  <a:lnTo>
                    <a:pt x="2016042" y="457952"/>
                  </a:lnTo>
                  <a:lnTo>
                    <a:pt x="2016793" y="456448"/>
                  </a:lnTo>
                  <a:lnTo>
                    <a:pt x="2017545" y="455696"/>
                  </a:lnTo>
                  <a:lnTo>
                    <a:pt x="2018297" y="454944"/>
                  </a:lnTo>
                  <a:lnTo>
                    <a:pt x="2019050" y="453440"/>
                  </a:lnTo>
                  <a:lnTo>
                    <a:pt x="2019802" y="451936"/>
                  </a:lnTo>
                  <a:lnTo>
                    <a:pt x="2020553" y="451184"/>
                  </a:lnTo>
                  <a:lnTo>
                    <a:pt x="2030329" y="448176"/>
                  </a:lnTo>
                  <a:lnTo>
                    <a:pt x="2034841" y="446672"/>
                  </a:lnTo>
                  <a:lnTo>
                    <a:pt x="2040105" y="445168"/>
                  </a:lnTo>
                  <a:lnTo>
                    <a:pt x="2041609" y="445168"/>
                  </a:lnTo>
                  <a:lnTo>
                    <a:pt x="2043113" y="444416"/>
                  </a:lnTo>
                  <a:lnTo>
                    <a:pt x="2043865" y="442913"/>
                  </a:lnTo>
                  <a:lnTo>
                    <a:pt x="2045369" y="442161"/>
                  </a:lnTo>
                  <a:lnTo>
                    <a:pt x="2045369" y="440657"/>
                  </a:lnTo>
                  <a:lnTo>
                    <a:pt x="2045369" y="439153"/>
                  </a:lnTo>
                  <a:lnTo>
                    <a:pt x="2045369" y="437649"/>
                  </a:lnTo>
                  <a:lnTo>
                    <a:pt x="2045369" y="435393"/>
                  </a:lnTo>
                  <a:lnTo>
                    <a:pt x="2044617" y="433889"/>
                  </a:lnTo>
                  <a:lnTo>
                    <a:pt x="2043865" y="433137"/>
                  </a:lnTo>
                  <a:lnTo>
                    <a:pt x="2034841" y="423361"/>
                  </a:lnTo>
                  <a:lnTo>
                    <a:pt x="2034089" y="421857"/>
                  </a:lnTo>
                  <a:lnTo>
                    <a:pt x="2033337" y="420353"/>
                  </a:lnTo>
                  <a:lnTo>
                    <a:pt x="2032585" y="417345"/>
                  </a:lnTo>
                  <a:lnTo>
                    <a:pt x="2031833" y="415841"/>
                  </a:lnTo>
                  <a:lnTo>
                    <a:pt x="2031833" y="415090"/>
                  </a:lnTo>
                  <a:lnTo>
                    <a:pt x="2033337" y="409074"/>
                  </a:lnTo>
                  <a:lnTo>
                    <a:pt x="2034089" y="407570"/>
                  </a:lnTo>
                  <a:lnTo>
                    <a:pt x="2034089" y="406066"/>
                  </a:lnTo>
                  <a:lnTo>
                    <a:pt x="2036345" y="403810"/>
                  </a:lnTo>
                  <a:lnTo>
                    <a:pt x="2036345" y="401554"/>
                  </a:lnTo>
                  <a:lnTo>
                    <a:pt x="2037097" y="398546"/>
                  </a:lnTo>
                  <a:lnTo>
                    <a:pt x="2037849" y="397042"/>
                  </a:lnTo>
                  <a:lnTo>
                    <a:pt x="2040105" y="392530"/>
                  </a:lnTo>
                  <a:lnTo>
                    <a:pt x="2041609" y="389522"/>
                  </a:lnTo>
                  <a:lnTo>
                    <a:pt x="2043865" y="385011"/>
                  </a:lnTo>
                  <a:lnTo>
                    <a:pt x="2043865" y="383507"/>
                  </a:lnTo>
                  <a:lnTo>
                    <a:pt x="2044617" y="382003"/>
                  </a:lnTo>
                  <a:lnTo>
                    <a:pt x="2044617" y="374483"/>
                  </a:lnTo>
                  <a:lnTo>
                    <a:pt x="2045369" y="372979"/>
                  </a:lnTo>
                  <a:lnTo>
                    <a:pt x="2046121" y="371475"/>
                  </a:lnTo>
                  <a:lnTo>
                    <a:pt x="2048376" y="369219"/>
                  </a:lnTo>
                  <a:lnTo>
                    <a:pt x="2053640" y="361699"/>
                  </a:lnTo>
                  <a:lnTo>
                    <a:pt x="2054392" y="360195"/>
                  </a:lnTo>
                  <a:lnTo>
                    <a:pt x="2054392" y="358691"/>
                  </a:lnTo>
                  <a:lnTo>
                    <a:pt x="2055144" y="353428"/>
                  </a:lnTo>
                  <a:lnTo>
                    <a:pt x="2055896" y="351924"/>
                  </a:lnTo>
                  <a:lnTo>
                    <a:pt x="2057400" y="348916"/>
                  </a:lnTo>
                  <a:lnTo>
                    <a:pt x="2058152" y="347412"/>
                  </a:lnTo>
                  <a:lnTo>
                    <a:pt x="2058904" y="345908"/>
                  </a:lnTo>
                  <a:lnTo>
                    <a:pt x="2059656" y="344404"/>
                  </a:lnTo>
                  <a:lnTo>
                    <a:pt x="2065672" y="337636"/>
                  </a:lnTo>
                  <a:lnTo>
                    <a:pt x="2070936" y="328613"/>
                  </a:lnTo>
                  <a:lnTo>
                    <a:pt x="2071688" y="327109"/>
                  </a:lnTo>
                  <a:lnTo>
                    <a:pt x="2071688" y="325605"/>
                  </a:lnTo>
                  <a:lnTo>
                    <a:pt x="2070936" y="324101"/>
                  </a:lnTo>
                  <a:lnTo>
                    <a:pt x="2070936" y="321845"/>
                  </a:lnTo>
                  <a:lnTo>
                    <a:pt x="2071688" y="320341"/>
                  </a:lnTo>
                  <a:lnTo>
                    <a:pt x="2072440" y="319589"/>
                  </a:lnTo>
                  <a:lnTo>
                    <a:pt x="2073943" y="318085"/>
                  </a:lnTo>
                  <a:lnTo>
                    <a:pt x="2075448" y="317333"/>
                  </a:lnTo>
                  <a:lnTo>
                    <a:pt x="2076951" y="316581"/>
                  </a:lnTo>
                  <a:lnTo>
                    <a:pt x="2079959" y="315077"/>
                  </a:lnTo>
                  <a:lnTo>
                    <a:pt x="2081463" y="313573"/>
                  </a:lnTo>
                  <a:lnTo>
                    <a:pt x="2082215" y="312069"/>
                  </a:lnTo>
                  <a:lnTo>
                    <a:pt x="2083719" y="310565"/>
                  </a:lnTo>
                  <a:lnTo>
                    <a:pt x="2083719" y="309061"/>
                  </a:lnTo>
                  <a:lnTo>
                    <a:pt x="2083719" y="307557"/>
                  </a:lnTo>
                  <a:lnTo>
                    <a:pt x="2084471" y="306805"/>
                  </a:lnTo>
                  <a:lnTo>
                    <a:pt x="2088231" y="305301"/>
                  </a:lnTo>
                  <a:lnTo>
                    <a:pt x="2126582" y="303797"/>
                  </a:lnTo>
                  <a:lnTo>
                    <a:pt x="2262689" y="304549"/>
                  </a:lnTo>
                  <a:lnTo>
                    <a:pt x="2265697" y="351172"/>
                  </a:lnTo>
                  <a:lnTo>
                    <a:pt x="2265697" y="354932"/>
                  </a:lnTo>
                  <a:lnTo>
                    <a:pt x="2264945" y="356436"/>
                  </a:lnTo>
                  <a:lnTo>
                    <a:pt x="2264193" y="365459"/>
                  </a:lnTo>
                  <a:lnTo>
                    <a:pt x="2263441" y="382755"/>
                  </a:lnTo>
                  <a:lnTo>
                    <a:pt x="2264193" y="387267"/>
                  </a:lnTo>
                  <a:lnTo>
                    <a:pt x="2265697" y="392530"/>
                  </a:lnTo>
                  <a:lnTo>
                    <a:pt x="2265697" y="394034"/>
                  </a:lnTo>
                  <a:lnTo>
                    <a:pt x="2267201" y="395538"/>
                  </a:lnTo>
                  <a:lnTo>
                    <a:pt x="2267953" y="396290"/>
                  </a:lnTo>
                  <a:lnTo>
                    <a:pt x="2269457" y="397794"/>
                  </a:lnTo>
                  <a:lnTo>
                    <a:pt x="2270961" y="398546"/>
                  </a:lnTo>
                  <a:lnTo>
                    <a:pt x="2279233" y="401554"/>
                  </a:lnTo>
                  <a:lnTo>
                    <a:pt x="2280736" y="403058"/>
                  </a:lnTo>
                  <a:lnTo>
                    <a:pt x="2282240" y="403810"/>
                  </a:lnTo>
                  <a:lnTo>
                    <a:pt x="2283744" y="406818"/>
                  </a:lnTo>
                  <a:lnTo>
                    <a:pt x="2284496" y="408322"/>
                  </a:lnTo>
                  <a:lnTo>
                    <a:pt x="2283744" y="410578"/>
                  </a:lnTo>
                  <a:lnTo>
                    <a:pt x="2282992" y="412834"/>
                  </a:lnTo>
                  <a:lnTo>
                    <a:pt x="2282240" y="415090"/>
                  </a:lnTo>
                  <a:lnTo>
                    <a:pt x="2282240" y="421857"/>
                  </a:lnTo>
                  <a:lnTo>
                    <a:pt x="2280736" y="428625"/>
                  </a:lnTo>
                  <a:lnTo>
                    <a:pt x="2280736" y="433137"/>
                  </a:lnTo>
                  <a:lnTo>
                    <a:pt x="2281488" y="435393"/>
                  </a:lnTo>
                  <a:lnTo>
                    <a:pt x="2282992" y="437649"/>
                  </a:lnTo>
                  <a:lnTo>
                    <a:pt x="2288256" y="444416"/>
                  </a:lnTo>
                  <a:lnTo>
                    <a:pt x="2299536" y="454944"/>
                  </a:lnTo>
                  <a:lnTo>
                    <a:pt x="2301040" y="455696"/>
                  </a:lnTo>
                  <a:lnTo>
                    <a:pt x="2303296" y="455696"/>
                  </a:lnTo>
                  <a:lnTo>
                    <a:pt x="2306303" y="454944"/>
                  </a:lnTo>
                  <a:lnTo>
                    <a:pt x="2308559" y="454944"/>
                  </a:lnTo>
                  <a:lnTo>
                    <a:pt x="2310063" y="454944"/>
                  </a:lnTo>
                  <a:lnTo>
                    <a:pt x="2311567" y="456448"/>
                  </a:lnTo>
                  <a:lnTo>
                    <a:pt x="2319087" y="462464"/>
                  </a:lnTo>
                  <a:lnTo>
                    <a:pt x="2319839" y="463216"/>
                  </a:lnTo>
                  <a:lnTo>
                    <a:pt x="2322847" y="464720"/>
                  </a:lnTo>
                  <a:lnTo>
                    <a:pt x="2325103" y="465472"/>
                  </a:lnTo>
                  <a:lnTo>
                    <a:pt x="2326607" y="466976"/>
                  </a:lnTo>
                  <a:lnTo>
                    <a:pt x="2328111" y="469232"/>
                  </a:lnTo>
                  <a:lnTo>
                    <a:pt x="2329615" y="475247"/>
                  </a:lnTo>
                  <a:lnTo>
                    <a:pt x="2330367" y="478255"/>
                  </a:lnTo>
                  <a:lnTo>
                    <a:pt x="2331119" y="481263"/>
                  </a:lnTo>
                  <a:lnTo>
                    <a:pt x="2331871" y="483519"/>
                  </a:lnTo>
                  <a:lnTo>
                    <a:pt x="2331871" y="485023"/>
                  </a:lnTo>
                  <a:lnTo>
                    <a:pt x="2331871" y="489535"/>
                  </a:lnTo>
                  <a:lnTo>
                    <a:pt x="2332622" y="492543"/>
                  </a:lnTo>
                  <a:lnTo>
                    <a:pt x="2333374" y="494047"/>
                  </a:lnTo>
                  <a:lnTo>
                    <a:pt x="2334127" y="496303"/>
                  </a:lnTo>
                  <a:lnTo>
                    <a:pt x="2335631" y="497807"/>
                  </a:lnTo>
                  <a:lnTo>
                    <a:pt x="2346910" y="508334"/>
                  </a:lnTo>
                  <a:lnTo>
                    <a:pt x="2348414" y="509086"/>
                  </a:lnTo>
                  <a:lnTo>
                    <a:pt x="2349918" y="509838"/>
                  </a:lnTo>
                  <a:lnTo>
                    <a:pt x="2351422" y="509838"/>
                  </a:lnTo>
                  <a:lnTo>
                    <a:pt x="2354430" y="509838"/>
                  </a:lnTo>
                  <a:lnTo>
                    <a:pt x="2355934" y="509838"/>
                  </a:lnTo>
                  <a:lnTo>
                    <a:pt x="2357438" y="510590"/>
                  </a:lnTo>
                  <a:lnTo>
                    <a:pt x="2358942" y="512094"/>
                  </a:lnTo>
                  <a:lnTo>
                    <a:pt x="2364957" y="521118"/>
                  </a:lnTo>
                  <a:lnTo>
                    <a:pt x="2366461" y="523374"/>
                  </a:lnTo>
                  <a:lnTo>
                    <a:pt x="2368717" y="524878"/>
                  </a:lnTo>
                  <a:lnTo>
                    <a:pt x="2370221" y="526382"/>
                  </a:lnTo>
                  <a:lnTo>
                    <a:pt x="2371725" y="526382"/>
                  </a:lnTo>
                  <a:lnTo>
                    <a:pt x="2374733" y="526382"/>
                  </a:lnTo>
                  <a:lnTo>
                    <a:pt x="2376237" y="527134"/>
                  </a:lnTo>
                  <a:lnTo>
                    <a:pt x="2377741" y="529390"/>
                  </a:lnTo>
                  <a:lnTo>
                    <a:pt x="2379245" y="532397"/>
                  </a:lnTo>
                  <a:lnTo>
                    <a:pt x="2380749" y="533901"/>
                  </a:lnTo>
                  <a:lnTo>
                    <a:pt x="2382253" y="535405"/>
                  </a:lnTo>
                  <a:lnTo>
                    <a:pt x="2393532" y="541421"/>
                  </a:lnTo>
                  <a:lnTo>
                    <a:pt x="2397292" y="542925"/>
                  </a:lnTo>
                  <a:lnTo>
                    <a:pt x="2399548" y="544429"/>
                  </a:lnTo>
                  <a:lnTo>
                    <a:pt x="2401804" y="546685"/>
                  </a:lnTo>
                  <a:lnTo>
                    <a:pt x="2405564" y="551197"/>
                  </a:lnTo>
                  <a:lnTo>
                    <a:pt x="2407820" y="553453"/>
                  </a:lnTo>
                  <a:lnTo>
                    <a:pt x="2409324" y="554205"/>
                  </a:lnTo>
                  <a:lnTo>
                    <a:pt x="2420603" y="557213"/>
                  </a:lnTo>
                  <a:lnTo>
                    <a:pt x="2422859" y="558716"/>
                  </a:lnTo>
                  <a:lnTo>
                    <a:pt x="2425867" y="561724"/>
                  </a:lnTo>
                  <a:lnTo>
                    <a:pt x="2430379" y="566988"/>
                  </a:lnTo>
                  <a:lnTo>
                    <a:pt x="2432635" y="569244"/>
                  </a:lnTo>
                  <a:lnTo>
                    <a:pt x="2434891" y="570748"/>
                  </a:lnTo>
                  <a:lnTo>
                    <a:pt x="2437899" y="570748"/>
                  </a:lnTo>
                  <a:lnTo>
                    <a:pt x="2439403" y="571500"/>
                  </a:lnTo>
                  <a:lnTo>
                    <a:pt x="2440907" y="572252"/>
                  </a:lnTo>
                  <a:lnTo>
                    <a:pt x="2441659" y="574508"/>
                  </a:lnTo>
                  <a:lnTo>
                    <a:pt x="2443163" y="577516"/>
                  </a:lnTo>
                  <a:lnTo>
                    <a:pt x="2445419" y="579020"/>
                  </a:lnTo>
                  <a:lnTo>
                    <a:pt x="2446923" y="579772"/>
                  </a:lnTo>
                  <a:lnTo>
                    <a:pt x="2460458" y="584284"/>
                  </a:lnTo>
                  <a:lnTo>
                    <a:pt x="2464218" y="586540"/>
                  </a:lnTo>
                  <a:lnTo>
                    <a:pt x="2468730" y="589547"/>
                  </a:lnTo>
                  <a:lnTo>
                    <a:pt x="2472490" y="591051"/>
                  </a:lnTo>
                  <a:lnTo>
                    <a:pt x="2476249" y="594059"/>
                  </a:lnTo>
                  <a:lnTo>
                    <a:pt x="2478506" y="594811"/>
                  </a:lnTo>
                  <a:lnTo>
                    <a:pt x="2484521" y="597819"/>
                  </a:lnTo>
                  <a:lnTo>
                    <a:pt x="2486025" y="597819"/>
                  </a:lnTo>
                  <a:lnTo>
                    <a:pt x="2489033" y="598571"/>
                  </a:lnTo>
                  <a:lnTo>
                    <a:pt x="2490537" y="599323"/>
                  </a:lnTo>
                  <a:lnTo>
                    <a:pt x="2493545" y="600075"/>
                  </a:lnTo>
                  <a:lnTo>
                    <a:pt x="2495049" y="600827"/>
                  </a:lnTo>
                  <a:lnTo>
                    <a:pt x="2496553" y="600827"/>
                  </a:lnTo>
                  <a:lnTo>
                    <a:pt x="2498809" y="600827"/>
                  </a:lnTo>
                  <a:lnTo>
                    <a:pt x="2501817" y="600075"/>
                  </a:lnTo>
                  <a:lnTo>
                    <a:pt x="2504825" y="598571"/>
                  </a:lnTo>
                  <a:lnTo>
                    <a:pt x="2506328" y="598571"/>
                  </a:lnTo>
                  <a:lnTo>
                    <a:pt x="2507832" y="598571"/>
                  </a:lnTo>
                  <a:lnTo>
                    <a:pt x="2507832" y="600075"/>
                  </a:lnTo>
                  <a:lnTo>
                    <a:pt x="2507832" y="603083"/>
                  </a:lnTo>
                  <a:lnTo>
                    <a:pt x="2508584" y="605339"/>
                  </a:lnTo>
                  <a:lnTo>
                    <a:pt x="2509336" y="606091"/>
                  </a:lnTo>
                  <a:lnTo>
                    <a:pt x="2510840" y="606843"/>
                  </a:lnTo>
                  <a:lnTo>
                    <a:pt x="2516104" y="606091"/>
                  </a:lnTo>
                  <a:lnTo>
                    <a:pt x="2518360" y="606091"/>
                  </a:lnTo>
                  <a:lnTo>
                    <a:pt x="2520616" y="606843"/>
                  </a:lnTo>
                  <a:lnTo>
                    <a:pt x="2525880" y="610603"/>
                  </a:lnTo>
                  <a:lnTo>
                    <a:pt x="2527384" y="611355"/>
                  </a:lnTo>
                  <a:lnTo>
                    <a:pt x="2531144" y="612107"/>
                  </a:lnTo>
                  <a:lnTo>
                    <a:pt x="2532648" y="613611"/>
                  </a:lnTo>
                  <a:lnTo>
                    <a:pt x="2533400" y="614363"/>
                  </a:lnTo>
                  <a:lnTo>
                    <a:pt x="2534904" y="619626"/>
                  </a:lnTo>
                  <a:lnTo>
                    <a:pt x="2537911" y="624138"/>
                  </a:lnTo>
                  <a:lnTo>
                    <a:pt x="2545431" y="631658"/>
                  </a:lnTo>
                  <a:lnTo>
                    <a:pt x="2546935" y="633914"/>
                  </a:lnTo>
                  <a:lnTo>
                    <a:pt x="2549943" y="634666"/>
                  </a:lnTo>
                  <a:lnTo>
                    <a:pt x="2555959" y="636922"/>
                  </a:lnTo>
                  <a:lnTo>
                    <a:pt x="2558967" y="638426"/>
                  </a:lnTo>
                  <a:lnTo>
                    <a:pt x="2567990" y="645193"/>
                  </a:lnTo>
                  <a:lnTo>
                    <a:pt x="2569494" y="645945"/>
                  </a:lnTo>
                  <a:lnTo>
                    <a:pt x="2570998" y="646697"/>
                  </a:lnTo>
                  <a:lnTo>
                    <a:pt x="2572502" y="647449"/>
                  </a:lnTo>
                  <a:lnTo>
                    <a:pt x="2574758" y="647449"/>
                  </a:lnTo>
                  <a:lnTo>
                    <a:pt x="2576262" y="647449"/>
                  </a:lnTo>
                  <a:lnTo>
                    <a:pt x="2580022" y="646697"/>
                  </a:lnTo>
                  <a:lnTo>
                    <a:pt x="2581526" y="646697"/>
                  </a:lnTo>
                  <a:lnTo>
                    <a:pt x="2583782" y="647449"/>
                  </a:lnTo>
                  <a:lnTo>
                    <a:pt x="2584534" y="648201"/>
                  </a:lnTo>
                  <a:lnTo>
                    <a:pt x="2585286" y="649705"/>
                  </a:lnTo>
                  <a:lnTo>
                    <a:pt x="2585286" y="651961"/>
                  </a:lnTo>
                  <a:lnTo>
                    <a:pt x="2584534" y="653465"/>
                  </a:lnTo>
                  <a:lnTo>
                    <a:pt x="2582278" y="660985"/>
                  </a:lnTo>
                  <a:lnTo>
                    <a:pt x="2582278" y="663241"/>
                  </a:lnTo>
                  <a:lnTo>
                    <a:pt x="2582278" y="664745"/>
                  </a:lnTo>
                  <a:lnTo>
                    <a:pt x="2583030" y="667001"/>
                  </a:lnTo>
                  <a:lnTo>
                    <a:pt x="2583782" y="668505"/>
                  </a:lnTo>
                  <a:lnTo>
                    <a:pt x="2585286" y="669257"/>
                  </a:lnTo>
                  <a:lnTo>
                    <a:pt x="2586790" y="670009"/>
                  </a:lnTo>
                  <a:lnTo>
                    <a:pt x="2588294" y="670761"/>
                  </a:lnTo>
                  <a:lnTo>
                    <a:pt x="2591302" y="672265"/>
                  </a:lnTo>
                  <a:lnTo>
                    <a:pt x="2592053" y="673017"/>
                  </a:lnTo>
                  <a:lnTo>
                    <a:pt x="2593557" y="673017"/>
                  </a:lnTo>
                  <a:lnTo>
                    <a:pt x="2597317" y="673768"/>
                  </a:lnTo>
                  <a:lnTo>
                    <a:pt x="2600325" y="675272"/>
                  </a:lnTo>
                  <a:lnTo>
                    <a:pt x="2601077" y="675272"/>
                  </a:lnTo>
                  <a:lnTo>
                    <a:pt x="2602581" y="675272"/>
                  </a:lnTo>
                  <a:lnTo>
                    <a:pt x="2603333" y="674520"/>
                  </a:lnTo>
                  <a:lnTo>
                    <a:pt x="2610101" y="670009"/>
                  </a:lnTo>
                  <a:lnTo>
                    <a:pt x="2610853" y="669257"/>
                  </a:lnTo>
                  <a:lnTo>
                    <a:pt x="2618372" y="667001"/>
                  </a:lnTo>
                  <a:lnTo>
                    <a:pt x="2619877" y="666249"/>
                  </a:lnTo>
                  <a:lnTo>
                    <a:pt x="2621381" y="666249"/>
                  </a:lnTo>
                  <a:lnTo>
                    <a:pt x="2622132" y="666249"/>
                  </a:lnTo>
                  <a:lnTo>
                    <a:pt x="2622884" y="667001"/>
                  </a:lnTo>
                  <a:lnTo>
                    <a:pt x="2623636" y="667001"/>
                  </a:lnTo>
                  <a:lnTo>
                    <a:pt x="2624388" y="667753"/>
                  </a:lnTo>
                  <a:lnTo>
                    <a:pt x="2624388" y="669257"/>
                  </a:lnTo>
                  <a:lnTo>
                    <a:pt x="2625140" y="670761"/>
                  </a:lnTo>
                  <a:lnTo>
                    <a:pt x="2625140" y="671512"/>
                  </a:lnTo>
                  <a:lnTo>
                    <a:pt x="2625140" y="672265"/>
                  </a:lnTo>
                  <a:lnTo>
                    <a:pt x="2623636" y="676776"/>
                  </a:lnTo>
                  <a:lnTo>
                    <a:pt x="2623636" y="677528"/>
                  </a:lnTo>
                  <a:lnTo>
                    <a:pt x="2623636" y="678280"/>
                  </a:lnTo>
                  <a:lnTo>
                    <a:pt x="2624388" y="679784"/>
                  </a:lnTo>
                  <a:lnTo>
                    <a:pt x="2624388" y="680536"/>
                  </a:lnTo>
                  <a:lnTo>
                    <a:pt x="2625140" y="680536"/>
                  </a:lnTo>
                  <a:lnTo>
                    <a:pt x="2626644" y="681288"/>
                  </a:lnTo>
                  <a:lnTo>
                    <a:pt x="2630404" y="682040"/>
                  </a:lnTo>
                  <a:lnTo>
                    <a:pt x="2632660" y="682040"/>
                  </a:lnTo>
                  <a:lnTo>
                    <a:pt x="2636420" y="682792"/>
                  </a:lnTo>
                  <a:lnTo>
                    <a:pt x="2637172" y="682792"/>
                  </a:lnTo>
                  <a:lnTo>
                    <a:pt x="2637924" y="682792"/>
                  </a:lnTo>
                  <a:lnTo>
                    <a:pt x="2638676" y="682040"/>
                  </a:lnTo>
                  <a:lnTo>
                    <a:pt x="2640180" y="681288"/>
                  </a:lnTo>
                  <a:lnTo>
                    <a:pt x="2641684" y="679784"/>
                  </a:lnTo>
                  <a:lnTo>
                    <a:pt x="2649955" y="677528"/>
                  </a:lnTo>
                  <a:lnTo>
                    <a:pt x="2649955" y="678280"/>
                  </a:lnTo>
                  <a:lnTo>
                    <a:pt x="2648451" y="679784"/>
                  </a:lnTo>
                  <a:lnTo>
                    <a:pt x="2645444" y="682040"/>
                  </a:lnTo>
                  <a:lnTo>
                    <a:pt x="2640180" y="684296"/>
                  </a:lnTo>
                  <a:lnTo>
                    <a:pt x="2638676" y="685800"/>
                  </a:lnTo>
                  <a:lnTo>
                    <a:pt x="2637924" y="686552"/>
                  </a:lnTo>
                  <a:lnTo>
                    <a:pt x="2637172" y="687304"/>
                  </a:lnTo>
                  <a:lnTo>
                    <a:pt x="2637172" y="688056"/>
                  </a:lnTo>
                  <a:lnTo>
                    <a:pt x="2637172" y="688808"/>
                  </a:lnTo>
                  <a:lnTo>
                    <a:pt x="2637172" y="689560"/>
                  </a:lnTo>
                  <a:lnTo>
                    <a:pt x="2637924" y="691064"/>
                  </a:lnTo>
                  <a:lnTo>
                    <a:pt x="2640180" y="693320"/>
                  </a:lnTo>
                  <a:lnTo>
                    <a:pt x="2639428" y="696328"/>
                  </a:lnTo>
                  <a:lnTo>
                    <a:pt x="2638676" y="700840"/>
                  </a:lnTo>
                  <a:lnTo>
                    <a:pt x="2583030" y="821907"/>
                  </a:lnTo>
                  <a:lnTo>
                    <a:pt x="2349918" y="1324978"/>
                  </a:lnTo>
                  <a:lnTo>
                    <a:pt x="2343902" y="1334753"/>
                  </a:lnTo>
                  <a:lnTo>
                    <a:pt x="2342398" y="1336257"/>
                  </a:lnTo>
                  <a:lnTo>
                    <a:pt x="2331119" y="1346033"/>
                  </a:lnTo>
                  <a:lnTo>
                    <a:pt x="2328863" y="1348289"/>
                  </a:lnTo>
                  <a:lnTo>
                    <a:pt x="2326607" y="1351297"/>
                  </a:lnTo>
                  <a:lnTo>
                    <a:pt x="2324351" y="1355809"/>
                  </a:lnTo>
                  <a:lnTo>
                    <a:pt x="2323599" y="1359568"/>
                  </a:lnTo>
                  <a:lnTo>
                    <a:pt x="2322847" y="1362576"/>
                  </a:lnTo>
                  <a:lnTo>
                    <a:pt x="2323599" y="1365584"/>
                  </a:lnTo>
                  <a:lnTo>
                    <a:pt x="2323599" y="1368592"/>
                  </a:lnTo>
                  <a:lnTo>
                    <a:pt x="2328863" y="1384384"/>
                  </a:lnTo>
                  <a:lnTo>
                    <a:pt x="2331119" y="1388144"/>
                  </a:lnTo>
                  <a:lnTo>
                    <a:pt x="2332622" y="1391151"/>
                  </a:lnTo>
                  <a:lnTo>
                    <a:pt x="2335631" y="1394911"/>
                  </a:lnTo>
                  <a:lnTo>
                    <a:pt x="2337886" y="1397167"/>
                  </a:lnTo>
                  <a:lnTo>
                    <a:pt x="2343150" y="1400927"/>
                  </a:lnTo>
                  <a:lnTo>
                    <a:pt x="2346158" y="1403183"/>
                  </a:lnTo>
                  <a:lnTo>
                    <a:pt x="2354430" y="1412207"/>
                  </a:lnTo>
                  <a:lnTo>
                    <a:pt x="2358942" y="1415966"/>
                  </a:lnTo>
                  <a:lnTo>
                    <a:pt x="2361950" y="1418223"/>
                  </a:lnTo>
                  <a:lnTo>
                    <a:pt x="2365709" y="1424990"/>
                  </a:lnTo>
                  <a:lnTo>
                    <a:pt x="2366461" y="1427246"/>
                  </a:lnTo>
                  <a:lnTo>
                    <a:pt x="2367965" y="1435518"/>
                  </a:lnTo>
                  <a:lnTo>
                    <a:pt x="2367965" y="1438526"/>
                  </a:lnTo>
                  <a:lnTo>
                    <a:pt x="2367965" y="1441534"/>
                  </a:lnTo>
                  <a:lnTo>
                    <a:pt x="2367965" y="1443038"/>
                  </a:lnTo>
                  <a:lnTo>
                    <a:pt x="2367965" y="1444542"/>
                  </a:lnTo>
                  <a:lnTo>
                    <a:pt x="2368717" y="1447549"/>
                  </a:lnTo>
                  <a:lnTo>
                    <a:pt x="2370973" y="1450557"/>
                  </a:lnTo>
                  <a:lnTo>
                    <a:pt x="2373981" y="1453565"/>
                  </a:lnTo>
                  <a:lnTo>
                    <a:pt x="2371725" y="1455821"/>
                  </a:lnTo>
                  <a:lnTo>
                    <a:pt x="2368717" y="1460333"/>
                  </a:lnTo>
                  <a:lnTo>
                    <a:pt x="2367213" y="1461837"/>
                  </a:lnTo>
                  <a:lnTo>
                    <a:pt x="2362701" y="1465597"/>
                  </a:lnTo>
                  <a:lnTo>
                    <a:pt x="2361950" y="1466349"/>
                  </a:lnTo>
                  <a:lnTo>
                    <a:pt x="2361950" y="1467853"/>
                  </a:lnTo>
                  <a:lnTo>
                    <a:pt x="2361198" y="1470109"/>
                  </a:lnTo>
                  <a:lnTo>
                    <a:pt x="2360446" y="1471612"/>
                  </a:lnTo>
                  <a:lnTo>
                    <a:pt x="2360446" y="1474621"/>
                  </a:lnTo>
                  <a:lnTo>
                    <a:pt x="2360446" y="1477628"/>
                  </a:lnTo>
                  <a:lnTo>
                    <a:pt x="2360446" y="1478380"/>
                  </a:lnTo>
                  <a:lnTo>
                    <a:pt x="2360446" y="1479132"/>
                  </a:lnTo>
                  <a:lnTo>
                    <a:pt x="2361198" y="1482140"/>
                  </a:lnTo>
                  <a:lnTo>
                    <a:pt x="2362701" y="1485148"/>
                  </a:lnTo>
                  <a:lnTo>
                    <a:pt x="2363453" y="1486652"/>
                  </a:lnTo>
                  <a:lnTo>
                    <a:pt x="2363453" y="1488908"/>
                  </a:lnTo>
                  <a:lnTo>
                    <a:pt x="2363453" y="1490412"/>
                  </a:lnTo>
                  <a:lnTo>
                    <a:pt x="2362701" y="1491916"/>
                  </a:lnTo>
                  <a:lnTo>
                    <a:pt x="2360446" y="1496428"/>
                  </a:lnTo>
                  <a:lnTo>
                    <a:pt x="2359694" y="1497932"/>
                  </a:lnTo>
                  <a:lnTo>
                    <a:pt x="2358942" y="1499436"/>
                  </a:lnTo>
                  <a:lnTo>
                    <a:pt x="2354430" y="1503947"/>
                  </a:lnTo>
                  <a:lnTo>
                    <a:pt x="2353678" y="1505451"/>
                  </a:lnTo>
                  <a:lnTo>
                    <a:pt x="2349918" y="1513723"/>
                  </a:lnTo>
                  <a:lnTo>
                    <a:pt x="2348414" y="1515227"/>
                  </a:lnTo>
                  <a:lnTo>
                    <a:pt x="2343902" y="1518235"/>
                  </a:lnTo>
                  <a:lnTo>
                    <a:pt x="2340894" y="1520491"/>
                  </a:lnTo>
                  <a:lnTo>
                    <a:pt x="2338638" y="1523499"/>
                  </a:lnTo>
                  <a:lnTo>
                    <a:pt x="2337886" y="1525003"/>
                  </a:lnTo>
                  <a:lnTo>
                    <a:pt x="2337134" y="1526507"/>
                  </a:lnTo>
                  <a:lnTo>
                    <a:pt x="2337134" y="1528011"/>
                  </a:lnTo>
                  <a:lnTo>
                    <a:pt x="2337134" y="1529515"/>
                  </a:lnTo>
                  <a:lnTo>
                    <a:pt x="2337134" y="1532522"/>
                  </a:lnTo>
                  <a:lnTo>
                    <a:pt x="2337134" y="1535530"/>
                  </a:lnTo>
                  <a:lnTo>
                    <a:pt x="2338638" y="1538538"/>
                  </a:lnTo>
                  <a:lnTo>
                    <a:pt x="2338638" y="1540042"/>
                  </a:lnTo>
                  <a:lnTo>
                    <a:pt x="2342398" y="1547562"/>
                  </a:lnTo>
                  <a:lnTo>
                    <a:pt x="2345406" y="1555082"/>
                  </a:lnTo>
                  <a:lnTo>
                    <a:pt x="2348414" y="1567113"/>
                  </a:lnTo>
                  <a:lnTo>
                    <a:pt x="2348414" y="1568617"/>
                  </a:lnTo>
                  <a:lnTo>
                    <a:pt x="2348414" y="1570121"/>
                  </a:lnTo>
                  <a:lnTo>
                    <a:pt x="2347662" y="1572377"/>
                  </a:lnTo>
                  <a:lnTo>
                    <a:pt x="2343150" y="1585913"/>
                  </a:lnTo>
                  <a:lnTo>
                    <a:pt x="2343150" y="1587417"/>
                  </a:lnTo>
                  <a:lnTo>
                    <a:pt x="2343150" y="1588920"/>
                  </a:lnTo>
                  <a:lnTo>
                    <a:pt x="2343902" y="1590424"/>
                  </a:lnTo>
                  <a:lnTo>
                    <a:pt x="2343902" y="1591928"/>
                  </a:lnTo>
                  <a:lnTo>
                    <a:pt x="2343150" y="1593432"/>
                  </a:lnTo>
                  <a:lnTo>
                    <a:pt x="2340894" y="1596440"/>
                  </a:lnTo>
                  <a:lnTo>
                    <a:pt x="2338638" y="1599448"/>
                  </a:lnTo>
                  <a:lnTo>
                    <a:pt x="2338638" y="1600952"/>
                  </a:lnTo>
                  <a:lnTo>
                    <a:pt x="2336382" y="1606968"/>
                  </a:lnTo>
                  <a:lnTo>
                    <a:pt x="2335631" y="1609976"/>
                  </a:lnTo>
                  <a:lnTo>
                    <a:pt x="2334879" y="1611480"/>
                  </a:lnTo>
                  <a:lnTo>
                    <a:pt x="2333374" y="1612984"/>
                  </a:lnTo>
                  <a:lnTo>
                    <a:pt x="2329615" y="1615992"/>
                  </a:lnTo>
                  <a:lnTo>
                    <a:pt x="2328111" y="1617496"/>
                  </a:lnTo>
                  <a:lnTo>
                    <a:pt x="2328111" y="1618999"/>
                  </a:lnTo>
                  <a:lnTo>
                    <a:pt x="2328111" y="1620503"/>
                  </a:lnTo>
                  <a:lnTo>
                    <a:pt x="2329615" y="1631031"/>
                  </a:lnTo>
                  <a:lnTo>
                    <a:pt x="2329615" y="1632535"/>
                  </a:lnTo>
                  <a:lnTo>
                    <a:pt x="2331119" y="1635543"/>
                  </a:lnTo>
                  <a:lnTo>
                    <a:pt x="2331119" y="1637047"/>
                  </a:lnTo>
                  <a:lnTo>
                    <a:pt x="2331119" y="1638551"/>
                  </a:lnTo>
                  <a:lnTo>
                    <a:pt x="2330367" y="1640055"/>
                  </a:lnTo>
                  <a:lnTo>
                    <a:pt x="2327359" y="1645318"/>
                  </a:lnTo>
                  <a:lnTo>
                    <a:pt x="2325855" y="1649830"/>
                  </a:lnTo>
                  <a:lnTo>
                    <a:pt x="2322847" y="1659606"/>
                  </a:lnTo>
                  <a:lnTo>
                    <a:pt x="2322095" y="1661862"/>
                  </a:lnTo>
                  <a:lnTo>
                    <a:pt x="2319087" y="1664118"/>
                  </a:lnTo>
                  <a:lnTo>
                    <a:pt x="2312319" y="1668630"/>
                  </a:lnTo>
                  <a:lnTo>
                    <a:pt x="1847599" y="1671638"/>
                  </a:lnTo>
                  <a:lnTo>
                    <a:pt x="1848351" y="1666374"/>
                  </a:lnTo>
                  <a:lnTo>
                    <a:pt x="1847599" y="1664870"/>
                  </a:lnTo>
                  <a:lnTo>
                    <a:pt x="1846848" y="1663366"/>
                  </a:lnTo>
                  <a:lnTo>
                    <a:pt x="1844592" y="1661862"/>
                  </a:lnTo>
                  <a:lnTo>
                    <a:pt x="1836320" y="1661110"/>
                  </a:lnTo>
                  <a:lnTo>
                    <a:pt x="1834064" y="1659606"/>
                  </a:lnTo>
                  <a:lnTo>
                    <a:pt x="1831808" y="1659606"/>
                  </a:lnTo>
                  <a:lnTo>
                    <a:pt x="1829552" y="1660358"/>
                  </a:lnTo>
                  <a:lnTo>
                    <a:pt x="1828048" y="1661110"/>
                  </a:lnTo>
                  <a:lnTo>
                    <a:pt x="1825792" y="1664118"/>
                  </a:lnTo>
                  <a:lnTo>
                    <a:pt x="1824288" y="1665622"/>
                  </a:lnTo>
                  <a:lnTo>
                    <a:pt x="1822784" y="1667126"/>
                  </a:lnTo>
                  <a:lnTo>
                    <a:pt x="1821280" y="1667126"/>
                  </a:lnTo>
                  <a:lnTo>
                    <a:pt x="1816017" y="1667126"/>
                  </a:lnTo>
                  <a:lnTo>
                    <a:pt x="1814513" y="1667126"/>
                  </a:lnTo>
                  <a:lnTo>
                    <a:pt x="1813761" y="1668630"/>
                  </a:lnTo>
                  <a:lnTo>
                    <a:pt x="1812257" y="1669382"/>
                  </a:lnTo>
                  <a:lnTo>
                    <a:pt x="1811505" y="1670886"/>
                  </a:lnTo>
                  <a:lnTo>
                    <a:pt x="1810753" y="1673142"/>
                  </a:lnTo>
                  <a:lnTo>
                    <a:pt x="1810001" y="1674645"/>
                  </a:lnTo>
                  <a:lnTo>
                    <a:pt x="1810001" y="1677653"/>
                  </a:lnTo>
                  <a:lnTo>
                    <a:pt x="1809249" y="1681413"/>
                  </a:lnTo>
                  <a:lnTo>
                    <a:pt x="1809249" y="1682917"/>
                  </a:lnTo>
                  <a:lnTo>
                    <a:pt x="1808497" y="1684421"/>
                  </a:lnTo>
                  <a:lnTo>
                    <a:pt x="1807745" y="1685173"/>
                  </a:lnTo>
                  <a:lnTo>
                    <a:pt x="1806241" y="1686677"/>
                  </a:lnTo>
                  <a:lnTo>
                    <a:pt x="1804737" y="1687429"/>
                  </a:lnTo>
                  <a:lnTo>
                    <a:pt x="1803233" y="1688181"/>
                  </a:lnTo>
                  <a:lnTo>
                    <a:pt x="1800977" y="1688181"/>
                  </a:lnTo>
                  <a:lnTo>
                    <a:pt x="1798721" y="1687429"/>
                  </a:lnTo>
                  <a:lnTo>
                    <a:pt x="1794209" y="1685173"/>
                  </a:lnTo>
                  <a:lnTo>
                    <a:pt x="1791953" y="1683669"/>
                  </a:lnTo>
                  <a:lnTo>
                    <a:pt x="1790450" y="1681413"/>
                  </a:lnTo>
                  <a:lnTo>
                    <a:pt x="1789698" y="1679909"/>
                  </a:lnTo>
                  <a:lnTo>
                    <a:pt x="1788946" y="1678405"/>
                  </a:lnTo>
                  <a:lnTo>
                    <a:pt x="1788193" y="1677653"/>
                  </a:lnTo>
                  <a:lnTo>
                    <a:pt x="1786690" y="1676901"/>
                  </a:lnTo>
                  <a:lnTo>
                    <a:pt x="1776914" y="1674645"/>
                  </a:lnTo>
                  <a:lnTo>
                    <a:pt x="1774658" y="1674645"/>
                  </a:lnTo>
                  <a:lnTo>
                    <a:pt x="1773154" y="1674645"/>
                  </a:lnTo>
                  <a:lnTo>
                    <a:pt x="1771650" y="1674645"/>
                  </a:lnTo>
                  <a:lnTo>
                    <a:pt x="1770146" y="1673894"/>
                  </a:lnTo>
                  <a:lnTo>
                    <a:pt x="1768642" y="1671638"/>
                  </a:lnTo>
                  <a:lnTo>
                    <a:pt x="1767890" y="1670134"/>
                  </a:lnTo>
                  <a:lnTo>
                    <a:pt x="1767138" y="1668630"/>
                  </a:lnTo>
                  <a:lnTo>
                    <a:pt x="1766386" y="1661862"/>
                  </a:lnTo>
                  <a:lnTo>
                    <a:pt x="1765634" y="1658854"/>
                  </a:lnTo>
                  <a:lnTo>
                    <a:pt x="1763378" y="1654342"/>
                  </a:lnTo>
                  <a:lnTo>
                    <a:pt x="1762626" y="1652838"/>
                  </a:lnTo>
                  <a:lnTo>
                    <a:pt x="1762626" y="1650582"/>
                  </a:lnTo>
                  <a:lnTo>
                    <a:pt x="1762626" y="1647575"/>
                  </a:lnTo>
                  <a:lnTo>
                    <a:pt x="1762626" y="1646070"/>
                  </a:lnTo>
                  <a:lnTo>
                    <a:pt x="1760371" y="1645318"/>
                  </a:lnTo>
                  <a:lnTo>
                    <a:pt x="1757363" y="1644566"/>
                  </a:lnTo>
                  <a:lnTo>
                    <a:pt x="1754355" y="1643815"/>
                  </a:lnTo>
                  <a:lnTo>
                    <a:pt x="1749843" y="1644566"/>
                  </a:lnTo>
                  <a:lnTo>
                    <a:pt x="1747587" y="1644566"/>
                  </a:lnTo>
                  <a:lnTo>
                    <a:pt x="1746083" y="1644566"/>
                  </a:lnTo>
                  <a:lnTo>
                    <a:pt x="1744579" y="1643815"/>
                  </a:lnTo>
                  <a:lnTo>
                    <a:pt x="1743827" y="1643063"/>
                  </a:lnTo>
                  <a:lnTo>
                    <a:pt x="1742323" y="1641559"/>
                  </a:lnTo>
                  <a:lnTo>
                    <a:pt x="1741571" y="1640055"/>
                  </a:lnTo>
                  <a:lnTo>
                    <a:pt x="1740819" y="1637047"/>
                  </a:lnTo>
                  <a:lnTo>
                    <a:pt x="1738563" y="1631031"/>
                  </a:lnTo>
                  <a:lnTo>
                    <a:pt x="1737059" y="1625015"/>
                  </a:lnTo>
                  <a:lnTo>
                    <a:pt x="1736307" y="1623511"/>
                  </a:lnTo>
                  <a:lnTo>
                    <a:pt x="1734803" y="1620503"/>
                  </a:lnTo>
                  <a:lnTo>
                    <a:pt x="1734052" y="1618999"/>
                  </a:lnTo>
                  <a:lnTo>
                    <a:pt x="1733299" y="1617496"/>
                  </a:lnTo>
                  <a:lnTo>
                    <a:pt x="1733299" y="1615992"/>
                  </a:lnTo>
                  <a:lnTo>
                    <a:pt x="1733299" y="1614487"/>
                  </a:lnTo>
                  <a:lnTo>
                    <a:pt x="1732547" y="1612984"/>
                  </a:lnTo>
                  <a:lnTo>
                    <a:pt x="1731043" y="1611480"/>
                  </a:lnTo>
                  <a:lnTo>
                    <a:pt x="1728788" y="1609976"/>
                  </a:lnTo>
                  <a:lnTo>
                    <a:pt x="1725780" y="1609224"/>
                  </a:lnTo>
                  <a:lnTo>
                    <a:pt x="1719764" y="1607720"/>
                  </a:lnTo>
                  <a:lnTo>
                    <a:pt x="1716756" y="1607720"/>
                  </a:lnTo>
                  <a:lnTo>
                    <a:pt x="1714500" y="1608472"/>
                  </a:lnTo>
                  <a:lnTo>
                    <a:pt x="1713748" y="1609224"/>
                  </a:lnTo>
                  <a:lnTo>
                    <a:pt x="1712996" y="1609224"/>
                  </a:lnTo>
                  <a:lnTo>
                    <a:pt x="1711492" y="1609976"/>
                  </a:lnTo>
                  <a:lnTo>
                    <a:pt x="1709988" y="1609976"/>
                  </a:lnTo>
                  <a:lnTo>
                    <a:pt x="1708484" y="1609976"/>
                  </a:lnTo>
                  <a:lnTo>
                    <a:pt x="1706980" y="1609976"/>
                  </a:lnTo>
                  <a:lnTo>
                    <a:pt x="1706228" y="1608472"/>
                  </a:lnTo>
                  <a:lnTo>
                    <a:pt x="1706228" y="1607720"/>
                  </a:lnTo>
                  <a:lnTo>
                    <a:pt x="1705476" y="1600952"/>
                  </a:lnTo>
                  <a:lnTo>
                    <a:pt x="1705476" y="1599448"/>
                  </a:lnTo>
                  <a:lnTo>
                    <a:pt x="1704724" y="1597944"/>
                  </a:lnTo>
                  <a:lnTo>
                    <a:pt x="1703221" y="1596440"/>
                  </a:lnTo>
                  <a:lnTo>
                    <a:pt x="1700964" y="1594184"/>
                  </a:lnTo>
                  <a:lnTo>
                    <a:pt x="1696453" y="1591928"/>
                  </a:lnTo>
                  <a:lnTo>
                    <a:pt x="1694197" y="1589672"/>
                  </a:lnTo>
                  <a:lnTo>
                    <a:pt x="1692693" y="1588168"/>
                  </a:lnTo>
                  <a:lnTo>
                    <a:pt x="1688181" y="1579145"/>
                  </a:lnTo>
                  <a:lnTo>
                    <a:pt x="1688181" y="1577641"/>
                  </a:lnTo>
                  <a:lnTo>
                    <a:pt x="1688181" y="1574633"/>
                  </a:lnTo>
                  <a:lnTo>
                    <a:pt x="1687429" y="1573129"/>
                  </a:lnTo>
                  <a:lnTo>
                    <a:pt x="1686677" y="1571625"/>
                  </a:lnTo>
                  <a:lnTo>
                    <a:pt x="1679157" y="1564105"/>
                  </a:lnTo>
                  <a:lnTo>
                    <a:pt x="1677653" y="1562601"/>
                  </a:lnTo>
                  <a:lnTo>
                    <a:pt x="1676149" y="1561849"/>
                  </a:lnTo>
                  <a:lnTo>
                    <a:pt x="1673894" y="1561098"/>
                  </a:lnTo>
                  <a:lnTo>
                    <a:pt x="1667126" y="1558841"/>
                  </a:lnTo>
                  <a:lnTo>
                    <a:pt x="1664870" y="1558089"/>
                  </a:lnTo>
                  <a:lnTo>
                    <a:pt x="1663366" y="1556586"/>
                  </a:lnTo>
                  <a:lnTo>
                    <a:pt x="1652086" y="1555834"/>
                  </a:lnTo>
                  <a:lnTo>
                    <a:pt x="1555834" y="1554330"/>
                  </a:lnTo>
                  <a:lnTo>
                    <a:pt x="1552826" y="1558841"/>
                  </a:lnTo>
                  <a:lnTo>
                    <a:pt x="1549066" y="1564857"/>
                  </a:lnTo>
                  <a:lnTo>
                    <a:pt x="1548314" y="1566361"/>
                  </a:lnTo>
                  <a:lnTo>
                    <a:pt x="1547562" y="1567865"/>
                  </a:lnTo>
                  <a:lnTo>
                    <a:pt x="1548314" y="1569369"/>
                  </a:lnTo>
                  <a:lnTo>
                    <a:pt x="1549818" y="1575385"/>
                  </a:lnTo>
                  <a:lnTo>
                    <a:pt x="1549818" y="1576889"/>
                  </a:lnTo>
                  <a:lnTo>
                    <a:pt x="1549066" y="1578393"/>
                  </a:lnTo>
                  <a:lnTo>
                    <a:pt x="1547562" y="1579897"/>
                  </a:lnTo>
                  <a:lnTo>
                    <a:pt x="1544554" y="1579897"/>
                  </a:lnTo>
                  <a:lnTo>
                    <a:pt x="1543050" y="1579897"/>
                  </a:lnTo>
                  <a:lnTo>
                    <a:pt x="1540794" y="1580649"/>
                  </a:lnTo>
                  <a:lnTo>
                    <a:pt x="1536282" y="1582153"/>
                  </a:lnTo>
                  <a:lnTo>
                    <a:pt x="1531019" y="1582905"/>
                  </a:lnTo>
                  <a:lnTo>
                    <a:pt x="1528763" y="1582905"/>
                  </a:lnTo>
                  <a:lnTo>
                    <a:pt x="1527259" y="1583657"/>
                  </a:lnTo>
                  <a:lnTo>
                    <a:pt x="1525755" y="1584409"/>
                  </a:lnTo>
                  <a:lnTo>
                    <a:pt x="1524251" y="1586665"/>
                  </a:lnTo>
                  <a:lnTo>
                    <a:pt x="1524251" y="1588168"/>
                  </a:lnTo>
                  <a:lnTo>
                    <a:pt x="1524251" y="1589672"/>
                  </a:lnTo>
                  <a:lnTo>
                    <a:pt x="1525755" y="1594184"/>
                  </a:lnTo>
                  <a:lnTo>
                    <a:pt x="1525755" y="1595688"/>
                  </a:lnTo>
                  <a:lnTo>
                    <a:pt x="1525003" y="1597192"/>
                  </a:lnTo>
                  <a:lnTo>
                    <a:pt x="1523499" y="1597944"/>
                  </a:lnTo>
                  <a:lnTo>
                    <a:pt x="1518235" y="1599448"/>
                  </a:lnTo>
                  <a:lnTo>
                    <a:pt x="1512219" y="1601704"/>
                  </a:lnTo>
                  <a:lnTo>
                    <a:pt x="1503948" y="1601704"/>
                  </a:lnTo>
                  <a:lnTo>
                    <a:pt x="1502443" y="1602456"/>
                  </a:lnTo>
                  <a:lnTo>
                    <a:pt x="1500940" y="1603208"/>
                  </a:lnTo>
                  <a:lnTo>
                    <a:pt x="1499436" y="1603960"/>
                  </a:lnTo>
                  <a:lnTo>
                    <a:pt x="1498684" y="1605464"/>
                  </a:lnTo>
                  <a:lnTo>
                    <a:pt x="1495676" y="1610728"/>
                  </a:lnTo>
                  <a:lnTo>
                    <a:pt x="1494172" y="1612232"/>
                  </a:lnTo>
                  <a:lnTo>
                    <a:pt x="1488908" y="1618247"/>
                  </a:lnTo>
                  <a:lnTo>
                    <a:pt x="1487404" y="1619751"/>
                  </a:lnTo>
                  <a:lnTo>
                    <a:pt x="1487404" y="1622007"/>
                  </a:lnTo>
                  <a:lnTo>
                    <a:pt x="1486652" y="1623511"/>
                  </a:lnTo>
                  <a:lnTo>
                    <a:pt x="1487404" y="1625015"/>
                  </a:lnTo>
                  <a:lnTo>
                    <a:pt x="1488156" y="1626519"/>
                  </a:lnTo>
                  <a:lnTo>
                    <a:pt x="1489660" y="1628023"/>
                  </a:lnTo>
                  <a:lnTo>
                    <a:pt x="1491164" y="1628775"/>
                  </a:lnTo>
                  <a:lnTo>
                    <a:pt x="1494172" y="1631031"/>
                  </a:lnTo>
                  <a:lnTo>
                    <a:pt x="1495676" y="1631783"/>
                  </a:lnTo>
                  <a:lnTo>
                    <a:pt x="1496428" y="1633287"/>
                  </a:lnTo>
                  <a:lnTo>
                    <a:pt x="1497180" y="1634791"/>
                  </a:lnTo>
                  <a:lnTo>
                    <a:pt x="1497932" y="1636295"/>
                  </a:lnTo>
                  <a:lnTo>
                    <a:pt x="1497932" y="1637799"/>
                  </a:lnTo>
                  <a:lnTo>
                    <a:pt x="1497180" y="1639303"/>
                  </a:lnTo>
                  <a:lnTo>
                    <a:pt x="1495676" y="1642311"/>
                  </a:lnTo>
                  <a:lnTo>
                    <a:pt x="1494924" y="1645318"/>
                  </a:lnTo>
                  <a:lnTo>
                    <a:pt x="1494172" y="1646822"/>
                  </a:lnTo>
                  <a:lnTo>
                    <a:pt x="1492668" y="1648326"/>
                  </a:lnTo>
                  <a:lnTo>
                    <a:pt x="1491164" y="1649830"/>
                  </a:lnTo>
                  <a:lnTo>
                    <a:pt x="1490412" y="1651334"/>
                  </a:lnTo>
                  <a:lnTo>
                    <a:pt x="1486652" y="1657350"/>
                  </a:lnTo>
                  <a:lnTo>
                    <a:pt x="1485900" y="1658102"/>
                  </a:lnTo>
                  <a:lnTo>
                    <a:pt x="1485148" y="1658854"/>
                  </a:lnTo>
                  <a:lnTo>
                    <a:pt x="1483644" y="1660358"/>
                  </a:lnTo>
                  <a:lnTo>
                    <a:pt x="1480636" y="1661110"/>
                  </a:lnTo>
                  <a:lnTo>
                    <a:pt x="1477628" y="1662614"/>
                  </a:lnTo>
                  <a:lnTo>
                    <a:pt x="1474620" y="1663366"/>
                  </a:lnTo>
                  <a:lnTo>
                    <a:pt x="1472365" y="1663366"/>
                  </a:lnTo>
                  <a:lnTo>
                    <a:pt x="1471613" y="1661862"/>
                  </a:lnTo>
                  <a:lnTo>
                    <a:pt x="1470109" y="1660358"/>
                  </a:lnTo>
                  <a:lnTo>
                    <a:pt x="1469357" y="1659606"/>
                  </a:lnTo>
                  <a:lnTo>
                    <a:pt x="1467853" y="1658854"/>
                  </a:lnTo>
                  <a:lnTo>
                    <a:pt x="1467101" y="1659606"/>
                  </a:lnTo>
                  <a:lnTo>
                    <a:pt x="1465597" y="1660358"/>
                  </a:lnTo>
                  <a:lnTo>
                    <a:pt x="1464845" y="1661862"/>
                  </a:lnTo>
                  <a:lnTo>
                    <a:pt x="1464845" y="1663366"/>
                  </a:lnTo>
                  <a:lnTo>
                    <a:pt x="1466349" y="1667878"/>
                  </a:lnTo>
                  <a:lnTo>
                    <a:pt x="1466349" y="1670134"/>
                  </a:lnTo>
                  <a:lnTo>
                    <a:pt x="1465597" y="1673142"/>
                  </a:lnTo>
                  <a:lnTo>
                    <a:pt x="1465597" y="1674645"/>
                  </a:lnTo>
                  <a:lnTo>
                    <a:pt x="1466349" y="1676149"/>
                  </a:lnTo>
                  <a:lnTo>
                    <a:pt x="1467101" y="1677653"/>
                  </a:lnTo>
                  <a:lnTo>
                    <a:pt x="1467853" y="1679157"/>
                  </a:lnTo>
                  <a:lnTo>
                    <a:pt x="1467853" y="1680661"/>
                  </a:lnTo>
                  <a:lnTo>
                    <a:pt x="1466349" y="1683669"/>
                  </a:lnTo>
                  <a:lnTo>
                    <a:pt x="1465597" y="1685173"/>
                  </a:lnTo>
                  <a:lnTo>
                    <a:pt x="1465597" y="1686677"/>
                  </a:lnTo>
                  <a:lnTo>
                    <a:pt x="1465597" y="1688181"/>
                  </a:lnTo>
                  <a:lnTo>
                    <a:pt x="1468605" y="1697957"/>
                  </a:lnTo>
                  <a:lnTo>
                    <a:pt x="1468605" y="1699461"/>
                  </a:lnTo>
                  <a:lnTo>
                    <a:pt x="1467853" y="1700964"/>
                  </a:lnTo>
                  <a:lnTo>
                    <a:pt x="1466349" y="1701716"/>
                  </a:lnTo>
                  <a:lnTo>
                    <a:pt x="1464845" y="1700213"/>
                  </a:lnTo>
                  <a:lnTo>
                    <a:pt x="1461085" y="1697957"/>
                  </a:lnTo>
                  <a:lnTo>
                    <a:pt x="1459581" y="1697205"/>
                  </a:lnTo>
                  <a:lnTo>
                    <a:pt x="1457325" y="1697957"/>
                  </a:lnTo>
                  <a:lnTo>
                    <a:pt x="1453565" y="1700213"/>
                  </a:lnTo>
                  <a:lnTo>
                    <a:pt x="1451309" y="1700213"/>
                  </a:lnTo>
                  <a:lnTo>
                    <a:pt x="1447549" y="1697957"/>
                  </a:lnTo>
                  <a:lnTo>
                    <a:pt x="1445294" y="1697957"/>
                  </a:lnTo>
                  <a:lnTo>
                    <a:pt x="1440030" y="1697957"/>
                  </a:lnTo>
                  <a:lnTo>
                    <a:pt x="1431006" y="1697205"/>
                  </a:lnTo>
                  <a:lnTo>
                    <a:pt x="1429502" y="1697957"/>
                  </a:lnTo>
                  <a:lnTo>
                    <a:pt x="1427998" y="1697957"/>
                  </a:lnTo>
                  <a:lnTo>
                    <a:pt x="1426494" y="1699461"/>
                  </a:lnTo>
                  <a:lnTo>
                    <a:pt x="1424238" y="1701716"/>
                  </a:lnTo>
                  <a:lnTo>
                    <a:pt x="1422734" y="1703221"/>
                  </a:lnTo>
                  <a:lnTo>
                    <a:pt x="1421230" y="1703221"/>
                  </a:lnTo>
                  <a:lnTo>
                    <a:pt x="1418974" y="1702468"/>
                  </a:lnTo>
                  <a:lnTo>
                    <a:pt x="1415967" y="1700213"/>
                  </a:lnTo>
                  <a:lnTo>
                    <a:pt x="1414463" y="1700213"/>
                  </a:lnTo>
                  <a:lnTo>
                    <a:pt x="1412207" y="1700213"/>
                  </a:lnTo>
                  <a:lnTo>
                    <a:pt x="1409199" y="1701716"/>
                  </a:lnTo>
                  <a:lnTo>
                    <a:pt x="1406191" y="1703973"/>
                  </a:lnTo>
                  <a:lnTo>
                    <a:pt x="1403935" y="1705476"/>
                  </a:lnTo>
                  <a:lnTo>
                    <a:pt x="1401679" y="1709236"/>
                  </a:lnTo>
                  <a:lnTo>
                    <a:pt x="1400175" y="1709988"/>
                  </a:lnTo>
                  <a:lnTo>
                    <a:pt x="1397919" y="1710740"/>
                  </a:lnTo>
                  <a:lnTo>
                    <a:pt x="1395663" y="1711492"/>
                  </a:lnTo>
                  <a:lnTo>
                    <a:pt x="1381376" y="1710740"/>
                  </a:lnTo>
                  <a:lnTo>
                    <a:pt x="1379872" y="1709988"/>
                  </a:lnTo>
                  <a:lnTo>
                    <a:pt x="1378368" y="1709988"/>
                  </a:lnTo>
                  <a:lnTo>
                    <a:pt x="1376864" y="1708484"/>
                  </a:lnTo>
                  <a:lnTo>
                    <a:pt x="1374608" y="1706980"/>
                  </a:lnTo>
                  <a:lnTo>
                    <a:pt x="1373856" y="1705476"/>
                  </a:lnTo>
                  <a:lnTo>
                    <a:pt x="1372352" y="1705476"/>
                  </a:lnTo>
                  <a:lnTo>
                    <a:pt x="1370096" y="1704724"/>
                  </a:lnTo>
                  <a:lnTo>
                    <a:pt x="1367840" y="1705476"/>
                  </a:lnTo>
                  <a:lnTo>
                    <a:pt x="1358817" y="1710740"/>
                  </a:lnTo>
                  <a:lnTo>
                    <a:pt x="1355057" y="1713748"/>
                  </a:lnTo>
                  <a:lnTo>
                    <a:pt x="1352049" y="1716756"/>
                  </a:lnTo>
                  <a:lnTo>
                    <a:pt x="1350545" y="1718260"/>
                  </a:lnTo>
                  <a:lnTo>
                    <a:pt x="1349793" y="1719764"/>
                  </a:lnTo>
                  <a:lnTo>
                    <a:pt x="1349041" y="1721268"/>
                  </a:lnTo>
                  <a:lnTo>
                    <a:pt x="1346785" y="1724276"/>
                  </a:lnTo>
                  <a:lnTo>
                    <a:pt x="1346033" y="1725780"/>
                  </a:lnTo>
                  <a:lnTo>
                    <a:pt x="1346033" y="1727284"/>
                  </a:lnTo>
                  <a:lnTo>
                    <a:pt x="1346033" y="1729540"/>
                  </a:lnTo>
                  <a:lnTo>
                    <a:pt x="1349041" y="1737059"/>
                  </a:lnTo>
                  <a:lnTo>
                    <a:pt x="1349041" y="1738563"/>
                  </a:lnTo>
                  <a:lnTo>
                    <a:pt x="1349041" y="1740067"/>
                  </a:lnTo>
                  <a:lnTo>
                    <a:pt x="1348289" y="1741571"/>
                  </a:lnTo>
                  <a:lnTo>
                    <a:pt x="1347537" y="1743075"/>
                  </a:lnTo>
                  <a:lnTo>
                    <a:pt x="1346785" y="1745331"/>
                  </a:lnTo>
                  <a:lnTo>
                    <a:pt x="1341521" y="1749091"/>
                  </a:lnTo>
                  <a:lnTo>
                    <a:pt x="1340769" y="1749843"/>
                  </a:lnTo>
                  <a:lnTo>
                    <a:pt x="1340017" y="1752099"/>
                  </a:lnTo>
                  <a:lnTo>
                    <a:pt x="1339265" y="1755107"/>
                  </a:lnTo>
                  <a:lnTo>
                    <a:pt x="1338513" y="1756611"/>
                  </a:lnTo>
                  <a:lnTo>
                    <a:pt x="1337761" y="1757362"/>
                  </a:lnTo>
                  <a:lnTo>
                    <a:pt x="1335505" y="1759619"/>
                  </a:lnTo>
                  <a:lnTo>
                    <a:pt x="1334001" y="1759619"/>
                  </a:lnTo>
                  <a:lnTo>
                    <a:pt x="1333249" y="1761122"/>
                  </a:lnTo>
                  <a:lnTo>
                    <a:pt x="1330994" y="1765634"/>
                  </a:lnTo>
                  <a:lnTo>
                    <a:pt x="1330242" y="1767138"/>
                  </a:lnTo>
                  <a:lnTo>
                    <a:pt x="1328738" y="1768642"/>
                  </a:lnTo>
                  <a:lnTo>
                    <a:pt x="1327234" y="1770146"/>
                  </a:lnTo>
                  <a:lnTo>
                    <a:pt x="1324226" y="1773154"/>
                  </a:lnTo>
                  <a:lnTo>
                    <a:pt x="1322722" y="1773906"/>
                  </a:lnTo>
                  <a:lnTo>
                    <a:pt x="1321218" y="1773906"/>
                  </a:lnTo>
                  <a:lnTo>
                    <a:pt x="1318210" y="1773906"/>
                  </a:lnTo>
                  <a:lnTo>
                    <a:pt x="1316706" y="1773906"/>
                  </a:lnTo>
                  <a:lnTo>
                    <a:pt x="1314450" y="1772402"/>
                  </a:lnTo>
                  <a:lnTo>
                    <a:pt x="1312946" y="1771650"/>
                  </a:lnTo>
                  <a:lnTo>
                    <a:pt x="1311442" y="1770146"/>
                  </a:lnTo>
                  <a:lnTo>
                    <a:pt x="1309938" y="1767890"/>
                  </a:lnTo>
                  <a:lnTo>
                    <a:pt x="1309186" y="1766386"/>
                  </a:lnTo>
                  <a:lnTo>
                    <a:pt x="1308434" y="1764882"/>
                  </a:lnTo>
                  <a:lnTo>
                    <a:pt x="1308434" y="1763378"/>
                  </a:lnTo>
                  <a:lnTo>
                    <a:pt x="1308434" y="1761874"/>
                  </a:lnTo>
                  <a:lnTo>
                    <a:pt x="1308434" y="1758115"/>
                  </a:lnTo>
                  <a:lnTo>
                    <a:pt x="1308434" y="1756611"/>
                  </a:lnTo>
                  <a:lnTo>
                    <a:pt x="1306930" y="1755859"/>
                  </a:lnTo>
                  <a:lnTo>
                    <a:pt x="1306178" y="1754355"/>
                  </a:lnTo>
                  <a:lnTo>
                    <a:pt x="1304674" y="1752851"/>
                  </a:lnTo>
                  <a:lnTo>
                    <a:pt x="1304674" y="1751347"/>
                  </a:lnTo>
                  <a:lnTo>
                    <a:pt x="1304674" y="1748339"/>
                  </a:lnTo>
                  <a:lnTo>
                    <a:pt x="1303922" y="1746835"/>
                  </a:lnTo>
                  <a:lnTo>
                    <a:pt x="1302419" y="1746083"/>
                  </a:lnTo>
                  <a:lnTo>
                    <a:pt x="1300915" y="1746835"/>
                  </a:lnTo>
                  <a:lnTo>
                    <a:pt x="1297907" y="1748339"/>
                  </a:lnTo>
                  <a:lnTo>
                    <a:pt x="1296403" y="1750595"/>
                  </a:lnTo>
                  <a:lnTo>
                    <a:pt x="1293395" y="1752099"/>
                  </a:lnTo>
                  <a:lnTo>
                    <a:pt x="1283619" y="1757362"/>
                  </a:lnTo>
                  <a:lnTo>
                    <a:pt x="1280611" y="1759619"/>
                  </a:lnTo>
                  <a:lnTo>
                    <a:pt x="1278355" y="1761874"/>
                  </a:lnTo>
                  <a:lnTo>
                    <a:pt x="1276851" y="1763378"/>
                  </a:lnTo>
                  <a:lnTo>
                    <a:pt x="1275347" y="1764130"/>
                  </a:lnTo>
                  <a:lnTo>
                    <a:pt x="1270836" y="1767138"/>
                  </a:lnTo>
                  <a:lnTo>
                    <a:pt x="1270084" y="1768642"/>
                  </a:lnTo>
                  <a:lnTo>
                    <a:pt x="1268580" y="1770146"/>
                  </a:lnTo>
                  <a:lnTo>
                    <a:pt x="1268580" y="1771650"/>
                  </a:lnTo>
                  <a:lnTo>
                    <a:pt x="1267828" y="1774658"/>
                  </a:lnTo>
                  <a:lnTo>
                    <a:pt x="1267828" y="1776162"/>
                  </a:lnTo>
                  <a:lnTo>
                    <a:pt x="1266324" y="1776914"/>
                  </a:lnTo>
                  <a:lnTo>
                    <a:pt x="1264820" y="1777666"/>
                  </a:lnTo>
                  <a:lnTo>
                    <a:pt x="1261812" y="1776914"/>
                  </a:lnTo>
                  <a:lnTo>
                    <a:pt x="1260308" y="1776162"/>
                  </a:lnTo>
                  <a:lnTo>
                    <a:pt x="1259556" y="1774658"/>
                  </a:lnTo>
                  <a:lnTo>
                    <a:pt x="1258804" y="1773154"/>
                  </a:lnTo>
                  <a:lnTo>
                    <a:pt x="1258052" y="1772402"/>
                  </a:lnTo>
                  <a:lnTo>
                    <a:pt x="1256548" y="1771650"/>
                  </a:lnTo>
                  <a:lnTo>
                    <a:pt x="1255044" y="1770898"/>
                  </a:lnTo>
                  <a:lnTo>
                    <a:pt x="1253540" y="1770146"/>
                  </a:lnTo>
                  <a:lnTo>
                    <a:pt x="1251284" y="1770146"/>
                  </a:lnTo>
                  <a:lnTo>
                    <a:pt x="1249028" y="1770898"/>
                  </a:lnTo>
                  <a:lnTo>
                    <a:pt x="1238501" y="1776162"/>
                  </a:lnTo>
                  <a:lnTo>
                    <a:pt x="1236245" y="1777666"/>
                  </a:lnTo>
                  <a:lnTo>
                    <a:pt x="1235493" y="1779922"/>
                  </a:lnTo>
                  <a:lnTo>
                    <a:pt x="1234741" y="1781426"/>
                  </a:lnTo>
                  <a:lnTo>
                    <a:pt x="1233989" y="1786690"/>
                  </a:lnTo>
                  <a:lnTo>
                    <a:pt x="1233237" y="1787441"/>
                  </a:lnTo>
                  <a:lnTo>
                    <a:pt x="1232485" y="1788945"/>
                  </a:lnTo>
                  <a:lnTo>
                    <a:pt x="1230229" y="1790450"/>
                  </a:lnTo>
                  <a:lnTo>
                    <a:pt x="1226469" y="1791953"/>
                  </a:lnTo>
                  <a:lnTo>
                    <a:pt x="1224213" y="1793457"/>
                  </a:lnTo>
                  <a:lnTo>
                    <a:pt x="1222709" y="1794209"/>
                  </a:lnTo>
                  <a:lnTo>
                    <a:pt x="1220453" y="1794961"/>
                  </a:lnTo>
                  <a:lnTo>
                    <a:pt x="1218198" y="1794209"/>
                  </a:lnTo>
                  <a:lnTo>
                    <a:pt x="1216693" y="1792705"/>
                  </a:lnTo>
                  <a:lnTo>
                    <a:pt x="1215190" y="1789697"/>
                  </a:lnTo>
                  <a:lnTo>
                    <a:pt x="1214438" y="1788945"/>
                  </a:lnTo>
                  <a:lnTo>
                    <a:pt x="1210678" y="1787441"/>
                  </a:lnTo>
                  <a:lnTo>
                    <a:pt x="1209926" y="1786690"/>
                  </a:lnTo>
                  <a:lnTo>
                    <a:pt x="1209174" y="1785186"/>
                  </a:lnTo>
                  <a:lnTo>
                    <a:pt x="1208422" y="1784434"/>
                  </a:lnTo>
                  <a:lnTo>
                    <a:pt x="1208422" y="1783682"/>
                  </a:lnTo>
                  <a:lnTo>
                    <a:pt x="1207670" y="1783682"/>
                  </a:lnTo>
                  <a:lnTo>
                    <a:pt x="1203158" y="1781426"/>
                  </a:lnTo>
                  <a:lnTo>
                    <a:pt x="1201654" y="1780674"/>
                  </a:lnTo>
                  <a:lnTo>
                    <a:pt x="1198646" y="1776162"/>
                  </a:lnTo>
                  <a:lnTo>
                    <a:pt x="1195638" y="1772402"/>
                  </a:lnTo>
                  <a:lnTo>
                    <a:pt x="1193382" y="1770898"/>
                  </a:lnTo>
                  <a:lnTo>
                    <a:pt x="1191878" y="1770146"/>
                  </a:lnTo>
                  <a:lnTo>
                    <a:pt x="1190374" y="1769394"/>
                  </a:lnTo>
                  <a:lnTo>
                    <a:pt x="1185863" y="1768642"/>
                  </a:lnTo>
                  <a:lnTo>
                    <a:pt x="1182855" y="1768642"/>
                  </a:lnTo>
                  <a:lnTo>
                    <a:pt x="1167063" y="1771650"/>
                  </a:lnTo>
                  <a:lnTo>
                    <a:pt x="1160295" y="1772402"/>
                  </a:lnTo>
                  <a:lnTo>
                    <a:pt x="1152776" y="1771650"/>
                  </a:lnTo>
                  <a:lnTo>
                    <a:pt x="1149016" y="1770898"/>
                  </a:lnTo>
                  <a:lnTo>
                    <a:pt x="1146008" y="1769394"/>
                  </a:lnTo>
                  <a:lnTo>
                    <a:pt x="1143752" y="1769394"/>
                  </a:lnTo>
                  <a:lnTo>
                    <a:pt x="1141496" y="1770146"/>
                  </a:lnTo>
                  <a:lnTo>
                    <a:pt x="1137736" y="1770898"/>
                  </a:lnTo>
                  <a:lnTo>
                    <a:pt x="1133976" y="1770146"/>
                  </a:lnTo>
                  <a:lnTo>
                    <a:pt x="1130216" y="1770146"/>
                  </a:lnTo>
                  <a:lnTo>
                    <a:pt x="1128713" y="1770146"/>
                  </a:lnTo>
                  <a:lnTo>
                    <a:pt x="1125705" y="1768642"/>
                  </a:lnTo>
                  <a:lnTo>
                    <a:pt x="1124201" y="1768642"/>
                  </a:lnTo>
                  <a:lnTo>
                    <a:pt x="1122697" y="1769394"/>
                  </a:lnTo>
                  <a:lnTo>
                    <a:pt x="1121945" y="1771650"/>
                  </a:lnTo>
                  <a:lnTo>
                    <a:pt x="1122697" y="1773906"/>
                  </a:lnTo>
                  <a:lnTo>
                    <a:pt x="1124201" y="1779170"/>
                  </a:lnTo>
                  <a:lnTo>
                    <a:pt x="1124201" y="1780674"/>
                  </a:lnTo>
                  <a:lnTo>
                    <a:pt x="1124201" y="1784434"/>
                  </a:lnTo>
                  <a:lnTo>
                    <a:pt x="1123449" y="1785938"/>
                  </a:lnTo>
                  <a:lnTo>
                    <a:pt x="1121945" y="1788193"/>
                  </a:lnTo>
                  <a:lnTo>
                    <a:pt x="1111417" y="1799473"/>
                  </a:lnTo>
                  <a:lnTo>
                    <a:pt x="1108409" y="1803233"/>
                  </a:lnTo>
                  <a:lnTo>
                    <a:pt x="1106905" y="1804737"/>
                  </a:lnTo>
                  <a:lnTo>
                    <a:pt x="1103146" y="1806241"/>
                  </a:lnTo>
                  <a:lnTo>
                    <a:pt x="1094122" y="1808497"/>
                  </a:lnTo>
                  <a:lnTo>
                    <a:pt x="1092618" y="1809249"/>
                  </a:lnTo>
                  <a:lnTo>
                    <a:pt x="1087354" y="1813009"/>
                  </a:lnTo>
                  <a:lnTo>
                    <a:pt x="1077578" y="1822784"/>
                  </a:lnTo>
                  <a:lnTo>
                    <a:pt x="1075323" y="1822784"/>
                  </a:lnTo>
                  <a:lnTo>
                    <a:pt x="1071563" y="1822032"/>
                  </a:lnTo>
                  <a:lnTo>
                    <a:pt x="1070811" y="1822032"/>
                  </a:lnTo>
                  <a:lnTo>
                    <a:pt x="1069307" y="1824288"/>
                  </a:lnTo>
                  <a:lnTo>
                    <a:pt x="1068555" y="1825792"/>
                  </a:lnTo>
                  <a:lnTo>
                    <a:pt x="1067051" y="1828048"/>
                  </a:lnTo>
                  <a:lnTo>
                    <a:pt x="1065547" y="1829552"/>
                  </a:lnTo>
                  <a:lnTo>
                    <a:pt x="1057275" y="1836320"/>
                  </a:lnTo>
                  <a:lnTo>
                    <a:pt x="606843" y="1624263"/>
                  </a:lnTo>
                  <a:lnTo>
                    <a:pt x="521118" y="1578393"/>
                  </a:lnTo>
                  <a:lnTo>
                    <a:pt x="173706" y="1491916"/>
                  </a:lnTo>
                  <a:lnTo>
                    <a:pt x="3008" y="1420478"/>
                  </a:lnTo>
                  <a:lnTo>
                    <a:pt x="752" y="1419726"/>
                  </a:lnTo>
                  <a:lnTo>
                    <a:pt x="0" y="1417471"/>
                  </a:lnTo>
                  <a:lnTo>
                    <a:pt x="752" y="1413711"/>
                  </a:lnTo>
                  <a:lnTo>
                    <a:pt x="3008" y="1409199"/>
                  </a:lnTo>
                  <a:lnTo>
                    <a:pt x="6768" y="1395663"/>
                  </a:lnTo>
                  <a:lnTo>
                    <a:pt x="6768" y="1386640"/>
                  </a:lnTo>
                  <a:lnTo>
                    <a:pt x="8272" y="1384384"/>
                  </a:lnTo>
                  <a:lnTo>
                    <a:pt x="9776" y="1382880"/>
                  </a:lnTo>
                  <a:lnTo>
                    <a:pt x="15791" y="1378368"/>
                  </a:lnTo>
                  <a:lnTo>
                    <a:pt x="17295" y="1376864"/>
                  </a:lnTo>
                  <a:lnTo>
                    <a:pt x="19551" y="1373104"/>
                  </a:lnTo>
                  <a:lnTo>
                    <a:pt x="21055" y="1370848"/>
                  </a:lnTo>
                  <a:lnTo>
                    <a:pt x="25567" y="1368592"/>
                  </a:lnTo>
                  <a:lnTo>
                    <a:pt x="33087" y="1362576"/>
                  </a:lnTo>
                  <a:lnTo>
                    <a:pt x="45118" y="1355809"/>
                  </a:lnTo>
                  <a:lnTo>
                    <a:pt x="55646" y="1346785"/>
                  </a:lnTo>
                  <a:lnTo>
                    <a:pt x="61662" y="1343025"/>
                  </a:lnTo>
                  <a:lnTo>
                    <a:pt x="66926" y="1337761"/>
                  </a:lnTo>
                  <a:lnTo>
                    <a:pt x="69934" y="1337009"/>
                  </a:lnTo>
                  <a:lnTo>
                    <a:pt x="81213" y="1337009"/>
                  </a:lnTo>
                  <a:lnTo>
                    <a:pt x="87981" y="1334753"/>
                  </a:lnTo>
                  <a:lnTo>
                    <a:pt x="93245" y="1332497"/>
                  </a:lnTo>
                  <a:lnTo>
                    <a:pt x="97005" y="1327986"/>
                  </a:lnTo>
                  <a:lnTo>
                    <a:pt x="100764" y="1321970"/>
                  </a:lnTo>
                  <a:lnTo>
                    <a:pt x="103020" y="1315202"/>
                  </a:lnTo>
                  <a:lnTo>
                    <a:pt x="103772" y="1312194"/>
                  </a:lnTo>
                  <a:lnTo>
                    <a:pt x="103772" y="1308434"/>
                  </a:lnTo>
                  <a:lnTo>
                    <a:pt x="103020" y="1305426"/>
                  </a:lnTo>
                  <a:lnTo>
                    <a:pt x="99261" y="1298659"/>
                  </a:lnTo>
                  <a:lnTo>
                    <a:pt x="98509" y="1294899"/>
                  </a:lnTo>
                  <a:lnTo>
                    <a:pt x="97005" y="1282867"/>
                  </a:lnTo>
                  <a:lnTo>
                    <a:pt x="96253" y="1279859"/>
                  </a:lnTo>
                  <a:lnTo>
                    <a:pt x="88733" y="1271588"/>
                  </a:lnTo>
                  <a:lnTo>
                    <a:pt x="87229" y="1267828"/>
                  </a:lnTo>
                  <a:lnTo>
                    <a:pt x="87229" y="1261060"/>
                  </a:lnTo>
                  <a:lnTo>
                    <a:pt x="90237" y="1255044"/>
                  </a:lnTo>
                  <a:lnTo>
                    <a:pt x="93245" y="1249780"/>
                  </a:lnTo>
                  <a:lnTo>
                    <a:pt x="101516" y="1230981"/>
                  </a:lnTo>
                  <a:lnTo>
                    <a:pt x="106780" y="1225717"/>
                  </a:lnTo>
                  <a:lnTo>
                    <a:pt x="122572" y="1204662"/>
                  </a:lnTo>
                  <a:lnTo>
                    <a:pt x="124828" y="1200902"/>
                  </a:lnTo>
                  <a:lnTo>
                    <a:pt x="126332" y="1196390"/>
                  </a:lnTo>
                  <a:lnTo>
                    <a:pt x="129340" y="1182103"/>
                  </a:lnTo>
                  <a:lnTo>
                    <a:pt x="129340" y="1177591"/>
                  </a:lnTo>
                  <a:lnTo>
                    <a:pt x="127836" y="1173079"/>
                  </a:lnTo>
                  <a:lnTo>
                    <a:pt x="127084" y="1167815"/>
                  </a:lnTo>
                  <a:lnTo>
                    <a:pt x="128587" y="1163303"/>
                  </a:lnTo>
                  <a:lnTo>
                    <a:pt x="133099" y="1153528"/>
                  </a:lnTo>
                  <a:lnTo>
                    <a:pt x="133851" y="1151272"/>
                  </a:lnTo>
                  <a:lnTo>
                    <a:pt x="134603" y="1144504"/>
                  </a:lnTo>
                  <a:lnTo>
                    <a:pt x="136107" y="1142248"/>
                  </a:lnTo>
                  <a:lnTo>
                    <a:pt x="137611" y="1140744"/>
                  </a:lnTo>
                  <a:lnTo>
                    <a:pt x="138363" y="1138488"/>
                  </a:lnTo>
                  <a:lnTo>
                    <a:pt x="139115" y="1136232"/>
                  </a:lnTo>
                  <a:lnTo>
                    <a:pt x="138363" y="1126457"/>
                  </a:lnTo>
                  <a:lnTo>
                    <a:pt x="137611" y="1124201"/>
                  </a:lnTo>
                  <a:lnTo>
                    <a:pt x="136107" y="1121945"/>
                  </a:lnTo>
                  <a:lnTo>
                    <a:pt x="134603" y="1119689"/>
                  </a:lnTo>
                  <a:lnTo>
                    <a:pt x="135355" y="1117433"/>
                  </a:lnTo>
                  <a:lnTo>
                    <a:pt x="139115" y="1115929"/>
                  </a:lnTo>
                  <a:lnTo>
                    <a:pt x="141371" y="1115929"/>
                  </a:lnTo>
                  <a:lnTo>
                    <a:pt x="142123" y="1115929"/>
                  </a:lnTo>
                  <a:lnTo>
                    <a:pt x="144379" y="1114425"/>
                  </a:lnTo>
                  <a:lnTo>
                    <a:pt x="144379" y="1112169"/>
                  </a:lnTo>
                  <a:lnTo>
                    <a:pt x="145131" y="1111417"/>
                  </a:lnTo>
                  <a:lnTo>
                    <a:pt x="145883" y="1110665"/>
                  </a:lnTo>
                  <a:lnTo>
                    <a:pt x="148139" y="1111417"/>
                  </a:lnTo>
                  <a:lnTo>
                    <a:pt x="148891" y="1111417"/>
                  </a:lnTo>
                  <a:lnTo>
                    <a:pt x="154907" y="1110665"/>
                  </a:lnTo>
                  <a:lnTo>
                    <a:pt x="157163" y="1109161"/>
                  </a:lnTo>
                  <a:lnTo>
                    <a:pt x="159418" y="1106905"/>
                  </a:lnTo>
                  <a:lnTo>
                    <a:pt x="160922" y="1105401"/>
                  </a:lnTo>
                  <a:lnTo>
                    <a:pt x="163930" y="1105401"/>
                  </a:lnTo>
                  <a:lnTo>
                    <a:pt x="166938" y="1106905"/>
                  </a:lnTo>
                  <a:lnTo>
                    <a:pt x="175210" y="1106905"/>
                  </a:lnTo>
                  <a:lnTo>
                    <a:pt x="176714" y="1106153"/>
                  </a:lnTo>
                  <a:lnTo>
                    <a:pt x="178218" y="1104649"/>
                  </a:lnTo>
                  <a:lnTo>
                    <a:pt x="178970" y="1103897"/>
                  </a:lnTo>
                  <a:lnTo>
                    <a:pt x="178970" y="1102393"/>
                  </a:lnTo>
                  <a:lnTo>
                    <a:pt x="179722" y="1100138"/>
                  </a:lnTo>
                  <a:lnTo>
                    <a:pt x="181226" y="1098634"/>
                  </a:lnTo>
                  <a:lnTo>
                    <a:pt x="185738" y="1096378"/>
                  </a:lnTo>
                  <a:lnTo>
                    <a:pt x="189497" y="1092618"/>
                  </a:lnTo>
                  <a:lnTo>
                    <a:pt x="191753" y="1090362"/>
                  </a:lnTo>
                  <a:lnTo>
                    <a:pt x="194761" y="1089610"/>
                  </a:lnTo>
                  <a:lnTo>
                    <a:pt x="197017" y="1088858"/>
                  </a:lnTo>
                  <a:lnTo>
                    <a:pt x="199273" y="1088858"/>
                  </a:lnTo>
                  <a:lnTo>
                    <a:pt x="200777" y="1088106"/>
                  </a:lnTo>
                  <a:lnTo>
                    <a:pt x="200777" y="1086602"/>
                  </a:lnTo>
                  <a:lnTo>
                    <a:pt x="201529" y="1085098"/>
                  </a:lnTo>
                  <a:lnTo>
                    <a:pt x="201529" y="1084346"/>
                  </a:lnTo>
                  <a:lnTo>
                    <a:pt x="201529" y="1082842"/>
                  </a:lnTo>
                  <a:lnTo>
                    <a:pt x="202281" y="1082090"/>
                  </a:lnTo>
                  <a:lnTo>
                    <a:pt x="203033" y="1082090"/>
                  </a:lnTo>
                  <a:lnTo>
                    <a:pt x="205289" y="1082090"/>
                  </a:lnTo>
                  <a:lnTo>
                    <a:pt x="206041" y="1081338"/>
                  </a:lnTo>
                  <a:lnTo>
                    <a:pt x="209049" y="1079834"/>
                  </a:lnTo>
                  <a:lnTo>
                    <a:pt x="212057" y="1078330"/>
                  </a:lnTo>
                  <a:lnTo>
                    <a:pt x="213561" y="1076074"/>
                  </a:lnTo>
                  <a:lnTo>
                    <a:pt x="214313" y="1067803"/>
                  </a:lnTo>
                  <a:lnTo>
                    <a:pt x="215816" y="1065547"/>
                  </a:lnTo>
                  <a:lnTo>
                    <a:pt x="222584" y="1064043"/>
                  </a:lnTo>
                  <a:lnTo>
                    <a:pt x="223336" y="1063291"/>
                  </a:lnTo>
                  <a:lnTo>
                    <a:pt x="223336" y="1061787"/>
                  </a:lnTo>
                  <a:lnTo>
                    <a:pt x="224088" y="1061035"/>
                  </a:lnTo>
                  <a:lnTo>
                    <a:pt x="226344" y="1060283"/>
                  </a:lnTo>
                  <a:lnTo>
                    <a:pt x="231608" y="1061035"/>
                  </a:lnTo>
                  <a:lnTo>
                    <a:pt x="233864" y="1061035"/>
                  </a:lnTo>
                  <a:lnTo>
                    <a:pt x="236120" y="1060283"/>
                  </a:lnTo>
                  <a:lnTo>
                    <a:pt x="239128" y="1058779"/>
                  </a:lnTo>
                  <a:lnTo>
                    <a:pt x="246647" y="1052763"/>
                  </a:lnTo>
                  <a:lnTo>
                    <a:pt x="254919" y="1048251"/>
                  </a:lnTo>
                  <a:lnTo>
                    <a:pt x="257927" y="1045995"/>
                  </a:lnTo>
                  <a:lnTo>
                    <a:pt x="260183" y="1043739"/>
                  </a:lnTo>
                  <a:lnTo>
                    <a:pt x="262439" y="1038476"/>
                  </a:lnTo>
                  <a:lnTo>
                    <a:pt x="263943" y="1036972"/>
                  </a:lnTo>
                  <a:lnTo>
                    <a:pt x="264695" y="1036972"/>
                  </a:lnTo>
                  <a:lnTo>
                    <a:pt x="266199" y="1037724"/>
                  </a:lnTo>
                  <a:lnTo>
                    <a:pt x="267703" y="1038476"/>
                  </a:lnTo>
                  <a:lnTo>
                    <a:pt x="269207" y="1037724"/>
                  </a:lnTo>
                  <a:lnTo>
                    <a:pt x="270711" y="1036972"/>
                  </a:lnTo>
                  <a:lnTo>
                    <a:pt x="272966" y="1034716"/>
                  </a:lnTo>
                  <a:lnTo>
                    <a:pt x="277478" y="1033212"/>
                  </a:lnTo>
                  <a:lnTo>
                    <a:pt x="284998" y="1026444"/>
                  </a:lnTo>
                  <a:lnTo>
                    <a:pt x="288758" y="1024188"/>
                  </a:lnTo>
                  <a:lnTo>
                    <a:pt x="291014" y="1023436"/>
                  </a:lnTo>
                  <a:lnTo>
                    <a:pt x="303797" y="1021932"/>
                  </a:lnTo>
                  <a:lnTo>
                    <a:pt x="304549" y="1021180"/>
                  </a:lnTo>
                  <a:lnTo>
                    <a:pt x="305301" y="1020428"/>
                  </a:lnTo>
                  <a:lnTo>
                    <a:pt x="305301" y="1019676"/>
                  </a:lnTo>
                  <a:lnTo>
                    <a:pt x="306053" y="1018924"/>
                  </a:lnTo>
                  <a:lnTo>
                    <a:pt x="306805" y="1018172"/>
                  </a:lnTo>
                  <a:lnTo>
                    <a:pt x="308309" y="1018172"/>
                  </a:lnTo>
                  <a:lnTo>
                    <a:pt x="312069" y="1019676"/>
                  </a:lnTo>
                  <a:lnTo>
                    <a:pt x="313573" y="1020428"/>
                  </a:lnTo>
                  <a:lnTo>
                    <a:pt x="316581" y="1019676"/>
                  </a:lnTo>
                  <a:lnTo>
                    <a:pt x="318837" y="1018924"/>
                  </a:lnTo>
                  <a:lnTo>
                    <a:pt x="320341" y="1018172"/>
                  </a:lnTo>
                  <a:lnTo>
                    <a:pt x="322597" y="1020428"/>
                  </a:lnTo>
                  <a:lnTo>
                    <a:pt x="324101" y="1021932"/>
                  </a:lnTo>
                  <a:lnTo>
                    <a:pt x="324853" y="1021932"/>
                  </a:lnTo>
                  <a:lnTo>
                    <a:pt x="326357" y="1021932"/>
                  </a:lnTo>
                  <a:lnTo>
                    <a:pt x="328613" y="1021180"/>
                  </a:lnTo>
                  <a:lnTo>
                    <a:pt x="331620" y="1018172"/>
                  </a:lnTo>
                  <a:lnTo>
                    <a:pt x="333124" y="1018172"/>
                  </a:lnTo>
                  <a:lnTo>
                    <a:pt x="332372" y="1021180"/>
                  </a:lnTo>
                  <a:lnTo>
                    <a:pt x="339140" y="1018172"/>
                  </a:lnTo>
                  <a:lnTo>
                    <a:pt x="341396" y="1018172"/>
                  </a:lnTo>
                  <a:lnTo>
                    <a:pt x="345156" y="1018924"/>
                  </a:lnTo>
                  <a:lnTo>
                    <a:pt x="346660" y="1018924"/>
                  </a:lnTo>
                  <a:lnTo>
                    <a:pt x="347412" y="1018172"/>
                  </a:lnTo>
                  <a:lnTo>
                    <a:pt x="348164" y="1014413"/>
                  </a:lnTo>
                  <a:lnTo>
                    <a:pt x="348916" y="1012909"/>
                  </a:lnTo>
                  <a:lnTo>
                    <a:pt x="351172" y="1012157"/>
                  </a:lnTo>
                  <a:lnTo>
                    <a:pt x="353428" y="1012157"/>
                  </a:lnTo>
                  <a:lnTo>
                    <a:pt x="357939" y="1012157"/>
                  </a:lnTo>
                  <a:lnTo>
                    <a:pt x="365459" y="1010653"/>
                  </a:lnTo>
                  <a:lnTo>
                    <a:pt x="366963" y="1011405"/>
                  </a:lnTo>
                  <a:lnTo>
                    <a:pt x="368467" y="1012157"/>
                  </a:lnTo>
                  <a:lnTo>
                    <a:pt x="369971" y="1013661"/>
                  </a:lnTo>
                  <a:lnTo>
                    <a:pt x="370723" y="1015165"/>
                  </a:lnTo>
                  <a:lnTo>
                    <a:pt x="372979" y="1013661"/>
                  </a:lnTo>
                  <a:lnTo>
                    <a:pt x="373731" y="1013661"/>
                  </a:lnTo>
                  <a:lnTo>
                    <a:pt x="375235" y="1011405"/>
                  </a:lnTo>
                  <a:lnTo>
                    <a:pt x="375987" y="1011405"/>
                  </a:lnTo>
                  <a:lnTo>
                    <a:pt x="376739" y="1011405"/>
                  </a:lnTo>
                  <a:lnTo>
                    <a:pt x="377491" y="1012157"/>
                  </a:lnTo>
                  <a:lnTo>
                    <a:pt x="378243" y="1012157"/>
                  </a:lnTo>
                  <a:lnTo>
                    <a:pt x="379747" y="1009901"/>
                  </a:lnTo>
                  <a:lnTo>
                    <a:pt x="379747" y="1008397"/>
                  </a:lnTo>
                  <a:lnTo>
                    <a:pt x="379747" y="1006893"/>
                  </a:lnTo>
                  <a:lnTo>
                    <a:pt x="379747" y="1005389"/>
                  </a:lnTo>
                  <a:lnTo>
                    <a:pt x="382003" y="1003133"/>
                  </a:lnTo>
                  <a:lnTo>
                    <a:pt x="385763" y="1002381"/>
                  </a:lnTo>
                  <a:lnTo>
                    <a:pt x="389522" y="1003133"/>
                  </a:lnTo>
                  <a:lnTo>
                    <a:pt x="393282" y="1007645"/>
                  </a:lnTo>
                  <a:lnTo>
                    <a:pt x="395538" y="1005389"/>
                  </a:lnTo>
                  <a:lnTo>
                    <a:pt x="397794" y="1001629"/>
                  </a:lnTo>
                  <a:lnTo>
                    <a:pt x="400050" y="1000125"/>
                  </a:lnTo>
                  <a:lnTo>
                    <a:pt x="401554" y="1000877"/>
                  </a:lnTo>
                  <a:lnTo>
                    <a:pt x="403058" y="1004637"/>
                  </a:lnTo>
                  <a:lnTo>
                    <a:pt x="403810" y="1005389"/>
                  </a:lnTo>
                  <a:lnTo>
                    <a:pt x="406818" y="1006141"/>
                  </a:lnTo>
                  <a:lnTo>
                    <a:pt x="407570" y="1005389"/>
                  </a:lnTo>
                  <a:lnTo>
                    <a:pt x="409826" y="1001629"/>
                  </a:lnTo>
                  <a:lnTo>
                    <a:pt x="413586" y="1000125"/>
                  </a:lnTo>
                  <a:lnTo>
                    <a:pt x="421857" y="1003885"/>
                  </a:lnTo>
                  <a:lnTo>
                    <a:pt x="424113" y="1001629"/>
                  </a:lnTo>
                  <a:lnTo>
                    <a:pt x="424865" y="997869"/>
                  </a:lnTo>
                  <a:lnTo>
                    <a:pt x="427121" y="1000877"/>
                  </a:lnTo>
                  <a:lnTo>
                    <a:pt x="430881" y="1003885"/>
                  </a:lnTo>
                  <a:lnTo>
                    <a:pt x="433889" y="1000125"/>
                  </a:lnTo>
                  <a:lnTo>
                    <a:pt x="435393" y="997869"/>
                  </a:lnTo>
                  <a:lnTo>
                    <a:pt x="436897" y="994861"/>
                  </a:lnTo>
                  <a:lnTo>
                    <a:pt x="441409" y="990349"/>
                  </a:lnTo>
                  <a:lnTo>
                    <a:pt x="442913" y="988093"/>
                  </a:lnTo>
                  <a:lnTo>
                    <a:pt x="443664" y="985086"/>
                  </a:lnTo>
                  <a:lnTo>
                    <a:pt x="445168" y="982830"/>
                  </a:lnTo>
                  <a:lnTo>
                    <a:pt x="447424" y="982078"/>
                  </a:lnTo>
                  <a:lnTo>
                    <a:pt x="449680" y="981326"/>
                  </a:lnTo>
                  <a:lnTo>
                    <a:pt x="450432" y="979822"/>
                  </a:lnTo>
                  <a:lnTo>
                    <a:pt x="448928" y="976062"/>
                  </a:lnTo>
                  <a:lnTo>
                    <a:pt x="449680" y="973806"/>
                  </a:lnTo>
                  <a:lnTo>
                    <a:pt x="451184" y="972302"/>
                  </a:lnTo>
                  <a:lnTo>
                    <a:pt x="458704" y="968542"/>
                  </a:lnTo>
                  <a:lnTo>
                    <a:pt x="460208" y="968542"/>
                  </a:lnTo>
                  <a:lnTo>
                    <a:pt x="469232" y="971550"/>
                  </a:lnTo>
                  <a:lnTo>
                    <a:pt x="472240" y="971550"/>
                  </a:lnTo>
                  <a:lnTo>
                    <a:pt x="473743" y="970046"/>
                  </a:lnTo>
                  <a:lnTo>
                    <a:pt x="475247" y="965534"/>
                  </a:lnTo>
                  <a:lnTo>
                    <a:pt x="476751" y="964030"/>
                  </a:lnTo>
                  <a:lnTo>
                    <a:pt x="479759" y="962526"/>
                  </a:lnTo>
                  <a:lnTo>
                    <a:pt x="482015" y="963278"/>
                  </a:lnTo>
                  <a:lnTo>
                    <a:pt x="482015" y="965534"/>
                  </a:lnTo>
                  <a:lnTo>
                    <a:pt x="481263" y="968542"/>
                  </a:lnTo>
                  <a:lnTo>
                    <a:pt x="481263" y="970798"/>
                  </a:lnTo>
                  <a:lnTo>
                    <a:pt x="488783" y="974558"/>
                  </a:lnTo>
                  <a:lnTo>
                    <a:pt x="490287" y="973054"/>
                  </a:lnTo>
                  <a:lnTo>
                    <a:pt x="491039" y="970046"/>
                  </a:lnTo>
                  <a:lnTo>
                    <a:pt x="491791" y="967790"/>
                  </a:lnTo>
                  <a:lnTo>
                    <a:pt x="494047" y="966286"/>
                  </a:lnTo>
                  <a:lnTo>
                    <a:pt x="496303" y="967038"/>
                  </a:lnTo>
                  <a:lnTo>
                    <a:pt x="497055" y="969294"/>
                  </a:lnTo>
                  <a:lnTo>
                    <a:pt x="497807" y="971550"/>
                  </a:lnTo>
                  <a:lnTo>
                    <a:pt x="499311" y="973054"/>
                  </a:lnTo>
                  <a:lnTo>
                    <a:pt x="501567" y="972302"/>
                  </a:lnTo>
                  <a:lnTo>
                    <a:pt x="507582" y="967038"/>
                  </a:lnTo>
                  <a:lnTo>
                    <a:pt x="509838" y="966286"/>
                  </a:lnTo>
                  <a:lnTo>
                    <a:pt x="512094" y="965534"/>
                  </a:lnTo>
                  <a:lnTo>
                    <a:pt x="514350" y="965534"/>
                  </a:lnTo>
                  <a:lnTo>
                    <a:pt x="517358" y="967038"/>
                  </a:lnTo>
                  <a:lnTo>
                    <a:pt x="521118" y="970046"/>
                  </a:lnTo>
                  <a:lnTo>
                    <a:pt x="522622" y="970798"/>
                  </a:lnTo>
                  <a:lnTo>
                    <a:pt x="525630" y="966286"/>
                  </a:lnTo>
                  <a:lnTo>
                    <a:pt x="527134" y="967038"/>
                  </a:lnTo>
                  <a:lnTo>
                    <a:pt x="529390" y="968542"/>
                  </a:lnTo>
                  <a:lnTo>
                    <a:pt x="530141" y="970798"/>
                  </a:lnTo>
                  <a:lnTo>
                    <a:pt x="530893" y="973806"/>
                  </a:lnTo>
                  <a:lnTo>
                    <a:pt x="529390" y="979822"/>
                  </a:lnTo>
                  <a:lnTo>
                    <a:pt x="529390" y="982830"/>
                  </a:lnTo>
                  <a:lnTo>
                    <a:pt x="530893" y="984334"/>
                  </a:lnTo>
                  <a:lnTo>
                    <a:pt x="538413" y="990349"/>
                  </a:lnTo>
                  <a:lnTo>
                    <a:pt x="539917" y="991101"/>
                  </a:lnTo>
                  <a:lnTo>
                    <a:pt x="541421" y="991101"/>
                  </a:lnTo>
                  <a:lnTo>
                    <a:pt x="542173" y="991101"/>
                  </a:lnTo>
                  <a:lnTo>
                    <a:pt x="543677" y="992605"/>
                  </a:lnTo>
                  <a:lnTo>
                    <a:pt x="544429" y="994861"/>
                  </a:lnTo>
                  <a:lnTo>
                    <a:pt x="545933" y="997117"/>
                  </a:lnTo>
                  <a:lnTo>
                    <a:pt x="548941" y="994861"/>
                  </a:lnTo>
                  <a:lnTo>
                    <a:pt x="551949" y="988845"/>
                  </a:lnTo>
                  <a:lnTo>
                    <a:pt x="553453" y="985838"/>
                  </a:lnTo>
                  <a:lnTo>
                    <a:pt x="556461" y="984334"/>
                  </a:lnTo>
                  <a:lnTo>
                    <a:pt x="559468" y="984334"/>
                  </a:lnTo>
                  <a:lnTo>
                    <a:pt x="562476" y="985838"/>
                  </a:lnTo>
                  <a:lnTo>
                    <a:pt x="564732" y="988093"/>
                  </a:lnTo>
                  <a:lnTo>
                    <a:pt x="564732" y="991853"/>
                  </a:lnTo>
                  <a:lnTo>
                    <a:pt x="566236" y="993357"/>
                  </a:lnTo>
                  <a:lnTo>
                    <a:pt x="567740" y="994861"/>
                  </a:lnTo>
                  <a:lnTo>
                    <a:pt x="569996" y="996365"/>
                  </a:lnTo>
                  <a:lnTo>
                    <a:pt x="571500" y="997117"/>
                  </a:lnTo>
                  <a:lnTo>
                    <a:pt x="573756" y="996365"/>
                  </a:lnTo>
                  <a:lnTo>
                    <a:pt x="579020" y="992605"/>
                  </a:lnTo>
                  <a:lnTo>
                    <a:pt x="581276" y="989597"/>
                  </a:lnTo>
                  <a:lnTo>
                    <a:pt x="582780" y="985086"/>
                  </a:lnTo>
                  <a:lnTo>
                    <a:pt x="582780" y="981326"/>
                  </a:lnTo>
                  <a:lnTo>
                    <a:pt x="582780" y="980574"/>
                  </a:lnTo>
                  <a:lnTo>
                    <a:pt x="583532" y="979822"/>
                  </a:lnTo>
                  <a:lnTo>
                    <a:pt x="583532" y="979070"/>
                  </a:lnTo>
                  <a:lnTo>
                    <a:pt x="583532" y="978318"/>
                  </a:lnTo>
                  <a:lnTo>
                    <a:pt x="584284" y="978318"/>
                  </a:lnTo>
                  <a:lnTo>
                    <a:pt x="584284" y="977566"/>
                  </a:lnTo>
                  <a:lnTo>
                    <a:pt x="585036" y="976814"/>
                  </a:lnTo>
                  <a:lnTo>
                    <a:pt x="585036" y="976062"/>
                  </a:lnTo>
                  <a:lnTo>
                    <a:pt x="585036" y="975310"/>
                  </a:lnTo>
                  <a:lnTo>
                    <a:pt x="589547" y="951247"/>
                  </a:lnTo>
                  <a:lnTo>
                    <a:pt x="594059" y="926432"/>
                  </a:lnTo>
                  <a:lnTo>
                    <a:pt x="598571" y="902369"/>
                  </a:lnTo>
                  <a:lnTo>
                    <a:pt x="603083" y="877553"/>
                  </a:lnTo>
                  <a:lnTo>
                    <a:pt x="607595" y="853490"/>
                  </a:lnTo>
                  <a:lnTo>
                    <a:pt x="612107" y="828675"/>
                  </a:lnTo>
                  <a:lnTo>
                    <a:pt x="616619" y="804612"/>
                  </a:lnTo>
                  <a:lnTo>
                    <a:pt x="621130" y="779797"/>
                  </a:lnTo>
                  <a:lnTo>
                    <a:pt x="625642" y="755734"/>
                  </a:lnTo>
                  <a:lnTo>
                    <a:pt x="630154" y="730918"/>
                  </a:lnTo>
                  <a:lnTo>
                    <a:pt x="633914" y="706855"/>
                  </a:lnTo>
                  <a:lnTo>
                    <a:pt x="638426" y="682040"/>
                  </a:lnTo>
                  <a:lnTo>
                    <a:pt x="642938" y="657977"/>
                  </a:lnTo>
                  <a:lnTo>
                    <a:pt x="647449" y="633162"/>
                  </a:lnTo>
                  <a:lnTo>
                    <a:pt x="651961" y="609099"/>
                  </a:lnTo>
                  <a:lnTo>
                    <a:pt x="656473" y="584284"/>
                  </a:lnTo>
                  <a:lnTo>
                    <a:pt x="657977" y="575260"/>
                  </a:lnTo>
                  <a:lnTo>
                    <a:pt x="660233" y="567740"/>
                  </a:lnTo>
                  <a:lnTo>
                    <a:pt x="660233" y="564732"/>
                  </a:lnTo>
                  <a:lnTo>
                    <a:pt x="663241" y="554205"/>
                  </a:lnTo>
                  <a:lnTo>
                    <a:pt x="663241" y="547437"/>
                  </a:lnTo>
                  <a:lnTo>
                    <a:pt x="665497" y="533149"/>
                  </a:lnTo>
                  <a:lnTo>
                    <a:pt x="664745" y="526382"/>
                  </a:lnTo>
                  <a:lnTo>
                    <a:pt x="668505" y="518110"/>
                  </a:lnTo>
                  <a:lnTo>
                    <a:pt x="667001" y="513598"/>
                  </a:lnTo>
                  <a:lnTo>
                    <a:pt x="660985" y="504574"/>
                  </a:lnTo>
                  <a:lnTo>
                    <a:pt x="660985" y="502318"/>
                  </a:lnTo>
                  <a:lnTo>
                    <a:pt x="661737" y="499311"/>
                  </a:lnTo>
                  <a:lnTo>
                    <a:pt x="662489" y="497807"/>
                  </a:lnTo>
                  <a:lnTo>
                    <a:pt x="661737" y="491791"/>
                  </a:lnTo>
                  <a:lnTo>
                    <a:pt x="660985" y="490287"/>
                  </a:lnTo>
                  <a:lnTo>
                    <a:pt x="660985" y="489535"/>
                  </a:lnTo>
                  <a:lnTo>
                    <a:pt x="660233" y="489535"/>
                  </a:lnTo>
                  <a:lnTo>
                    <a:pt x="658729" y="489535"/>
                  </a:lnTo>
                  <a:lnTo>
                    <a:pt x="657225" y="488783"/>
                  </a:lnTo>
                  <a:lnTo>
                    <a:pt x="654217" y="483519"/>
                  </a:lnTo>
                  <a:lnTo>
                    <a:pt x="652713" y="482767"/>
                  </a:lnTo>
                  <a:lnTo>
                    <a:pt x="649705" y="481263"/>
                  </a:lnTo>
                  <a:lnTo>
                    <a:pt x="648201" y="480511"/>
                  </a:lnTo>
                  <a:lnTo>
                    <a:pt x="647449" y="478255"/>
                  </a:lnTo>
                  <a:lnTo>
                    <a:pt x="647449" y="476751"/>
                  </a:lnTo>
                  <a:lnTo>
                    <a:pt x="647449" y="475247"/>
                  </a:lnTo>
                  <a:lnTo>
                    <a:pt x="647449" y="473743"/>
                  </a:lnTo>
                  <a:lnTo>
                    <a:pt x="646697" y="472239"/>
                  </a:lnTo>
                  <a:lnTo>
                    <a:pt x="645193" y="471488"/>
                  </a:lnTo>
                  <a:lnTo>
                    <a:pt x="644442" y="470736"/>
                  </a:lnTo>
                  <a:lnTo>
                    <a:pt x="643690" y="469984"/>
                  </a:lnTo>
                  <a:lnTo>
                    <a:pt x="642186" y="467728"/>
                  </a:lnTo>
                  <a:lnTo>
                    <a:pt x="641434" y="466224"/>
                  </a:lnTo>
                  <a:lnTo>
                    <a:pt x="642186" y="462464"/>
                  </a:lnTo>
                  <a:lnTo>
                    <a:pt x="640682" y="460208"/>
                  </a:lnTo>
                  <a:lnTo>
                    <a:pt x="635418" y="453440"/>
                  </a:lnTo>
                  <a:lnTo>
                    <a:pt x="633914" y="449680"/>
                  </a:lnTo>
                  <a:lnTo>
                    <a:pt x="634666" y="447424"/>
                  </a:lnTo>
                  <a:lnTo>
                    <a:pt x="639178" y="439905"/>
                  </a:lnTo>
                  <a:lnTo>
                    <a:pt x="640682" y="436145"/>
                  </a:lnTo>
                  <a:lnTo>
                    <a:pt x="639930" y="434641"/>
                  </a:lnTo>
                  <a:lnTo>
                    <a:pt x="639178" y="433137"/>
                  </a:lnTo>
                  <a:lnTo>
                    <a:pt x="638426" y="432385"/>
                  </a:lnTo>
                  <a:lnTo>
                    <a:pt x="636922" y="430881"/>
                  </a:lnTo>
                  <a:lnTo>
                    <a:pt x="636922" y="429377"/>
                  </a:lnTo>
                  <a:lnTo>
                    <a:pt x="636922" y="424865"/>
                  </a:lnTo>
                  <a:lnTo>
                    <a:pt x="636170" y="421105"/>
                  </a:lnTo>
                  <a:lnTo>
                    <a:pt x="634666" y="418097"/>
                  </a:lnTo>
                  <a:lnTo>
                    <a:pt x="633162" y="415841"/>
                  </a:lnTo>
                  <a:lnTo>
                    <a:pt x="630154" y="413586"/>
                  </a:lnTo>
                  <a:lnTo>
                    <a:pt x="627898" y="412082"/>
                  </a:lnTo>
                  <a:lnTo>
                    <a:pt x="615867" y="407570"/>
                  </a:lnTo>
                  <a:lnTo>
                    <a:pt x="613611" y="405314"/>
                  </a:lnTo>
                  <a:lnTo>
                    <a:pt x="609099" y="400802"/>
                  </a:lnTo>
                  <a:lnTo>
                    <a:pt x="607595" y="399298"/>
                  </a:lnTo>
                  <a:lnTo>
                    <a:pt x="603835" y="397794"/>
                  </a:lnTo>
                  <a:lnTo>
                    <a:pt x="602331" y="397042"/>
                  </a:lnTo>
                  <a:lnTo>
                    <a:pt x="601579" y="395538"/>
                  </a:lnTo>
                  <a:lnTo>
                    <a:pt x="600075" y="391778"/>
                  </a:lnTo>
                  <a:lnTo>
                    <a:pt x="598571" y="390274"/>
                  </a:lnTo>
                  <a:lnTo>
                    <a:pt x="596315" y="388770"/>
                  </a:lnTo>
                  <a:lnTo>
                    <a:pt x="590299" y="387267"/>
                  </a:lnTo>
                  <a:lnTo>
                    <a:pt x="587291" y="386515"/>
                  </a:lnTo>
                  <a:lnTo>
                    <a:pt x="585788" y="385011"/>
                  </a:lnTo>
                  <a:lnTo>
                    <a:pt x="582780" y="379747"/>
                  </a:lnTo>
                  <a:lnTo>
                    <a:pt x="574508" y="372979"/>
                  </a:lnTo>
                  <a:lnTo>
                    <a:pt x="568492" y="366211"/>
                  </a:lnTo>
                  <a:lnTo>
                    <a:pt x="566988" y="363203"/>
                  </a:lnTo>
                  <a:lnTo>
                    <a:pt x="566236" y="357939"/>
                  </a:lnTo>
                  <a:lnTo>
                    <a:pt x="566236" y="350420"/>
                  </a:lnTo>
                  <a:lnTo>
                    <a:pt x="566236" y="346660"/>
                  </a:lnTo>
                  <a:lnTo>
                    <a:pt x="566988" y="336132"/>
                  </a:lnTo>
                  <a:lnTo>
                    <a:pt x="566988" y="321845"/>
                  </a:lnTo>
                  <a:lnTo>
                    <a:pt x="567740" y="305301"/>
                  </a:lnTo>
                  <a:lnTo>
                    <a:pt x="567740" y="288758"/>
                  </a:lnTo>
                  <a:lnTo>
                    <a:pt x="568492" y="274470"/>
                  </a:lnTo>
                  <a:lnTo>
                    <a:pt x="568492" y="263943"/>
                  </a:lnTo>
                  <a:lnTo>
                    <a:pt x="569244" y="260183"/>
                  </a:lnTo>
                  <a:lnTo>
                    <a:pt x="569244" y="249655"/>
                  </a:lnTo>
                  <a:lnTo>
                    <a:pt x="571500" y="251911"/>
                  </a:lnTo>
                  <a:lnTo>
                    <a:pt x="574508" y="251159"/>
                  </a:lnTo>
                  <a:lnTo>
                    <a:pt x="577516" y="249655"/>
                  </a:lnTo>
                  <a:lnTo>
                    <a:pt x="581276" y="249655"/>
                  </a:lnTo>
                  <a:lnTo>
                    <a:pt x="584284" y="250407"/>
                  </a:lnTo>
                  <a:lnTo>
                    <a:pt x="587291" y="249655"/>
                  </a:lnTo>
                  <a:lnTo>
                    <a:pt x="590299" y="248903"/>
                  </a:lnTo>
                  <a:lnTo>
                    <a:pt x="600827" y="248151"/>
                  </a:lnTo>
                  <a:lnTo>
                    <a:pt x="606843" y="246647"/>
                  </a:lnTo>
                  <a:lnTo>
                    <a:pt x="612859" y="245143"/>
                  </a:lnTo>
                  <a:lnTo>
                    <a:pt x="618122" y="242136"/>
                  </a:lnTo>
                  <a:lnTo>
                    <a:pt x="623386" y="237624"/>
                  </a:lnTo>
                  <a:lnTo>
                    <a:pt x="625642" y="237624"/>
                  </a:lnTo>
                  <a:lnTo>
                    <a:pt x="630154" y="239128"/>
                  </a:lnTo>
                  <a:lnTo>
                    <a:pt x="635418" y="240632"/>
                  </a:lnTo>
                  <a:lnTo>
                    <a:pt x="636922" y="237624"/>
                  </a:lnTo>
                  <a:lnTo>
                    <a:pt x="639178" y="234616"/>
                  </a:lnTo>
                  <a:lnTo>
                    <a:pt x="642186" y="233112"/>
                  </a:lnTo>
                  <a:lnTo>
                    <a:pt x="644442" y="233112"/>
                  </a:lnTo>
                  <a:lnTo>
                    <a:pt x="649705" y="229352"/>
                  </a:lnTo>
                  <a:lnTo>
                    <a:pt x="652713" y="228600"/>
                  </a:lnTo>
                  <a:lnTo>
                    <a:pt x="656473" y="227848"/>
                  </a:lnTo>
                  <a:lnTo>
                    <a:pt x="659481" y="228600"/>
                  </a:lnTo>
                  <a:lnTo>
                    <a:pt x="662489" y="230856"/>
                  </a:lnTo>
                  <a:lnTo>
                    <a:pt x="673017" y="241384"/>
                  </a:lnTo>
                  <a:lnTo>
                    <a:pt x="673768" y="242136"/>
                  </a:lnTo>
                  <a:lnTo>
                    <a:pt x="676776" y="240632"/>
                  </a:lnTo>
                  <a:lnTo>
                    <a:pt x="680536" y="239128"/>
                  </a:lnTo>
                  <a:lnTo>
                    <a:pt x="682792" y="239128"/>
                  </a:lnTo>
                  <a:lnTo>
                    <a:pt x="684296" y="241384"/>
                  </a:lnTo>
                  <a:lnTo>
                    <a:pt x="683544" y="245143"/>
                  </a:lnTo>
                  <a:lnTo>
                    <a:pt x="686552" y="245143"/>
                  </a:lnTo>
                  <a:lnTo>
                    <a:pt x="691816" y="245895"/>
                  </a:lnTo>
                  <a:lnTo>
                    <a:pt x="694824" y="245895"/>
                  </a:lnTo>
                  <a:lnTo>
                    <a:pt x="695576" y="245143"/>
                  </a:lnTo>
                  <a:lnTo>
                    <a:pt x="697080" y="242887"/>
                  </a:lnTo>
                  <a:lnTo>
                    <a:pt x="698584" y="242136"/>
                  </a:lnTo>
                  <a:lnTo>
                    <a:pt x="700088" y="242136"/>
                  </a:lnTo>
                  <a:lnTo>
                    <a:pt x="703095" y="242887"/>
                  </a:lnTo>
                  <a:lnTo>
                    <a:pt x="704599" y="242887"/>
                  </a:lnTo>
                  <a:lnTo>
                    <a:pt x="706855" y="242136"/>
                  </a:lnTo>
                  <a:lnTo>
                    <a:pt x="708359" y="240632"/>
                  </a:lnTo>
                  <a:lnTo>
                    <a:pt x="707607" y="237624"/>
                  </a:lnTo>
                  <a:lnTo>
                    <a:pt x="706103" y="234616"/>
                  </a:lnTo>
                  <a:lnTo>
                    <a:pt x="704599" y="233112"/>
                  </a:lnTo>
                  <a:lnTo>
                    <a:pt x="701591" y="231608"/>
                  </a:lnTo>
                  <a:lnTo>
                    <a:pt x="700088" y="230856"/>
                  </a:lnTo>
                  <a:lnTo>
                    <a:pt x="699336" y="228600"/>
                  </a:lnTo>
                  <a:lnTo>
                    <a:pt x="700840" y="227096"/>
                  </a:lnTo>
                  <a:lnTo>
                    <a:pt x="702343" y="226344"/>
                  </a:lnTo>
                  <a:lnTo>
                    <a:pt x="703095" y="224088"/>
                  </a:lnTo>
                  <a:lnTo>
                    <a:pt x="703095" y="221080"/>
                  </a:lnTo>
                  <a:lnTo>
                    <a:pt x="701591" y="214313"/>
                  </a:lnTo>
                  <a:lnTo>
                    <a:pt x="702343" y="211305"/>
                  </a:lnTo>
                  <a:lnTo>
                    <a:pt x="703095" y="210553"/>
                  </a:lnTo>
                  <a:lnTo>
                    <a:pt x="704599" y="210553"/>
                  </a:lnTo>
                  <a:lnTo>
                    <a:pt x="706103" y="209801"/>
                  </a:lnTo>
                  <a:lnTo>
                    <a:pt x="706103" y="207545"/>
                  </a:lnTo>
                  <a:lnTo>
                    <a:pt x="704599" y="206041"/>
                  </a:lnTo>
                  <a:lnTo>
                    <a:pt x="703095" y="205289"/>
                  </a:lnTo>
                  <a:lnTo>
                    <a:pt x="699336" y="203785"/>
                  </a:lnTo>
                  <a:lnTo>
                    <a:pt x="697080" y="201529"/>
                  </a:lnTo>
                  <a:lnTo>
                    <a:pt x="697832" y="196265"/>
                  </a:lnTo>
                  <a:lnTo>
                    <a:pt x="694824" y="194009"/>
                  </a:lnTo>
                  <a:lnTo>
                    <a:pt x="694072" y="192505"/>
                  </a:lnTo>
                  <a:lnTo>
                    <a:pt x="694072" y="190249"/>
                  </a:lnTo>
                  <a:lnTo>
                    <a:pt x="693320" y="189497"/>
                  </a:lnTo>
                  <a:lnTo>
                    <a:pt x="692568" y="187993"/>
                  </a:lnTo>
                  <a:lnTo>
                    <a:pt x="689560" y="186490"/>
                  </a:lnTo>
                  <a:lnTo>
                    <a:pt x="687304" y="183482"/>
                  </a:lnTo>
                  <a:lnTo>
                    <a:pt x="685048" y="181978"/>
                  </a:lnTo>
                  <a:lnTo>
                    <a:pt x="677528" y="177466"/>
                  </a:lnTo>
                  <a:lnTo>
                    <a:pt x="675272" y="177466"/>
                  </a:lnTo>
                  <a:lnTo>
                    <a:pt x="673017" y="178218"/>
                  </a:lnTo>
                  <a:lnTo>
                    <a:pt x="665497" y="182730"/>
                  </a:lnTo>
                  <a:lnTo>
                    <a:pt x="663993" y="182730"/>
                  </a:lnTo>
                  <a:lnTo>
                    <a:pt x="660985" y="181226"/>
                  </a:lnTo>
                  <a:lnTo>
                    <a:pt x="660233" y="180474"/>
                  </a:lnTo>
                  <a:lnTo>
                    <a:pt x="659481" y="179722"/>
                  </a:lnTo>
                  <a:lnTo>
                    <a:pt x="659481" y="178970"/>
                  </a:lnTo>
                  <a:lnTo>
                    <a:pt x="657977" y="178218"/>
                  </a:lnTo>
                  <a:lnTo>
                    <a:pt x="656473" y="178218"/>
                  </a:lnTo>
                  <a:lnTo>
                    <a:pt x="651209" y="178970"/>
                  </a:lnTo>
                  <a:lnTo>
                    <a:pt x="646697" y="178970"/>
                  </a:lnTo>
                  <a:lnTo>
                    <a:pt x="645193" y="178970"/>
                  </a:lnTo>
                  <a:lnTo>
                    <a:pt x="638426" y="176714"/>
                  </a:lnTo>
                  <a:lnTo>
                    <a:pt x="634666" y="176714"/>
                  </a:lnTo>
                  <a:lnTo>
                    <a:pt x="620378" y="178218"/>
                  </a:lnTo>
                  <a:lnTo>
                    <a:pt x="618874" y="178218"/>
                  </a:lnTo>
                  <a:lnTo>
                    <a:pt x="618874" y="175210"/>
                  </a:lnTo>
                  <a:lnTo>
                    <a:pt x="617370" y="173706"/>
                  </a:lnTo>
                  <a:lnTo>
                    <a:pt x="615114" y="173706"/>
                  </a:lnTo>
                  <a:lnTo>
                    <a:pt x="613611" y="173706"/>
                  </a:lnTo>
                  <a:lnTo>
                    <a:pt x="609851" y="174458"/>
                  </a:lnTo>
                  <a:lnTo>
                    <a:pt x="603083" y="178970"/>
                  </a:lnTo>
                  <a:lnTo>
                    <a:pt x="600075" y="178218"/>
                  </a:lnTo>
                  <a:lnTo>
                    <a:pt x="600075" y="169194"/>
                  </a:lnTo>
                  <a:lnTo>
                    <a:pt x="600075" y="158666"/>
                  </a:lnTo>
                  <a:lnTo>
                    <a:pt x="600075" y="148891"/>
                  </a:lnTo>
                  <a:lnTo>
                    <a:pt x="600075" y="138363"/>
                  </a:lnTo>
                  <a:lnTo>
                    <a:pt x="600075" y="127836"/>
                  </a:lnTo>
                  <a:lnTo>
                    <a:pt x="600075" y="117308"/>
                  </a:lnTo>
                  <a:lnTo>
                    <a:pt x="600075" y="106780"/>
                  </a:lnTo>
                  <a:lnTo>
                    <a:pt x="600075" y="96253"/>
                  </a:lnTo>
                  <a:lnTo>
                    <a:pt x="600075" y="86477"/>
                  </a:lnTo>
                  <a:lnTo>
                    <a:pt x="599323" y="80461"/>
                  </a:lnTo>
                  <a:lnTo>
                    <a:pt x="601579" y="80461"/>
                  </a:lnTo>
                  <a:lnTo>
                    <a:pt x="606843" y="80461"/>
                  </a:lnTo>
                  <a:lnTo>
                    <a:pt x="609099" y="79709"/>
                  </a:lnTo>
                  <a:lnTo>
                    <a:pt x="615867" y="75949"/>
                  </a:lnTo>
                  <a:lnTo>
                    <a:pt x="618122" y="75197"/>
                  </a:lnTo>
                  <a:lnTo>
                    <a:pt x="621130" y="75197"/>
                  </a:lnTo>
                  <a:lnTo>
                    <a:pt x="624138" y="75949"/>
                  </a:lnTo>
                  <a:lnTo>
                    <a:pt x="630154" y="75197"/>
                  </a:lnTo>
                  <a:lnTo>
                    <a:pt x="640682" y="70686"/>
                  </a:lnTo>
                  <a:lnTo>
                    <a:pt x="646697" y="70686"/>
                  </a:lnTo>
                  <a:lnTo>
                    <a:pt x="657977" y="72941"/>
                  </a:lnTo>
                  <a:lnTo>
                    <a:pt x="669257" y="77453"/>
                  </a:lnTo>
                  <a:lnTo>
                    <a:pt x="675272" y="78205"/>
                  </a:lnTo>
                  <a:lnTo>
                    <a:pt x="682792" y="78205"/>
                  </a:lnTo>
                  <a:lnTo>
                    <a:pt x="701591" y="78205"/>
                  </a:lnTo>
                  <a:lnTo>
                    <a:pt x="728663" y="78205"/>
                  </a:lnTo>
                  <a:lnTo>
                    <a:pt x="759494" y="78205"/>
                  </a:lnTo>
                  <a:lnTo>
                    <a:pt x="791076" y="78205"/>
                  </a:lnTo>
                  <a:lnTo>
                    <a:pt x="817395" y="78205"/>
                  </a:lnTo>
                  <a:lnTo>
                    <a:pt x="836947" y="78205"/>
                  </a:lnTo>
                  <a:lnTo>
                    <a:pt x="844466" y="78205"/>
                  </a:lnTo>
                  <a:lnTo>
                    <a:pt x="855746" y="78205"/>
                  </a:lnTo>
                  <a:lnTo>
                    <a:pt x="852738" y="76701"/>
                  </a:lnTo>
                  <a:lnTo>
                    <a:pt x="851986" y="75949"/>
                  </a:lnTo>
                  <a:lnTo>
                    <a:pt x="851234" y="75197"/>
                  </a:lnTo>
                  <a:lnTo>
                    <a:pt x="851234" y="72941"/>
                  </a:lnTo>
                  <a:lnTo>
                    <a:pt x="851234" y="71438"/>
                  </a:lnTo>
                  <a:lnTo>
                    <a:pt x="849730" y="70686"/>
                  </a:lnTo>
                  <a:lnTo>
                    <a:pt x="843715" y="70686"/>
                  </a:lnTo>
                  <a:lnTo>
                    <a:pt x="843715" y="67678"/>
                  </a:lnTo>
                  <a:lnTo>
                    <a:pt x="843715" y="64670"/>
                  </a:lnTo>
                  <a:lnTo>
                    <a:pt x="842963" y="63166"/>
                  </a:lnTo>
                  <a:lnTo>
                    <a:pt x="838451" y="62414"/>
                  </a:lnTo>
                  <a:lnTo>
                    <a:pt x="837699" y="61662"/>
                  </a:lnTo>
                  <a:lnTo>
                    <a:pt x="840707" y="57150"/>
                  </a:lnTo>
                  <a:lnTo>
                    <a:pt x="849730" y="34591"/>
                  </a:lnTo>
                  <a:lnTo>
                    <a:pt x="851234" y="33839"/>
                  </a:lnTo>
                  <a:lnTo>
                    <a:pt x="851986" y="34591"/>
                  </a:lnTo>
                  <a:lnTo>
                    <a:pt x="851986" y="37599"/>
                  </a:lnTo>
                  <a:lnTo>
                    <a:pt x="851986" y="39103"/>
                  </a:lnTo>
                  <a:lnTo>
                    <a:pt x="853490" y="39855"/>
                  </a:lnTo>
                  <a:lnTo>
                    <a:pt x="854242" y="40607"/>
                  </a:lnTo>
                  <a:lnTo>
                    <a:pt x="858002" y="41359"/>
                  </a:lnTo>
                  <a:lnTo>
                    <a:pt x="861010" y="42863"/>
                  </a:lnTo>
                  <a:lnTo>
                    <a:pt x="863266" y="44366"/>
                  </a:lnTo>
                  <a:lnTo>
                    <a:pt x="864770" y="47374"/>
                  </a:lnTo>
                  <a:lnTo>
                    <a:pt x="868530" y="57150"/>
                  </a:lnTo>
                  <a:lnTo>
                    <a:pt x="871538" y="63918"/>
                  </a:lnTo>
                  <a:lnTo>
                    <a:pt x="875297" y="69934"/>
                  </a:lnTo>
                  <a:lnTo>
                    <a:pt x="880561" y="73693"/>
                  </a:lnTo>
                  <a:lnTo>
                    <a:pt x="885825" y="75197"/>
                  </a:lnTo>
                  <a:lnTo>
                    <a:pt x="891089" y="75197"/>
                  </a:lnTo>
                  <a:lnTo>
                    <a:pt x="896353" y="73693"/>
                  </a:lnTo>
                  <a:lnTo>
                    <a:pt x="901617" y="72189"/>
                  </a:lnTo>
                  <a:lnTo>
                    <a:pt x="907632" y="68430"/>
                  </a:lnTo>
                  <a:lnTo>
                    <a:pt x="912144" y="64670"/>
                  </a:lnTo>
                  <a:lnTo>
                    <a:pt x="930192" y="39855"/>
                  </a:lnTo>
                  <a:lnTo>
                    <a:pt x="942223" y="27823"/>
                  </a:lnTo>
                  <a:lnTo>
                    <a:pt x="947487" y="24815"/>
                  </a:lnTo>
                  <a:lnTo>
                    <a:pt x="951999" y="21055"/>
                  </a:lnTo>
                  <a:lnTo>
                    <a:pt x="954255" y="19551"/>
                  </a:lnTo>
                  <a:lnTo>
                    <a:pt x="959518" y="18799"/>
                  </a:lnTo>
                  <a:lnTo>
                    <a:pt x="961022" y="18047"/>
                  </a:lnTo>
                  <a:lnTo>
                    <a:pt x="964030" y="15791"/>
                  </a:lnTo>
                  <a:lnTo>
                    <a:pt x="964782" y="15039"/>
                  </a:lnTo>
                  <a:lnTo>
                    <a:pt x="967038" y="15039"/>
                  </a:lnTo>
                  <a:lnTo>
                    <a:pt x="973806" y="17295"/>
                  </a:lnTo>
                  <a:lnTo>
                    <a:pt x="976062" y="18799"/>
                  </a:lnTo>
                  <a:lnTo>
                    <a:pt x="979822" y="22559"/>
                  </a:lnTo>
                  <a:lnTo>
                    <a:pt x="982830" y="27823"/>
                  </a:lnTo>
                  <a:lnTo>
                    <a:pt x="988093" y="39855"/>
                  </a:lnTo>
                  <a:lnTo>
                    <a:pt x="991853" y="45870"/>
                  </a:lnTo>
                  <a:lnTo>
                    <a:pt x="1008397" y="68430"/>
                  </a:lnTo>
                  <a:lnTo>
                    <a:pt x="1013661" y="79709"/>
                  </a:lnTo>
                  <a:lnTo>
                    <a:pt x="1018924" y="95501"/>
                  </a:lnTo>
                  <a:lnTo>
                    <a:pt x="1020428" y="105276"/>
                  </a:lnTo>
                  <a:lnTo>
                    <a:pt x="1016669" y="148891"/>
                  </a:lnTo>
                  <a:lnTo>
                    <a:pt x="1017420" y="157163"/>
                  </a:lnTo>
                  <a:lnTo>
                    <a:pt x="1018924" y="160922"/>
                  </a:lnTo>
                  <a:lnTo>
                    <a:pt x="1021932" y="160922"/>
                  </a:lnTo>
                  <a:lnTo>
                    <a:pt x="1034716" y="157914"/>
                  </a:lnTo>
                  <a:lnTo>
                    <a:pt x="1044492" y="154907"/>
                  </a:lnTo>
                  <a:lnTo>
                    <a:pt x="1050507" y="153403"/>
                  </a:lnTo>
                  <a:lnTo>
                    <a:pt x="1053515" y="156411"/>
                  </a:lnTo>
                  <a:lnTo>
                    <a:pt x="1061035" y="162426"/>
                  </a:lnTo>
                  <a:lnTo>
                    <a:pt x="1070811" y="172202"/>
                  </a:lnTo>
                  <a:lnTo>
                    <a:pt x="1082842" y="182730"/>
                  </a:lnTo>
                  <a:lnTo>
                    <a:pt x="1094874" y="193257"/>
                  </a:lnTo>
                  <a:lnTo>
                    <a:pt x="1104649" y="202281"/>
                  </a:lnTo>
                  <a:lnTo>
                    <a:pt x="1112169" y="209049"/>
                  </a:lnTo>
                  <a:lnTo>
                    <a:pt x="1115177" y="211305"/>
                  </a:lnTo>
                  <a:lnTo>
                    <a:pt x="1121193" y="217320"/>
                  </a:lnTo>
                  <a:lnTo>
                    <a:pt x="1128713" y="222584"/>
                  </a:lnTo>
                  <a:lnTo>
                    <a:pt x="1130969" y="224088"/>
                  </a:lnTo>
                  <a:lnTo>
                    <a:pt x="1139992" y="225592"/>
                  </a:lnTo>
                  <a:lnTo>
                    <a:pt x="1148264" y="223336"/>
                  </a:lnTo>
                  <a:lnTo>
                    <a:pt x="1149768" y="223336"/>
                  </a:lnTo>
                  <a:lnTo>
                    <a:pt x="1151272" y="223336"/>
                  </a:lnTo>
                  <a:lnTo>
                    <a:pt x="1153528" y="224088"/>
                  </a:lnTo>
                  <a:lnTo>
                    <a:pt x="1154280" y="224840"/>
                  </a:lnTo>
                  <a:lnTo>
                    <a:pt x="1155032" y="224840"/>
                  </a:lnTo>
                  <a:lnTo>
                    <a:pt x="1155784" y="225592"/>
                  </a:lnTo>
                  <a:lnTo>
                    <a:pt x="1159544" y="227096"/>
                  </a:lnTo>
                  <a:lnTo>
                    <a:pt x="1161799" y="227848"/>
                  </a:lnTo>
                  <a:lnTo>
                    <a:pt x="1163303" y="227848"/>
                  </a:lnTo>
                  <a:lnTo>
                    <a:pt x="1164807" y="227096"/>
                  </a:lnTo>
                  <a:lnTo>
                    <a:pt x="1168567" y="224088"/>
                  </a:lnTo>
                  <a:lnTo>
                    <a:pt x="1170823" y="221080"/>
                  </a:lnTo>
                  <a:lnTo>
                    <a:pt x="1172327" y="221080"/>
                  </a:lnTo>
                  <a:lnTo>
                    <a:pt x="1173831" y="219576"/>
                  </a:lnTo>
                  <a:lnTo>
                    <a:pt x="1174583" y="219576"/>
                  </a:lnTo>
                  <a:lnTo>
                    <a:pt x="1181351" y="219576"/>
                  </a:lnTo>
                  <a:lnTo>
                    <a:pt x="1184359" y="218824"/>
                  </a:lnTo>
                  <a:lnTo>
                    <a:pt x="1187367" y="216568"/>
                  </a:lnTo>
                  <a:lnTo>
                    <a:pt x="1190374" y="213561"/>
                  </a:lnTo>
                  <a:lnTo>
                    <a:pt x="1196390" y="206793"/>
                  </a:lnTo>
                  <a:lnTo>
                    <a:pt x="1199398" y="203033"/>
                  </a:lnTo>
                  <a:lnTo>
                    <a:pt x="1200150" y="203033"/>
                  </a:lnTo>
                  <a:lnTo>
                    <a:pt x="1202406" y="201529"/>
                  </a:lnTo>
                  <a:lnTo>
                    <a:pt x="1209926" y="197769"/>
                  </a:lnTo>
                  <a:lnTo>
                    <a:pt x="1215942" y="195513"/>
                  </a:lnTo>
                  <a:lnTo>
                    <a:pt x="1221205" y="191753"/>
                  </a:lnTo>
                  <a:lnTo>
                    <a:pt x="1221957" y="191001"/>
                  </a:lnTo>
                  <a:lnTo>
                    <a:pt x="1225717" y="190249"/>
                  </a:lnTo>
                  <a:lnTo>
                    <a:pt x="1227973" y="189497"/>
                  </a:lnTo>
                  <a:lnTo>
                    <a:pt x="1228725" y="189497"/>
                  </a:lnTo>
                  <a:lnTo>
                    <a:pt x="1233237" y="190249"/>
                  </a:lnTo>
                  <a:lnTo>
                    <a:pt x="1238501" y="190249"/>
                  </a:lnTo>
                  <a:lnTo>
                    <a:pt x="1239253" y="190249"/>
                  </a:lnTo>
                  <a:lnTo>
                    <a:pt x="1240757" y="190249"/>
                  </a:lnTo>
                  <a:lnTo>
                    <a:pt x="1242261" y="189497"/>
                  </a:lnTo>
                  <a:lnTo>
                    <a:pt x="1244517" y="190249"/>
                  </a:lnTo>
                  <a:lnTo>
                    <a:pt x="1246021" y="191001"/>
                  </a:lnTo>
                  <a:lnTo>
                    <a:pt x="1248276" y="192505"/>
                  </a:lnTo>
                  <a:lnTo>
                    <a:pt x="1249780" y="194009"/>
                  </a:lnTo>
                  <a:lnTo>
                    <a:pt x="1252788" y="197769"/>
                  </a:lnTo>
                  <a:lnTo>
                    <a:pt x="1253540" y="198521"/>
                  </a:lnTo>
                  <a:lnTo>
                    <a:pt x="1255044" y="201529"/>
                  </a:lnTo>
                  <a:lnTo>
                    <a:pt x="1255796" y="203785"/>
                  </a:lnTo>
                  <a:lnTo>
                    <a:pt x="1255796" y="204537"/>
                  </a:lnTo>
                  <a:lnTo>
                    <a:pt x="1256548" y="208297"/>
                  </a:lnTo>
                  <a:lnTo>
                    <a:pt x="1253540" y="215064"/>
                  </a:lnTo>
                  <a:lnTo>
                    <a:pt x="1249028" y="221080"/>
                  </a:lnTo>
                  <a:lnTo>
                    <a:pt x="1245268" y="227096"/>
                  </a:lnTo>
                  <a:lnTo>
                    <a:pt x="1246021" y="230856"/>
                  </a:lnTo>
                  <a:lnTo>
                    <a:pt x="1246021" y="233864"/>
                  </a:lnTo>
                  <a:lnTo>
                    <a:pt x="1247524" y="237624"/>
                  </a:lnTo>
                  <a:lnTo>
                    <a:pt x="1249780" y="239880"/>
                  </a:lnTo>
                  <a:lnTo>
                    <a:pt x="1252036" y="240632"/>
                  </a:lnTo>
                  <a:lnTo>
                    <a:pt x="1255044" y="240632"/>
                  </a:lnTo>
                  <a:lnTo>
                    <a:pt x="1255796" y="240632"/>
                  </a:lnTo>
                  <a:lnTo>
                    <a:pt x="1256548" y="239880"/>
                  </a:lnTo>
                  <a:lnTo>
                    <a:pt x="1258804" y="239128"/>
                  </a:lnTo>
                  <a:lnTo>
                    <a:pt x="1263316" y="236872"/>
                  </a:lnTo>
                  <a:lnTo>
                    <a:pt x="1266324" y="234616"/>
                  </a:lnTo>
                  <a:lnTo>
                    <a:pt x="1269332" y="229352"/>
                  </a:lnTo>
                  <a:lnTo>
                    <a:pt x="1271588" y="226344"/>
                  </a:lnTo>
                  <a:lnTo>
                    <a:pt x="1272340" y="224840"/>
                  </a:lnTo>
                  <a:lnTo>
                    <a:pt x="1272340" y="220328"/>
                  </a:lnTo>
                  <a:lnTo>
                    <a:pt x="1272340" y="218824"/>
                  </a:lnTo>
                  <a:lnTo>
                    <a:pt x="1273092" y="217320"/>
                  </a:lnTo>
                  <a:lnTo>
                    <a:pt x="1273844" y="215064"/>
                  </a:lnTo>
                  <a:lnTo>
                    <a:pt x="1275347" y="212809"/>
                  </a:lnTo>
                  <a:lnTo>
                    <a:pt x="1275347" y="212057"/>
                  </a:lnTo>
                  <a:lnTo>
                    <a:pt x="1285123" y="200777"/>
                  </a:lnTo>
                  <a:lnTo>
                    <a:pt x="1285875" y="200777"/>
                  </a:lnTo>
                  <a:lnTo>
                    <a:pt x="1287379" y="200025"/>
                  </a:lnTo>
                  <a:lnTo>
                    <a:pt x="1288131" y="200025"/>
                  </a:lnTo>
                  <a:lnTo>
                    <a:pt x="1291139" y="200025"/>
                  </a:lnTo>
                  <a:lnTo>
                    <a:pt x="1294899" y="200025"/>
                  </a:lnTo>
                  <a:lnTo>
                    <a:pt x="1297907" y="200777"/>
                  </a:lnTo>
                  <a:lnTo>
                    <a:pt x="1300915" y="200777"/>
                  </a:lnTo>
                  <a:lnTo>
                    <a:pt x="1303922" y="199273"/>
                  </a:lnTo>
                  <a:lnTo>
                    <a:pt x="1307682" y="194009"/>
                  </a:lnTo>
                  <a:lnTo>
                    <a:pt x="1309186" y="187993"/>
                  </a:lnTo>
                  <a:lnTo>
                    <a:pt x="1309938" y="175962"/>
                  </a:lnTo>
                  <a:lnTo>
                    <a:pt x="1309938" y="175210"/>
                  </a:lnTo>
                  <a:lnTo>
                    <a:pt x="1313698" y="168442"/>
                  </a:lnTo>
                  <a:lnTo>
                    <a:pt x="1319714" y="166938"/>
                  </a:lnTo>
                  <a:lnTo>
                    <a:pt x="1325730" y="167690"/>
                  </a:lnTo>
                  <a:lnTo>
                    <a:pt x="1330994" y="166186"/>
                  </a:lnTo>
                  <a:lnTo>
                    <a:pt x="1331745" y="165434"/>
                  </a:lnTo>
                  <a:lnTo>
                    <a:pt x="1331745" y="163178"/>
                  </a:lnTo>
                  <a:lnTo>
                    <a:pt x="1331745" y="162426"/>
                  </a:lnTo>
                  <a:lnTo>
                    <a:pt x="1332497" y="162426"/>
                  </a:lnTo>
                  <a:lnTo>
                    <a:pt x="1334001" y="161674"/>
                  </a:lnTo>
                  <a:lnTo>
                    <a:pt x="1334753" y="161674"/>
                  </a:lnTo>
                  <a:lnTo>
                    <a:pt x="1340017" y="157163"/>
                  </a:lnTo>
                  <a:lnTo>
                    <a:pt x="1341521" y="156411"/>
                  </a:lnTo>
                  <a:lnTo>
                    <a:pt x="1344529" y="154907"/>
                  </a:lnTo>
                  <a:lnTo>
                    <a:pt x="1347537" y="154907"/>
                  </a:lnTo>
                  <a:lnTo>
                    <a:pt x="1349793" y="154155"/>
                  </a:lnTo>
                  <a:lnTo>
                    <a:pt x="1352801" y="151899"/>
                  </a:lnTo>
                  <a:lnTo>
                    <a:pt x="1356561" y="148139"/>
                  </a:lnTo>
                  <a:lnTo>
                    <a:pt x="1358817" y="146635"/>
                  </a:lnTo>
                  <a:lnTo>
                    <a:pt x="1361824" y="146635"/>
                  </a:lnTo>
                  <a:lnTo>
                    <a:pt x="1367088" y="148891"/>
                  </a:lnTo>
                  <a:lnTo>
                    <a:pt x="1369344" y="150395"/>
                  </a:lnTo>
                  <a:lnTo>
                    <a:pt x="1372352" y="150395"/>
                  </a:lnTo>
                  <a:lnTo>
                    <a:pt x="1375360" y="149643"/>
                  </a:lnTo>
                  <a:lnTo>
                    <a:pt x="1394159" y="137611"/>
                  </a:lnTo>
                  <a:lnTo>
                    <a:pt x="1396415" y="134603"/>
                  </a:lnTo>
                  <a:lnTo>
                    <a:pt x="1399423" y="127836"/>
                  </a:lnTo>
                  <a:lnTo>
                    <a:pt x="1402431" y="124076"/>
                  </a:lnTo>
                  <a:lnTo>
                    <a:pt x="1406191" y="121068"/>
                  </a:lnTo>
                  <a:lnTo>
                    <a:pt x="1413711" y="117308"/>
                  </a:lnTo>
                  <a:lnTo>
                    <a:pt x="1420478" y="112796"/>
                  </a:lnTo>
                  <a:lnTo>
                    <a:pt x="1424238" y="110540"/>
                  </a:lnTo>
                  <a:lnTo>
                    <a:pt x="1427246" y="109788"/>
                  </a:lnTo>
                  <a:lnTo>
                    <a:pt x="1427998" y="110540"/>
                  </a:lnTo>
                  <a:lnTo>
                    <a:pt x="1431006" y="112044"/>
                  </a:lnTo>
                  <a:lnTo>
                    <a:pt x="1431006" y="115052"/>
                  </a:lnTo>
                  <a:lnTo>
                    <a:pt x="1427998" y="121068"/>
                  </a:lnTo>
                  <a:lnTo>
                    <a:pt x="1426494" y="124076"/>
                  </a:lnTo>
                  <a:lnTo>
                    <a:pt x="1426494" y="126332"/>
                  </a:lnTo>
                  <a:lnTo>
                    <a:pt x="1426494" y="127836"/>
                  </a:lnTo>
                  <a:lnTo>
                    <a:pt x="1426494" y="130843"/>
                  </a:lnTo>
                  <a:lnTo>
                    <a:pt x="1427246" y="131595"/>
                  </a:lnTo>
                  <a:lnTo>
                    <a:pt x="1430254" y="133099"/>
                  </a:lnTo>
                  <a:lnTo>
                    <a:pt x="1431006" y="132347"/>
                  </a:lnTo>
                  <a:lnTo>
                    <a:pt x="1432510" y="132347"/>
                  </a:lnTo>
                  <a:lnTo>
                    <a:pt x="1434766" y="129340"/>
                  </a:lnTo>
                  <a:lnTo>
                    <a:pt x="1437022" y="123324"/>
                  </a:lnTo>
                  <a:lnTo>
                    <a:pt x="1440030" y="119564"/>
                  </a:lnTo>
                  <a:lnTo>
                    <a:pt x="1450557" y="112044"/>
                  </a:lnTo>
                  <a:lnTo>
                    <a:pt x="1458829" y="103772"/>
                  </a:lnTo>
                  <a:lnTo>
                    <a:pt x="1466349" y="100013"/>
                  </a:lnTo>
                  <a:lnTo>
                    <a:pt x="1469357" y="97005"/>
                  </a:lnTo>
                  <a:lnTo>
                    <a:pt x="1471613" y="93245"/>
                  </a:lnTo>
                  <a:lnTo>
                    <a:pt x="1473869" y="89485"/>
                  </a:lnTo>
                  <a:lnTo>
                    <a:pt x="1474620" y="86477"/>
                  </a:lnTo>
                  <a:lnTo>
                    <a:pt x="1475372" y="83469"/>
                  </a:lnTo>
                  <a:lnTo>
                    <a:pt x="1474620" y="74445"/>
                  </a:lnTo>
                  <a:lnTo>
                    <a:pt x="1476876" y="65422"/>
                  </a:lnTo>
                  <a:lnTo>
                    <a:pt x="1477628" y="58654"/>
                  </a:lnTo>
                  <a:lnTo>
                    <a:pt x="1477628" y="51886"/>
                  </a:lnTo>
                  <a:lnTo>
                    <a:pt x="1479132" y="49630"/>
                  </a:lnTo>
                  <a:lnTo>
                    <a:pt x="1480636" y="47374"/>
                  </a:lnTo>
                  <a:lnTo>
                    <a:pt x="1480636" y="46622"/>
                  </a:lnTo>
                  <a:lnTo>
                    <a:pt x="1486652" y="42111"/>
                  </a:lnTo>
                  <a:lnTo>
                    <a:pt x="1492668" y="40607"/>
                  </a:lnTo>
                  <a:lnTo>
                    <a:pt x="1497932" y="39855"/>
                  </a:lnTo>
                  <a:lnTo>
                    <a:pt x="1506203" y="39855"/>
                  </a:lnTo>
                  <a:lnTo>
                    <a:pt x="1513723" y="39855"/>
                  </a:lnTo>
                  <a:lnTo>
                    <a:pt x="1515979" y="39855"/>
                  </a:lnTo>
                  <a:lnTo>
                    <a:pt x="1518987" y="39855"/>
                  </a:lnTo>
                  <a:lnTo>
                    <a:pt x="1519739" y="39103"/>
                  </a:lnTo>
                  <a:lnTo>
                    <a:pt x="1521995" y="38351"/>
                  </a:lnTo>
                  <a:lnTo>
                    <a:pt x="1543802" y="20303"/>
                  </a:lnTo>
                  <a:lnTo>
                    <a:pt x="1552074" y="16543"/>
                  </a:lnTo>
                  <a:lnTo>
                    <a:pt x="1554330" y="16543"/>
                  </a:lnTo>
                  <a:lnTo>
                    <a:pt x="1558842" y="17295"/>
                  </a:lnTo>
                  <a:lnTo>
                    <a:pt x="1560346" y="17295"/>
                  </a:lnTo>
                  <a:lnTo>
                    <a:pt x="1570121" y="15039"/>
                  </a:lnTo>
                  <a:lnTo>
                    <a:pt x="1575385" y="13536"/>
                  </a:lnTo>
                  <a:lnTo>
                    <a:pt x="1576889" y="9776"/>
                  </a:lnTo>
                  <a:lnTo>
                    <a:pt x="1576137" y="7520"/>
                  </a:lnTo>
                  <a:lnTo>
                    <a:pt x="1576889" y="5264"/>
                  </a:lnTo>
                  <a:lnTo>
                    <a:pt x="1579145" y="0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0" name="Forma Livre: Forma 219">
              <a:extLst>
                <a:ext uri="{FF2B5EF4-FFF2-40B4-BE49-F238E27FC236}">
                  <a16:creationId xmlns:a16="http://schemas.microsoft.com/office/drawing/2014/main" id="{58B9DF6A-B390-0912-0314-A4299332E4C5}"/>
                </a:ext>
              </a:extLst>
            </p:cNvPr>
            <p:cNvSpPr/>
            <p:nvPr/>
          </p:nvSpPr>
          <p:spPr>
            <a:xfrm>
              <a:off x="4944276" y="3425992"/>
              <a:ext cx="1061034" cy="873793"/>
            </a:xfrm>
            <a:custGeom>
              <a:avLst/>
              <a:gdLst>
                <a:gd name="csX0" fmla="*/ 27823 w 1061034"/>
                <a:gd name="csY0" fmla="*/ 294022 h 873793"/>
                <a:gd name="csX1" fmla="*/ 0 w 1061034"/>
                <a:gd name="csY1" fmla="*/ 281990 h 873793"/>
                <a:gd name="csX2" fmla="*/ 8272 w 1061034"/>
                <a:gd name="csY2" fmla="*/ 275222 h 873793"/>
                <a:gd name="csX3" fmla="*/ 9776 w 1061034"/>
                <a:gd name="csY3" fmla="*/ 273719 h 873793"/>
                <a:gd name="csX4" fmla="*/ 11280 w 1061034"/>
                <a:gd name="csY4" fmla="*/ 271463 h 873793"/>
                <a:gd name="csX5" fmla="*/ 12032 w 1061034"/>
                <a:gd name="csY5" fmla="*/ 269959 h 873793"/>
                <a:gd name="csX6" fmla="*/ 13536 w 1061034"/>
                <a:gd name="csY6" fmla="*/ 267703 h 873793"/>
                <a:gd name="csX7" fmla="*/ 14288 w 1061034"/>
                <a:gd name="csY7" fmla="*/ 267703 h 873793"/>
                <a:gd name="csX8" fmla="*/ 18047 w 1061034"/>
                <a:gd name="csY8" fmla="*/ 268455 h 873793"/>
                <a:gd name="csX9" fmla="*/ 20303 w 1061034"/>
                <a:gd name="csY9" fmla="*/ 268455 h 873793"/>
                <a:gd name="csX10" fmla="*/ 30079 w 1061034"/>
                <a:gd name="csY10" fmla="*/ 258679 h 873793"/>
                <a:gd name="csX11" fmla="*/ 35343 w 1061034"/>
                <a:gd name="csY11" fmla="*/ 254919 h 873793"/>
                <a:gd name="csX12" fmla="*/ 36847 w 1061034"/>
                <a:gd name="csY12" fmla="*/ 254167 h 873793"/>
                <a:gd name="csX13" fmla="*/ 45870 w 1061034"/>
                <a:gd name="csY13" fmla="*/ 251911 h 873793"/>
                <a:gd name="csX14" fmla="*/ 49630 w 1061034"/>
                <a:gd name="csY14" fmla="*/ 250407 h 873793"/>
                <a:gd name="csX15" fmla="*/ 51134 w 1061034"/>
                <a:gd name="csY15" fmla="*/ 248903 h 873793"/>
                <a:gd name="csX16" fmla="*/ 54142 w 1061034"/>
                <a:gd name="csY16" fmla="*/ 245143 h 873793"/>
                <a:gd name="csX17" fmla="*/ 64670 w 1061034"/>
                <a:gd name="csY17" fmla="*/ 233864 h 873793"/>
                <a:gd name="csX18" fmla="*/ 66174 w 1061034"/>
                <a:gd name="csY18" fmla="*/ 231608 h 873793"/>
                <a:gd name="csX19" fmla="*/ 66926 w 1061034"/>
                <a:gd name="csY19" fmla="*/ 230104 h 873793"/>
                <a:gd name="csX20" fmla="*/ 66926 w 1061034"/>
                <a:gd name="csY20" fmla="*/ 226344 h 873793"/>
                <a:gd name="csX21" fmla="*/ 66926 w 1061034"/>
                <a:gd name="csY21" fmla="*/ 224840 h 873793"/>
                <a:gd name="csX22" fmla="*/ 65422 w 1061034"/>
                <a:gd name="csY22" fmla="*/ 219576 h 873793"/>
                <a:gd name="csX23" fmla="*/ 64670 w 1061034"/>
                <a:gd name="csY23" fmla="*/ 217321 h 873793"/>
                <a:gd name="csX24" fmla="*/ 65422 w 1061034"/>
                <a:gd name="csY24" fmla="*/ 215065 h 873793"/>
                <a:gd name="csX25" fmla="*/ 66926 w 1061034"/>
                <a:gd name="csY25" fmla="*/ 214313 h 873793"/>
                <a:gd name="csX26" fmla="*/ 68430 w 1061034"/>
                <a:gd name="csY26" fmla="*/ 214313 h 873793"/>
                <a:gd name="csX27" fmla="*/ 71438 w 1061034"/>
                <a:gd name="csY27" fmla="*/ 215817 h 873793"/>
                <a:gd name="csX28" fmla="*/ 72941 w 1061034"/>
                <a:gd name="csY28" fmla="*/ 215817 h 873793"/>
                <a:gd name="csX29" fmla="*/ 76701 w 1061034"/>
                <a:gd name="csY29" fmla="*/ 215817 h 873793"/>
                <a:gd name="csX30" fmla="*/ 80461 w 1061034"/>
                <a:gd name="csY30" fmla="*/ 216569 h 873793"/>
                <a:gd name="csX31" fmla="*/ 84221 w 1061034"/>
                <a:gd name="csY31" fmla="*/ 215817 h 873793"/>
                <a:gd name="csX32" fmla="*/ 86477 w 1061034"/>
                <a:gd name="csY32" fmla="*/ 215065 h 873793"/>
                <a:gd name="csX33" fmla="*/ 88733 w 1061034"/>
                <a:gd name="csY33" fmla="*/ 215065 h 873793"/>
                <a:gd name="csX34" fmla="*/ 91741 w 1061034"/>
                <a:gd name="csY34" fmla="*/ 216569 h 873793"/>
                <a:gd name="csX35" fmla="*/ 95501 w 1061034"/>
                <a:gd name="csY35" fmla="*/ 217321 h 873793"/>
                <a:gd name="csX36" fmla="*/ 103020 w 1061034"/>
                <a:gd name="csY36" fmla="*/ 218072 h 873793"/>
                <a:gd name="csX37" fmla="*/ 109788 w 1061034"/>
                <a:gd name="csY37" fmla="*/ 217321 h 873793"/>
                <a:gd name="csX38" fmla="*/ 125580 w 1061034"/>
                <a:gd name="csY38" fmla="*/ 214313 h 873793"/>
                <a:gd name="csX39" fmla="*/ 128588 w 1061034"/>
                <a:gd name="csY39" fmla="*/ 214313 h 873793"/>
                <a:gd name="csX40" fmla="*/ 133099 w 1061034"/>
                <a:gd name="csY40" fmla="*/ 215065 h 873793"/>
                <a:gd name="csX41" fmla="*/ 134603 w 1061034"/>
                <a:gd name="csY41" fmla="*/ 215817 h 873793"/>
                <a:gd name="csX42" fmla="*/ 136107 w 1061034"/>
                <a:gd name="csY42" fmla="*/ 216569 h 873793"/>
                <a:gd name="csX43" fmla="*/ 138363 w 1061034"/>
                <a:gd name="csY43" fmla="*/ 218072 h 873793"/>
                <a:gd name="csX44" fmla="*/ 141371 w 1061034"/>
                <a:gd name="csY44" fmla="*/ 221832 h 873793"/>
                <a:gd name="csX45" fmla="*/ 144379 w 1061034"/>
                <a:gd name="csY45" fmla="*/ 226344 h 873793"/>
                <a:gd name="csX46" fmla="*/ 145883 w 1061034"/>
                <a:gd name="csY46" fmla="*/ 227096 h 873793"/>
                <a:gd name="csX47" fmla="*/ 150395 w 1061034"/>
                <a:gd name="csY47" fmla="*/ 229352 h 873793"/>
                <a:gd name="csX48" fmla="*/ 151147 w 1061034"/>
                <a:gd name="csY48" fmla="*/ 229352 h 873793"/>
                <a:gd name="csX49" fmla="*/ 151147 w 1061034"/>
                <a:gd name="csY49" fmla="*/ 230104 h 873793"/>
                <a:gd name="csX50" fmla="*/ 151899 w 1061034"/>
                <a:gd name="csY50" fmla="*/ 230856 h 873793"/>
                <a:gd name="csX51" fmla="*/ 152651 w 1061034"/>
                <a:gd name="csY51" fmla="*/ 232360 h 873793"/>
                <a:gd name="csX52" fmla="*/ 153403 w 1061034"/>
                <a:gd name="csY52" fmla="*/ 233112 h 873793"/>
                <a:gd name="csX53" fmla="*/ 157163 w 1061034"/>
                <a:gd name="csY53" fmla="*/ 234616 h 873793"/>
                <a:gd name="csX54" fmla="*/ 157914 w 1061034"/>
                <a:gd name="csY54" fmla="*/ 235368 h 873793"/>
                <a:gd name="csX55" fmla="*/ 159418 w 1061034"/>
                <a:gd name="csY55" fmla="*/ 238376 h 873793"/>
                <a:gd name="csX56" fmla="*/ 160922 w 1061034"/>
                <a:gd name="csY56" fmla="*/ 239880 h 873793"/>
                <a:gd name="csX57" fmla="*/ 163178 w 1061034"/>
                <a:gd name="csY57" fmla="*/ 240632 h 873793"/>
                <a:gd name="csX58" fmla="*/ 165434 w 1061034"/>
                <a:gd name="csY58" fmla="*/ 239880 h 873793"/>
                <a:gd name="csX59" fmla="*/ 166938 w 1061034"/>
                <a:gd name="csY59" fmla="*/ 239128 h 873793"/>
                <a:gd name="csX60" fmla="*/ 169194 w 1061034"/>
                <a:gd name="csY60" fmla="*/ 237624 h 873793"/>
                <a:gd name="csX61" fmla="*/ 172954 w 1061034"/>
                <a:gd name="csY61" fmla="*/ 236120 h 873793"/>
                <a:gd name="csX62" fmla="*/ 175210 w 1061034"/>
                <a:gd name="csY62" fmla="*/ 234616 h 873793"/>
                <a:gd name="csX63" fmla="*/ 175962 w 1061034"/>
                <a:gd name="csY63" fmla="*/ 233112 h 873793"/>
                <a:gd name="csX64" fmla="*/ 176714 w 1061034"/>
                <a:gd name="csY64" fmla="*/ 232360 h 873793"/>
                <a:gd name="csX65" fmla="*/ 177466 w 1061034"/>
                <a:gd name="csY65" fmla="*/ 227096 h 873793"/>
                <a:gd name="csX66" fmla="*/ 178218 w 1061034"/>
                <a:gd name="csY66" fmla="*/ 225592 h 873793"/>
                <a:gd name="csX67" fmla="*/ 178970 w 1061034"/>
                <a:gd name="csY67" fmla="*/ 223336 h 873793"/>
                <a:gd name="csX68" fmla="*/ 181226 w 1061034"/>
                <a:gd name="csY68" fmla="*/ 221832 h 873793"/>
                <a:gd name="csX69" fmla="*/ 191753 w 1061034"/>
                <a:gd name="csY69" fmla="*/ 216569 h 873793"/>
                <a:gd name="csX70" fmla="*/ 194009 w 1061034"/>
                <a:gd name="csY70" fmla="*/ 215817 h 873793"/>
                <a:gd name="csX71" fmla="*/ 196265 w 1061034"/>
                <a:gd name="csY71" fmla="*/ 215817 h 873793"/>
                <a:gd name="csX72" fmla="*/ 197769 w 1061034"/>
                <a:gd name="csY72" fmla="*/ 216569 h 873793"/>
                <a:gd name="csX73" fmla="*/ 199273 w 1061034"/>
                <a:gd name="csY73" fmla="*/ 217321 h 873793"/>
                <a:gd name="csX74" fmla="*/ 200777 w 1061034"/>
                <a:gd name="csY74" fmla="*/ 218072 h 873793"/>
                <a:gd name="csX75" fmla="*/ 201529 w 1061034"/>
                <a:gd name="csY75" fmla="*/ 218824 h 873793"/>
                <a:gd name="csX76" fmla="*/ 202281 w 1061034"/>
                <a:gd name="csY76" fmla="*/ 220328 h 873793"/>
                <a:gd name="csX77" fmla="*/ 203033 w 1061034"/>
                <a:gd name="csY77" fmla="*/ 221832 h 873793"/>
                <a:gd name="csX78" fmla="*/ 204537 w 1061034"/>
                <a:gd name="csY78" fmla="*/ 222584 h 873793"/>
                <a:gd name="csX79" fmla="*/ 207545 w 1061034"/>
                <a:gd name="csY79" fmla="*/ 223336 h 873793"/>
                <a:gd name="csX80" fmla="*/ 209049 w 1061034"/>
                <a:gd name="csY80" fmla="*/ 222584 h 873793"/>
                <a:gd name="csX81" fmla="*/ 210553 w 1061034"/>
                <a:gd name="csY81" fmla="*/ 221832 h 873793"/>
                <a:gd name="csX82" fmla="*/ 210553 w 1061034"/>
                <a:gd name="csY82" fmla="*/ 220328 h 873793"/>
                <a:gd name="csX83" fmla="*/ 211305 w 1061034"/>
                <a:gd name="csY83" fmla="*/ 217321 h 873793"/>
                <a:gd name="csX84" fmla="*/ 211305 w 1061034"/>
                <a:gd name="csY84" fmla="*/ 215817 h 873793"/>
                <a:gd name="csX85" fmla="*/ 212809 w 1061034"/>
                <a:gd name="csY85" fmla="*/ 214313 h 873793"/>
                <a:gd name="csX86" fmla="*/ 213561 w 1061034"/>
                <a:gd name="csY86" fmla="*/ 212809 h 873793"/>
                <a:gd name="csX87" fmla="*/ 218072 w 1061034"/>
                <a:gd name="csY87" fmla="*/ 209801 h 873793"/>
                <a:gd name="csX88" fmla="*/ 219576 w 1061034"/>
                <a:gd name="csY88" fmla="*/ 209049 h 873793"/>
                <a:gd name="csX89" fmla="*/ 221080 w 1061034"/>
                <a:gd name="csY89" fmla="*/ 207545 h 873793"/>
                <a:gd name="csX90" fmla="*/ 223336 w 1061034"/>
                <a:gd name="csY90" fmla="*/ 205289 h 873793"/>
                <a:gd name="csX91" fmla="*/ 226344 w 1061034"/>
                <a:gd name="csY91" fmla="*/ 203033 h 873793"/>
                <a:gd name="csX92" fmla="*/ 236120 w 1061034"/>
                <a:gd name="csY92" fmla="*/ 197769 h 873793"/>
                <a:gd name="csX93" fmla="*/ 239128 w 1061034"/>
                <a:gd name="csY93" fmla="*/ 196265 h 873793"/>
                <a:gd name="csX94" fmla="*/ 240632 w 1061034"/>
                <a:gd name="csY94" fmla="*/ 194009 h 873793"/>
                <a:gd name="csX95" fmla="*/ 243640 w 1061034"/>
                <a:gd name="csY95" fmla="*/ 192505 h 873793"/>
                <a:gd name="csX96" fmla="*/ 245143 w 1061034"/>
                <a:gd name="csY96" fmla="*/ 191753 h 873793"/>
                <a:gd name="csX97" fmla="*/ 246647 w 1061034"/>
                <a:gd name="csY97" fmla="*/ 192505 h 873793"/>
                <a:gd name="csX98" fmla="*/ 247399 w 1061034"/>
                <a:gd name="csY98" fmla="*/ 194009 h 873793"/>
                <a:gd name="csX99" fmla="*/ 247399 w 1061034"/>
                <a:gd name="csY99" fmla="*/ 197017 h 873793"/>
                <a:gd name="csX100" fmla="*/ 247399 w 1061034"/>
                <a:gd name="csY100" fmla="*/ 198521 h 873793"/>
                <a:gd name="csX101" fmla="*/ 248903 w 1061034"/>
                <a:gd name="csY101" fmla="*/ 200025 h 873793"/>
                <a:gd name="csX102" fmla="*/ 249655 w 1061034"/>
                <a:gd name="csY102" fmla="*/ 201529 h 873793"/>
                <a:gd name="csX103" fmla="*/ 251159 w 1061034"/>
                <a:gd name="csY103" fmla="*/ 202281 h 873793"/>
                <a:gd name="csX104" fmla="*/ 251159 w 1061034"/>
                <a:gd name="csY104" fmla="*/ 203785 h 873793"/>
                <a:gd name="csX105" fmla="*/ 251159 w 1061034"/>
                <a:gd name="csY105" fmla="*/ 207545 h 873793"/>
                <a:gd name="csX106" fmla="*/ 251159 w 1061034"/>
                <a:gd name="csY106" fmla="*/ 209049 h 873793"/>
                <a:gd name="csX107" fmla="*/ 251159 w 1061034"/>
                <a:gd name="csY107" fmla="*/ 210553 h 873793"/>
                <a:gd name="csX108" fmla="*/ 251911 w 1061034"/>
                <a:gd name="csY108" fmla="*/ 212057 h 873793"/>
                <a:gd name="csX109" fmla="*/ 252663 w 1061034"/>
                <a:gd name="csY109" fmla="*/ 213561 h 873793"/>
                <a:gd name="csX110" fmla="*/ 254167 w 1061034"/>
                <a:gd name="csY110" fmla="*/ 215817 h 873793"/>
                <a:gd name="csX111" fmla="*/ 255671 w 1061034"/>
                <a:gd name="csY111" fmla="*/ 217321 h 873793"/>
                <a:gd name="csX112" fmla="*/ 257175 w 1061034"/>
                <a:gd name="csY112" fmla="*/ 218072 h 873793"/>
                <a:gd name="csX113" fmla="*/ 259431 w 1061034"/>
                <a:gd name="csY113" fmla="*/ 219576 h 873793"/>
                <a:gd name="csX114" fmla="*/ 260935 w 1061034"/>
                <a:gd name="csY114" fmla="*/ 219576 h 873793"/>
                <a:gd name="csX115" fmla="*/ 263943 w 1061034"/>
                <a:gd name="csY115" fmla="*/ 219576 h 873793"/>
                <a:gd name="csX116" fmla="*/ 265447 w 1061034"/>
                <a:gd name="csY116" fmla="*/ 219576 h 873793"/>
                <a:gd name="csX117" fmla="*/ 266951 w 1061034"/>
                <a:gd name="csY117" fmla="*/ 218824 h 873793"/>
                <a:gd name="csX118" fmla="*/ 269959 w 1061034"/>
                <a:gd name="csY118" fmla="*/ 215817 h 873793"/>
                <a:gd name="csX119" fmla="*/ 271463 w 1061034"/>
                <a:gd name="csY119" fmla="*/ 214313 h 873793"/>
                <a:gd name="csX120" fmla="*/ 272966 w 1061034"/>
                <a:gd name="csY120" fmla="*/ 212809 h 873793"/>
                <a:gd name="csX121" fmla="*/ 273719 w 1061034"/>
                <a:gd name="csY121" fmla="*/ 211305 h 873793"/>
                <a:gd name="csX122" fmla="*/ 275974 w 1061034"/>
                <a:gd name="csY122" fmla="*/ 206793 h 873793"/>
                <a:gd name="csX123" fmla="*/ 276726 w 1061034"/>
                <a:gd name="csY123" fmla="*/ 205289 h 873793"/>
                <a:gd name="csX124" fmla="*/ 278230 w 1061034"/>
                <a:gd name="csY124" fmla="*/ 205289 h 873793"/>
                <a:gd name="csX125" fmla="*/ 280486 w 1061034"/>
                <a:gd name="csY125" fmla="*/ 203033 h 873793"/>
                <a:gd name="csX126" fmla="*/ 281238 w 1061034"/>
                <a:gd name="csY126" fmla="*/ 202281 h 873793"/>
                <a:gd name="csX127" fmla="*/ 281990 w 1061034"/>
                <a:gd name="csY127" fmla="*/ 200777 h 873793"/>
                <a:gd name="csX128" fmla="*/ 282742 w 1061034"/>
                <a:gd name="csY128" fmla="*/ 197769 h 873793"/>
                <a:gd name="csX129" fmla="*/ 283494 w 1061034"/>
                <a:gd name="csY129" fmla="*/ 195513 h 873793"/>
                <a:gd name="csX130" fmla="*/ 284246 w 1061034"/>
                <a:gd name="csY130" fmla="*/ 194761 h 873793"/>
                <a:gd name="csX131" fmla="*/ 289510 w 1061034"/>
                <a:gd name="csY131" fmla="*/ 191002 h 873793"/>
                <a:gd name="csX132" fmla="*/ 290262 w 1061034"/>
                <a:gd name="csY132" fmla="*/ 188745 h 873793"/>
                <a:gd name="csX133" fmla="*/ 291014 w 1061034"/>
                <a:gd name="csY133" fmla="*/ 187242 h 873793"/>
                <a:gd name="csX134" fmla="*/ 291766 w 1061034"/>
                <a:gd name="csY134" fmla="*/ 185738 h 873793"/>
                <a:gd name="csX135" fmla="*/ 291766 w 1061034"/>
                <a:gd name="csY135" fmla="*/ 184234 h 873793"/>
                <a:gd name="csX136" fmla="*/ 291766 w 1061034"/>
                <a:gd name="csY136" fmla="*/ 182730 h 873793"/>
                <a:gd name="csX137" fmla="*/ 288758 w 1061034"/>
                <a:gd name="csY137" fmla="*/ 175210 h 873793"/>
                <a:gd name="csX138" fmla="*/ 288758 w 1061034"/>
                <a:gd name="csY138" fmla="*/ 172954 h 873793"/>
                <a:gd name="csX139" fmla="*/ 288758 w 1061034"/>
                <a:gd name="csY139" fmla="*/ 171450 h 873793"/>
                <a:gd name="csX140" fmla="*/ 289510 w 1061034"/>
                <a:gd name="csY140" fmla="*/ 169946 h 873793"/>
                <a:gd name="csX141" fmla="*/ 291766 w 1061034"/>
                <a:gd name="csY141" fmla="*/ 166938 h 873793"/>
                <a:gd name="csX142" fmla="*/ 292518 w 1061034"/>
                <a:gd name="csY142" fmla="*/ 165434 h 873793"/>
                <a:gd name="csX143" fmla="*/ 293270 w 1061034"/>
                <a:gd name="csY143" fmla="*/ 163930 h 873793"/>
                <a:gd name="csX144" fmla="*/ 294774 w 1061034"/>
                <a:gd name="csY144" fmla="*/ 162426 h 873793"/>
                <a:gd name="csX145" fmla="*/ 297782 w 1061034"/>
                <a:gd name="csY145" fmla="*/ 159419 h 873793"/>
                <a:gd name="csX146" fmla="*/ 301542 w 1061034"/>
                <a:gd name="csY146" fmla="*/ 156411 h 873793"/>
                <a:gd name="csX147" fmla="*/ 310565 w 1061034"/>
                <a:gd name="csY147" fmla="*/ 151147 h 873793"/>
                <a:gd name="csX148" fmla="*/ 312821 w 1061034"/>
                <a:gd name="csY148" fmla="*/ 150395 h 873793"/>
                <a:gd name="csX149" fmla="*/ 315077 w 1061034"/>
                <a:gd name="csY149" fmla="*/ 151147 h 873793"/>
                <a:gd name="csX150" fmla="*/ 316581 w 1061034"/>
                <a:gd name="csY150" fmla="*/ 151147 h 873793"/>
                <a:gd name="csX151" fmla="*/ 317333 w 1061034"/>
                <a:gd name="csY151" fmla="*/ 152651 h 873793"/>
                <a:gd name="csX152" fmla="*/ 319589 w 1061034"/>
                <a:gd name="csY152" fmla="*/ 154155 h 873793"/>
                <a:gd name="csX153" fmla="*/ 321093 w 1061034"/>
                <a:gd name="csY153" fmla="*/ 155659 h 873793"/>
                <a:gd name="csX154" fmla="*/ 322597 w 1061034"/>
                <a:gd name="csY154" fmla="*/ 155659 h 873793"/>
                <a:gd name="csX155" fmla="*/ 324101 w 1061034"/>
                <a:gd name="csY155" fmla="*/ 156411 h 873793"/>
                <a:gd name="csX156" fmla="*/ 338388 w 1061034"/>
                <a:gd name="csY156" fmla="*/ 157163 h 873793"/>
                <a:gd name="csX157" fmla="*/ 340644 w 1061034"/>
                <a:gd name="csY157" fmla="*/ 156411 h 873793"/>
                <a:gd name="csX158" fmla="*/ 342900 w 1061034"/>
                <a:gd name="csY158" fmla="*/ 155659 h 873793"/>
                <a:gd name="csX159" fmla="*/ 344404 w 1061034"/>
                <a:gd name="csY159" fmla="*/ 154907 h 873793"/>
                <a:gd name="csX160" fmla="*/ 346660 w 1061034"/>
                <a:gd name="csY160" fmla="*/ 151147 h 873793"/>
                <a:gd name="csX161" fmla="*/ 348916 w 1061034"/>
                <a:gd name="csY161" fmla="*/ 149643 h 873793"/>
                <a:gd name="csX162" fmla="*/ 351924 w 1061034"/>
                <a:gd name="csY162" fmla="*/ 147387 h 873793"/>
                <a:gd name="csX163" fmla="*/ 354932 w 1061034"/>
                <a:gd name="csY163" fmla="*/ 145883 h 873793"/>
                <a:gd name="csX164" fmla="*/ 357188 w 1061034"/>
                <a:gd name="csY164" fmla="*/ 145883 h 873793"/>
                <a:gd name="csX165" fmla="*/ 358691 w 1061034"/>
                <a:gd name="csY165" fmla="*/ 145883 h 873793"/>
                <a:gd name="csX166" fmla="*/ 361699 w 1061034"/>
                <a:gd name="csY166" fmla="*/ 148139 h 873793"/>
                <a:gd name="csX167" fmla="*/ 363955 w 1061034"/>
                <a:gd name="csY167" fmla="*/ 148891 h 873793"/>
                <a:gd name="csX168" fmla="*/ 365459 w 1061034"/>
                <a:gd name="csY168" fmla="*/ 148891 h 873793"/>
                <a:gd name="csX169" fmla="*/ 366963 w 1061034"/>
                <a:gd name="csY169" fmla="*/ 147387 h 873793"/>
                <a:gd name="csX170" fmla="*/ 369219 w 1061034"/>
                <a:gd name="csY170" fmla="*/ 145131 h 873793"/>
                <a:gd name="csX171" fmla="*/ 370723 w 1061034"/>
                <a:gd name="csY171" fmla="*/ 143627 h 873793"/>
                <a:gd name="csX172" fmla="*/ 372227 w 1061034"/>
                <a:gd name="csY172" fmla="*/ 143627 h 873793"/>
                <a:gd name="csX173" fmla="*/ 373731 w 1061034"/>
                <a:gd name="csY173" fmla="*/ 142875 h 873793"/>
                <a:gd name="csX174" fmla="*/ 382755 w 1061034"/>
                <a:gd name="csY174" fmla="*/ 143627 h 873793"/>
                <a:gd name="csX175" fmla="*/ 388018 w 1061034"/>
                <a:gd name="csY175" fmla="*/ 143627 h 873793"/>
                <a:gd name="csX176" fmla="*/ 390274 w 1061034"/>
                <a:gd name="csY176" fmla="*/ 143627 h 873793"/>
                <a:gd name="csX177" fmla="*/ 394034 w 1061034"/>
                <a:gd name="csY177" fmla="*/ 145883 h 873793"/>
                <a:gd name="csX178" fmla="*/ 396290 w 1061034"/>
                <a:gd name="csY178" fmla="*/ 145883 h 873793"/>
                <a:gd name="csX179" fmla="*/ 400050 w 1061034"/>
                <a:gd name="csY179" fmla="*/ 143627 h 873793"/>
                <a:gd name="csX180" fmla="*/ 402306 w 1061034"/>
                <a:gd name="csY180" fmla="*/ 142875 h 873793"/>
                <a:gd name="csX181" fmla="*/ 403810 w 1061034"/>
                <a:gd name="csY181" fmla="*/ 143627 h 873793"/>
                <a:gd name="csX182" fmla="*/ 407570 w 1061034"/>
                <a:gd name="csY182" fmla="*/ 145883 h 873793"/>
                <a:gd name="csX183" fmla="*/ 409074 w 1061034"/>
                <a:gd name="csY183" fmla="*/ 147387 h 873793"/>
                <a:gd name="csX184" fmla="*/ 410578 w 1061034"/>
                <a:gd name="csY184" fmla="*/ 146635 h 873793"/>
                <a:gd name="csX185" fmla="*/ 411330 w 1061034"/>
                <a:gd name="csY185" fmla="*/ 145131 h 873793"/>
                <a:gd name="csX186" fmla="*/ 411330 w 1061034"/>
                <a:gd name="csY186" fmla="*/ 143627 h 873793"/>
                <a:gd name="csX187" fmla="*/ 408322 w 1061034"/>
                <a:gd name="csY187" fmla="*/ 133851 h 873793"/>
                <a:gd name="csX188" fmla="*/ 408322 w 1061034"/>
                <a:gd name="csY188" fmla="*/ 132347 h 873793"/>
                <a:gd name="csX189" fmla="*/ 408322 w 1061034"/>
                <a:gd name="csY189" fmla="*/ 130844 h 873793"/>
                <a:gd name="csX190" fmla="*/ 409074 w 1061034"/>
                <a:gd name="csY190" fmla="*/ 129340 h 873793"/>
                <a:gd name="csX191" fmla="*/ 410578 w 1061034"/>
                <a:gd name="csY191" fmla="*/ 126332 h 873793"/>
                <a:gd name="csX192" fmla="*/ 410578 w 1061034"/>
                <a:gd name="csY192" fmla="*/ 124828 h 873793"/>
                <a:gd name="csX193" fmla="*/ 409826 w 1061034"/>
                <a:gd name="csY193" fmla="*/ 123324 h 873793"/>
                <a:gd name="csX194" fmla="*/ 409074 w 1061034"/>
                <a:gd name="csY194" fmla="*/ 121820 h 873793"/>
                <a:gd name="csX195" fmla="*/ 408322 w 1061034"/>
                <a:gd name="csY195" fmla="*/ 120316 h 873793"/>
                <a:gd name="csX196" fmla="*/ 408322 w 1061034"/>
                <a:gd name="csY196" fmla="*/ 118812 h 873793"/>
                <a:gd name="csX197" fmla="*/ 409074 w 1061034"/>
                <a:gd name="csY197" fmla="*/ 115804 h 873793"/>
                <a:gd name="csX198" fmla="*/ 409074 w 1061034"/>
                <a:gd name="csY198" fmla="*/ 113548 h 873793"/>
                <a:gd name="csX199" fmla="*/ 407570 w 1061034"/>
                <a:gd name="csY199" fmla="*/ 109036 h 873793"/>
                <a:gd name="csX200" fmla="*/ 407570 w 1061034"/>
                <a:gd name="csY200" fmla="*/ 107532 h 873793"/>
                <a:gd name="csX201" fmla="*/ 408322 w 1061034"/>
                <a:gd name="csY201" fmla="*/ 106028 h 873793"/>
                <a:gd name="csX202" fmla="*/ 409826 w 1061034"/>
                <a:gd name="csY202" fmla="*/ 105276 h 873793"/>
                <a:gd name="csX203" fmla="*/ 410578 w 1061034"/>
                <a:gd name="csY203" fmla="*/ 104525 h 873793"/>
                <a:gd name="csX204" fmla="*/ 412082 w 1061034"/>
                <a:gd name="csY204" fmla="*/ 105276 h 873793"/>
                <a:gd name="csX205" fmla="*/ 412834 w 1061034"/>
                <a:gd name="csY205" fmla="*/ 106028 h 873793"/>
                <a:gd name="csX206" fmla="*/ 414338 w 1061034"/>
                <a:gd name="csY206" fmla="*/ 107532 h 873793"/>
                <a:gd name="csX207" fmla="*/ 415089 w 1061034"/>
                <a:gd name="csY207" fmla="*/ 109036 h 873793"/>
                <a:gd name="csX208" fmla="*/ 417345 w 1061034"/>
                <a:gd name="csY208" fmla="*/ 109036 h 873793"/>
                <a:gd name="csX209" fmla="*/ 420353 w 1061034"/>
                <a:gd name="csY209" fmla="*/ 108284 h 873793"/>
                <a:gd name="csX210" fmla="*/ 423361 w 1061034"/>
                <a:gd name="csY210" fmla="*/ 106780 h 873793"/>
                <a:gd name="csX211" fmla="*/ 426369 w 1061034"/>
                <a:gd name="csY211" fmla="*/ 106028 h 873793"/>
                <a:gd name="csX212" fmla="*/ 427873 w 1061034"/>
                <a:gd name="csY212" fmla="*/ 104525 h 873793"/>
                <a:gd name="csX213" fmla="*/ 428625 w 1061034"/>
                <a:gd name="csY213" fmla="*/ 103773 h 873793"/>
                <a:gd name="csX214" fmla="*/ 429377 w 1061034"/>
                <a:gd name="csY214" fmla="*/ 103020 h 873793"/>
                <a:gd name="csX215" fmla="*/ 433137 w 1061034"/>
                <a:gd name="csY215" fmla="*/ 97005 h 873793"/>
                <a:gd name="csX216" fmla="*/ 433889 w 1061034"/>
                <a:gd name="csY216" fmla="*/ 95501 h 873793"/>
                <a:gd name="csX217" fmla="*/ 435393 w 1061034"/>
                <a:gd name="csY217" fmla="*/ 93997 h 873793"/>
                <a:gd name="csX218" fmla="*/ 436897 w 1061034"/>
                <a:gd name="csY218" fmla="*/ 92493 h 873793"/>
                <a:gd name="csX219" fmla="*/ 437649 w 1061034"/>
                <a:gd name="csY219" fmla="*/ 90989 h 873793"/>
                <a:gd name="csX220" fmla="*/ 438401 w 1061034"/>
                <a:gd name="csY220" fmla="*/ 87981 h 873793"/>
                <a:gd name="csX221" fmla="*/ 439905 w 1061034"/>
                <a:gd name="csY221" fmla="*/ 84973 h 873793"/>
                <a:gd name="csX222" fmla="*/ 440657 w 1061034"/>
                <a:gd name="csY222" fmla="*/ 83469 h 873793"/>
                <a:gd name="csX223" fmla="*/ 440657 w 1061034"/>
                <a:gd name="csY223" fmla="*/ 81965 h 873793"/>
                <a:gd name="csX224" fmla="*/ 439905 w 1061034"/>
                <a:gd name="csY224" fmla="*/ 80461 h 873793"/>
                <a:gd name="csX225" fmla="*/ 439153 w 1061034"/>
                <a:gd name="csY225" fmla="*/ 78957 h 873793"/>
                <a:gd name="csX226" fmla="*/ 438401 w 1061034"/>
                <a:gd name="csY226" fmla="*/ 77453 h 873793"/>
                <a:gd name="csX227" fmla="*/ 436897 w 1061034"/>
                <a:gd name="csY227" fmla="*/ 76701 h 873793"/>
                <a:gd name="csX228" fmla="*/ 433889 w 1061034"/>
                <a:gd name="csY228" fmla="*/ 74446 h 873793"/>
                <a:gd name="csX229" fmla="*/ 432385 w 1061034"/>
                <a:gd name="csY229" fmla="*/ 73694 h 873793"/>
                <a:gd name="csX230" fmla="*/ 430881 w 1061034"/>
                <a:gd name="csY230" fmla="*/ 72190 h 873793"/>
                <a:gd name="csX231" fmla="*/ 430129 w 1061034"/>
                <a:gd name="csY231" fmla="*/ 70686 h 873793"/>
                <a:gd name="csX232" fmla="*/ 429377 w 1061034"/>
                <a:gd name="csY232" fmla="*/ 69182 h 873793"/>
                <a:gd name="csX233" fmla="*/ 430129 w 1061034"/>
                <a:gd name="csY233" fmla="*/ 67678 h 873793"/>
                <a:gd name="csX234" fmla="*/ 430129 w 1061034"/>
                <a:gd name="csY234" fmla="*/ 65422 h 873793"/>
                <a:gd name="csX235" fmla="*/ 431633 w 1061034"/>
                <a:gd name="csY235" fmla="*/ 63918 h 873793"/>
                <a:gd name="csX236" fmla="*/ 436897 w 1061034"/>
                <a:gd name="csY236" fmla="*/ 57902 h 873793"/>
                <a:gd name="csX237" fmla="*/ 438401 w 1061034"/>
                <a:gd name="csY237" fmla="*/ 56398 h 873793"/>
                <a:gd name="csX238" fmla="*/ 441409 w 1061034"/>
                <a:gd name="csY238" fmla="*/ 51134 h 873793"/>
                <a:gd name="csX239" fmla="*/ 442161 w 1061034"/>
                <a:gd name="csY239" fmla="*/ 49630 h 873793"/>
                <a:gd name="csX240" fmla="*/ 443664 w 1061034"/>
                <a:gd name="csY240" fmla="*/ 48878 h 873793"/>
                <a:gd name="csX241" fmla="*/ 445168 w 1061034"/>
                <a:gd name="csY241" fmla="*/ 48127 h 873793"/>
                <a:gd name="csX242" fmla="*/ 446672 w 1061034"/>
                <a:gd name="csY242" fmla="*/ 47374 h 873793"/>
                <a:gd name="csX243" fmla="*/ 454944 w 1061034"/>
                <a:gd name="csY243" fmla="*/ 47374 h 873793"/>
                <a:gd name="csX244" fmla="*/ 460960 w 1061034"/>
                <a:gd name="csY244" fmla="*/ 45118 h 873793"/>
                <a:gd name="csX245" fmla="*/ 466224 w 1061034"/>
                <a:gd name="csY245" fmla="*/ 43615 h 873793"/>
                <a:gd name="csX246" fmla="*/ 467728 w 1061034"/>
                <a:gd name="csY246" fmla="*/ 42863 h 873793"/>
                <a:gd name="csX247" fmla="*/ 468480 w 1061034"/>
                <a:gd name="csY247" fmla="*/ 41359 h 873793"/>
                <a:gd name="csX248" fmla="*/ 468480 w 1061034"/>
                <a:gd name="csY248" fmla="*/ 39855 h 873793"/>
                <a:gd name="csX249" fmla="*/ 466976 w 1061034"/>
                <a:gd name="csY249" fmla="*/ 35343 h 873793"/>
                <a:gd name="csX250" fmla="*/ 466976 w 1061034"/>
                <a:gd name="csY250" fmla="*/ 33839 h 873793"/>
                <a:gd name="csX251" fmla="*/ 466976 w 1061034"/>
                <a:gd name="csY251" fmla="*/ 32335 h 873793"/>
                <a:gd name="csX252" fmla="*/ 468480 w 1061034"/>
                <a:gd name="csY252" fmla="*/ 30079 h 873793"/>
                <a:gd name="csX253" fmla="*/ 469984 w 1061034"/>
                <a:gd name="csY253" fmla="*/ 29327 h 873793"/>
                <a:gd name="csX254" fmla="*/ 471488 w 1061034"/>
                <a:gd name="csY254" fmla="*/ 28575 h 873793"/>
                <a:gd name="csX255" fmla="*/ 473743 w 1061034"/>
                <a:gd name="csY255" fmla="*/ 28575 h 873793"/>
                <a:gd name="csX256" fmla="*/ 479007 w 1061034"/>
                <a:gd name="csY256" fmla="*/ 27823 h 873793"/>
                <a:gd name="csX257" fmla="*/ 483519 w 1061034"/>
                <a:gd name="csY257" fmla="*/ 26319 h 873793"/>
                <a:gd name="csX258" fmla="*/ 485775 w 1061034"/>
                <a:gd name="csY258" fmla="*/ 25567 h 873793"/>
                <a:gd name="csX259" fmla="*/ 487279 w 1061034"/>
                <a:gd name="csY259" fmla="*/ 25567 h 873793"/>
                <a:gd name="csX260" fmla="*/ 490287 w 1061034"/>
                <a:gd name="csY260" fmla="*/ 25567 h 873793"/>
                <a:gd name="csX261" fmla="*/ 491791 w 1061034"/>
                <a:gd name="csY261" fmla="*/ 24063 h 873793"/>
                <a:gd name="csX262" fmla="*/ 492543 w 1061034"/>
                <a:gd name="csY262" fmla="*/ 22559 h 873793"/>
                <a:gd name="csX263" fmla="*/ 492543 w 1061034"/>
                <a:gd name="csY263" fmla="*/ 21055 h 873793"/>
                <a:gd name="csX264" fmla="*/ 491039 w 1061034"/>
                <a:gd name="csY264" fmla="*/ 15039 h 873793"/>
                <a:gd name="csX265" fmla="*/ 490287 w 1061034"/>
                <a:gd name="csY265" fmla="*/ 13536 h 873793"/>
                <a:gd name="csX266" fmla="*/ 491039 w 1061034"/>
                <a:gd name="csY266" fmla="*/ 12032 h 873793"/>
                <a:gd name="csX267" fmla="*/ 491791 w 1061034"/>
                <a:gd name="csY267" fmla="*/ 10528 h 873793"/>
                <a:gd name="csX268" fmla="*/ 495551 w 1061034"/>
                <a:gd name="csY268" fmla="*/ 4512 h 873793"/>
                <a:gd name="csX269" fmla="*/ 498559 w 1061034"/>
                <a:gd name="csY269" fmla="*/ 0 h 873793"/>
                <a:gd name="csX270" fmla="*/ 594811 w 1061034"/>
                <a:gd name="csY270" fmla="*/ 1504 h 873793"/>
                <a:gd name="csX271" fmla="*/ 606091 w 1061034"/>
                <a:gd name="csY271" fmla="*/ 2256 h 873793"/>
                <a:gd name="csX272" fmla="*/ 607595 w 1061034"/>
                <a:gd name="csY272" fmla="*/ 3760 h 873793"/>
                <a:gd name="csX273" fmla="*/ 609851 w 1061034"/>
                <a:gd name="csY273" fmla="*/ 4512 h 873793"/>
                <a:gd name="csX274" fmla="*/ 616619 w 1061034"/>
                <a:gd name="csY274" fmla="*/ 6768 h 873793"/>
                <a:gd name="csX275" fmla="*/ 618874 w 1061034"/>
                <a:gd name="csY275" fmla="*/ 7520 h 873793"/>
                <a:gd name="csX276" fmla="*/ 620378 w 1061034"/>
                <a:gd name="csY276" fmla="*/ 8272 h 873793"/>
                <a:gd name="csX277" fmla="*/ 621882 w 1061034"/>
                <a:gd name="csY277" fmla="*/ 9776 h 873793"/>
                <a:gd name="csX278" fmla="*/ 629402 w 1061034"/>
                <a:gd name="csY278" fmla="*/ 17296 h 873793"/>
                <a:gd name="csX279" fmla="*/ 630154 w 1061034"/>
                <a:gd name="csY279" fmla="*/ 18799 h 873793"/>
                <a:gd name="csX280" fmla="*/ 630906 w 1061034"/>
                <a:gd name="csY280" fmla="*/ 20303 h 873793"/>
                <a:gd name="csX281" fmla="*/ 630906 w 1061034"/>
                <a:gd name="csY281" fmla="*/ 23311 h 873793"/>
                <a:gd name="csX282" fmla="*/ 630906 w 1061034"/>
                <a:gd name="csY282" fmla="*/ 24815 h 873793"/>
                <a:gd name="csX283" fmla="*/ 635418 w 1061034"/>
                <a:gd name="csY283" fmla="*/ 33839 h 873793"/>
                <a:gd name="csX284" fmla="*/ 636922 w 1061034"/>
                <a:gd name="csY284" fmla="*/ 35343 h 873793"/>
                <a:gd name="csX285" fmla="*/ 639178 w 1061034"/>
                <a:gd name="csY285" fmla="*/ 37599 h 873793"/>
                <a:gd name="csX286" fmla="*/ 643689 w 1061034"/>
                <a:gd name="csY286" fmla="*/ 39855 h 873793"/>
                <a:gd name="csX287" fmla="*/ 645946 w 1061034"/>
                <a:gd name="csY287" fmla="*/ 42111 h 873793"/>
                <a:gd name="csX288" fmla="*/ 647449 w 1061034"/>
                <a:gd name="csY288" fmla="*/ 43615 h 873793"/>
                <a:gd name="csX289" fmla="*/ 648201 w 1061034"/>
                <a:gd name="csY289" fmla="*/ 45118 h 873793"/>
                <a:gd name="csX290" fmla="*/ 648201 w 1061034"/>
                <a:gd name="csY290" fmla="*/ 46622 h 873793"/>
                <a:gd name="csX291" fmla="*/ 648953 w 1061034"/>
                <a:gd name="csY291" fmla="*/ 53390 h 873793"/>
                <a:gd name="csX292" fmla="*/ 648953 w 1061034"/>
                <a:gd name="csY292" fmla="*/ 54142 h 873793"/>
                <a:gd name="csX293" fmla="*/ 649705 w 1061034"/>
                <a:gd name="csY293" fmla="*/ 55646 h 873793"/>
                <a:gd name="csX294" fmla="*/ 651209 w 1061034"/>
                <a:gd name="csY294" fmla="*/ 55646 h 873793"/>
                <a:gd name="csX295" fmla="*/ 652713 w 1061034"/>
                <a:gd name="csY295" fmla="*/ 55646 h 873793"/>
                <a:gd name="csX296" fmla="*/ 654217 w 1061034"/>
                <a:gd name="csY296" fmla="*/ 55646 h 873793"/>
                <a:gd name="csX297" fmla="*/ 655721 w 1061034"/>
                <a:gd name="csY297" fmla="*/ 54894 h 873793"/>
                <a:gd name="csX298" fmla="*/ 656473 w 1061034"/>
                <a:gd name="csY298" fmla="*/ 54894 h 873793"/>
                <a:gd name="csX299" fmla="*/ 657225 w 1061034"/>
                <a:gd name="csY299" fmla="*/ 54142 h 873793"/>
                <a:gd name="csX300" fmla="*/ 659481 w 1061034"/>
                <a:gd name="csY300" fmla="*/ 53390 h 873793"/>
                <a:gd name="csX301" fmla="*/ 662489 w 1061034"/>
                <a:gd name="csY301" fmla="*/ 53390 h 873793"/>
                <a:gd name="csX302" fmla="*/ 668505 w 1061034"/>
                <a:gd name="csY302" fmla="*/ 54894 h 873793"/>
                <a:gd name="csX303" fmla="*/ 671513 w 1061034"/>
                <a:gd name="csY303" fmla="*/ 55646 h 873793"/>
                <a:gd name="csX304" fmla="*/ 673768 w 1061034"/>
                <a:gd name="csY304" fmla="*/ 57150 h 873793"/>
                <a:gd name="csX305" fmla="*/ 675272 w 1061034"/>
                <a:gd name="csY305" fmla="*/ 58654 h 873793"/>
                <a:gd name="csX306" fmla="*/ 676024 w 1061034"/>
                <a:gd name="csY306" fmla="*/ 60158 h 873793"/>
                <a:gd name="csX307" fmla="*/ 676024 w 1061034"/>
                <a:gd name="csY307" fmla="*/ 61662 h 873793"/>
                <a:gd name="csX308" fmla="*/ 676024 w 1061034"/>
                <a:gd name="csY308" fmla="*/ 63166 h 873793"/>
                <a:gd name="csX309" fmla="*/ 676776 w 1061034"/>
                <a:gd name="csY309" fmla="*/ 64670 h 873793"/>
                <a:gd name="csX310" fmla="*/ 677528 w 1061034"/>
                <a:gd name="csY310" fmla="*/ 66174 h 873793"/>
                <a:gd name="csX311" fmla="*/ 679032 w 1061034"/>
                <a:gd name="csY311" fmla="*/ 69182 h 873793"/>
                <a:gd name="csX312" fmla="*/ 679784 w 1061034"/>
                <a:gd name="csY312" fmla="*/ 70686 h 873793"/>
                <a:gd name="csX313" fmla="*/ 681288 w 1061034"/>
                <a:gd name="csY313" fmla="*/ 76701 h 873793"/>
                <a:gd name="csX314" fmla="*/ 683544 w 1061034"/>
                <a:gd name="csY314" fmla="*/ 82717 h 873793"/>
                <a:gd name="csX315" fmla="*/ 684296 w 1061034"/>
                <a:gd name="csY315" fmla="*/ 85725 h 873793"/>
                <a:gd name="csX316" fmla="*/ 685048 w 1061034"/>
                <a:gd name="csY316" fmla="*/ 87229 h 873793"/>
                <a:gd name="csX317" fmla="*/ 686552 w 1061034"/>
                <a:gd name="csY317" fmla="*/ 88733 h 873793"/>
                <a:gd name="csX318" fmla="*/ 687304 w 1061034"/>
                <a:gd name="csY318" fmla="*/ 89485 h 873793"/>
                <a:gd name="csX319" fmla="*/ 688808 w 1061034"/>
                <a:gd name="csY319" fmla="*/ 90237 h 873793"/>
                <a:gd name="csX320" fmla="*/ 690312 w 1061034"/>
                <a:gd name="csY320" fmla="*/ 90237 h 873793"/>
                <a:gd name="csX321" fmla="*/ 692568 w 1061034"/>
                <a:gd name="csY321" fmla="*/ 90237 h 873793"/>
                <a:gd name="csX322" fmla="*/ 697080 w 1061034"/>
                <a:gd name="csY322" fmla="*/ 89485 h 873793"/>
                <a:gd name="csX323" fmla="*/ 700087 w 1061034"/>
                <a:gd name="csY323" fmla="*/ 90237 h 873793"/>
                <a:gd name="csX324" fmla="*/ 703096 w 1061034"/>
                <a:gd name="csY324" fmla="*/ 90989 h 873793"/>
                <a:gd name="csX325" fmla="*/ 705351 w 1061034"/>
                <a:gd name="csY325" fmla="*/ 91741 h 873793"/>
                <a:gd name="csX326" fmla="*/ 705351 w 1061034"/>
                <a:gd name="csY326" fmla="*/ 93245 h 873793"/>
                <a:gd name="csX327" fmla="*/ 705351 w 1061034"/>
                <a:gd name="csY327" fmla="*/ 96253 h 873793"/>
                <a:gd name="csX328" fmla="*/ 705351 w 1061034"/>
                <a:gd name="csY328" fmla="*/ 98509 h 873793"/>
                <a:gd name="csX329" fmla="*/ 706103 w 1061034"/>
                <a:gd name="csY329" fmla="*/ 100013 h 873793"/>
                <a:gd name="csX330" fmla="*/ 708359 w 1061034"/>
                <a:gd name="csY330" fmla="*/ 104525 h 873793"/>
                <a:gd name="csX331" fmla="*/ 709111 w 1061034"/>
                <a:gd name="csY331" fmla="*/ 107532 h 873793"/>
                <a:gd name="csX332" fmla="*/ 709863 w 1061034"/>
                <a:gd name="csY332" fmla="*/ 114300 h 873793"/>
                <a:gd name="csX333" fmla="*/ 710615 w 1061034"/>
                <a:gd name="csY333" fmla="*/ 115804 h 873793"/>
                <a:gd name="csX334" fmla="*/ 711367 w 1061034"/>
                <a:gd name="csY334" fmla="*/ 117308 h 873793"/>
                <a:gd name="csX335" fmla="*/ 712871 w 1061034"/>
                <a:gd name="csY335" fmla="*/ 119564 h 873793"/>
                <a:gd name="csX336" fmla="*/ 714375 w 1061034"/>
                <a:gd name="csY336" fmla="*/ 120316 h 873793"/>
                <a:gd name="csX337" fmla="*/ 715879 w 1061034"/>
                <a:gd name="csY337" fmla="*/ 120316 h 873793"/>
                <a:gd name="csX338" fmla="*/ 717383 w 1061034"/>
                <a:gd name="csY338" fmla="*/ 120316 h 873793"/>
                <a:gd name="csX339" fmla="*/ 719639 w 1061034"/>
                <a:gd name="csY339" fmla="*/ 120316 h 873793"/>
                <a:gd name="csX340" fmla="*/ 729415 w 1061034"/>
                <a:gd name="csY340" fmla="*/ 122572 h 873793"/>
                <a:gd name="csX341" fmla="*/ 730918 w 1061034"/>
                <a:gd name="csY341" fmla="*/ 123324 h 873793"/>
                <a:gd name="csX342" fmla="*/ 731670 w 1061034"/>
                <a:gd name="csY342" fmla="*/ 124076 h 873793"/>
                <a:gd name="csX343" fmla="*/ 732422 w 1061034"/>
                <a:gd name="csY343" fmla="*/ 125580 h 873793"/>
                <a:gd name="csX344" fmla="*/ 733175 w 1061034"/>
                <a:gd name="csY344" fmla="*/ 127084 h 873793"/>
                <a:gd name="csX345" fmla="*/ 734678 w 1061034"/>
                <a:gd name="csY345" fmla="*/ 129340 h 873793"/>
                <a:gd name="csX346" fmla="*/ 736934 w 1061034"/>
                <a:gd name="csY346" fmla="*/ 130844 h 873793"/>
                <a:gd name="csX347" fmla="*/ 741446 w 1061034"/>
                <a:gd name="csY347" fmla="*/ 133099 h 873793"/>
                <a:gd name="csX348" fmla="*/ 743702 w 1061034"/>
                <a:gd name="csY348" fmla="*/ 133851 h 873793"/>
                <a:gd name="csX349" fmla="*/ 745958 w 1061034"/>
                <a:gd name="csY349" fmla="*/ 133851 h 873793"/>
                <a:gd name="csX350" fmla="*/ 747462 w 1061034"/>
                <a:gd name="csY350" fmla="*/ 133099 h 873793"/>
                <a:gd name="csX351" fmla="*/ 748966 w 1061034"/>
                <a:gd name="csY351" fmla="*/ 132347 h 873793"/>
                <a:gd name="csX352" fmla="*/ 750470 w 1061034"/>
                <a:gd name="csY352" fmla="*/ 130844 h 873793"/>
                <a:gd name="csX353" fmla="*/ 751222 w 1061034"/>
                <a:gd name="csY353" fmla="*/ 130092 h 873793"/>
                <a:gd name="csX354" fmla="*/ 751974 w 1061034"/>
                <a:gd name="csY354" fmla="*/ 128588 h 873793"/>
                <a:gd name="csX355" fmla="*/ 751974 w 1061034"/>
                <a:gd name="csY355" fmla="*/ 127084 h 873793"/>
                <a:gd name="csX356" fmla="*/ 752726 w 1061034"/>
                <a:gd name="csY356" fmla="*/ 123324 h 873793"/>
                <a:gd name="csX357" fmla="*/ 752726 w 1061034"/>
                <a:gd name="csY357" fmla="*/ 120316 h 873793"/>
                <a:gd name="csX358" fmla="*/ 753478 w 1061034"/>
                <a:gd name="csY358" fmla="*/ 118812 h 873793"/>
                <a:gd name="csX359" fmla="*/ 754230 w 1061034"/>
                <a:gd name="csY359" fmla="*/ 116556 h 873793"/>
                <a:gd name="csX360" fmla="*/ 754982 w 1061034"/>
                <a:gd name="csY360" fmla="*/ 115052 h 873793"/>
                <a:gd name="csX361" fmla="*/ 756486 w 1061034"/>
                <a:gd name="csY361" fmla="*/ 114300 h 873793"/>
                <a:gd name="csX362" fmla="*/ 757238 w 1061034"/>
                <a:gd name="csY362" fmla="*/ 112796 h 873793"/>
                <a:gd name="csX363" fmla="*/ 758742 w 1061034"/>
                <a:gd name="csY363" fmla="*/ 112796 h 873793"/>
                <a:gd name="csX364" fmla="*/ 764005 w 1061034"/>
                <a:gd name="csY364" fmla="*/ 112796 h 873793"/>
                <a:gd name="csX365" fmla="*/ 765509 w 1061034"/>
                <a:gd name="csY365" fmla="*/ 112796 h 873793"/>
                <a:gd name="csX366" fmla="*/ 767013 w 1061034"/>
                <a:gd name="csY366" fmla="*/ 111292 h 873793"/>
                <a:gd name="csX367" fmla="*/ 768517 w 1061034"/>
                <a:gd name="csY367" fmla="*/ 109788 h 873793"/>
                <a:gd name="csX368" fmla="*/ 770773 w 1061034"/>
                <a:gd name="csY368" fmla="*/ 106780 h 873793"/>
                <a:gd name="csX369" fmla="*/ 772277 w 1061034"/>
                <a:gd name="csY369" fmla="*/ 106028 h 873793"/>
                <a:gd name="csX370" fmla="*/ 774533 w 1061034"/>
                <a:gd name="csY370" fmla="*/ 105276 h 873793"/>
                <a:gd name="csX371" fmla="*/ 776789 w 1061034"/>
                <a:gd name="csY371" fmla="*/ 105276 h 873793"/>
                <a:gd name="csX372" fmla="*/ 779045 w 1061034"/>
                <a:gd name="csY372" fmla="*/ 106780 h 873793"/>
                <a:gd name="csX373" fmla="*/ 787316 w 1061034"/>
                <a:gd name="csY373" fmla="*/ 107532 h 873793"/>
                <a:gd name="csX374" fmla="*/ 789573 w 1061034"/>
                <a:gd name="csY374" fmla="*/ 109036 h 873793"/>
                <a:gd name="csX375" fmla="*/ 790324 w 1061034"/>
                <a:gd name="csY375" fmla="*/ 110540 h 873793"/>
                <a:gd name="csX376" fmla="*/ 791076 w 1061034"/>
                <a:gd name="csY376" fmla="*/ 112044 h 873793"/>
                <a:gd name="csX377" fmla="*/ 790324 w 1061034"/>
                <a:gd name="csY377" fmla="*/ 117308 h 873793"/>
                <a:gd name="csX378" fmla="*/ 795588 w 1061034"/>
                <a:gd name="csY378" fmla="*/ 121820 h 873793"/>
                <a:gd name="csX379" fmla="*/ 800852 w 1061034"/>
                <a:gd name="csY379" fmla="*/ 124828 h 873793"/>
                <a:gd name="csX380" fmla="*/ 806116 w 1061034"/>
                <a:gd name="csY380" fmla="*/ 129340 h 873793"/>
                <a:gd name="csX381" fmla="*/ 807620 w 1061034"/>
                <a:gd name="csY381" fmla="*/ 132347 h 873793"/>
                <a:gd name="csX382" fmla="*/ 809124 w 1061034"/>
                <a:gd name="csY382" fmla="*/ 135355 h 873793"/>
                <a:gd name="csX383" fmla="*/ 809124 w 1061034"/>
                <a:gd name="csY383" fmla="*/ 136859 h 873793"/>
                <a:gd name="csX384" fmla="*/ 809876 w 1061034"/>
                <a:gd name="csY384" fmla="*/ 138363 h 873793"/>
                <a:gd name="csX385" fmla="*/ 809124 w 1061034"/>
                <a:gd name="csY385" fmla="*/ 139867 h 873793"/>
                <a:gd name="csX386" fmla="*/ 803108 w 1061034"/>
                <a:gd name="csY386" fmla="*/ 152651 h 873793"/>
                <a:gd name="csX387" fmla="*/ 798596 w 1061034"/>
                <a:gd name="csY387" fmla="*/ 166186 h 873793"/>
                <a:gd name="csX388" fmla="*/ 798596 w 1061034"/>
                <a:gd name="csY388" fmla="*/ 167690 h 873793"/>
                <a:gd name="csX389" fmla="*/ 798596 w 1061034"/>
                <a:gd name="csY389" fmla="*/ 170698 h 873793"/>
                <a:gd name="csX390" fmla="*/ 798596 w 1061034"/>
                <a:gd name="csY390" fmla="*/ 172954 h 873793"/>
                <a:gd name="csX391" fmla="*/ 803108 w 1061034"/>
                <a:gd name="csY391" fmla="*/ 183482 h 873793"/>
                <a:gd name="csX392" fmla="*/ 803108 w 1061034"/>
                <a:gd name="csY392" fmla="*/ 185738 h 873793"/>
                <a:gd name="csX393" fmla="*/ 802356 w 1061034"/>
                <a:gd name="csY393" fmla="*/ 187242 h 873793"/>
                <a:gd name="csX394" fmla="*/ 801604 w 1061034"/>
                <a:gd name="csY394" fmla="*/ 188745 h 873793"/>
                <a:gd name="csX395" fmla="*/ 800100 w 1061034"/>
                <a:gd name="csY395" fmla="*/ 188745 h 873793"/>
                <a:gd name="csX396" fmla="*/ 796340 w 1061034"/>
                <a:gd name="csY396" fmla="*/ 188745 h 873793"/>
                <a:gd name="csX397" fmla="*/ 794836 w 1061034"/>
                <a:gd name="csY397" fmla="*/ 189497 h 873793"/>
                <a:gd name="csX398" fmla="*/ 793332 w 1061034"/>
                <a:gd name="csY398" fmla="*/ 190249 h 873793"/>
                <a:gd name="csX399" fmla="*/ 792580 w 1061034"/>
                <a:gd name="csY399" fmla="*/ 191753 h 873793"/>
                <a:gd name="csX400" fmla="*/ 792580 w 1061034"/>
                <a:gd name="csY400" fmla="*/ 193257 h 873793"/>
                <a:gd name="csX401" fmla="*/ 793332 w 1061034"/>
                <a:gd name="csY401" fmla="*/ 196265 h 873793"/>
                <a:gd name="csX402" fmla="*/ 791076 w 1061034"/>
                <a:gd name="csY402" fmla="*/ 200025 h 873793"/>
                <a:gd name="csX403" fmla="*/ 790324 w 1061034"/>
                <a:gd name="csY403" fmla="*/ 202281 h 873793"/>
                <a:gd name="csX404" fmla="*/ 790324 w 1061034"/>
                <a:gd name="csY404" fmla="*/ 204537 h 873793"/>
                <a:gd name="csX405" fmla="*/ 791076 w 1061034"/>
                <a:gd name="csY405" fmla="*/ 206041 h 873793"/>
                <a:gd name="csX406" fmla="*/ 792580 w 1061034"/>
                <a:gd name="csY406" fmla="*/ 207545 h 873793"/>
                <a:gd name="csX407" fmla="*/ 796340 w 1061034"/>
                <a:gd name="csY407" fmla="*/ 209049 h 873793"/>
                <a:gd name="csX408" fmla="*/ 797844 w 1061034"/>
                <a:gd name="csY408" fmla="*/ 210553 h 873793"/>
                <a:gd name="csX409" fmla="*/ 799348 w 1061034"/>
                <a:gd name="csY409" fmla="*/ 212809 h 873793"/>
                <a:gd name="csX410" fmla="*/ 800100 w 1061034"/>
                <a:gd name="csY410" fmla="*/ 215817 h 873793"/>
                <a:gd name="csX411" fmla="*/ 800100 w 1061034"/>
                <a:gd name="csY411" fmla="*/ 218072 h 873793"/>
                <a:gd name="csX412" fmla="*/ 799348 w 1061034"/>
                <a:gd name="csY412" fmla="*/ 224088 h 873793"/>
                <a:gd name="csX413" fmla="*/ 803860 w 1061034"/>
                <a:gd name="csY413" fmla="*/ 239880 h 873793"/>
                <a:gd name="csX414" fmla="*/ 804612 w 1061034"/>
                <a:gd name="csY414" fmla="*/ 241384 h 873793"/>
                <a:gd name="csX415" fmla="*/ 806116 w 1061034"/>
                <a:gd name="csY415" fmla="*/ 242888 h 873793"/>
                <a:gd name="csX416" fmla="*/ 806868 w 1061034"/>
                <a:gd name="csY416" fmla="*/ 245143 h 873793"/>
                <a:gd name="csX417" fmla="*/ 808372 w 1061034"/>
                <a:gd name="csY417" fmla="*/ 247400 h 873793"/>
                <a:gd name="csX418" fmla="*/ 809124 w 1061034"/>
                <a:gd name="csY418" fmla="*/ 248151 h 873793"/>
                <a:gd name="csX419" fmla="*/ 809876 w 1061034"/>
                <a:gd name="csY419" fmla="*/ 249655 h 873793"/>
                <a:gd name="csX420" fmla="*/ 809876 w 1061034"/>
                <a:gd name="csY420" fmla="*/ 251159 h 873793"/>
                <a:gd name="csX421" fmla="*/ 809124 w 1061034"/>
                <a:gd name="csY421" fmla="*/ 252663 h 873793"/>
                <a:gd name="csX422" fmla="*/ 808372 w 1061034"/>
                <a:gd name="csY422" fmla="*/ 253415 h 873793"/>
                <a:gd name="csX423" fmla="*/ 807620 w 1061034"/>
                <a:gd name="csY423" fmla="*/ 254167 h 873793"/>
                <a:gd name="csX424" fmla="*/ 806868 w 1061034"/>
                <a:gd name="csY424" fmla="*/ 255671 h 873793"/>
                <a:gd name="csX425" fmla="*/ 805364 w 1061034"/>
                <a:gd name="csY425" fmla="*/ 260183 h 873793"/>
                <a:gd name="csX426" fmla="*/ 803860 w 1061034"/>
                <a:gd name="csY426" fmla="*/ 261687 h 873793"/>
                <a:gd name="csX427" fmla="*/ 802356 w 1061034"/>
                <a:gd name="csY427" fmla="*/ 262439 h 873793"/>
                <a:gd name="csX428" fmla="*/ 799348 w 1061034"/>
                <a:gd name="csY428" fmla="*/ 263191 h 873793"/>
                <a:gd name="csX429" fmla="*/ 798596 w 1061034"/>
                <a:gd name="csY429" fmla="*/ 263943 h 873793"/>
                <a:gd name="csX430" fmla="*/ 797844 w 1061034"/>
                <a:gd name="csY430" fmla="*/ 264695 h 873793"/>
                <a:gd name="csX431" fmla="*/ 798596 w 1061034"/>
                <a:gd name="csY431" fmla="*/ 266199 h 873793"/>
                <a:gd name="csX432" fmla="*/ 799348 w 1061034"/>
                <a:gd name="csY432" fmla="*/ 267703 h 873793"/>
                <a:gd name="csX433" fmla="*/ 800852 w 1061034"/>
                <a:gd name="csY433" fmla="*/ 269207 h 873793"/>
                <a:gd name="csX434" fmla="*/ 801604 w 1061034"/>
                <a:gd name="csY434" fmla="*/ 271463 h 873793"/>
                <a:gd name="csX435" fmla="*/ 801604 w 1061034"/>
                <a:gd name="csY435" fmla="*/ 277478 h 873793"/>
                <a:gd name="csX436" fmla="*/ 802356 w 1061034"/>
                <a:gd name="csY436" fmla="*/ 278982 h 873793"/>
                <a:gd name="csX437" fmla="*/ 804612 w 1061034"/>
                <a:gd name="csY437" fmla="*/ 285750 h 873793"/>
                <a:gd name="csX438" fmla="*/ 804612 w 1061034"/>
                <a:gd name="csY438" fmla="*/ 287254 h 873793"/>
                <a:gd name="csX439" fmla="*/ 803860 w 1061034"/>
                <a:gd name="csY439" fmla="*/ 288758 h 873793"/>
                <a:gd name="csX440" fmla="*/ 802356 w 1061034"/>
                <a:gd name="csY440" fmla="*/ 294022 h 873793"/>
                <a:gd name="csX441" fmla="*/ 802356 w 1061034"/>
                <a:gd name="csY441" fmla="*/ 297030 h 873793"/>
                <a:gd name="csX442" fmla="*/ 802356 w 1061034"/>
                <a:gd name="csY442" fmla="*/ 299286 h 873793"/>
                <a:gd name="csX443" fmla="*/ 802356 w 1061034"/>
                <a:gd name="csY443" fmla="*/ 302294 h 873793"/>
                <a:gd name="csX444" fmla="*/ 802356 w 1061034"/>
                <a:gd name="csY444" fmla="*/ 304549 h 873793"/>
                <a:gd name="csX445" fmla="*/ 802356 w 1061034"/>
                <a:gd name="csY445" fmla="*/ 306053 h 873793"/>
                <a:gd name="csX446" fmla="*/ 798596 w 1061034"/>
                <a:gd name="csY446" fmla="*/ 312069 h 873793"/>
                <a:gd name="csX447" fmla="*/ 796340 w 1061034"/>
                <a:gd name="csY447" fmla="*/ 315829 h 873793"/>
                <a:gd name="csX448" fmla="*/ 796340 w 1061034"/>
                <a:gd name="csY448" fmla="*/ 318837 h 873793"/>
                <a:gd name="csX449" fmla="*/ 795588 w 1061034"/>
                <a:gd name="csY449" fmla="*/ 321845 h 873793"/>
                <a:gd name="csX450" fmla="*/ 795588 w 1061034"/>
                <a:gd name="csY450" fmla="*/ 327109 h 873793"/>
                <a:gd name="csX451" fmla="*/ 795588 w 1061034"/>
                <a:gd name="csY451" fmla="*/ 329365 h 873793"/>
                <a:gd name="csX452" fmla="*/ 797092 w 1061034"/>
                <a:gd name="csY452" fmla="*/ 331620 h 873793"/>
                <a:gd name="csX453" fmla="*/ 797844 w 1061034"/>
                <a:gd name="csY453" fmla="*/ 333124 h 873793"/>
                <a:gd name="csX454" fmla="*/ 799348 w 1061034"/>
                <a:gd name="csY454" fmla="*/ 335380 h 873793"/>
                <a:gd name="csX455" fmla="*/ 798596 w 1061034"/>
                <a:gd name="csY455" fmla="*/ 337636 h 873793"/>
                <a:gd name="csX456" fmla="*/ 797844 w 1061034"/>
                <a:gd name="csY456" fmla="*/ 342900 h 873793"/>
                <a:gd name="csX457" fmla="*/ 797092 w 1061034"/>
                <a:gd name="csY457" fmla="*/ 345156 h 873793"/>
                <a:gd name="csX458" fmla="*/ 797844 w 1061034"/>
                <a:gd name="csY458" fmla="*/ 346660 h 873793"/>
                <a:gd name="csX459" fmla="*/ 804612 w 1061034"/>
                <a:gd name="csY459" fmla="*/ 361699 h 873793"/>
                <a:gd name="csX460" fmla="*/ 805364 w 1061034"/>
                <a:gd name="csY460" fmla="*/ 363203 h 873793"/>
                <a:gd name="csX461" fmla="*/ 808372 w 1061034"/>
                <a:gd name="csY461" fmla="*/ 366211 h 873793"/>
                <a:gd name="csX462" fmla="*/ 809876 w 1061034"/>
                <a:gd name="csY462" fmla="*/ 367715 h 873793"/>
                <a:gd name="csX463" fmla="*/ 810628 w 1061034"/>
                <a:gd name="csY463" fmla="*/ 369219 h 873793"/>
                <a:gd name="csX464" fmla="*/ 811380 w 1061034"/>
                <a:gd name="csY464" fmla="*/ 371475 h 873793"/>
                <a:gd name="csX465" fmla="*/ 811380 w 1061034"/>
                <a:gd name="csY465" fmla="*/ 373731 h 873793"/>
                <a:gd name="csX466" fmla="*/ 811380 w 1061034"/>
                <a:gd name="csY466" fmla="*/ 376739 h 873793"/>
                <a:gd name="csX467" fmla="*/ 809876 w 1061034"/>
                <a:gd name="csY467" fmla="*/ 383507 h 873793"/>
                <a:gd name="csX468" fmla="*/ 809876 w 1061034"/>
                <a:gd name="csY468" fmla="*/ 394034 h 873793"/>
                <a:gd name="csX469" fmla="*/ 808372 w 1061034"/>
                <a:gd name="csY469" fmla="*/ 401554 h 873793"/>
                <a:gd name="csX470" fmla="*/ 807620 w 1061034"/>
                <a:gd name="csY470" fmla="*/ 407570 h 873793"/>
                <a:gd name="csX471" fmla="*/ 806868 w 1061034"/>
                <a:gd name="csY471" fmla="*/ 412082 h 873793"/>
                <a:gd name="csX472" fmla="*/ 807620 w 1061034"/>
                <a:gd name="csY472" fmla="*/ 413586 h 873793"/>
                <a:gd name="csX473" fmla="*/ 808372 w 1061034"/>
                <a:gd name="csY473" fmla="*/ 414338 h 873793"/>
                <a:gd name="csX474" fmla="*/ 809124 w 1061034"/>
                <a:gd name="csY474" fmla="*/ 414338 h 873793"/>
                <a:gd name="csX475" fmla="*/ 810628 w 1061034"/>
                <a:gd name="csY475" fmla="*/ 415090 h 873793"/>
                <a:gd name="csX476" fmla="*/ 812132 w 1061034"/>
                <a:gd name="csY476" fmla="*/ 415842 h 873793"/>
                <a:gd name="csX477" fmla="*/ 812884 w 1061034"/>
                <a:gd name="csY477" fmla="*/ 417345 h 873793"/>
                <a:gd name="csX478" fmla="*/ 812132 w 1061034"/>
                <a:gd name="csY478" fmla="*/ 419601 h 873793"/>
                <a:gd name="csX479" fmla="*/ 811380 w 1061034"/>
                <a:gd name="csY479" fmla="*/ 423361 h 873793"/>
                <a:gd name="csX480" fmla="*/ 810628 w 1061034"/>
                <a:gd name="csY480" fmla="*/ 425617 h 873793"/>
                <a:gd name="csX481" fmla="*/ 809124 w 1061034"/>
                <a:gd name="csY481" fmla="*/ 426369 h 873793"/>
                <a:gd name="csX482" fmla="*/ 807620 w 1061034"/>
                <a:gd name="csY482" fmla="*/ 426369 h 873793"/>
                <a:gd name="csX483" fmla="*/ 806868 w 1061034"/>
                <a:gd name="csY483" fmla="*/ 426369 h 873793"/>
                <a:gd name="csX484" fmla="*/ 806116 w 1061034"/>
                <a:gd name="csY484" fmla="*/ 425617 h 873793"/>
                <a:gd name="csX485" fmla="*/ 804612 w 1061034"/>
                <a:gd name="csY485" fmla="*/ 426369 h 873793"/>
                <a:gd name="csX486" fmla="*/ 804612 w 1061034"/>
                <a:gd name="csY486" fmla="*/ 428625 h 873793"/>
                <a:gd name="csX487" fmla="*/ 804612 w 1061034"/>
                <a:gd name="csY487" fmla="*/ 430881 h 873793"/>
                <a:gd name="csX488" fmla="*/ 806116 w 1061034"/>
                <a:gd name="csY488" fmla="*/ 436897 h 873793"/>
                <a:gd name="csX489" fmla="*/ 806116 w 1061034"/>
                <a:gd name="csY489" fmla="*/ 439905 h 873793"/>
                <a:gd name="csX490" fmla="*/ 806116 w 1061034"/>
                <a:gd name="csY490" fmla="*/ 442161 h 873793"/>
                <a:gd name="csX491" fmla="*/ 803860 w 1061034"/>
                <a:gd name="csY491" fmla="*/ 453440 h 873793"/>
                <a:gd name="csX492" fmla="*/ 803860 w 1061034"/>
                <a:gd name="csY492" fmla="*/ 455696 h 873793"/>
                <a:gd name="csX493" fmla="*/ 806116 w 1061034"/>
                <a:gd name="csY493" fmla="*/ 458704 h 873793"/>
                <a:gd name="csX494" fmla="*/ 812132 w 1061034"/>
                <a:gd name="csY494" fmla="*/ 460208 h 873793"/>
                <a:gd name="csX495" fmla="*/ 967790 w 1061034"/>
                <a:gd name="csY495" fmla="*/ 460960 h 873793"/>
                <a:gd name="csX496" fmla="*/ 968542 w 1061034"/>
                <a:gd name="csY496" fmla="*/ 461712 h 873793"/>
                <a:gd name="csX497" fmla="*/ 968542 w 1061034"/>
                <a:gd name="csY497" fmla="*/ 463216 h 873793"/>
                <a:gd name="csX498" fmla="*/ 967790 w 1061034"/>
                <a:gd name="csY498" fmla="*/ 464720 h 873793"/>
                <a:gd name="csX499" fmla="*/ 967790 w 1061034"/>
                <a:gd name="csY499" fmla="*/ 466976 h 873793"/>
                <a:gd name="csX500" fmla="*/ 968542 w 1061034"/>
                <a:gd name="csY500" fmla="*/ 469232 h 873793"/>
                <a:gd name="csX501" fmla="*/ 976814 w 1061034"/>
                <a:gd name="csY501" fmla="*/ 476752 h 873793"/>
                <a:gd name="csX502" fmla="*/ 978318 w 1061034"/>
                <a:gd name="csY502" fmla="*/ 477503 h 873793"/>
                <a:gd name="csX503" fmla="*/ 979822 w 1061034"/>
                <a:gd name="csY503" fmla="*/ 477503 h 873793"/>
                <a:gd name="csX504" fmla="*/ 981326 w 1061034"/>
                <a:gd name="csY504" fmla="*/ 476752 h 873793"/>
                <a:gd name="csX505" fmla="*/ 985837 w 1061034"/>
                <a:gd name="csY505" fmla="*/ 473743 h 873793"/>
                <a:gd name="csX506" fmla="*/ 987342 w 1061034"/>
                <a:gd name="csY506" fmla="*/ 472992 h 873793"/>
                <a:gd name="csX507" fmla="*/ 988846 w 1061034"/>
                <a:gd name="csY507" fmla="*/ 472240 h 873793"/>
                <a:gd name="csX508" fmla="*/ 990349 w 1061034"/>
                <a:gd name="csY508" fmla="*/ 472240 h 873793"/>
                <a:gd name="csX509" fmla="*/ 992605 w 1061034"/>
                <a:gd name="csY509" fmla="*/ 472992 h 873793"/>
                <a:gd name="csX510" fmla="*/ 997117 w 1061034"/>
                <a:gd name="csY510" fmla="*/ 476752 h 873793"/>
                <a:gd name="csX511" fmla="*/ 999373 w 1061034"/>
                <a:gd name="csY511" fmla="*/ 476752 h 873793"/>
                <a:gd name="csX512" fmla="*/ 1005389 w 1061034"/>
                <a:gd name="csY512" fmla="*/ 479007 h 873793"/>
                <a:gd name="csX513" fmla="*/ 1007645 w 1061034"/>
                <a:gd name="csY513" fmla="*/ 479007 h 873793"/>
                <a:gd name="csX514" fmla="*/ 1009149 w 1061034"/>
                <a:gd name="csY514" fmla="*/ 478255 h 873793"/>
                <a:gd name="csX515" fmla="*/ 1010653 w 1061034"/>
                <a:gd name="csY515" fmla="*/ 477503 h 873793"/>
                <a:gd name="csX516" fmla="*/ 1012157 w 1061034"/>
                <a:gd name="csY516" fmla="*/ 476752 h 873793"/>
                <a:gd name="csX517" fmla="*/ 1013661 w 1061034"/>
                <a:gd name="csY517" fmla="*/ 476752 h 873793"/>
                <a:gd name="csX518" fmla="*/ 1018925 w 1061034"/>
                <a:gd name="csY518" fmla="*/ 478255 h 873793"/>
                <a:gd name="csX519" fmla="*/ 1020428 w 1061034"/>
                <a:gd name="csY519" fmla="*/ 479007 h 873793"/>
                <a:gd name="csX520" fmla="*/ 1022684 w 1061034"/>
                <a:gd name="csY520" fmla="*/ 478255 h 873793"/>
                <a:gd name="csX521" fmla="*/ 1024188 w 1061034"/>
                <a:gd name="csY521" fmla="*/ 478255 h 873793"/>
                <a:gd name="csX522" fmla="*/ 1025692 w 1061034"/>
                <a:gd name="csY522" fmla="*/ 479007 h 873793"/>
                <a:gd name="csX523" fmla="*/ 1028700 w 1061034"/>
                <a:gd name="csY523" fmla="*/ 481263 h 873793"/>
                <a:gd name="csX524" fmla="*/ 1032460 w 1061034"/>
                <a:gd name="csY524" fmla="*/ 482015 h 873793"/>
                <a:gd name="csX525" fmla="*/ 1033964 w 1061034"/>
                <a:gd name="csY525" fmla="*/ 482767 h 873793"/>
                <a:gd name="csX526" fmla="*/ 1035468 w 1061034"/>
                <a:gd name="csY526" fmla="*/ 485023 h 873793"/>
                <a:gd name="csX527" fmla="*/ 1037724 w 1061034"/>
                <a:gd name="csY527" fmla="*/ 491039 h 873793"/>
                <a:gd name="csX528" fmla="*/ 1038476 w 1061034"/>
                <a:gd name="csY528" fmla="*/ 494047 h 873793"/>
                <a:gd name="csX529" fmla="*/ 1038476 w 1061034"/>
                <a:gd name="csY529" fmla="*/ 496303 h 873793"/>
                <a:gd name="csX530" fmla="*/ 1039228 w 1061034"/>
                <a:gd name="csY530" fmla="*/ 499311 h 873793"/>
                <a:gd name="csX531" fmla="*/ 1040732 w 1061034"/>
                <a:gd name="csY531" fmla="*/ 503071 h 873793"/>
                <a:gd name="csX532" fmla="*/ 1047499 w 1061034"/>
                <a:gd name="csY532" fmla="*/ 516606 h 873793"/>
                <a:gd name="csX533" fmla="*/ 1048251 w 1061034"/>
                <a:gd name="csY533" fmla="*/ 520366 h 873793"/>
                <a:gd name="csX534" fmla="*/ 1047499 w 1061034"/>
                <a:gd name="csY534" fmla="*/ 521870 h 873793"/>
                <a:gd name="csX535" fmla="*/ 1046747 w 1061034"/>
                <a:gd name="csY535" fmla="*/ 523374 h 873793"/>
                <a:gd name="csX536" fmla="*/ 1045244 w 1061034"/>
                <a:gd name="csY536" fmla="*/ 524878 h 873793"/>
                <a:gd name="csX537" fmla="*/ 1043740 w 1061034"/>
                <a:gd name="csY537" fmla="*/ 526382 h 873793"/>
                <a:gd name="csX538" fmla="*/ 1042236 w 1061034"/>
                <a:gd name="csY538" fmla="*/ 527134 h 873793"/>
                <a:gd name="csX539" fmla="*/ 1040732 w 1061034"/>
                <a:gd name="csY539" fmla="*/ 527886 h 873793"/>
                <a:gd name="csX540" fmla="*/ 1039228 w 1061034"/>
                <a:gd name="csY540" fmla="*/ 529390 h 873793"/>
                <a:gd name="csX541" fmla="*/ 1038476 w 1061034"/>
                <a:gd name="csY541" fmla="*/ 530893 h 873793"/>
                <a:gd name="csX542" fmla="*/ 1037724 w 1061034"/>
                <a:gd name="csY542" fmla="*/ 534653 h 873793"/>
                <a:gd name="csX543" fmla="*/ 1036972 w 1061034"/>
                <a:gd name="csY543" fmla="*/ 536157 h 873793"/>
                <a:gd name="csX544" fmla="*/ 1034716 w 1061034"/>
                <a:gd name="csY544" fmla="*/ 538413 h 873793"/>
                <a:gd name="csX545" fmla="*/ 1032460 w 1061034"/>
                <a:gd name="csY545" fmla="*/ 541421 h 873793"/>
                <a:gd name="csX546" fmla="*/ 1030956 w 1061034"/>
                <a:gd name="csY546" fmla="*/ 543677 h 873793"/>
                <a:gd name="csX547" fmla="*/ 1021180 w 1061034"/>
                <a:gd name="csY547" fmla="*/ 550445 h 873793"/>
                <a:gd name="csX548" fmla="*/ 1019676 w 1061034"/>
                <a:gd name="csY548" fmla="*/ 551949 h 873793"/>
                <a:gd name="csX549" fmla="*/ 1018925 w 1061034"/>
                <a:gd name="csY549" fmla="*/ 553453 h 873793"/>
                <a:gd name="csX550" fmla="*/ 1018925 w 1061034"/>
                <a:gd name="csY550" fmla="*/ 554957 h 873793"/>
                <a:gd name="csX551" fmla="*/ 1018172 w 1061034"/>
                <a:gd name="csY551" fmla="*/ 562476 h 873793"/>
                <a:gd name="csX552" fmla="*/ 1018925 w 1061034"/>
                <a:gd name="csY552" fmla="*/ 576012 h 873793"/>
                <a:gd name="csX553" fmla="*/ 1019676 w 1061034"/>
                <a:gd name="csY553" fmla="*/ 577516 h 873793"/>
                <a:gd name="csX554" fmla="*/ 1021180 w 1061034"/>
                <a:gd name="csY554" fmla="*/ 581276 h 873793"/>
                <a:gd name="csX555" fmla="*/ 1021180 w 1061034"/>
                <a:gd name="csY555" fmla="*/ 583532 h 873793"/>
                <a:gd name="csX556" fmla="*/ 1021180 w 1061034"/>
                <a:gd name="csY556" fmla="*/ 590299 h 873793"/>
                <a:gd name="csX557" fmla="*/ 1021932 w 1061034"/>
                <a:gd name="csY557" fmla="*/ 592555 h 873793"/>
                <a:gd name="csX558" fmla="*/ 1022684 w 1061034"/>
                <a:gd name="csY558" fmla="*/ 596315 h 873793"/>
                <a:gd name="csX559" fmla="*/ 1024188 w 1061034"/>
                <a:gd name="csY559" fmla="*/ 598571 h 873793"/>
                <a:gd name="csX560" fmla="*/ 1025692 w 1061034"/>
                <a:gd name="csY560" fmla="*/ 600827 h 873793"/>
                <a:gd name="csX561" fmla="*/ 1027196 w 1061034"/>
                <a:gd name="csY561" fmla="*/ 601579 h 873793"/>
                <a:gd name="csX562" fmla="*/ 1028700 w 1061034"/>
                <a:gd name="csY562" fmla="*/ 601579 h 873793"/>
                <a:gd name="csX563" fmla="*/ 1031708 w 1061034"/>
                <a:gd name="csY563" fmla="*/ 600075 h 873793"/>
                <a:gd name="csX564" fmla="*/ 1033212 w 1061034"/>
                <a:gd name="csY564" fmla="*/ 600075 h 873793"/>
                <a:gd name="csX565" fmla="*/ 1034716 w 1061034"/>
                <a:gd name="csY565" fmla="*/ 600075 h 873793"/>
                <a:gd name="csX566" fmla="*/ 1035468 w 1061034"/>
                <a:gd name="csY566" fmla="*/ 600827 h 873793"/>
                <a:gd name="csX567" fmla="*/ 1036972 w 1061034"/>
                <a:gd name="csY567" fmla="*/ 602331 h 873793"/>
                <a:gd name="csX568" fmla="*/ 1039980 w 1061034"/>
                <a:gd name="csY568" fmla="*/ 610603 h 873793"/>
                <a:gd name="csX569" fmla="*/ 1042988 w 1061034"/>
                <a:gd name="csY569" fmla="*/ 617370 h 873793"/>
                <a:gd name="csX570" fmla="*/ 1044492 w 1061034"/>
                <a:gd name="csY570" fmla="*/ 623386 h 873793"/>
                <a:gd name="csX571" fmla="*/ 1050507 w 1061034"/>
                <a:gd name="csY571" fmla="*/ 630906 h 873793"/>
                <a:gd name="csX572" fmla="*/ 1051259 w 1061034"/>
                <a:gd name="csY572" fmla="*/ 633162 h 873793"/>
                <a:gd name="csX573" fmla="*/ 1051259 w 1061034"/>
                <a:gd name="csY573" fmla="*/ 635418 h 873793"/>
                <a:gd name="csX574" fmla="*/ 1051259 w 1061034"/>
                <a:gd name="csY574" fmla="*/ 652713 h 873793"/>
                <a:gd name="csX575" fmla="*/ 1051259 w 1061034"/>
                <a:gd name="csY575" fmla="*/ 655721 h 873793"/>
                <a:gd name="csX576" fmla="*/ 1052011 w 1061034"/>
                <a:gd name="csY576" fmla="*/ 657977 h 873793"/>
                <a:gd name="csX577" fmla="*/ 1055771 w 1061034"/>
                <a:gd name="csY577" fmla="*/ 665497 h 873793"/>
                <a:gd name="csX578" fmla="*/ 1058779 w 1061034"/>
                <a:gd name="csY578" fmla="*/ 671513 h 873793"/>
                <a:gd name="csX579" fmla="*/ 1061035 w 1061034"/>
                <a:gd name="csY579" fmla="*/ 675273 h 873793"/>
                <a:gd name="csX580" fmla="*/ 1061035 w 1061034"/>
                <a:gd name="csY580" fmla="*/ 676776 h 873793"/>
                <a:gd name="csX581" fmla="*/ 1061035 w 1061034"/>
                <a:gd name="csY581" fmla="*/ 678280 h 873793"/>
                <a:gd name="csX582" fmla="*/ 1058027 w 1061034"/>
                <a:gd name="csY582" fmla="*/ 684296 h 873793"/>
                <a:gd name="csX583" fmla="*/ 1048251 w 1061034"/>
                <a:gd name="csY583" fmla="*/ 711367 h 873793"/>
                <a:gd name="csX584" fmla="*/ 1036220 w 1061034"/>
                <a:gd name="csY584" fmla="*/ 724903 h 873793"/>
                <a:gd name="csX585" fmla="*/ 1034716 w 1061034"/>
                <a:gd name="csY585" fmla="*/ 726407 h 873793"/>
                <a:gd name="csX586" fmla="*/ 1033964 w 1061034"/>
                <a:gd name="csY586" fmla="*/ 728663 h 873793"/>
                <a:gd name="csX587" fmla="*/ 1032460 w 1061034"/>
                <a:gd name="csY587" fmla="*/ 734678 h 873793"/>
                <a:gd name="csX588" fmla="*/ 1030956 w 1061034"/>
                <a:gd name="csY588" fmla="*/ 742198 h 873793"/>
                <a:gd name="csX589" fmla="*/ 1030204 w 1061034"/>
                <a:gd name="csY589" fmla="*/ 745958 h 873793"/>
                <a:gd name="csX590" fmla="*/ 1028700 w 1061034"/>
                <a:gd name="csY590" fmla="*/ 748966 h 873793"/>
                <a:gd name="csX591" fmla="*/ 1027948 w 1061034"/>
                <a:gd name="csY591" fmla="*/ 751222 h 873793"/>
                <a:gd name="csX592" fmla="*/ 1023436 w 1061034"/>
                <a:gd name="csY592" fmla="*/ 757238 h 873793"/>
                <a:gd name="csX593" fmla="*/ 1021932 w 1061034"/>
                <a:gd name="csY593" fmla="*/ 759493 h 873793"/>
                <a:gd name="csX594" fmla="*/ 1020428 w 1061034"/>
                <a:gd name="csY594" fmla="*/ 760245 h 873793"/>
                <a:gd name="csX595" fmla="*/ 1018172 w 1061034"/>
                <a:gd name="csY595" fmla="*/ 760997 h 873793"/>
                <a:gd name="csX596" fmla="*/ 1011405 w 1061034"/>
                <a:gd name="csY596" fmla="*/ 762502 h 873793"/>
                <a:gd name="csX597" fmla="*/ 1009901 w 1061034"/>
                <a:gd name="csY597" fmla="*/ 763253 h 873793"/>
                <a:gd name="csX598" fmla="*/ 1007645 w 1061034"/>
                <a:gd name="csY598" fmla="*/ 764005 h 873793"/>
                <a:gd name="csX599" fmla="*/ 1004637 w 1061034"/>
                <a:gd name="csY599" fmla="*/ 766261 h 873793"/>
                <a:gd name="csX600" fmla="*/ 1003133 w 1061034"/>
                <a:gd name="csY600" fmla="*/ 767765 h 873793"/>
                <a:gd name="csX601" fmla="*/ 1001629 w 1061034"/>
                <a:gd name="csY601" fmla="*/ 770773 h 873793"/>
                <a:gd name="csX602" fmla="*/ 995613 w 1061034"/>
                <a:gd name="csY602" fmla="*/ 776789 h 873793"/>
                <a:gd name="csX603" fmla="*/ 994109 w 1061034"/>
                <a:gd name="csY603" fmla="*/ 779045 h 873793"/>
                <a:gd name="csX604" fmla="*/ 993357 w 1061034"/>
                <a:gd name="csY604" fmla="*/ 781301 h 873793"/>
                <a:gd name="csX605" fmla="*/ 993357 w 1061034"/>
                <a:gd name="csY605" fmla="*/ 782805 h 873793"/>
                <a:gd name="csX606" fmla="*/ 994109 w 1061034"/>
                <a:gd name="csY606" fmla="*/ 787317 h 873793"/>
                <a:gd name="csX607" fmla="*/ 994109 w 1061034"/>
                <a:gd name="csY607" fmla="*/ 788821 h 873793"/>
                <a:gd name="csX608" fmla="*/ 992605 w 1061034"/>
                <a:gd name="csY608" fmla="*/ 791828 h 873793"/>
                <a:gd name="csX609" fmla="*/ 982830 w 1061034"/>
                <a:gd name="csY609" fmla="*/ 809124 h 873793"/>
                <a:gd name="csX610" fmla="*/ 981326 w 1061034"/>
                <a:gd name="csY610" fmla="*/ 812884 h 873793"/>
                <a:gd name="csX611" fmla="*/ 980574 w 1061034"/>
                <a:gd name="csY611" fmla="*/ 815891 h 873793"/>
                <a:gd name="csX612" fmla="*/ 979822 w 1061034"/>
                <a:gd name="csY612" fmla="*/ 821155 h 873793"/>
                <a:gd name="csX613" fmla="*/ 978318 w 1061034"/>
                <a:gd name="csY613" fmla="*/ 825667 h 873793"/>
                <a:gd name="csX614" fmla="*/ 978318 w 1061034"/>
                <a:gd name="csY614" fmla="*/ 830179 h 873793"/>
                <a:gd name="csX615" fmla="*/ 977566 w 1061034"/>
                <a:gd name="csY615" fmla="*/ 832435 h 873793"/>
                <a:gd name="csX616" fmla="*/ 976062 w 1061034"/>
                <a:gd name="csY616" fmla="*/ 835443 h 873793"/>
                <a:gd name="csX617" fmla="*/ 974558 w 1061034"/>
                <a:gd name="csY617" fmla="*/ 837699 h 873793"/>
                <a:gd name="csX618" fmla="*/ 973054 w 1061034"/>
                <a:gd name="csY618" fmla="*/ 839203 h 873793"/>
                <a:gd name="csX619" fmla="*/ 961022 w 1061034"/>
                <a:gd name="csY619" fmla="*/ 845970 h 873793"/>
                <a:gd name="csX620" fmla="*/ 934703 w 1061034"/>
                <a:gd name="csY620" fmla="*/ 864018 h 873793"/>
                <a:gd name="csX621" fmla="*/ 928688 w 1061034"/>
                <a:gd name="csY621" fmla="*/ 868530 h 873793"/>
                <a:gd name="csX622" fmla="*/ 924928 w 1061034"/>
                <a:gd name="csY622" fmla="*/ 873794 h 873793"/>
                <a:gd name="csX623" fmla="*/ 912896 w 1061034"/>
                <a:gd name="csY623" fmla="*/ 864018 h 873793"/>
                <a:gd name="csX624" fmla="*/ 902369 w 1061034"/>
                <a:gd name="csY624" fmla="*/ 860258 h 873793"/>
                <a:gd name="csX625" fmla="*/ 901617 w 1061034"/>
                <a:gd name="csY625" fmla="*/ 858754 h 873793"/>
                <a:gd name="csX626" fmla="*/ 898609 w 1061034"/>
                <a:gd name="csY626" fmla="*/ 856498 h 873793"/>
                <a:gd name="csX627" fmla="*/ 894097 w 1061034"/>
                <a:gd name="csY627" fmla="*/ 854994 h 873793"/>
                <a:gd name="csX628" fmla="*/ 886577 w 1061034"/>
                <a:gd name="csY628" fmla="*/ 854994 h 873793"/>
                <a:gd name="csX629" fmla="*/ 879809 w 1061034"/>
                <a:gd name="csY629" fmla="*/ 853490 h 873793"/>
                <a:gd name="csX630" fmla="*/ 876801 w 1061034"/>
                <a:gd name="csY630" fmla="*/ 850482 h 873793"/>
                <a:gd name="csX631" fmla="*/ 876801 w 1061034"/>
                <a:gd name="csY631" fmla="*/ 844467 h 873793"/>
                <a:gd name="csX632" fmla="*/ 876050 w 1061034"/>
                <a:gd name="csY632" fmla="*/ 842963 h 873793"/>
                <a:gd name="csX633" fmla="*/ 873793 w 1061034"/>
                <a:gd name="csY633" fmla="*/ 842963 h 873793"/>
                <a:gd name="csX634" fmla="*/ 872290 w 1061034"/>
                <a:gd name="csY634" fmla="*/ 844467 h 873793"/>
                <a:gd name="csX635" fmla="*/ 871538 w 1061034"/>
                <a:gd name="csY635" fmla="*/ 844467 h 873793"/>
                <a:gd name="csX636" fmla="*/ 864770 w 1061034"/>
                <a:gd name="csY636" fmla="*/ 845970 h 873793"/>
                <a:gd name="csX637" fmla="*/ 862514 w 1061034"/>
                <a:gd name="csY637" fmla="*/ 847474 h 873793"/>
                <a:gd name="csX638" fmla="*/ 861762 w 1061034"/>
                <a:gd name="csY638" fmla="*/ 850482 h 873793"/>
                <a:gd name="csX639" fmla="*/ 860258 w 1061034"/>
                <a:gd name="csY639" fmla="*/ 851234 h 873793"/>
                <a:gd name="csX640" fmla="*/ 850482 w 1061034"/>
                <a:gd name="csY640" fmla="*/ 851234 h 873793"/>
                <a:gd name="csX641" fmla="*/ 846722 w 1061034"/>
                <a:gd name="csY641" fmla="*/ 851986 h 873793"/>
                <a:gd name="csX642" fmla="*/ 845219 w 1061034"/>
                <a:gd name="csY642" fmla="*/ 851986 h 873793"/>
                <a:gd name="csX643" fmla="*/ 843714 w 1061034"/>
                <a:gd name="csY643" fmla="*/ 851234 h 873793"/>
                <a:gd name="csX644" fmla="*/ 840707 w 1061034"/>
                <a:gd name="csY644" fmla="*/ 848979 h 873793"/>
                <a:gd name="csX645" fmla="*/ 834691 w 1061034"/>
                <a:gd name="csY645" fmla="*/ 848226 h 873793"/>
                <a:gd name="csX646" fmla="*/ 832435 w 1061034"/>
                <a:gd name="csY646" fmla="*/ 847474 h 873793"/>
                <a:gd name="csX647" fmla="*/ 830179 w 1061034"/>
                <a:gd name="csY647" fmla="*/ 847474 h 873793"/>
                <a:gd name="csX648" fmla="*/ 820403 w 1061034"/>
                <a:gd name="csY648" fmla="*/ 852738 h 873793"/>
                <a:gd name="csX649" fmla="*/ 813636 w 1061034"/>
                <a:gd name="csY649" fmla="*/ 854994 h 873793"/>
                <a:gd name="csX650" fmla="*/ 806868 w 1061034"/>
                <a:gd name="csY650" fmla="*/ 855746 h 873793"/>
                <a:gd name="csX651" fmla="*/ 799348 w 1061034"/>
                <a:gd name="csY651" fmla="*/ 854242 h 873793"/>
                <a:gd name="csX652" fmla="*/ 797844 w 1061034"/>
                <a:gd name="csY652" fmla="*/ 853490 h 873793"/>
                <a:gd name="csX653" fmla="*/ 794084 w 1061034"/>
                <a:gd name="csY653" fmla="*/ 848979 h 873793"/>
                <a:gd name="csX654" fmla="*/ 793332 w 1061034"/>
                <a:gd name="csY654" fmla="*/ 848979 h 873793"/>
                <a:gd name="csX655" fmla="*/ 792580 w 1061034"/>
                <a:gd name="csY655" fmla="*/ 848979 h 873793"/>
                <a:gd name="csX656" fmla="*/ 782053 w 1061034"/>
                <a:gd name="csY656" fmla="*/ 849730 h 873793"/>
                <a:gd name="csX657" fmla="*/ 778293 w 1061034"/>
                <a:gd name="csY657" fmla="*/ 851234 h 873793"/>
                <a:gd name="csX658" fmla="*/ 774533 w 1061034"/>
                <a:gd name="csY658" fmla="*/ 851986 h 873793"/>
                <a:gd name="csX659" fmla="*/ 771525 w 1061034"/>
                <a:gd name="csY659" fmla="*/ 854242 h 873793"/>
                <a:gd name="csX660" fmla="*/ 768517 w 1061034"/>
                <a:gd name="csY660" fmla="*/ 852738 h 873793"/>
                <a:gd name="csX661" fmla="*/ 765509 w 1061034"/>
                <a:gd name="csY661" fmla="*/ 853490 h 873793"/>
                <a:gd name="csX662" fmla="*/ 762501 w 1061034"/>
                <a:gd name="csY662" fmla="*/ 854242 h 873793"/>
                <a:gd name="csX663" fmla="*/ 759494 w 1061034"/>
                <a:gd name="csY663" fmla="*/ 854994 h 873793"/>
                <a:gd name="csX664" fmla="*/ 756486 w 1061034"/>
                <a:gd name="csY664" fmla="*/ 854242 h 873793"/>
                <a:gd name="csX665" fmla="*/ 754982 w 1061034"/>
                <a:gd name="csY665" fmla="*/ 852738 h 873793"/>
                <a:gd name="csX666" fmla="*/ 751222 w 1061034"/>
                <a:gd name="csY666" fmla="*/ 842211 h 873793"/>
                <a:gd name="csX667" fmla="*/ 751222 w 1061034"/>
                <a:gd name="csY667" fmla="*/ 841459 h 873793"/>
                <a:gd name="csX668" fmla="*/ 749718 w 1061034"/>
                <a:gd name="csY668" fmla="*/ 839955 h 873793"/>
                <a:gd name="csX669" fmla="*/ 746710 w 1061034"/>
                <a:gd name="csY669" fmla="*/ 838451 h 873793"/>
                <a:gd name="csX670" fmla="*/ 745206 w 1061034"/>
                <a:gd name="csY670" fmla="*/ 837699 h 873793"/>
                <a:gd name="csX671" fmla="*/ 737686 w 1061034"/>
                <a:gd name="csY671" fmla="*/ 830179 h 873793"/>
                <a:gd name="csX672" fmla="*/ 735430 w 1061034"/>
                <a:gd name="csY672" fmla="*/ 828675 h 873793"/>
                <a:gd name="csX673" fmla="*/ 731670 w 1061034"/>
                <a:gd name="csY673" fmla="*/ 827171 h 873793"/>
                <a:gd name="csX674" fmla="*/ 730918 w 1061034"/>
                <a:gd name="csY674" fmla="*/ 826419 h 873793"/>
                <a:gd name="csX675" fmla="*/ 728663 w 1061034"/>
                <a:gd name="csY675" fmla="*/ 822659 h 873793"/>
                <a:gd name="csX676" fmla="*/ 728663 w 1061034"/>
                <a:gd name="csY676" fmla="*/ 821907 h 873793"/>
                <a:gd name="csX677" fmla="*/ 726407 w 1061034"/>
                <a:gd name="csY677" fmla="*/ 821155 h 873793"/>
                <a:gd name="csX678" fmla="*/ 719639 w 1061034"/>
                <a:gd name="csY678" fmla="*/ 813636 h 873793"/>
                <a:gd name="csX679" fmla="*/ 716631 w 1061034"/>
                <a:gd name="csY679" fmla="*/ 811380 h 873793"/>
                <a:gd name="csX680" fmla="*/ 715127 w 1061034"/>
                <a:gd name="csY680" fmla="*/ 809124 h 873793"/>
                <a:gd name="csX681" fmla="*/ 714375 w 1061034"/>
                <a:gd name="csY681" fmla="*/ 806116 h 873793"/>
                <a:gd name="csX682" fmla="*/ 714375 w 1061034"/>
                <a:gd name="csY682" fmla="*/ 796340 h 873793"/>
                <a:gd name="csX683" fmla="*/ 714375 w 1061034"/>
                <a:gd name="csY683" fmla="*/ 794084 h 873793"/>
                <a:gd name="csX684" fmla="*/ 713623 w 1061034"/>
                <a:gd name="csY684" fmla="*/ 793332 h 873793"/>
                <a:gd name="csX685" fmla="*/ 712119 w 1061034"/>
                <a:gd name="csY685" fmla="*/ 794084 h 873793"/>
                <a:gd name="csX686" fmla="*/ 710615 w 1061034"/>
                <a:gd name="csY686" fmla="*/ 793332 h 873793"/>
                <a:gd name="csX687" fmla="*/ 706855 w 1061034"/>
                <a:gd name="csY687" fmla="*/ 788821 h 873793"/>
                <a:gd name="csX688" fmla="*/ 705351 w 1061034"/>
                <a:gd name="csY688" fmla="*/ 788821 h 873793"/>
                <a:gd name="csX689" fmla="*/ 705351 w 1061034"/>
                <a:gd name="csY689" fmla="*/ 792580 h 873793"/>
                <a:gd name="csX690" fmla="*/ 700839 w 1061034"/>
                <a:gd name="csY690" fmla="*/ 789572 h 873793"/>
                <a:gd name="csX691" fmla="*/ 699336 w 1061034"/>
                <a:gd name="csY691" fmla="*/ 788821 h 873793"/>
                <a:gd name="csX692" fmla="*/ 697832 w 1061034"/>
                <a:gd name="csY692" fmla="*/ 789572 h 873793"/>
                <a:gd name="csX693" fmla="*/ 692568 w 1061034"/>
                <a:gd name="csY693" fmla="*/ 790324 h 873793"/>
                <a:gd name="csX694" fmla="*/ 690312 w 1061034"/>
                <a:gd name="csY694" fmla="*/ 791828 h 873793"/>
                <a:gd name="csX695" fmla="*/ 687304 w 1061034"/>
                <a:gd name="csY695" fmla="*/ 792580 h 873793"/>
                <a:gd name="csX696" fmla="*/ 684296 w 1061034"/>
                <a:gd name="csY696" fmla="*/ 791076 h 873793"/>
                <a:gd name="csX697" fmla="*/ 682792 w 1061034"/>
                <a:gd name="csY697" fmla="*/ 792580 h 873793"/>
                <a:gd name="csX698" fmla="*/ 680536 w 1061034"/>
                <a:gd name="csY698" fmla="*/ 792580 h 873793"/>
                <a:gd name="csX699" fmla="*/ 673768 w 1061034"/>
                <a:gd name="csY699" fmla="*/ 791828 h 873793"/>
                <a:gd name="csX700" fmla="*/ 672265 w 1061034"/>
                <a:gd name="csY700" fmla="*/ 791828 h 873793"/>
                <a:gd name="csX701" fmla="*/ 670009 w 1061034"/>
                <a:gd name="csY701" fmla="*/ 790324 h 873793"/>
                <a:gd name="csX702" fmla="*/ 669257 w 1061034"/>
                <a:gd name="csY702" fmla="*/ 789572 h 873793"/>
                <a:gd name="csX703" fmla="*/ 667753 w 1061034"/>
                <a:gd name="csY703" fmla="*/ 790324 h 873793"/>
                <a:gd name="csX704" fmla="*/ 667001 w 1061034"/>
                <a:gd name="csY704" fmla="*/ 789572 h 873793"/>
                <a:gd name="csX705" fmla="*/ 667001 w 1061034"/>
                <a:gd name="csY705" fmla="*/ 788069 h 873793"/>
                <a:gd name="csX706" fmla="*/ 666249 w 1061034"/>
                <a:gd name="csY706" fmla="*/ 787317 h 873793"/>
                <a:gd name="csX707" fmla="*/ 662489 w 1061034"/>
                <a:gd name="csY707" fmla="*/ 782805 h 873793"/>
                <a:gd name="csX708" fmla="*/ 660233 w 1061034"/>
                <a:gd name="csY708" fmla="*/ 781301 h 873793"/>
                <a:gd name="csX709" fmla="*/ 657225 w 1061034"/>
                <a:gd name="csY709" fmla="*/ 780549 h 873793"/>
                <a:gd name="csX710" fmla="*/ 647449 w 1061034"/>
                <a:gd name="csY710" fmla="*/ 780549 h 873793"/>
                <a:gd name="csX711" fmla="*/ 634666 w 1061034"/>
                <a:gd name="csY711" fmla="*/ 775285 h 873793"/>
                <a:gd name="csX712" fmla="*/ 633914 w 1061034"/>
                <a:gd name="csY712" fmla="*/ 774533 h 873793"/>
                <a:gd name="csX713" fmla="*/ 633914 w 1061034"/>
                <a:gd name="csY713" fmla="*/ 770773 h 873793"/>
                <a:gd name="csX714" fmla="*/ 633162 w 1061034"/>
                <a:gd name="csY714" fmla="*/ 769269 h 873793"/>
                <a:gd name="csX715" fmla="*/ 631658 w 1061034"/>
                <a:gd name="csY715" fmla="*/ 767765 h 873793"/>
                <a:gd name="csX716" fmla="*/ 630154 w 1061034"/>
                <a:gd name="csY716" fmla="*/ 767013 h 873793"/>
                <a:gd name="csX717" fmla="*/ 627898 w 1061034"/>
                <a:gd name="csY717" fmla="*/ 764757 h 873793"/>
                <a:gd name="csX718" fmla="*/ 625642 w 1061034"/>
                <a:gd name="csY718" fmla="*/ 765509 h 873793"/>
                <a:gd name="csX719" fmla="*/ 624138 w 1061034"/>
                <a:gd name="csY719" fmla="*/ 766261 h 873793"/>
                <a:gd name="csX720" fmla="*/ 622634 w 1061034"/>
                <a:gd name="csY720" fmla="*/ 767765 h 873793"/>
                <a:gd name="csX721" fmla="*/ 619626 w 1061034"/>
                <a:gd name="csY721" fmla="*/ 767765 h 873793"/>
                <a:gd name="csX722" fmla="*/ 616619 w 1061034"/>
                <a:gd name="csY722" fmla="*/ 767765 h 873793"/>
                <a:gd name="csX723" fmla="*/ 615115 w 1061034"/>
                <a:gd name="csY723" fmla="*/ 769269 h 873793"/>
                <a:gd name="csX724" fmla="*/ 615115 w 1061034"/>
                <a:gd name="csY724" fmla="*/ 772277 h 873793"/>
                <a:gd name="csX725" fmla="*/ 612107 w 1061034"/>
                <a:gd name="csY725" fmla="*/ 770773 h 873793"/>
                <a:gd name="csX726" fmla="*/ 609099 w 1061034"/>
                <a:gd name="csY726" fmla="*/ 768517 h 873793"/>
                <a:gd name="csX727" fmla="*/ 607595 w 1061034"/>
                <a:gd name="csY727" fmla="*/ 766261 h 873793"/>
                <a:gd name="csX728" fmla="*/ 606843 w 1061034"/>
                <a:gd name="csY728" fmla="*/ 764005 h 873793"/>
                <a:gd name="csX729" fmla="*/ 606091 w 1061034"/>
                <a:gd name="csY729" fmla="*/ 762502 h 873793"/>
                <a:gd name="csX730" fmla="*/ 605339 w 1061034"/>
                <a:gd name="csY730" fmla="*/ 761750 h 873793"/>
                <a:gd name="csX731" fmla="*/ 604587 w 1061034"/>
                <a:gd name="csY731" fmla="*/ 761750 h 873793"/>
                <a:gd name="csX732" fmla="*/ 603083 w 1061034"/>
                <a:gd name="csY732" fmla="*/ 760997 h 873793"/>
                <a:gd name="csX733" fmla="*/ 601579 w 1061034"/>
                <a:gd name="csY733" fmla="*/ 760997 h 873793"/>
                <a:gd name="csX734" fmla="*/ 600827 w 1061034"/>
                <a:gd name="csY734" fmla="*/ 760245 h 873793"/>
                <a:gd name="csX735" fmla="*/ 600075 w 1061034"/>
                <a:gd name="csY735" fmla="*/ 759493 h 873793"/>
                <a:gd name="csX736" fmla="*/ 592555 w 1061034"/>
                <a:gd name="csY736" fmla="*/ 748966 h 873793"/>
                <a:gd name="csX737" fmla="*/ 591803 w 1061034"/>
                <a:gd name="csY737" fmla="*/ 747462 h 873793"/>
                <a:gd name="csX738" fmla="*/ 591051 w 1061034"/>
                <a:gd name="csY738" fmla="*/ 746710 h 873793"/>
                <a:gd name="csX739" fmla="*/ 589547 w 1061034"/>
                <a:gd name="csY739" fmla="*/ 746710 h 873793"/>
                <a:gd name="csX740" fmla="*/ 588043 w 1061034"/>
                <a:gd name="csY740" fmla="*/ 748214 h 873793"/>
                <a:gd name="csX741" fmla="*/ 587291 w 1061034"/>
                <a:gd name="csY741" fmla="*/ 748214 h 873793"/>
                <a:gd name="csX742" fmla="*/ 585788 w 1061034"/>
                <a:gd name="csY742" fmla="*/ 748214 h 873793"/>
                <a:gd name="csX743" fmla="*/ 584284 w 1061034"/>
                <a:gd name="csY743" fmla="*/ 747462 h 873793"/>
                <a:gd name="csX744" fmla="*/ 582028 w 1061034"/>
                <a:gd name="csY744" fmla="*/ 745958 h 873793"/>
                <a:gd name="csX745" fmla="*/ 580524 w 1061034"/>
                <a:gd name="csY745" fmla="*/ 743702 h 873793"/>
                <a:gd name="csX746" fmla="*/ 579020 w 1061034"/>
                <a:gd name="csY746" fmla="*/ 740694 h 873793"/>
                <a:gd name="csX747" fmla="*/ 579020 w 1061034"/>
                <a:gd name="csY747" fmla="*/ 737686 h 873793"/>
                <a:gd name="csX748" fmla="*/ 578268 w 1061034"/>
                <a:gd name="csY748" fmla="*/ 736182 h 873793"/>
                <a:gd name="csX749" fmla="*/ 576012 w 1061034"/>
                <a:gd name="csY749" fmla="*/ 733926 h 873793"/>
                <a:gd name="csX750" fmla="*/ 573004 w 1061034"/>
                <a:gd name="csY750" fmla="*/ 730919 h 873793"/>
                <a:gd name="csX751" fmla="*/ 572252 w 1061034"/>
                <a:gd name="csY751" fmla="*/ 730167 h 873793"/>
                <a:gd name="csX752" fmla="*/ 572252 w 1061034"/>
                <a:gd name="csY752" fmla="*/ 729415 h 873793"/>
                <a:gd name="csX753" fmla="*/ 572252 w 1061034"/>
                <a:gd name="csY753" fmla="*/ 728663 h 873793"/>
                <a:gd name="csX754" fmla="*/ 573756 w 1061034"/>
                <a:gd name="csY754" fmla="*/ 726407 h 873793"/>
                <a:gd name="csX755" fmla="*/ 573004 w 1061034"/>
                <a:gd name="csY755" fmla="*/ 725655 h 873793"/>
                <a:gd name="csX756" fmla="*/ 572252 w 1061034"/>
                <a:gd name="csY756" fmla="*/ 724903 h 873793"/>
                <a:gd name="csX757" fmla="*/ 571500 w 1061034"/>
                <a:gd name="csY757" fmla="*/ 724151 h 873793"/>
                <a:gd name="csX758" fmla="*/ 569996 w 1061034"/>
                <a:gd name="csY758" fmla="*/ 718887 h 873793"/>
                <a:gd name="csX759" fmla="*/ 568492 w 1061034"/>
                <a:gd name="csY759" fmla="*/ 716631 h 873793"/>
                <a:gd name="csX760" fmla="*/ 563980 w 1061034"/>
                <a:gd name="csY760" fmla="*/ 715127 h 873793"/>
                <a:gd name="csX761" fmla="*/ 560972 w 1061034"/>
                <a:gd name="csY761" fmla="*/ 713623 h 873793"/>
                <a:gd name="csX762" fmla="*/ 559469 w 1061034"/>
                <a:gd name="csY762" fmla="*/ 713623 h 873793"/>
                <a:gd name="csX763" fmla="*/ 558717 w 1061034"/>
                <a:gd name="csY763" fmla="*/ 713623 h 873793"/>
                <a:gd name="csX764" fmla="*/ 554957 w 1061034"/>
                <a:gd name="csY764" fmla="*/ 715879 h 873793"/>
                <a:gd name="csX765" fmla="*/ 554205 w 1061034"/>
                <a:gd name="csY765" fmla="*/ 716631 h 873793"/>
                <a:gd name="csX766" fmla="*/ 553453 w 1061034"/>
                <a:gd name="csY766" fmla="*/ 718135 h 873793"/>
                <a:gd name="csX767" fmla="*/ 552701 w 1061034"/>
                <a:gd name="csY767" fmla="*/ 718887 h 873793"/>
                <a:gd name="csX768" fmla="*/ 551949 w 1061034"/>
                <a:gd name="csY768" fmla="*/ 718887 h 873793"/>
                <a:gd name="csX769" fmla="*/ 550445 w 1061034"/>
                <a:gd name="csY769" fmla="*/ 718887 h 873793"/>
                <a:gd name="csX770" fmla="*/ 549693 w 1061034"/>
                <a:gd name="csY770" fmla="*/ 718887 h 873793"/>
                <a:gd name="csX771" fmla="*/ 546685 w 1061034"/>
                <a:gd name="csY771" fmla="*/ 721143 h 873793"/>
                <a:gd name="csX772" fmla="*/ 545181 w 1061034"/>
                <a:gd name="csY772" fmla="*/ 722647 h 873793"/>
                <a:gd name="csX773" fmla="*/ 544429 w 1061034"/>
                <a:gd name="csY773" fmla="*/ 723399 h 873793"/>
                <a:gd name="csX774" fmla="*/ 542925 w 1061034"/>
                <a:gd name="csY774" fmla="*/ 724151 h 873793"/>
                <a:gd name="csX775" fmla="*/ 532397 w 1061034"/>
                <a:gd name="csY775" fmla="*/ 724151 h 873793"/>
                <a:gd name="csX776" fmla="*/ 530142 w 1061034"/>
                <a:gd name="csY776" fmla="*/ 723399 h 873793"/>
                <a:gd name="csX777" fmla="*/ 525630 w 1061034"/>
                <a:gd name="csY777" fmla="*/ 719639 h 873793"/>
                <a:gd name="csX778" fmla="*/ 524126 w 1061034"/>
                <a:gd name="csY778" fmla="*/ 718887 h 873793"/>
                <a:gd name="csX779" fmla="*/ 520366 w 1061034"/>
                <a:gd name="csY779" fmla="*/ 718135 h 873793"/>
                <a:gd name="csX780" fmla="*/ 515102 w 1061034"/>
                <a:gd name="csY780" fmla="*/ 713623 h 873793"/>
                <a:gd name="csX781" fmla="*/ 514350 w 1061034"/>
                <a:gd name="csY781" fmla="*/ 712871 h 873793"/>
                <a:gd name="csX782" fmla="*/ 513598 w 1061034"/>
                <a:gd name="csY782" fmla="*/ 711367 h 873793"/>
                <a:gd name="csX783" fmla="*/ 512846 w 1061034"/>
                <a:gd name="csY783" fmla="*/ 710615 h 873793"/>
                <a:gd name="csX784" fmla="*/ 511342 w 1061034"/>
                <a:gd name="csY784" fmla="*/ 709863 h 873793"/>
                <a:gd name="csX785" fmla="*/ 509838 w 1061034"/>
                <a:gd name="csY785" fmla="*/ 709111 h 873793"/>
                <a:gd name="csX786" fmla="*/ 509838 w 1061034"/>
                <a:gd name="csY786" fmla="*/ 707607 h 873793"/>
                <a:gd name="csX787" fmla="*/ 509086 w 1061034"/>
                <a:gd name="csY787" fmla="*/ 706104 h 873793"/>
                <a:gd name="csX788" fmla="*/ 509086 w 1061034"/>
                <a:gd name="csY788" fmla="*/ 704599 h 873793"/>
                <a:gd name="csX789" fmla="*/ 508334 w 1061034"/>
                <a:gd name="csY789" fmla="*/ 703095 h 873793"/>
                <a:gd name="csX790" fmla="*/ 506830 w 1061034"/>
                <a:gd name="csY790" fmla="*/ 701592 h 873793"/>
                <a:gd name="csX791" fmla="*/ 505326 w 1061034"/>
                <a:gd name="csY791" fmla="*/ 700840 h 873793"/>
                <a:gd name="csX792" fmla="*/ 503070 w 1061034"/>
                <a:gd name="csY792" fmla="*/ 700840 h 873793"/>
                <a:gd name="csX793" fmla="*/ 501566 w 1061034"/>
                <a:gd name="csY793" fmla="*/ 700840 h 873793"/>
                <a:gd name="csX794" fmla="*/ 497807 w 1061034"/>
                <a:gd name="csY794" fmla="*/ 700088 h 873793"/>
                <a:gd name="csX795" fmla="*/ 495551 w 1061034"/>
                <a:gd name="csY795" fmla="*/ 698584 h 873793"/>
                <a:gd name="csX796" fmla="*/ 489535 w 1061034"/>
                <a:gd name="csY796" fmla="*/ 693320 h 873793"/>
                <a:gd name="csX797" fmla="*/ 481263 w 1061034"/>
                <a:gd name="csY797" fmla="*/ 689560 h 873793"/>
                <a:gd name="csX798" fmla="*/ 480511 w 1061034"/>
                <a:gd name="csY798" fmla="*/ 688808 h 873793"/>
                <a:gd name="csX799" fmla="*/ 458704 w 1061034"/>
                <a:gd name="csY799" fmla="*/ 685800 h 873793"/>
                <a:gd name="csX800" fmla="*/ 456448 w 1061034"/>
                <a:gd name="csY800" fmla="*/ 685800 h 873793"/>
                <a:gd name="csX801" fmla="*/ 451936 w 1061034"/>
                <a:gd name="csY801" fmla="*/ 687304 h 873793"/>
                <a:gd name="csX802" fmla="*/ 449680 w 1061034"/>
                <a:gd name="csY802" fmla="*/ 688056 h 873793"/>
                <a:gd name="csX803" fmla="*/ 449680 w 1061034"/>
                <a:gd name="csY803" fmla="*/ 688808 h 873793"/>
                <a:gd name="csX804" fmla="*/ 444417 w 1061034"/>
                <a:gd name="csY804" fmla="*/ 694824 h 873793"/>
                <a:gd name="csX805" fmla="*/ 443664 w 1061034"/>
                <a:gd name="csY805" fmla="*/ 696328 h 873793"/>
                <a:gd name="csX806" fmla="*/ 442161 w 1061034"/>
                <a:gd name="csY806" fmla="*/ 697832 h 873793"/>
                <a:gd name="csX807" fmla="*/ 440657 w 1061034"/>
                <a:gd name="csY807" fmla="*/ 699336 h 873793"/>
                <a:gd name="csX808" fmla="*/ 437649 w 1061034"/>
                <a:gd name="csY808" fmla="*/ 699336 h 873793"/>
                <a:gd name="csX809" fmla="*/ 436145 w 1061034"/>
                <a:gd name="csY809" fmla="*/ 698584 h 873793"/>
                <a:gd name="csX810" fmla="*/ 434641 w 1061034"/>
                <a:gd name="csY810" fmla="*/ 697080 h 873793"/>
                <a:gd name="csX811" fmla="*/ 433137 w 1061034"/>
                <a:gd name="csY811" fmla="*/ 696328 h 873793"/>
                <a:gd name="csX812" fmla="*/ 427873 w 1061034"/>
                <a:gd name="csY812" fmla="*/ 698584 h 873793"/>
                <a:gd name="csX813" fmla="*/ 425617 w 1061034"/>
                <a:gd name="csY813" fmla="*/ 698584 h 873793"/>
                <a:gd name="csX814" fmla="*/ 421857 w 1061034"/>
                <a:gd name="csY814" fmla="*/ 694072 h 873793"/>
                <a:gd name="csX815" fmla="*/ 412834 w 1061034"/>
                <a:gd name="csY815" fmla="*/ 694072 h 873793"/>
                <a:gd name="csX816" fmla="*/ 410578 w 1061034"/>
                <a:gd name="csY816" fmla="*/ 691064 h 873793"/>
                <a:gd name="csX817" fmla="*/ 408322 w 1061034"/>
                <a:gd name="csY817" fmla="*/ 694072 h 873793"/>
                <a:gd name="csX818" fmla="*/ 406818 w 1061034"/>
                <a:gd name="csY818" fmla="*/ 695576 h 873793"/>
                <a:gd name="csX819" fmla="*/ 405314 w 1061034"/>
                <a:gd name="csY819" fmla="*/ 695576 h 873793"/>
                <a:gd name="csX820" fmla="*/ 400802 w 1061034"/>
                <a:gd name="csY820" fmla="*/ 691064 h 873793"/>
                <a:gd name="csX821" fmla="*/ 398546 w 1061034"/>
                <a:gd name="csY821" fmla="*/ 689560 h 873793"/>
                <a:gd name="csX822" fmla="*/ 396290 w 1061034"/>
                <a:gd name="csY822" fmla="*/ 688808 h 873793"/>
                <a:gd name="csX823" fmla="*/ 392530 w 1061034"/>
                <a:gd name="csY823" fmla="*/ 688808 h 873793"/>
                <a:gd name="csX824" fmla="*/ 391778 w 1061034"/>
                <a:gd name="csY824" fmla="*/ 689560 h 873793"/>
                <a:gd name="csX825" fmla="*/ 389522 w 1061034"/>
                <a:gd name="csY825" fmla="*/ 691064 h 873793"/>
                <a:gd name="csX826" fmla="*/ 388770 w 1061034"/>
                <a:gd name="csY826" fmla="*/ 691816 h 873793"/>
                <a:gd name="csX827" fmla="*/ 388018 w 1061034"/>
                <a:gd name="csY827" fmla="*/ 692568 h 873793"/>
                <a:gd name="csX828" fmla="*/ 386515 w 1061034"/>
                <a:gd name="csY828" fmla="*/ 692568 h 873793"/>
                <a:gd name="csX829" fmla="*/ 385011 w 1061034"/>
                <a:gd name="csY829" fmla="*/ 692568 h 873793"/>
                <a:gd name="csX830" fmla="*/ 383507 w 1061034"/>
                <a:gd name="csY830" fmla="*/ 687304 h 873793"/>
                <a:gd name="csX831" fmla="*/ 381251 w 1061034"/>
                <a:gd name="csY831" fmla="*/ 686552 h 873793"/>
                <a:gd name="csX832" fmla="*/ 375235 w 1061034"/>
                <a:gd name="csY832" fmla="*/ 688056 h 873793"/>
                <a:gd name="csX833" fmla="*/ 371475 w 1061034"/>
                <a:gd name="csY833" fmla="*/ 687304 h 873793"/>
                <a:gd name="csX834" fmla="*/ 368467 w 1061034"/>
                <a:gd name="csY834" fmla="*/ 685800 h 873793"/>
                <a:gd name="csX835" fmla="*/ 366211 w 1061034"/>
                <a:gd name="csY835" fmla="*/ 684296 h 873793"/>
                <a:gd name="csX836" fmla="*/ 364707 w 1061034"/>
                <a:gd name="csY836" fmla="*/ 682040 h 873793"/>
                <a:gd name="csX837" fmla="*/ 363203 w 1061034"/>
                <a:gd name="csY837" fmla="*/ 680536 h 873793"/>
                <a:gd name="csX838" fmla="*/ 361699 w 1061034"/>
                <a:gd name="csY838" fmla="*/ 677528 h 873793"/>
                <a:gd name="csX839" fmla="*/ 360195 w 1061034"/>
                <a:gd name="csY839" fmla="*/ 676025 h 873793"/>
                <a:gd name="csX840" fmla="*/ 358691 w 1061034"/>
                <a:gd name="csY840" fmla="*/ 675273 h 873793"/>
                <a:gd name="csX841" fmla="*/ 355684 w 1061034"/>
                <a:gd name="csY841" fmla="*/ 673768 h 873793"/>
                <a:gd name="csX842" fmla="*/ 354932 w 1061034"/>
                <a:gd name="csY842" fmla="*/ 673016 h 873793"/>
                <a:gd name="csX843" fmla="*/ 354180 w 1061034"/>
                <a:gd name="csY843" fmla="*/ 670761 h 873793"/>
                <a:gd name="csX844" fmla="*/ 357188 w 1061034"/>
                <a:gd name="csY844" fmla="*/ 663993 h 873793"/>
                <a:gd name="csX845" fmla="*/ 357940 w 1061034"/>
                <a:gd name="csY845" fmla="*/ 660985 h 873793"/>
                <a:gd name="csX846" fmla="*/ 357940 w 1061034"/>
                <a:gd name="csY846" fmla="*/ 657225 h 873793"/>
                <a:gd name="csX847" fmla="*/ 357940 w 1061034"/>
                <a:gd name="csY847" fmla="*/ 655721 h 873793"/>
                <a:gd name="csX848" fmla="*/ 357188 w 1061034"/>
                <a:gd name="csY848" fmla="*/ 654217 h 873793"/>
                <a:gd name="csX849" fmla="*/ 354932 w 1061034"/>
                <a:gd name="csY849" fmla="*/ 651961 h 873793"/>
                <a:gd name="csX850" fmla="*/ 354180 w 1061034"/>
                <a:gd name="csY850" fmla="*/ 651961 h 873793"/>
                <a:gd name="csX851" fmla="*/ 351924 w 1061034"/>
                <a:gd name="csY851" fmla="*/ 651961 h 873793"/>
                <a:gd name="csX852" fmla="*/ 351172 w 1061034"/>
                <a:gd name="csY852" fmla="*/ 651961 h 873793"/>
                <a:gd name="csX853" fmla="*/ 351172 w 1061034"/>
                <a:gd name="csY853" fmla="*/ 652713 h 873793"/>
                <a:gd name="csX854" fmla="*/ 348164 w 1061034"/>
                <a:gd name="csY854" fmla="*/ 651209 h 873793"/>
                <a:gd name="csX855" fmla="*/ 345908 w 1061034"/>
                <a:gd name="csY855" fmla="*/ 648953 h 873793"/>
                <a:gd name="csX856" fmla="*/ 344404 w 1061034"/>
                <a:gd name="csY856" fmla="*/ 648953 h 873793"/>
                <a:gd name="csX857" fmla="*/ 340644 w 1061034"/>
                <a:gd name="csY857" fmla="*/ 648953 h 873793"/>
                <a:gd name="csX858" fmla="*/ 339140 w 1061034"/>
                <a:gd name="csY858" fmla="*/ 648953 h 873793"/>
                <a:gd name="csX859" fmla="*/ 331620 w 1061034"/>
                <a:gd name="csY859" fmla="*/ 645194 h 873793"/>
                <a:gd name="csX860" fmla="*/ 327861 w 1061034"/>
                <a:gd name="csY860" fmla="*/ 642938 h 873793"/>
                <a:gd name="csX861" fmla="*/ 326357 w 1061034"/>
                <a:gd name="csY861" fmla="*/ 641434 h 873793"/>
                <a:gd name="csX862" fmla="*/ 324853 w 1061034"/>
                <a:gd name="csY862" fmla="*/ 639930 h 873793"/>
                <a:gd name="csX863" fmla="*/ 324101 w 1061034"/>
                <a:gd name="csY863" fmla="*/ 639178 h 873793"/>
                <a:gd name="csX864" fmla="*/ 324101 w 1061034"/>
                <a:gd name="csY864" fmla="*/ 637674 h 873793"/>
                <a:gd name="csX865" fmla="*/ 325605 w 1061034"/>
                <a:gd name="csY865" fmla="*/ 636170 h 873793"/>
                <a:gd name="csX866" fmla="*/ 325605 w 1061034"/>
                <a:gd name="csY866" fmla="*/ 634666 h 873793"/>
                <a:gd name="csX867" fmla="*/ 324853 w 1061034"/>
                <a:gd name="csY867" fmla="*/ 632410 h 873793"/>
                <a:gd name="csX868" fmla="*/ 324101 w 1061034"/>
                <a:gd name="csY868" fmla="*/ 631658 h 873793"/>
                <a:gd name="csX869" fmla="*/ 321845 w 1061034"/>
                <a:gd name="csY869" fmla="*/ 631658 h 873793"/>
                <a:gd name="csX870" fmla="*/ 321093 w 1061034"/>
                <a:gd name="csY870" fmla="*/ 632410 h 873793"/>
                <a:gd name="csX871" fmla="*/ 320341 w 1061034"/>
                <a:gd name="csY871" fmla="*/ 636922 h 873793"/>
                <a:gd name="csX872" fmla="*/ 320341 w 1061034"/>
                <a:gd name="csY872" fmla="*/ 637674 h 873793"/>
                <a:gd name="csX873" fmla="*/ 318085 w 1061034"/>
                <a:gd name="csY873" fmla="*/ 638426 h 873793"/>
                <a:gd name="csX874" fmla="*/ 316581 w 1061034"/>
                <a:gd name="csY874" fmla="*/ 637674 h 873793"/>
                <a:gd name="csX875" fmla="*/ 315829 w 1061034"/>
                <a:gd name="csY875" fmla="*/ 636170 h 873793"/>
                <a:gd name="csX876" fmla="*/ 317333 w 1061034"/>
                <a:gd name="csY876" fmla="*/ 633914 h 873793"/>
                <a:gd name="csX877" fmla="*/ 312069 w 1061034"/>
                <a:gd name="csY877" fmla="*/ 628650 h 873793"/>
                <a:gd name="csX878" fmla="*/ 310565 w 1061034"/>
                <a:gd name="csY878" fmla="*/ 625642 h 873793"/>
                <a:gd name="csX879" fmla="*/ 309813 w 1061034"/>
                <a:gd name="csY879" fmla="*/ 622634 h 873793"/>
                <a:gd name="csX880" fmla="*/ 309061 w 1061034"/>
                <a:gd name="csY880" fmla="*/ 620378 h 873793"/>
                <a:gd name="csX881" fmla="*/ 306053 w 1061034"/>
                <a:gd name="csY881" fmla="*/ 618875 h 873793"/>
                <a:gd name="csX882" fmla="*/ 303045 w 1061034"/>
                <a:gd name="csY882" fmla="*/ 618875 h 873793"/>
                <a:gd name="csX883" fmla="*/ 301542 w 1061034"/>
                <a:gd name="csY883" fmla="*/ 618122 h 873793"/>
                <a:gd name="csX884" fmla="*/ 298534 w 1061034"/>
                <a:gd name="csY884" fmla="*/ 618875 h 873793"/>
                <a:gd name="csX885" fmla="*/ 294774 w 1061034"/>
                <a:gd name="csY885" fmla="*/ 618875 h 873793"/>
                <a:gd name="csX886" fmla="*/ 291766 w 1061034"/>
                <a:gd name="csY886" fmla="*/ 617370 h 873793"/>
                <a:gd name="csX887" fmla="*/ 288758 w 1061034"/>
                <a:gd name="csY887" fmla="*/ 616618 h 873793"/>
                <a:gd name="csX888" fmla="*/ 281990 w 1061034"/>
                <a:gd name="csY888" fmla="*/ 616618 h 873793"/>
                <a:gd name="csX889" fmla="*/ 279734 w 1061034"/>
                <a:gd name="csY889" fmla="*/ 615867 h 873793"/>
                <a:gd name="csX890" fmla="*/ 277478 w 1061034"/>
                <a:gd name="csY890" fmla="*/ 614363 h 873793"/>
                <a:gd name="csX891" fmla="*/ 275974 w 1061034"/>
                <a:gd name="csY891" fmla="*/ 612859 h 873793"/>
                <a:gd name="csX892" fmla="*/ 274470 w 1061034"/>
                <a:gd name="csY892" fmla="*/ 610603 h 873793"/>
                <a:gd name="csX893" fmla="*/ 275222 w 1061034"/>
                <a:gd name="csY893" fmla="*/ 607595 h 873793"/>
                <a:gd name="csX894" fmla="*/ 277478 w 1061034"/>
                <a:gd name="csY894" fmla="*/ 604587 h 873793"/>
                <a:gd name="csX895" fmla="*/ 277478 w 1061034"/>
                <a:gd name="csY895" fmla="*/ 603083 h 873793"/>
                <a:gd name="csX896" fmla="*/ 277478 w 1061034"/>
                <a:gd name="csY896" fmla="*/ 600827 h 873793"/>
                <a:gd name="csX897" fmla="*/ 276726 w 1061034"/>
                <a:gd name="csY897" fmla="*/ 599323 h 873793"/>
                <a:gd name="csX898" fmla="*/ 275222 w 1061034"/>
                <a:gd name="csY898" fmla="*/ 598571 h 873793"/>
                <a:gd name="csX899" fmla="*/ 274470 w 1061034"/>
                <a:gd name="csY899" fmla="*/ 598571 h 873793"/>
                <a:gd name="csX900" fmla="*/ 272966 w 1061034"/>
                <a:gd name="csY900" fmla="*/ 597819 h 873793"/>
                <a:gd name="csX901" fmla="*/ 272214 w 1061034"/>
                <a:gd name="csY901" fmla="*/ 596315 h 873793"/>
                <a:gd name="csX902" fmla="*/ 271463 w 1061034"/>
                <a:gd name="csY902" fmla="*/ 593307 h 873793"/>
                <a:gd name="csX903" fmla="*/ 271463 w 1061034"/>
                <a:gd name="csY903" fmla="*/ 591803 h 873793"/>
                <a:gd name="csX904" fmla="*/ 271463 w 1061034"/>
                <a:gd name="csY904" fmla="*/ 588796 h 873793"/>
                <a:gd name="csX905" fmla="*/ 271463 w 1061034"/>
                <a:gd name="csY905" fmla="*/ 587292 h 873793"/>
                <a:gd name="csX906" fmla="*/ 270711 w 1061034"/>
                <a:gd name="csY906" fmla="*/ 585788 h 873793"/>
                <a:gd name="csX907" fmla="*/ 268455 w 1061034"/>
                <a:gd name="csY907" fmla="*/ 582028 h 873793"/>
                <a:gd name="csX908" fmla="*/ 267703 w 1061034"/>
                <a:gd name="csY908" fmla="*/ 576764 h 873793"/>
                <a:gd name="csX909" fmla="*/ 264695 w 1061034"/>
                <a:gd name="csY909" fmla="*/ 575260 h 873793"/>
                <a:gd name="csX910" fmla="*/ 262439 w 1061034"/>
                <a:gd name="csY910" fmla="*/ 574508 h 873793"/>
                <a:gd name="csX911" fmla="*/ 260183 w 1061034"/>
                <a:gd name="csY911" fmla="*/ 572252 h 873793"/>
                <a:gd name="csX912" fmla="*/ 260935 w 1061034"/>
                <a:gd name="csY912" fmla="*/ 568492 h 873793"/>
                <a:gd name="csX913" fmla="*/ 260183 w 1061034"/>
                <a:gd name="csY913" fmla="*/ 566988 h 873793"/>
                <a:gd name="csX914" fmla="*/ 257927 w 1061034"/>
                <a:gd name="csY914" fmla="*/ 567740 h 873793"/>
                <a:gd name="csX915" fmla="*/ 257175 w 1061034"/>
                <a:gd name="csY915" fmla="*/ 569244 h 873793"/>
                <a:gd name="csX916" fmla="*/ 256423 w 1061034"/>
                <a:gd name="csY916" fmla="*/ 571500 h 873793"/>
                <a:gd name="csX917" fmla="*/ 255671 w 1061034"/>
                <a:gd name="csY917" fmla="*/ 579020 h 873793"/>
                <a:gd name="csX918" fmla="*/ 254167 w 1061034"/>
                <a:gd name="csY918" fmla="*/ 579772 h 873793"/>
                <a:gd name="csX919" fmla="*/ 252663 w 1061034"/>
                <a:gd name="csY919" fmla="*/ 579772 h 873793"/>
                <a:gd name="csX920" fmla="*/ 249655 w 1061034"/>
                <a:gd name="csY920" fmla="*/ 577516 h 873793"/>
                <a:gd name="csX921" fmla="*/ 247399 w 1061034"/>
                <a:gd name="csY921" fmla="*/ 575260 h 873793"/>
                <a:gd name="csX922" fmla="*/ 246647 w 1061034"/>
                <a:gd name="csY922" fmla="*/ 573004 h 873793"/>
                <a:gd name="csX923" fmla="*/ 246647 w 1061034"/>
                <a:gd name="csY923" fmla="*/ 567740 h 873793"/>
                <a:gd name="csX924" fmla="*/ 246647 w 1061034"/>
                <a:gd name="csY924" fmla="*/ 566236 h 873793"/>
                <a:gd name="csX925" fmla="*/ 248151 w 1061034"/>
                <a:gd name="csY925" fmla="*/ 563980 h 873793"/>
                <a:gd name="csX926" fmla="*/ 248903 w 1061034"/>
                <a:gd name="csY926" fmla="*/ 562476 h 873793"/>
                <a:gd name="csX927" fmla="*/ 248151 w 1061034"/>
                <a:gd name="csY927" fmla="*/ 558717 h 873793"/>
                <a:gd name="csX928" fmla="*/ 248151 w 1061034"/>
                <a:gd name="csY928" fmla="*/ 557213 h 873793"/>
                <a:gd name="csX929" fmla="*/ 251911 w 1061034"/>
                <a:gd name="csY929" fmla="*/ 555709 h 873793"/>
                <a:gd name="csX930" fmla="*/ 251159 w 1061034"/>
                <a:gd name="csY930" fmla="*/ 554205 h 873793"/>
                <a:gd name="csX931" fmla="*/ 247399 w 1061034"/>
                <a:gd name="csY931" fmla="*/ 551949 h 873793"/>
                <a:gd name="csX932" fmla="*/ 245895 w 1061034"/>
                <a:gd name="csY932" fmla="*/ 551197 h 873793"/>
                <a:gd name="csX933" fmla="*/ 245143 w 1061034"/>
                <a:gd name="csY933" fmla="*/ 551197 h 873793"/>
                <a:gd name="csX934" fmla="*/ 244391 w 1061034"/>
                <a:gd name="csY934" fmla="*/ 551197 h 873793"/>
                <a:gd name="csX935" fmla="*/ 243640 w 1061034"/>
                <a:gd name="csY935" fmla="*/ 548941 h 873793"/>
                <a:gd name="csX936" fmla="*/ 243640 w 1061034"/>
                <a:gd name="csY936" fmla="*/ 546685 h 873793"/>
                <a:gd name="csX937" fmla="*/ 244391 w 1061034"/>
                <a:gd name="csY937" fmla="*/ 544429 h 873793"/>
                <a:gd name="csX938" fmla="*/ 244391 w 1061034"/>
                <a:gd name="csY938" fmla="*/ 542925 h 873793"/>
                <a:gd name="csX939" fmla="*/ 243640 w 1061034"/>
                <a:gd name="csY939" fmla="*/ 540669 h 873793"/>
                <a:gd name="csX940" fmla="*/ 242136 w 1061034"/>
                <a:gd name="csY940" fmla="*/ 539165 h 873793"/>
                <a:gd name="csX941" fmla="*/ 238376 w 1061034"/>
                <a:gd name="csY941" fmla="*/ 536909 h 873793"/>
                <a:gd name="csX942" fmla="*/ 233112 w 1061034"/>
                <a:gd name="csY942" fmla="*/ 538413 h 873793"/>
                <a:gd name="csX943" fmla="*/ 228600 w 1061034"/>
                <a:gd name="csY943" fmla="*/ 533901 h 873793"/>
                <a:gd name="csX944" fmla="*/ 224088 w 1061034"/>
                <a:gd name="csY944" fmla="*/ 521118 h 873793"/>
                <a:gd name="csX945" fmla="*/ 223336 w 1061034"/>
                <a:gd name="csY945" fmla="*/ 519614 h 873793"/>
                <a:gd name="csX946" fmla="*/ 224088 w 1061034"/>
                <a:gd name="csY946" fmla="*/ 518110 h 873793"/>
                <a:gd name="csX947" fmla="*/ 224840 w 1061034"/>
                <a:gd name="csY947" fmla="*/ 516606 h 873793"/>
                <a:gd name="csX948" fmla="*/ 227096 w 1061034"/>
                <a:gd name="csY948" fmla="*/ 513598 h 873793"/>
                <a:gd name="csX949" fmla="*/ 227848 w 1061034"/>
                <a:gd name="csY949" fmla="*/ 511342 h 873793"/>
                <a:gd name="csX950" fmla="*/ 226344 w 1061034"/>
                <a:gd name="csY950" fmla="*/ 510590 h 873793"/>
                <a:gd name="csX951" fmla="*/ 223336 w 1061034"/>
                <a:gd name="csY951" fmla="*/ 508334 h 873793"/>
                <a:gd name="csX952" fmla="*/ 220328 w 1061034"/>
                <a:gd name="csY952" fmla="*/ 506078 h 873793"/>
                <a:gd name="csX953" fmla="*/ 218824 w 1061034"/>
                <a:gd name="csY953" fmla="*/ 503822 h 873793"/>
                <a:gd name="csX954" fmla="*/ 218072 w 1061034"/>
                <a:gd name="csY954" fmla="*/ 500063 h 873793"/>
                <a:gd name="csX955" fmla="*/ 220328 w 1061034"/>
                <a:gd name="csY955" fmla="*/ 497807 h 873793"/>
                <a:gd name="csX956" fmla="*/ 221832 w 1061034"/>
                <a:gd name="csY956" fmla="*/ 497055 h 873793"/>
                <a:gd name="csX957" fmla="*/ 222584 w 1061034"/>
                <a:gd name="csY957" fmla="*/ 494799 h 873793"/>
                <a:gd name="csX958" fmla="*/ 221832 w 1061034"/>
                <a:gd name="csY958" fmla="*/ 492543 h 873793"/>
                <a:gd name="csX959" fmla="*/ 218824 w 1061034"/>
                <a:gd name="csY959" fmla="*/ 490287 h 873793"/>
                <a:gd name="csX960" fmla="*/ 217320 w 1061034"/>
                <a:gd name="csY960" fmla="*/ 488031 h 873793"/>
                <a:gd name="csX961" fmla="*/ 217320 w 1061034"/>
                <a:gd name="csY961" fmla="*/ 484271 h 873793"/>
                <a:gd name="csX962" fmla="*/ 219576 w 1061034"/>
                <a:gd name="csY962" fmla="*/ 482015 h 873793"/>
                <a:gd name="csX963" fmla="*/ 225592 w 1061034"/>
                <a:gd name="csY963" fmla="*/ 477503 h 873793"/>
                <a:gd name="csX964" fmla="*/ 227096 w 1061034"/>
                <a:gd name="csY964" fmla="*/ 474495 h 873793"/>
                <a:gd name="csX965" fmla="*/ 226344 w 1061034"/>
                <a:gd name="csY965" fmla="*/ 471488 h 873793"/>
                <a:gd name="csX966" fmla="*/ 225592 w 1061034"/>
                <a:gd name="csY966" fmla="*/ 468480 h 873793"/>
                <a:gd name="csX967" fmla="*/ 225592 w 1061034"/>
                <a:gd name="csY967" fmla="*/ 465472 h 873793"/>
                <a:gd name="csX968" fmla="*/ 227848 w 1061034"/>
                <a:gd name="csY968" fmla="*/ 462464 h 873793"/>
                <a:gd name="csX969" fmla="*/ 229352 w 1061034"/>
                <a:gd name="csY969" fmla="*/ 460960 h 873793"/>
                <a:gd name="csX970" fmla="*/ 230104 w 1061034"/>
                <a:gd name="csY970" fmla="*/ 460208 h 873793"/>
                <a:gd name="csX971" fmla="*/ 231608 w 1061034"/>
                <a:gd name="csY971" fmla="*/ 459456 h 873793"/>
                <a:gd name="csX972" fmla="*/ 232360 w 1061034"/>
                <a:gd name="csY972" fmla="*/ 457952 h 873793"/>
                <a:gd name="csX973" fmla="*/ 231608 w 1061034"/>
                <a:gd name="csY973" fmla="*/ 455696 h 873793"/>
                <a:gd name="csX974" fmla="*/ 230856 w 1061034"/>
                <a:gd name="csY974" fmla="*/ 454944 h 873793"/>
                <a:gd name="csX975" fmla="*/ 230104 w 1061034"/>
                <a:gd name="csY975" fmla="*/ 454192 h 873793"/>
                <a:gd name="csX976" fmla="*/ 230104 w 1061034"/>
                <a:gd name="csY976" fmla="*/ 453440 h 873793"/>
                <a:gd name="csX977" fmla="*/ 229352 w 1061034"/>
                <a:gd name="csY977" fmla="*/ 439905 h 873793"/>
                <a:gd name="csX978" fmla="*/ 227848 w 1061034"/>
                <a:gd name="csY978" fmla="*/ 437649 h 873793"/>
                <a:gd name="csX979" fmla="*/ 225592 w 1061034"/>
                <a:gd name="csY979" fmla="*/ 435393 h 873793"/>
                <a:gd name="csX980" fmla="*/ 222584 w 1061034"/>
                <a:gd name="csY980" fmla="*/ 433137 h 873793"/>
                <a:gd name="csX981" fmla="*/ 216568 w 1061034"/>
                <a:gd name="csY981" fmla="*/ 431633 h 873793"/>
                <a:gd name="csX982" fmla="*/ 215816 w 1061034"/>
                <a:gd name="csY982" fmla="*/ 429377 h 873793"/>
                <a:gd name="csX983" fmla="*/ 218072 w 1061034"/>
                <a:gd name="csY983" fmla="*/ 422609 h 873793"/>
                <a:gd name="csX984" fmla="*/ 219576 w 1061034"/>
                <a:gd name="csY984" fmla="*/ 416594 h 873793"/>
                <a:gd name="csX985" fmla="*/ 219576 w 1061034"/>
                <a:gd name="csY985" fmla="*/ 414338 h 873793"/>
                <a:gd name="csX986" fmla="*/ 218824 w 1061034"/>
                <a:gd name="csY986" fmla="*/ 409826 h 873793"/>
                <a:gd name="csX987" fmla="*/ 216568 w 1061034"/>
                <a:gd name="csY987" fmla="*/ 407570 h 873793"/>
                <a:gd name="csX988" fmla="*/ 213561 w 1061034"/>
                <a:gd name="csY988" fmla="*/ 406066 h 873793"/>
                <a:gd name="csX989" fmla="*/ 211305 w 1061034"/>
                <a:gd name="csY989" fmla="*/ 403058 h 873793"/>
                <a:gd name="csX990" fmla="*/ 211305 w 1061034"/>
                <a:gd name="csY990" fmla="*/ 400802 h 873793"/>
                <a:gd name="csX991" fmla="*/ 212057 w 1061034"/>
                <a:gd name="csY991" fmla="*/ 393282 h 873793"/>
                <a:gd name="csX992" fmla="*/ 212057 w 1061034"/>
                <a:gd name="csY992" fmla="*/ 391778 h 873793"/>
                <a:gd name="csX993" fmla="*/ 211305 w 1061034"/>
                <a:gd name="csY993" fmla="*/ 391026 h 873793"/>
                <a:gd name="csX994" fmla="*/ 210553 w 1061034"/>
                <a:gd name="csY994" fmla="*/ 389523 h 873793"/>
                <a:gd name="csX995" fmla="*/ 210553 w 1061034"/>
                <a:gd name="csY995" fmla="*/ 388018 h 873793"/>
                <a:gd name="csX996" fmla="*/ 210553 w 1061034"/>
                <a:gd name="csY996" fmla="*/ 386515 h 873793"/>
                <a:gd name="csX997" fmla="*/ 210553 w 1061034"/>
                <a:gd name="csY997" fmla="*/ 385763 h 873793"/>
                <a:gd name="csX998" fmla="*/ 211305 w 1061034"/>
                <a:gd name="csY998" fmla="*/ 384259 h 873793"/>
                <a:gd name="csX999" fmla="*/ 211305 w 1061034"/>
                <a:gd name="csY999" fmla="*/ 383507 h 873793"/>
                <a:gd name="csX1000" fmla="*/ 211305 w 1061034"/>
                <a:gd name="csY1000" fmla="*/ 382755 h 873793"/>
                <a:gd name="csX1001" fmla="*/ 209049 w 1061034"/>
                <a:gd name="csY1001" fmla="*/ 379747 h 873793"/>
                <a:gd name="csX1002" fmla="*/ 209049 w 1061034"/>
                <a:gd name="csY1002" fmla="*/ 378995 h 873793"/>
                <a:gd name="csX1003" fmla="*/ 212809 w 1061034"/>
                <a:gd name="csY1003" fmla="*/ 378243 h 873793"/>
                <a:gd name="csX1004" fmla="*/ 215065 w 1061034"/>
                <a:gd name="csY1004" fmla="*/ 375987 h 873793"/>
                <a:gd name="csX1005" fmla="*/ 218824 w 1061034"/>
                <a:gd name="csY1005" fmla="*/ 369219 h 873793"/>
                <a:gd name="csX1006" fmla="*/ 218072 w 1061034"/>
                <a:gd name="csY1006" fmla="*/ 368467 h 873793"/>
                <a:gd name="csX1007" fmla="*/ 217320 w 1061034"/>
                <a:gd name="csY1007" fmla="*/ 366963 h 873793"/>
                <a:gd name="csX1008" fmla="*/ 218072 w 1061034"/>
                <a:gd name="csY1008" fmla="*/ 363955 h 873793"/>
                <a:gd name="csX1009" fmla="*/ 219576 w 1061034"/>
                <a:gd name="csY1009" fmla="*/ 360947 h 873793"/>
                <a:gd name="csX1010" fmla="*/ 221832 w 1061034"/>
                <a:gd name="csY1010" fmla="*/ 357940 h 873793"/>
                <a:gd name="csX1011" fmla="*/ 227848 w 1061034"/>
                <a:gd name="csY1011" fmla="*/ 354932 h 873793"/>
                <a:gd name="csX1012" fmla="*/ 229352 w 1061034"/>
                <a:gd name="csY1012" fmla="*/ 351172 h 873793"/>
                <a:gd name="csX1013" fmla="*/ 230856 w 1061034"/>
                <a:gd name="csY1013" fmla="*/ 343652 h 873793"/>
                <a:gd name="csX1014" fmla="*/ 233864 w 1061034"/>
                <a:gd name="csY1014" fmla="*/ 339892 h 873793"/>
                <a:gd name="csX1015" fmla="*/ 233864 w 1061034"/>
                <a:gd name="csY1015" fmla="*/ 338388 h 873793"/>
                <a:gd name="csX1016" fmla="*/ 233864 w 1061034"/>
                <a:gd name="csY1016" fmla="*/ 336884 h 873793"/>
                <a:gd name="csX1017" fmla="*/ 232360 w 1061034"/>
                <a:gd name="csY1017" fmla="*/ 333124 h 873793"/>
                <a:gd name="csX1018" fmla="*/ 232360 w 1061034"/>
                <a:gd name="csY1018" fmla="*/ 331620 h 873793"/>
                <a:gd name="csX1019" fmla="*/ 231608 w 1061034"/>
                <a:gd name="csY1019" fmla="*/ 324853 h 873793"/>
                <a:gd name="csX1020" fmla="*/ 230856 w 1061034"/>
                <a:gd name="csY1020" fmla="*/ 321845 h 873793"/>
                <a:gd name="csX1021" fmla="*/ 227848 w 1061034"/>
                <a:gd name="csY1021" fmla="*/ 313573 h 873793"/>
                <a:gd name="csX1022" fmla="*/ 227096 w 1061034"/>
                <a:gd name="csY1022" fmla="*/ 308309 h 873793"/>
                <a:gd name="csX1023" fmla="*/ 226344 w 1061034"/>
                <a:gd name="csY1023" fmla="*/ 301542 h 873793"/>
                <a:gd name="csX1024" fmla="*/ 227096 w 1061034"/>
                <a:gd name="csY1024" fmla="*/ 295526 h 873793"/>
                <a:gd name="csX1025" fmla="*/ 227848 w 1061034"/>
                <a:gd name="csY1025" fmla="*/ 291766 h 873793"/>
                <a:gd name="csX1026" fmla="*/ 231608 w 1061034"/>
                <a:gd name="csY1026" fmla="*/ 285750 h 873793"/>
                <a:gd name="csX1027" fmla="*/ 232360 w 1061034"/>
                <a:gd name="csY1027" fmla="*/ 281990 h 873793"/>
                <a:gd name="csX1028" fmla="*/ 230856 w 1061034"/>
                <a:gd name="csY1028" fmla="*/ 279734 h 873793"/>
                <a:gd name="csX1029" fmla="*/ 229352 w 1061034"/>
                <a:gd name="csY1029" fmla="*/ 278230 h 873793"/>
                <a:gd name="csX1030" fmla="*/ 227096 w 1061034"/>
                <a:gd name="csY1030" fmla="*/ 275974 h 873793"/>
                <a:gd name="csX1031" fmla="*/ 225592 w 1061034"/>
                <a:gd name="csY1031" fmla="*/ 274470 h 873793"/>
                <a:gd name="csX1032" fmla="*/ 224088 w 1061034"/>
                <a:gd name="csY1032" fmla="*/ 267703 h 873793"/>
                <a:gd name="csX1033" fmla="*/ 223336 w 1061034"/>
                <a:gd name="csY1033" fmla="*/ 266951 h 873793"/>
                <a:gd name="csX1034" fmla="*/ 221080 w 1061034"/>
                <a:gd name="csY1034" fmla="*/ 262439 h 873793"/>
                <a:gd name="csX1035" fmla="*/ 217320 w 1061034"/>
                <a:gd name="csY1035" fmla="*/ 258679 h 873793"/>
                <a:gd name="csX1036" fmla="*/ 214313 w 1061034"/>
                <a:gd name="csY1036" fmla="*/ 257175 h 873793"/>
                <a:gd name="csX1037" fmla="*/ 210553 w 1061034"/>
                <a:gd name="csY1037" fmla="*/ 257175 h 873793"/>
                <a:gd name="csX1038" fmla="*/ 209049 w 1061034"/>
                <a:gd name="csY1038" fmla="*/ 257927 h 873793"/>
                <a:gd name="csX1039" fmla="*/ 206793 w 1061034"/>
                <a:gd name="csY1039" fmla="*/ 260183 h 873793"/>
                <a:gd name="csX1040" fmla="*/ 200025 w 1061034"/>
                <a:gd name="csY1040" fmla="*/ 265447 h 873793"/>
                <a:gd name="csX1041" fmla="*/ 199273 w 1061034"/>
                <a:gd name="csY1041" fmla="*/ 266951 h 873793"/>
                <a:gd name="csX1042" fmla="*/ 198521 w 1061034"/>
                <a:gd name="csY1042" fmla="*/ 269207 h 873793"/>
                <a:gd name="csX1043" fmla="*/ 197769 w 1061034"/>
                <a:gd name="csY1043" fmla="*/ 270711 h 873793"/>
                <a:gd name="csX1044" fmla="*/ 196265 w 1061034"/>
                <a:gd name="csY1044" fmla="*/ 272967 h 873793"/>
                <a:gd name="csX1045" fmla="*/ 194761 w 1061034"/>
                <a:gd name="csY1045" fmla="*/ 275222 h 873793"/>
                <a:gd name="csX1046" fmla="*/ 194009 w 1061034"/>
                <a:gd name="csY1046" fmla="*/ 275222 h 873793"/>
                <a:gd name="csX1047" fmla="*/ 191753 w 1061034"/>
                <a:gd name="csY1047" fmla="*/ 275974 h 873793"/>
                <a:gd name="csX1048" fmla="*/ 191001 w 1061034"/>
                <a:gd name="csY1048" fmla="*/ 275974 h 873793"/>
                <a:gd name="csX1049" fmla="*/ 191001 w 1061034"/>
                <a:gd name="csY1049" fmla="*/ 276726 h 873793"/>
                <a:gd name="csX1050" fmla="*/ 191001 w 1061034"/>
                <a:gd name="csY1050" fmla="*/ 278230 h 873793"/>
                <a:gd name="csX1051" fmla="*/ 191001 w 1061034"/>
                <a:gd name="csY1051" fmla="*/ 278982 h 873793"/>
                <a:gd name="csX1052" fmla="*/ 190249 w 1061034"/>
                <a:gd name="csY1052" fmla="*/ 279734 h 873793"/>
                <a:gd name="csX1053" fmla="*/ 189497 w 1061034"/>
                <a:gd name="csY1053" fmla="*/ 281238 h 873793"/>
                <a:gd name="csX1054" fmla="*/ 188745 w 1061034"/>
                <a:gd name="csY1054" fmla="*/ 281990 h 873793"/>
                <a:gd name="csX1055" fmla="*/ 187242 w 1061034"/>
                <a:gd name="csY1055" fmla="*/ 281990 h 873793"/>
                <a:gd name="csX1056" fmla="*/ 184234 w 1061034"/>
                <a:gd name="csY1056" fmla="*/ 281238 h 873793"/>
                <a:gd name="csX1057" fmla="*/ 181978 w 1061034"/>
                <a:gd name="csY1057" fmla="*/ 279734 h 873793"/>
                <a:gd name="csX1058" fmla="*/ 177466 w 1061034"/>
                <a:gd name="csY1058" fmla="*/ 276726 h 873793"/>
                <a:gd name="csX1059" fmla="*/ 176714 w 1061034"/>
                <a:gd name="csY1059" fmla="*/ 276726 h 873793"/>
                <a:gd name="csX1060" fmla="*/ 175210 w 1061034"/>
                <a:gd name="csY1060" fmla="*/ 274470 h 873793"/>
                <a:gd name="csX1061" fmla="*/ 174458 w 1061034"/>
                <a:gd name="csY1061" fmla="*/ 274470 h 873793"/>
                <a:gd name="csX1062" fmla="*/ 173706 w 1061034"/>
                <a:gd name="csY1062" fmla="*/ 274470 h 873793"/>
                <a:gd name="csX1063" fmla="*/ 172202 w 1061034"/>
                <a:gd name="csY1063" fmla="*/ 275222 h 873793"/>
                <a:gd name="csX1064" fmla="*/ 171450 w 1061034"/>
                <a:gd name="csY1064" fmla="*/ 275222 h 873793"/>
                <a:gd name="csX1065" fmla="*/ 170698 w 1061034"/>
                <a:gd name="csY1065" fmla="*/ 275222 h 873793"/>
                <a:gd name="csX1066" fmla="*/ 169194 w 1061034"/>
                <a:gd name="csY1066" fmla="*/ 275222 h 873793"/>
                <a:gd name="csX1067" fmla="*/ 168442 w 1061034"/>
                <a:gd name="csY1067" fmla="*/ 274470 h 873793"/>
                <a:gd name="csX1068" fmla="*/ 169194 w 1061034"/>
                <a:gd name="csY1068" fmla="*/ 272967 h 873793"/>
                <a:gd name="csX1069" fmla="*/ 169946 w 1061034"/>
                <a:gd name="csY1069" fmla="*/ 269207 h 873793"/>
                <a:gd name="csX1070" fmla="*/ 167690 w 1061034"/>
                <a:gd name="csY1070" fmla="*/ 269207 h 873793"/>
                <a:gd name="csX1071" fmla="*/ 161674 w 1061034"/>
                <a:gd name="csY1071" fmla="*/ 271463 h 873793"/>
                <a:gd name="csX1072" fmla="*/ 160170 w 1061034"/>
                <a:gd name="csY1072" fmla="*/ 271463 h 873793"/>
                <a:gd name="csX1073" fmla="*/ 159418 w 1061034"/>
                <a:gd name="csY1073" fmla="*/ 269959 h 873793"/>
                <a:gd name="csX1074" fmla="*/ 159418 w 1061034"/>
                <a:gd name="csY1074" fmla="*/ 269207 h 873793"/>
                <a:gd name="csX1075" fmla="*/ 158667 w 1061034"/>
                <a:gd name="csY1075" fmla="*/ 267703 h 873793"/>
                <a:gd name="csX1076" fmla="*/ 157914 w 1061034"/>
                <a:gd name="csY1076" fmla="*/ 265447 h 873793"/>
                <a:gd name="csX1077" fmla="*/ 157163 w 1061034"/>
                <a:gd name="csY1077" fmla="*/ 266199 h 873793"/>
                <a:gd name="csX1078" fmla="*/ 155659 w 1061034"/>
                <a:gd name="csY1078" fmla="*/ 269207 h 873793"/>
                <a:gd name="csX1079" fmla="*/ 155659 w 1061034"/>
                <a:gd name="csY1079" fmla="*/ 270711 h 873793"/>
                <a:gd name="csX1080" fmla="*/ 155659 w 1061034"/>
                <a:gd name="csY1080" fmla="*/ 272215 h 873793"/>
                <a:gd name="csX1081" fmla="*/ 154907 w 1061034"/>
                <a:gd name="csY1081" fmla="*/ 273719 h 873793"/>
                <a:gd name="csX1082" fmla="*/ 153403 w 1061034"/>
                <a:gd name="csY1082" fmla="*/ 273719 h 873793"/>
                <a:gd name="csX1083" fmla="*/ 152651 w 1061034"/>
                <a:gd name="csY1083" fmla="*/ 272967 h 873793"/>
                <a:gd name="csX1084" fmla="*/ 151899 w 1061034"/>
                <a:gd name="csY1084" fmla="*/ 272215 h 873793"/>
                <a:gd name="csX1085" fmla="*/ 151147 w 1061034"/>
                <a:gd name="csY1085" fmla="*/ 270711 h 873793"/>
                <a:gd name="csX1086" fmla="*/ 151147 w 1061034"/>
                <a:gd name="csY1086" fmla="*/ 269207 h 873793"/>
                <a:gd name="csX1087" fmla="*/ 148139 w 1061034"/>
                <a:gd name="csY1087" fmla="*/ 272215 h 873793"/>
                <a:gd name="csX1088" fmla="*/ 146635 w 1061034"/>
                <a:gd name="csY1088" fmla="*/ 272967 h 873793"/>
                <a:gd name="csX1089" fmla="*/ 145131 w 1061034"/>
                <a:gd name="csY1089" fmla="*/ 272967 h 873793"/>
                <a:gd name="csX1090" fmla="*/ 138363 w 1061034"/>
                <a:gd name="csY1090" fmla="*/ 271463 h 873793"/>
                <a:gd name="csX1091" fmla="*/ 136859 w 1061034"/>
                <a:gd name="csY1091" fmla="*/ 271463 h 873793"/>
                <a:gd name="csX1092" fmla="*/ 133851 w 1061034"/>
                <a:gd name="csY1092" fmla="*/ 271463 h 873793"/>
                <a:gd name="csX1093" fmla="*/ 130843 w 1061034"/>
                <a:gd name="csY1093" fmla="*/ 272215 h 873793"/>
                <a:gd name="csX1094" fmla="*/ 124076 w 1061034"/>
                <a:gd name="csY1094" fmla="*/ 276726 h 873793"/>
                <a:gd name="csX1095" fmla="*/ 121068 w 1061034"/>
                <a:gd name="csY1095" fmla="*/ 277478 h 873793"/>
                <a:gd name="csX1096" fmla="*/ 119564 w 1061034"/>
                <a:gd name="csY1096" fmla="*/ 276726 h 873793"/>
                <a:gd name="csX1097" fmla="*/ 115052 w 1061034"/>
                <a:gd name="csY1097" fmla="*/ 274470 h 873793"/>
                <a:gd name="csX1098" fmla="*/ 113548 w 1061034"/>
                <a:gd name="csY1098" fmla="*/ 273719 h 873793"/>
                <a:gd name="csX1099" fmla="*/ 112796 w 1061034"/>
                <a:gd name="csY1099" fmla="*/ 273719 h 873793"/>
                <a:gd name="csX1100" fmla="*/ 110540 w 1061034"/>
                <a:gd name="csY1100" fmla="*/ 273719 h 873793"/>
                <a:gd name="csX1101" fmla="*/ 109788 w 1061034"/>
                <a:gd name="csY1101" fmla="*/ 274470 h 873793"/>
                <a:gd name="csX1102" fmla="*/ 109036 w 1061034"/>
                <a:gd name="csY1102" fmla="*/ 275974 h 873793"/>
                <a:gd name="csX1103" fmla="*/ 108284 w 1061034"/>
                <a:gd name="csY1103" fmla="*/ 276726 h 873793"/>
                <a:gd name="csX1104" fmla="*/ 106780 w 1061034"/>
                <a:gd name="csY1104" fmla="*/ 276726 h 873793"/>
                <a:gd name="csX1105" fmla="*/ 106780 w 1061034"/>
                <a:gd name="csY1105" fmla="*/ 275974 h 873793"/>
                <a:gd name="csX1106" fmla="*/ 106028 w 1061034"/>
                <a:gd name="csY1106" fmla="*/ 275222 h 873793"/>
                <a:gd name="csX1107" fmla="*/ 105276 w 1061034"/>
                <a:gd name="csY1107" fmla="*/ 275222 h 873793"/>
                <a:gd name="csX1108" fmla="*/ 97005 w 1061034"/>
                <a:gd name="csY1108" fmla="*/ 275974 h 873793"/>
                <a:gd name="csX1109" fmla="*/ 93997 w 1061034"/>
                <a:gd name="csY1109" fmla="*/ 277478 h 873793"/>
                <a:gd name="csX1110" fmla="*/ 89485 w 1061034"/>
                <a:gd name="csY1110" fmla="*/ 280486 h 873793"/>
                <a:gd name="csX1111" fmla="*/ 87229 w 1061034"/>
                <a:gd name="csY1111" fmla="*/ 281238 h 873793"/>
                <a:gd name="csX1112" fmla="*/ 72190 w 1061034"/>
                <a:gd name="csY1112" fmla="*/ 283494 h 873793"/>
                <a:gd name="csX1113" fmla="*/ 69934 w 1061034"/>
                <a:gd name="csY1113" fmla="*/ 284246 h 873793"/>
                <a:gd name="csX1114" fmla="*/ 63166 w 1061034"/>
                <a:gd name="csY1114" fmla="*/ 288006 h 873793"/>
                <a:gd name="csX1115" fmla="*/ 60158 w 1061034"/>
                <a:gd name="csY1115" fmla="*/ 289510 h 873793"/>
                <a:gd name="csX1116" fmla="*/ 57150 w 1061034"/>
                <a:gd name="csY1116" fmla="*/ 289510 h 873793"/>
                <a:gd name="csX1117" fmla="*/ 48126 w 1061034"/>
                <a:gd name="csY1117" fmla="*/ 288758 h 873793"/>
                <a:gd name="csX1118" fmla="*/ 30079 w 1061034"/>
                <a:gd name="csY1118" fmla="*/ 291766 h 873793"/>
                <a:gd name="csX1119" fmla="*/ 28575 w 1061034"/>
                <a:gd name="csY1119" fmla="*/ 292518 h 873793"/>
                <a:gd name="csX1120" fmla="*/ 27823 w 1061034"/>
                <a:gd name="csY1120" fmla="*/ 294022 h 873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</a:cxnLst>
              <a:rect l="l" t="t" r="r" b="b"/>
              <a:pathLst>
                <a:path w="1061034" h="873793">
                  <a:moveTo>
                    <a:pt x="27823" y="294022"/>
                  </a:moveTo>
                  <a:lnTo>
                    <a:pt x="0" y="281990"/>
                  </a:lnTo>
                  <a:lnTo>
                    <a:pt x="8272" y="275222"/>
                  </a:lnTo>
                  <a:lnTo>
                    <a:pt x="9776" y="273719"/>
                  </a:lnTo>
                  <a:lnTo>
                    <a:pt x="11280" y="271463"/>
                  </a:lnTo>
                  <a:lnTo>
                    <a:pt x="12032" y="269959"/>
                  </a:lnTo>
                  <a:lnTo>
                    <a:pt x="13536" y="267703"/>
                  </a:lnTo>
                  <a:lnTo>
                    <a:pt x="14288" y="267703"/>
                  </a:lnTo>
                  <a:lnTo>
                    <a:pt x="18047" y="268455"/>
                  </a:lnTo>
                  <a:lnTo>
                    <a:pt x="20303" y="268455"/>
                  </a:lnTo>
                  <a:lnTo>
                    <a:pt x="30079" y="258679"/>
                  </a:lnTo>
                  <a:lnTo>
                    <a:pt x="35343" y="254919"/>
                  </a:lnTo>
                  <a:lnTo>
                    <a:pt x="36847" y="254167"/>
                  </a:lnTo>
                  <a:lnTo>
                    <a:pt x="45870" y="251911"/>
                  </a:lnTo>
                  <a:lnTo>
                    <a:pt x="49630" y="250407"/>
                  </a:lnTo>
                  <a:lnTo>
                    <a:pt x="51134" y="248903"/>
                  </a:lnTo>
                  <a:lnTo>
                    <a:pt x="54142" y="245143"/>
                  </a:lnTo>
                  <a:lnTo>
                    <a:pt x="64670" y="233864"/>
                  </a:lnTo>
                  <a:lnTo>
                    <a:pt x="66174" y="231608"/>
                  </a:lnTo>
                  <a:lnTo>
                    <a:pt x="66926" y="230104"/>
                  </a:lnTo>
                  <a:lnTo>
                    <a:pt x="66926" y="226344"/>
                  </a:lnTo>
                  <a:lnTo>
                    <a:pt x="66926" y="224840"/>
                  </a:lnTo>
                  <a:lnTo>
                    <a:pt x="65422" y="219576"/>
                  </a:lnTo>
                  <a:lnTo>
                    <a:pt x="64670" y="217321"/>
                  </a:lnTo>
                  <a:lnTo>
                    <a:pt x="65422" y="215065"/>
                  </a:lnTo>
                  <a:lnTo>
                    <a:pt x="66926" y="214313"/>
                  </a:lnTo>
                  <a:lnTo>
                    <a:pt x="68430" y="214313"/>
                  </a:lnTo>
                  <a:lnTo>
                    <a:pt x="71438" y="215817"/>
                  </a:lnTo>
                  <a:lnTo>
                    <a:pt x="72941" y="215817"/>
                  </a:lnTo>
                  <a:lnTo>
                    <a:pt x="76701" y="215817"/>
                  </a:lnTo>
                  <a:lnTo>
                    <a:pt x="80461" y="216569"/>
                  </a:lnTo>
                  <a:lnTo>
                    <a:pt x="84221" y="215817"/>
                  </a:lnTo>
                  <a:lnTo>
                    <a:pt x="86477" y="215065"/>
                  </a:lnTo>
                  <a:lnTo>
                    <a:pt x="88733" y="215065"/>
                  </a:lnTo>
                  <a:lnTo>
                    <a:pt x="91741" y="216569"/>
                  </a:lnTo>
                  <a:lnTo>
                    <a:pt x="95501" y="217321"/>
                  </a:lnTo>
                  <a:lnTo>
                    <a:pt x="103020" y="218072"/>
                  </a:lnTo>
                  <a:lnTo>
                    <a:pt x="109788" y="217321"/>
                  </a:lnTo>
                  <a:lnTo>
                    <a:pt x="125580" y="214313"/>
                  </a:lnTo>
                  <a:lnTo>
                    <a:pt x="128588" y="214313"/>
                  </a:lnTo>
                  <a:lnTo>
                    <a:pt x="133099" y="215065"/>
                  </a:lnTo>
                  <a:lnTo>
                    <a:pt x="134603" y="215817"/>
                  </a:lnTo>
                  <a:lnTo>
                    <a:pt x="136107" y="216569"/>
                  </a:lnTo>
                  <a:lnTo>
                    <a:pt x="138363" y="218072"/>
                  </a:lnTo>
                  <a:lnTo>
                    <a:pt x="141371" y="221832"/>
                  </a:lnTo>
                  <a:lnTo>
                    <a:pt x="144379" y="226344"/>
                  </a:lnTo>
                  <a:lnTo>
                    <a:pt x="145883" y="227096"/>
                  </a:lnTo>
                  <a:lnTo>
                    <a:pt x="150395" y="229352"/>
                  </a:lnTo>
                  <a:lnTo>
                    <a:pt x="151147" y="229352"/>
                  </a:lnTo>
                  <a:lnTo>
                    <a:pt x="151147" y="230104"/>
                  </a:lnTo>
                  <a:lnTo>
                    <a:pt x="151899" y="230856"/>
                  </a:lnTo>
                  <a:lnTo>
                    <a:pt x="152651" y="232360"/>
                  </a:lnTo>
                  <a:lnTo>
                    <a:pt x="153403" y="233112"/>
                  </a:lnTo>
                  <a:lnTo>
                    <a:pt x="157163" y="234616"/>
                  </a:lnTo>
                  <a:lnTo>
                    <a:pt x="157914" y="235368"/>
                  </a:lnTo>
                  <a:lnTo>
                    <a:pt x="159418" y="238376"/>
                  </a:lnTo>
                  <a:lnTo>
                    <a:pt x="160922" y="239880"/>
                  </a:lnTo>
                  <a:lnTo>
                    <a:pt x="163178" y="240632"/>
                  </a:lnTo>
                  <a:lnTo>
                    <a:pt x="165434" y="239880"/>
                  </a:lnTo>
                  <a:lnTo>
                    <a:pt x="166938" y="239128"/>
                  </a:lnTo>
                  <a:lnTo>
                    <a:pt x="169194" y="237624"/>
                  </a:lnTo>
                  <a:lnTo>
                    <a:pt x="172954" y="236120"/>
                  </a:lnTo>
                  <a:lnTo>
                    <a:pt x="175210" y="234616"/>
                  </a:lnTo>
                  <a:lnTo>
                    <a:pt x="175962" y="233112"/>
                  </a:lnTo>
                  <a:lnTo>
                    <a:pt x="176714" y="232360"/>
                  </a:lnTo>
                  <a:lnTo>
                    <a:pt x="177466" y="227096"/>
                  </a:lnTo>
                  <a:lnTo>
                    <a:pt x="178218" y="225592"/>
                  </a:lnTo>
                  <a:lnTo>
                    <a:pt x="178970" y="223336"/>
                  </a:lnTo>
                  <a:lnTo>
                    <a:pt x="181226" y="221832"/>
                  </a:lnTo>
                  <a:lnTo>
                    <a:pt x="191753" y="216569"/>
                  </a:lnTo>
                  <a:lnTo>
                    <a:pt x="194009" y="215817"/>
                  </a:lnTo>
                  <a:lnTo>
                    <a:pt x="196265" y="215817"/>
                  </a:lnTo>
                  <a:lnTo>
                    <a:pt x="197769" y="216569"/>
                  </a:lnTo>
                  <a:lnTo>
                    <a:pt x="199273" y="217321"/>
                  </a:lnTo>
                  <a:lnTo>
                    <a:pt x="200777" y="218072"/>
                  </a:lnTo>
                  <a:lnTo>
                    <a:pt x="201529" y="218824"/>
                  </a:lnTo>
                  <a:lnTo>
                    <a:pt x="202281" y="220328"/>
                  </a:lnTo>
                  <a:lnTo>
                    <a:pt x="203033" y="221832"/>
                  </a:lnTo>
                  <a:lnTo>
                    <a:pt x="204537" y="222584"/>
                  </a:lnTo>
                  <a:lnTo>
                    <a:pt x="207545" y="223336"/>
                  </a:lnTo>
                  <a:lnTo>
                    <a:pt x="209049" y="222584"/>
                  </a:lnTo>
                  <a:lnTo>
                    <a:pt x="210553" y="221832"/>
                  </a:lnTo>
                  <a:lnTo>
                    <a:pt x="210553" y="220328"/>
                  </a:lnTo>
                  <a:lnTo>
                    <a:pt x="211305" y="217321"/>
                  </a:lnTo>
                  <a:lnTo>
                    <a:pt x="211305" y="215817"/>
                  </a:lnTo>
                  <a:lnTo>
                    <a:pt x="212809" y="214313"/>
                  </a:lnTo>
                  <a:lnTo>
                    <a:pt x="213561" y="212809"/>
                  </a:lnTo>
                  <a:lnTo>
                    <a:pt x="218072" y="209801"/>
                  </a:lnTo>
                  <a:lnTo>
                    <a:pt x="219576" y="209049"/>
                  </a:lnTo>
                  <a:lnTo>
                    <a:pt x="221080" y="207545"/>
                  </a:lnTo>
                  <a:lnTo>
                    <a:pt x="223336" y="205289"/>
                  </a:lnTo>
                  <a:lnTo>
                    <a:pt x="226344" y="203033"/>
                  </a:lnTo>
                  <a:lnTo>
                    <a:pt x="236120" y="197769"/>
                  </a:lnTo>
                  <a:lnTo>
                    <a:pt x="239128" y="196265"/>
                  </a:lnTo>
                  <a:lnTo>
                    <a:pt x="240632" y="194009"/>
                  </a:lnTo>
                  <a:lnTo>
                    <a:pt x="243640" y="192505"/>
                  </a:lnTo>
                  <a:lnTo>
                    <a:pt x="245143" y="191753"/>
                  </a:lnTo>
                  <a:lnTo>
                    <a:pt x="246647" y="192505"/>
                  </a:lnTo>
                  <a:lnTo>
                    <a:pt x="247399" y="194009"/>
                  </a:lnTo>
                  <a:lnTo>
                    <a:pt x="247399" y="197017"/>
                  </a:lnTo>
                  <a:lnTo>
                    <a:pt x="247399" y="198521"/>
                  </a:lnTo>
                  <a:lnTo>
                    <a:pt x="248903" y="200025"/>
                  </a:lnTo>
                  <a:lnTo>
                    <a:pt x="249655" y="201529"/>
                  </a:lnTo>
                  <a:lnTo>
                    <a:pt x="251159" y="202281"/>
                  </a:lnTo>
                  <a:lnTo>
                    <a:pt x="251159" y="203785"/>
                  </a:lnTo>
                  <a:lnTo>
                    <a:pt x="251159" y="207545"/>
                  </a:lnTo>
                  <a:lnTo>
                    <a:pt x="251159" y="209049"/>
                  </a:lnTo>
                  <a:lnTo>
                    <a:pt x="251159" y="210553"/>
                  </a:lnTo>
                  <a:lnTo>
                    <a:pt x="251911" y="212057"/>
                  </a:lnTo>
                  <a:lnTo>
                    <a:pt x="252663" y="213561"/>
                  </a:lnTo>
                  <a:lnTo>
                    <a:pt x="254167" y="215817"/>
                  </a:lnTo>
                  <a:lnTo>
                    <a:pt x="255671" y="217321"/>
                  </a:lnTo>
                  <a:lnTo>
                    <a:pt x="257175" y="218072"/>
                  </a:lnTo>
                  <a:lnTo>
                    <a:pt x="259431" y="219576"/>
                  </a:lnTo>
                  <a:lnTo>
                    <a:pt x="260935" y="219576"/>
                  </a:lnTo>
                  <a:lnTo>
                    <a:pt x="263943" y="219576"/>
                  </a:lnTo>
                  <a:lnTo>
                    <a:pt x="265447" y="219576"/>
                  </a:lnTo>
                  <a:lnTo>
                    <a:pt x="266951" y="218824"/>
                  </a:lnTo>
                  <a:lnTo>
                    <a:pt x="269959" y="215817"/>
                  </a:lnTo>
                  <a:lnTo>
                    <a:pt x="271463" y="214313"/>
                  </a:lnTo>
                  <a:lnTo>
                    <a:pt x="272966" y="212809"/>
                  </a:lnTo>
                  <a:lnTo>
                    <a:pt x="273719" y="211305"/>
                  </a:lnTo>
                  <a:lnTo>
                    <a:pt x="275974" y="206793"/>
                  </a:lnTo>
                  <a:lnTo>
                    <a:pt x="276726" y="205289"/>
                  </a:lnTo>
                  <a:lnTo>
                    <a:pt x="278230" y="205289"/>
                  </a:lnTo>
                  <a:lnTo>
                    <a:pt x="280486" y="203033"/>
                  </a:lnTo>
                  <a:lnTo>
                    <a:pt x="281238" y="202281"/>
                  </a:lnTo>
                  <a:lnTo>
                    <a:pt x="281990" y="200777"/>
                  </a:lnTo>
                  <a:lnTo>
                    <a:pt x="282742" y="197769"/>
                  </a:lnTo>
                  <a:lnTo>
                    <a:pt x="283494" y="195513"/>
                  </a:lnTo>
                  <a:lnTo>
                    <a:pt x="284246" y="194761"/>
                  </a:lnTo>
                  <a:lnTo>
                    <a:pt x="289510" y="191002"/>
                  </a:lnTo>
                  <a:lnTo>
                    <a:pt x="290262" y="188745"/>
                  </a:lnTo>
                  <a:lnTo>
                    <a:pt x="291014" y="187242"/>
                  </a:lnTo>
                  <a:lnTo>
                    <a:pt x="291766" y="185738"/>
                  </a:lnTo>
                  <a:lnTo>
                    <a:pt x="291766" y="184234"/>
                  </a:lnTo>
                  <a:lnTo>
                    <a:pt x="291766" y="182730"/>
                  </a:lnTo>
                  <a:lnTo>
                    <a:pt x="288758" y="175210"/>
                  </a:lnTo>
                  <a:lnTo>
                    <a:pt x="288758" y="172954"/>
                  </a:lnTo>
                  <a:lnTo>
                    <a:pt x="288758" y="171450"/>
                  </a:lnTo>
                  <a:lnTo>
                    <a:pt x="289510" y="169946"/>
                  </a:lnTo>
                  <a:lnTo>
                    <a:pt x="291766" y="166938"/>
                  </a:lnTo>
                  <a:lnTo>
                    <a:pt x="292518" y="165434"/>
                  </a:lnTo>
                  <a:lnTo>
                    <a:pt x="293270" y="163930"/>
                  </a:lnTo>
                  <a:lnTo>
                    <a:pt x="294774" y="162426"/>
                  </a:lnTo>
                  <a:lnTo>
                    <a:pt x="297782" y="159419"/>
                  </a:lnTo>
                  <a:lnTo>
                    <a:pt x="301542" y="156411"/>
                  </a:lnTo>
                  <a:lnTo>
                    <a:pt x="310565" y="151147"/>
                  </a:lnTo>
                  <a:lnTo>
                    <a:pt x="312821" y="150395"/>
                  </a:lnTo>
                  <a:lnTo>
                    <a:pt x="315077" y="151147"/>
                  </a:lnTo>
                  <a:lnTo>
                    <a:pt x="316581" y="151147"/>
                  </a:lnTo>
                  <a:lnTo>
                    <a:pt x="317333" y="152651"/>
                  </a:lnTo>
                  <a:lnTo>
                    <a:pt x="319589" y="154155"/>
                  </a:lnTo>
                  <a:lnTo>
                    <a:pt x="321093" y="155659"/>
                  </a:lnTo>
                  <a:lnTo>
                    <a:pt x="322597" y="155659"/>
                  </a:lnTo>
                  <a:lnTo>
                    <a:pt x="324101" y="156411"/>
                  </a:lnTo>
                  <a:lnTo>
                    <a:pt x="338388" y="157163"/>
                  </a:lnTo>
                  <a:lnTo>
                    <a:pt x="340644" y="156411"/>
                  </a:lnTo>
                  <a:lnTo>
                    <a:pt x="342900" y="155659"/>
                  </a:lnTo>
                  <a:lnTo>
                    <a:pt x="344404" y="154907"/>
                  </a:lnTo>
                  <a:lnTo>
                    <a:pt x="346660" y="151147"/>
                  </a:lnTo>
                  <a:lnTo>
                    <a:pt x="348916" y="149643"/>
                  </a:lnTo>
                  <a:lnTo>
                    <a:pt x="351924" y="147387"/>
                  </a:lnTo>
                  <a:lnTo>
                    <a:pt x="354932" y="145883"/>
                  </a:lnTo>
                  <a:lnTo>
                    <a:pt x="357188" y="145883"/>
                  </a:lnTo>
                  <a:lnTo>
                    <a:pt x="358691" y="145883"/>
                  </a:lnTo>
                  <a:lnTo>
                    <a:pt x="361699" y="148139"/>
                  </a:lnTo>
                  <a:lnTo>
                    <a:pt x="363955" y="148891"/>
                  </a:lnTo>
                  <a:lnTo>
                    <a:pt x="365459" y="148891"/>
                  </a:lnTo>
                  <a:lnTo>
                    <a:pt x="366963" y="147387"/>
                  </a:lnTo>
                  <a:lnTo>
                    <a:pt x="369219" y="145131"/>
                  </a:lnTo>
                  <a:lnTo>
                    <a:pt x="370723" y="143627"/>
                  </a:lnTo>
                  <a:lnTo>
                    <a:pt x="372227" y="143627"/>
                  </a:lnTo>
                  <a:lnTo>
                    <a:pt x="373731" y="142875"/>
                  </a:lnTo>
                  <a:lnTo>
                    <a:pt x="382755" y="143627"/>
                  </a:lnTo>
                  <a:lnTo>
                    <a:pt x="388018" y="143627"/>
                  </a:lnTo>
                  <a:lnTo>
                    <a:pt x="390274" y="143627"/>
                  </a:lnTo>
                  <a:lnTo>
                    <a:pt x="394034" y="145883"/>
                  </a:lnTo>
                  <a:lnTo>
                    <a:pt x="396290" y="145883"/>
                  </a:lnTo>
                  <a:lnTo>
                    <a:pt x="400050" y="143627"/>
                  </a:lnTo>
                  <a:lnTo>
                    <a:pt x="402306" y="142875"/>
                  </a:lnTo>
                  <a:lnTo>
                    <a:pt x="403810" y="143627"/>
                  </a:lnTo>
                  <a:lnTo>
                    <a:pt x="407570" y="145883"/>
                  </a:lnTo>
                  <a:lnTo>
                    <a:pt x="409074" y="147387"/>
                  </a:lnTo>
                  <a:lnTo>
                    <a:pt x="410578" y="146635"/>
                  </a:lnTo>
                  <a:lnTo>
                    <a:pt x="411330" y="145131"/>
                  </a:lnTo>
                  <a:lnTo>
                    <a:pt x="411330" y="143627"/>
                  </a:lnTo>
                  <a:lnTo>
                    <a:pt x="408322" y="133851"/>
                  </a:lnTo>
                  <a:lnTo>
                    <a:pt x="408322" y="132347"/>
                  </a:lnTo>
                  <a:lnTo>
                    <a:pt x="408322" y="130844"/>
                  </a:lnTo>
                  <a:lnTo>
                    <a:pt x="409074" y="129340"/>
                  </a:lnTo>
                  <a:lnTo>
                    <a:pt x="410578" y="126332"/>
                  </a:lnTo>
                  <a:lnTo>
                    <a:pt x="410578" y="124828"/>
                  </a:lnTo>
                  <a:lnTo>
                    <a:pt x="409826" y="123324"/>
                  </a:lnTo>
                  <a:lnTo>
                    <a:pt x="409074" y="121820"/>
                  </a:lnTo>
                  <a:lnTo>
                    <a:pt x="408322" y="120316"/>
                  </a:lnTo>
                  <a:lnTo>
                    <a:pt x="408322" y="118812"/>
                  </a:lnTo>
                  <a:lnTo>
                    <a:pt x="409074" y="115804"/>
                  </a:lnTo>
                  <a:lnTo>
                    <a:pt x="409074" y="113548"/>
                  </a:lnTo>
                  <a:lnTo>
                    <a:pt x="407570" y="109036"/>
                  </a:lnTo>
                  <a:lnTo>
                    <a:pt x="407570" y="107532"/>
                  </a:lnTo>
                  <a:lnTo>
                    <a:pt x="408322" y="106028"/>
                  </a:lnTo>
                  <a:lnTo>
                    <a:pt x="409826" y="105276"/>
                  </a:lnTo>
                  <a:lnTo>
                    <a:pt x="410578" y="104525"/>
                  </a:lnTo>
                  <a:lnTo>
                    <a:pt x="412082" y="105276"/>
                  </a:lnTo>
                  <a:lnTo>
                    <a:pt x="412834" y="106028"/>
                  </a:lnTo>
                  <a:lnTo>
                    <a:pt x="414338" y="107532"/>
                  </a:lnTo>
                  <a:lnTo>
                    <a:pt x="415089" y="109036"/>
                  </a:lnTo>
                  <a:lnTo>
                    <a:pt x="417345" y="109036"/>
                  </a:lnTo>
                  <a:lnTo>
                    <a:pt x="420353" y="108284"/>
                  </a:lnTo>
                  <a:lnTo>
                    <a:pt x="423361" y="106780"/>
                  </a:lnTo>
                  <a:lnTo>
                    <a:pt x="426369" y="106028"/>
                  </a:lnTo>
                  <a:lnTo>
                    <a:pt x="427873" y="104525"/>
                  </a:lnTo>
                  <a:lnTo>
                    <a:pt x="428625" y="103773"/>
                  </a:lnTo>
                  <a:lnTo>
                    <a:pt x="429377" y="103020"/>
                  </a:lnTo>
                  <a:lnTo>
                    <a:pt x="433137" y="97005"/>
                  </a:lnTo>
                  <a:lnTo>
                    <a:pt x="433889" y="95501"/>
                  </a:lnTo>
                  <a:lnTo>
                    <a:pt x="435393" y="93997"/>
                  </a:lnTo>
                  <a:lnTo>
                    <a:pt x="436897" y="92493"/>
                  </a:lnTo>
                  <a:lnTo>
                    <a:pt x="437649" y="90989"/>
                  </a:lnTo>
                  <a:lnTo>
                    <a:pt x="438401" y="87981"/>
                  </a:lnTo>
                  <a:lnTo>
                    <a:pt x="439905" y="84973"/>
                  </a:lnTo>
                  <a:lnTo>
                    <a:pt x="440657" y="83469"/>
                  </a:lnTo>
                  <a:lnTo>
                    <a:pt x="440657" y="81965"/>
                  </a:lnTo>
                  <a:lnTo>
                    <a:pt x="439905" y="80461"/>
                  </a:lnTo>
                  <a:lnTo>
                    <a:pt x="439153" y="78957"/>
                  </a:lnTo>
                  <a:lnTo>
                    <a:pt x="438401" y="77453"/>
                  </a:lnTo>
                  <a:lnTo>
                    <a:pt x="436897" y="76701"/>
                  </a:lnTo>
                  <a:lnTo>
                    <a:pt x="433889" y="74446"/>
                  </a:lnTo>
                  <a:lnTo>
                    <a:pt x="432385" y="73694"/>
                  </a:lnTo>
                  <a:lnTo>
                    <a:pt x="430881" y="72190"/>
                  </a:lnTo>
                  <a:lnTo>
                    <a:pt x="430129" y="70686"/>
                  </a:lnTo>
                  <a:lnTo>
                    <a:pt x="429377" y="69182"/>
                  </a:lnTo>
                  <a:lnTo>
                    <a:pt x="430129" y="67678"/>
                  </a:lnTo>
                  <a:lnTo>
                    <a:pt x="430129" y="65422"/>
                  </a:lnTo>
                  <a:lnTo>
                    <a:pt x="431633" y="63918"/>
                  </a:lnTo>
                  <a:lnTo>
                    <a:pt x="436897" y="57902"/>
                  </a:lnTo>
                  <a:lnTo>
                    <a:pt x="438401" y="56398"/>
                  </a:lnTo>
                  <a:lnTo>
                    <a:pt x="441409" y="51134"/>
                  </a:lnTo>
                  <a:lnTo>
                    <a:pt x="442161" y="49630"/>
                  </a:lnTo>
                  <a:lnTo>
                    <a:pt x="443664" y="48878"/>
                  </a:lnTo>
                  <a:lnTo>
                    <a:pt x="445168" y="48127"/>
                  </a:lnTo>
                  <a:lnTo>
                    <a:pt x="446672" y="47374"/>
                  </a:lnTo>
                  <a:lnTo>
                    <a:pt x="454944" y="47374"/>
                  </a:lnTo>
                  <a:lnTo>
                    <a:pt x="460960" y="45118"/>
                  </a:lnTo>
                  <a:lnTo>
                    <a:pt x="466224" y="43615"/>
                  </a:lnTo>
                  <a:lnTo>
                    <a:pt x="467728" y="42863"/>
                  </a:lnTo>
                  <a:lnTo>
                    <a:pt x="468480" y="41359"/>
                  </a:lnTo>
                  <a:lnTo>
                    <a:pt x="468480" y="39855"/>
                  </a:lnTo>
                  <a:lnTo>
                    <a:pt x="466976" y="35343"/>
                  </a:lnTo>
                  <a:lnTo>
                    <a:pt x="466976" y="33839"/>
                  </a:lnTo>
                  <a:lnTo>
                    <a:pt x="466976" y="32335"/>
                  </a:lnTo>
                  <a:lnTo>
                    <a:pt x="468480" y="30079"/>
                  </a:lnTo>
                  <a:lnTo>
                    <a:pt x="469984" y="29327"/>
                  </a:lnTo>
                  <a:lnTo>
                    <a:pt x="471488" y="28575"/>
                  </a:lnTo>
                  <a:lnTo>
                    <a:pt x="473743" y="28575"/>
                  </a:lnTo>
                  <a:lnTo>
                    <a:pt x="479007" y="27823"/>
                  </a:lnTo>
                  <a:lnTo>
                    <a:pt x="483519" y="26319"/>
                  </a:lnTo>
                  <a:lnTo>
                    <a:pt x="485775" y="25567"/>
                  </a:lnTo>
                  <a:lnTo>
                    <a:pt x="487279" y="25567"/>
                  </a:lnTo>
                  <a:lnTo>
                    <a:pt x="490287" y="25567"/>
                  </a:lnTo>
                  <a:lnTo>
                    <a:pt x="491791" y="24063"/>
                  </a:lnTo>
                  <a:lnTo>
                    <a:pt x="492543" y="22559"/>
                  </a:lnTo>
                  <a:lnTo>
                    <a:pt x="492543" y="21055"/>
                  </a:lnTo>
                  <a:lnTo>
                    <a:pt x="491039" y="15039"/>
                  </a:lnTo>
                  <a:lnTo>
                    <a:pt x="490287" y="13536"/>
                  </a:lnTo>
                  <a:lnTo>
                    <a:pt x="491039" y="12032"/>
                  </a:lnTo>
                  <a:lnTo>
                    <a:pt x="491791" y="10528"/>
                  </a:lnTo>
                  <a:lnTo>
                    <a:pt x="495551" y="4512"/>
                  </a:lnTo>
                  <a:lnTo>
                    <a:pt x="498559" y="0"/>
                  </a:lnTo>
                  <a:lnTo>
                    <a:pt x="594811" y="1504"/>
                  </a:lnTo>
                  <a:lnTo>
                    <a:pt x="606091" y="2256"/>
                  </a:lnTo>
                  <a:lnTo>
                    <a:pt x="607595" y="3760"/>
                  </a:lnTo>
                  <a:lnTo>
                    <a:pt x="609851" y="4512"/>
                  </a:lnTo>
                  <a:lnTo>
                    <a:pt x="616619" y="6768"/>
                  </a:lnTo>
                  <a:lnTo>
                    <a:pt x="618874" y="7520"/>
                  </a:lnTo>
                  <a:lnTo>
                    <a:pt x="620378" y="8272"/>
                  </a:lnTo>
                  <a:lnTo>
                    <a:pt x="621882" y="9776"/>
                  </a:lnTo>
                  <a:lnTo>
                    <a:pt x="629402" y="17296"/>
                  </a:lnTo>
                  <a:lnTo>
                    <a:pt x="630154" y="18799"/>
                  </a:lnTo>
                  <a:lnTo>
                    <a:pt x="630906" y="20303"/>
                  </a:lnTo>
                  <a:lnTo>
                    <a:pt x="630906" y="23311"/>
                  </a:lnTo>
                  <a:lnTo>
                    <a:pt x="630906" y="24815"/>
                  </a:lnTo>
                  <a:lnTo>
                    <a:pt x="635418" y="33839"/>
                  </a:lnTo>
                  <a:lnTo>
                    <a:pt x="636922" y="35343"/>
                  </a:lnTo>
                  <a:lnTo>
                    <a:pt x="639178" y="37599"/>
                  </a:lnTo>
                  <a:lnTo>
                    <a:pt x="643689" y="39855"/>
                  </a:lnTo>
                  <a:lnTo>
                    <a:pt x="645946" y="42111"/>
                  </a:lnTo>
                  <a:lnTo>
                    <a:pt x="647449" y="43615"/>
                  </a:lnTo>
                  <a:lnTo>
                    <a:pt x="648201" y="45118"/>
                  </a:lnTo>
                  <a:lnTo>
                    <a:pt x="648201" y="46622"/>
                  </a:lnTo>
                  <a:lnTo>
                    <a:pt x="648953" y="53390"/>
                  </a:lnTo>
                  <a:lnTo>
                    <a:pt x="648953" y="54142"/>
                  </a:lnTo>
                  <a:lnTo>
                    <a:pt x="649705" y="55646"/>
                  </a:lnTo>
                  <a:lnTo>
                    <a:pt x="651209" y="55646"/>
                  </a:lnTo>
                  <a:lnTo>
                    <a:pt x="652713" y="55646"/>
                  </a:lnTo>
                  <a:lnTo>
                    <a:pt x="654217" y="55646"/>
                  </a:lnTo>
                  <a:lnTo>
                    <a:pt x="655721" y="54894"/>
                  </a:lnTo>
                  <a:lnTo>
                    <a:pt x="656473" y="54894"/>
                  </a:lnTo>
                  <a:lnTo>
                    <a:pt x="657225" y="54142"/>
                  </a:lnTo>
                  <a:lnTo>
                    <a:pt x="659481" y="53390"/>
                  </a:lnTo>
                  <a:lnTo>
                    <a:pt x="662489" y="53390"/>
                  </a:lnTo>
                  <a:lnTo>
                    <a:pt x="668505" y="54894"/>
                  </a:lnTo>
                  <a:lnTo>
                    <a:pt x="671513" y="55646"/>
                  </a:lnTo>
                  <a:lnTo>
                    <a:pt x="673768" y="57150"/>
                  </a:lnTo>
                  <a:lnTo>
                    <a:pt x="675272" y="58654"/>
                  </a:lnTo>
                  <a:lnTo>
                    <a:pt x="676024" y="60158"/>
                  </a:lnTo>
                  <a:lnTo>
                    <a:pt x="676024" y="61662"/>
                  </a:lnTo>
                  <a:lnTo>
                    <a:pt x="676024" y="63166"/>
                  </a:lnTo>
                  <a:lnTo>
                    <a:pt x="676776" y="64670"/>
                  </a:lnTo>
                  <a:lnTo>
                    <a:pt x="677528" y="66174"/>
                  </a:lnTo>
                  <a:lnTo>
                    <a:pt x="679032" y="69182"/>
                  </a:lnTo>
                  <a:lnTo>
                    <a:pt x="679784" y="70686"/>
                  </a:lnTo>
                  <a:lnTo>
                    <a:pt x="681288" y="76701"/>
                  </a:lnTo>
                  <a:lnTo>
                    <a:pt x="683544" y="82717"/>
                  </a:lnTo>
                  <a:lnTo>
                    <a:pt x="684296" y="85725"/>
                  </a:lnTo>
                  <a:lnTo>
                    <a:pt x="685048" y="87229"/>
                  </a:lnTo>
                  <a:lnTo>
                    <a:pt x="686552" y="88733"/>
                  </a:lnTo>
                  <a:lnTo>
                    <a:pt x="687304" y="89485"/>
                  </a:lnTo>
                  <a:lnTo>
                    <a:pt x="688808" y="90237"/>
                  </a:lnTo>
                  <a:lnTo>
                    <a:pt x="690312" y="90237"/>
                  </a:lnTo>
                  <a:lnTo>
                    <a:pt x="692568" y="90237"/>
                  </a:lnTo>
                  <a:lnTo>
                    <a:pt x="697080" y="89485"/>
                  </a:lnTo>
                  <a:lnTo>
                    <a:pt x="700087" y="90237"/>
                  </a:lnTo>
                  <a:lnTo>
                    <a:pt x="703096" y="90989"/>
                  </a:lnTo>
                  <a:lnTo>
                    <a:pt x="705351" y="91741"/>
                  </a:lnTo>
                  <a:lnTo>
                    <a:pt x="705351" y="93245"/>
                  </a:lnTo>
                  <a:lnTo>
                    <a:pt x="705351" y="96253"/>
                  </a:lnTo>
                  <a:lnTo>
                    <a:pt x="705351" y="98509"/>
                  </a:lnTo>
                  <a:lnTo>
                    <a:pt x="706103" y="100013"/>
                  </a:lnTo>
                  <a:lnTo>
                    <a:pt x="708359" y="104525"/>
                  </a:lnTo>
                  <a:lnTo>
                    <a:pt x="709111" y="107532"/>
                  </a:lnTo>
                  <a:lnTo>
                    <a:pt x="709863" y="114300"/>
                  </a:lnTo>
                  <a:lnTo>
                    <a:pt x="710615" y="115804"/>
                  </a:lnTo>
                  <a:lnTo>
                    <a:pt x="711367" y="117308"/>
                  </a:lnTo>
                  <a:lnTo>
                    <a:pt x="712871" y="119564"/>
                  </a:lnTo>
                  <a:lnTo>
                    <a:pt x="714375" y="120316"/>
                  </a:lnTo>
                  <a:lnTo>
                    <a:pt x="715879" y="120316"/>
                  </a:lnTo>
                  <a:lnTo>
                    <a:pt x="717383" y="120316"/>
                  </a:lnTo>
                  <a:lnTo>
                    <a:pt x="719639" y="120316"/>
                  </a:lnTo>
                  <a:lnTo>
                    <a:pt x="729415" y="122572"/>
                  </a:lnTo>
                  <a:lnTo>
                    <a:pt x="730918" y="123324"/>
                  </a:lnTo>
                  <a:lnTo>
                    <a:pt x="731670" y="124076"/>
                  </a:lnTo>
                  <a:lnTo>
                    <a:pt x="732422" y="125580"/>
                  </a:lnTo>
                  <a:lnTo>
                    <a:pt x="733175" y="127084"/>
                  </a:lnTo>
                  <a:lnTo>
                    <a:pt x="734678" y="129340"/>
                  </a:lnTo>
                  <a:lnTo>
                    <a:pt x="736934" y="130844"/>
                  </a:lnTo>
                  <a:lnTo>
                    <a:pt x="741446" y="133099"/>
                  </a:lnTo>
                  <a:lnTo>
                    <a:pt x="743702" y="133851"/>
                  </a:lnTo>
                  <a:lnTo>
                    <a:pt x="745958" y="133851"/>
                  </a:lnTo>
                  <a:lnTo>
                    <a:pt x="747462" y="133099"/>
                  </a:lnTo>
                  <a:lnTo>
                    <a:pt x="748966" y="132347"/>
                  </a:lnTo>
                  <a:lnTo>
                    <a:pt x="750470" y="130844"/>
                  </a:lnTo>
                  <a:lnTo>
                    <a:pt x="751222" y="130092"/>
                  </a:lnTo>
                  <a:lnTo>
                    <a:pt x="751974" y="128588"/>
                  </a:lnTo>
                  <a:lnTo>
                    <a:pt x="751974" y="127084"/>
                  </a:lnTo>
                  <a:lnTo>
                    <a:pt x="752726" y="123324"/>
                  </a:lnTo>
                  <a:lnTo>
                    <a:pt x="752726" y="120316"/>
                  </a:lnTo>
                  <a:lnTo>
                    <a:pt x="753478" y="118812"/>
                  </a:lnTo>
                  <a:lnTo>
                    <a:pt x="754230" y="116556"/>
                  </a:lnTo>
                  <a:lnTo>
                    <a:pt x="754982" y="115052"/>
                  </a:lnTo>
                  <a:lnTo>
                    <a:pt x="756486" y="114300"/>
                  </a:lnTo>
                  <a:lnTo>
                    <a:pt x="757238" y="112796"/>
                  </a:lnTo>
                  <a:lnTo>
                    <a:pt x="758742" y="112796"/>
                  </a:lnTo>
                  <a:lnTo>
                    <a:pt x="764005" y="112796"/>
                  </a:lnTo>
                  <a:lnTo>
                    <a:pt x="765509" y="112796"/>
                  </a:lnTo>
                  <a:lnTo>
                    <a:pt x="767013" y="111292"/>
                  </a:lnTo>
                  <a:lnTo>
                    <a:pt x="768517" y="109788"/>
                  </a:lnTo>
                  <a:lnTo>
                    <a:pt x="770773" y="106780"/>
                  </a:lnTo>
                  <a:lnTo>
                    <a:pt x="772277" y="106028"/>
                  </a:lnTo>
                  <a:lnTo>
                    <a:pt x="774533" y="105276"/>
                  </a:lnTo>
                  <a:lnTo>
                    <a:pt x="776789" y="105276"/>
                  </a:lnTo>
                  <a:lnTo>
                    <a:pt x="779045" y="106780"/>
                  </a:lnTo>
                  <a:lnTo>
                    <a:pt x="787316" y="107532"/>
                  </a:lnTo>
                  <a:lnTo>
                    <a:pt x="789573" y="109036"/>
                  </a:lnTo>
                  <a:lnTo>
                    <a:pt x="790324" y="110540"/>
                  </a:lnTo>
                  <a:lnTo>
                    <a:pt x="791076" y="112044"/>
                  </a:lnTo>
                  <a:lnTo>
                    <a:pt x="790324" y="117308"/>
                  </a:lnTo>
                  <a:lnTo>
                    <a:pt x="795588" y="121820"/>
                  </a:lnTo>
                  <a:lnTo>
                    <a:pt x="800852" y="124828"/>
                  </a:lnTo>
                  <a:lnTo>
                    <a:pt x="806116" y="129340"/>
                  </a:lnTo>
                  <a:lnTo>
                    <a:pt x="807620" y="132347"/>
                  </a:lnTo>
                  <a:lnTo>
                    <a:pt x="809124" y="135355"/>
                  </a:lnTo>
                  <a:lnTo>
                    <a:pt x="809124" y="136859"/>
                  </a:lnTo>
                  <a:lnTo>
                    <a:pt x="809876" y="138363"/>
                  </a:lnTo>
                  <a:lnTo>
                    <a:pt x="809124" y="139867"/>
                  </a:lnTo>
                  <a:lnTo>
                    <a:pt x="803108" y="152651"/>
                  </a:lnTo>
                  <a:lnTo>
                    <a:pt x="798596" y="166186"/>
                  </a:lnTo>
                  <a:lnTo>
                    <a:pt x="798596" y="167690"/>
                  </a:lnTo>
                  <a:lnTo>
                    <a:pt x="798596" y="170698"/>
                  </a:lnTo>
                  <a:lnTo>
                    <a:pt x="798596" y="172954"/>
                  </a:lnTo>
                  <a:lnTo>
                    <a:pt x="803108" y="183482"/>
                  </a:lnTo>
                  <a:lnTo>
                    <a:pt x="803108" y="185738"/>
                  </a:lnTo>
                  <a:lnTo>
                    <a:pt x="802356" y="187242"/>
                  </a:lnTo>
                  <a:lnTo>
                    <a:pt x="801604" y="188745"/>
                  </a:lnTo>
                  <a:lnTo>
                    <a:pt x="800100" y="188745"/>
                  </a:lnTo>
                  <a:lnTo>
                    <a:pt x="796340" y="188745"/>
                  </a:lnTo>
                  <a:lnTo>
                    <a:pt x="794836" y="189497"/>
                  </a:lnTo>
                  <a:lnTo>
                    <a:pt x="793332" y="190249"/>
                  </a:lnTo>
                  <a:lnTo>
                    <a:pt x="792580" y="191753"/>
                  </a:lnTo>
                  <a:lnTo>
                    <a:pt x="792580" y="193257"/>
                  </a:lnTo>
                  <a:lnTo>
                    <a:pt x="793332" y="196265"/>
                  </a:lnTo>
                  <a:lnTo>
                    <a:pt x="791076" y="200025"/>
                  </a:lnTo>
                  <a:lnTo>
                    <a:pt x="790324" y="202281"/>
                  </a:lnTo>
                  <a:lnTo>
                    <a:pt x="790324" y="204537"/>
                  </a:lnTo>
                  <a:lnTo>
                    <a:pt x="791076" y="206041"/>
                  </a:lnTo>
                  <a:lnTo>
                    <a:pt x="792580" y="207545"/>
                  </a:lnTo>
                  <a:lnTo>
                    <a:pt x="796340" y="209049"/>
                  </a:lnTo>
                  <a:lnTo>
                    <a:pt x="797844" y="210553"/>
                  </a:lnTo>
                  <a:lnTo>
                    <a:pt x="799348" y="212809"/>
                  </a:lnTo>
                  <a:lnTo>
                    <a:pt x="800100" y="215817"/>
                  </a:lnTo>
                  <a:lnTo>
                    <a:pt x="800100" y="218072"/>
                  </a:lnTo>
                  <a:lnTo>
                    <a:pt x="799348" y="224088"/>
                  </a:lnTo>
                  <a:lnTo>
                    <a:pt x="803860" y="239880"/>
                  </a:lnTo>
                  <a:lnTo>
                    <a:pt x="804612" y="241384"/>
                  </a:lnTo>
                  <a:lnTo>
                    <a:pt x="806116" y="242888"/>
                  </a:lnTo>
                  <a:lnTo>
                    <a:pt x="806868" y="245143"/>
                  </a:lnTo>
                  <a:lnTo>
                    <a:pt x="808372" y="247400"/>
                  </a:lnTo>
                  <a:lnTo>
                    <a:pt x="809124" y="248151"/>
                  </a:lnTo>
                  <a:lnTo>
                    <a:pt x="809876" y="249655"/>
                  </a:lnTo>
                  <a:lnTo>
                    <a:pt x="809876" y="251159"/>
                  </a:lnTo>
                  <a:lnTo>
                    <a:pt x="809124" y="252663"/>
                  </a:lnTo>
                  <a:lnTo>
                    <a:pt x="808372" y="253415"/>
                  </a:lnTo>
                  <a:lnTo>
                    <a:pt x="807620" y="254167"/>
                  </a:lnTo>
                  <a:lnTo>
                    <a:pt x="806868" y="255671"/>
                  </a:lnTo>
                  <a:lnTo>
                    <a:pt x="805364" y="260183"/>
                  </a:lnTo>
                  <a:lnTo>
                    <a:pt x="803860" y="261687"/>
                  </a:lnTo>
                  <a:lnTo>
                    <a:pt x="802356" y="262439"/>
                  </a:lnTo>
                  <a:lnTo>
                    <a:pt x="799348" y="263191"/>
                  </a:lnTo>
                  <a:lnTo>
                    <a:pt x="798596" y="263943"/>
                  </a:lnTo>
                  <a:lnTo>
                    <a:pt x="797844" y="264695"/>
                  </a:lnTo>
                  <a:lnTo>
                    <a:pt x="798596" y="266199"/>
                  </a:lnTo>
                  <a:lnTo>
                    <a:pt x="799348" y="267703"/>
                  </a:lnTo>
                  <a:lnTo>
                    <a:pt x="800852" y="269207"/>
                  </a:lnTo>
                  <a:lnTo>
                    <a:pt x="801604" y="271463"/>
                  </a:lnTo>
                  <a:lnTo>
                    <a:pt x="801604" y="277478"/>
                  </a:lnTo>
                  <a:lnTo>
                    <a:pt x="802356" y="278982"/>
                  </a:lnTo>
                  <a:lnTo>
                    <a:pt x="804612" y="285750"/>
                  </a:lnTo>
                  <a:lnTo>
                    <a:pt x="804612" y="287254"/>
                  </a:lnTo>
                  <a:lnTo>
                    <a:pt x="803860" y="288758"/>
                  </a:lnTo>
                  <a:lnTo>
                    <a:pt x="802356" y="294022"/>
                  </a:lnTo>
                  <a:lnTo>
                    <a:pt x="802356" y="297030"/>
                  </a:lnTo>
                  <a:lnTo>
                    <a:pt x="802356" y="299286"/>
                  </a:lnTo>
                  <a:lnTo>
                    <a:pt x="802356" y="302294"/>
                  </a:lnTo>
                  <a:lnTo>
                    <a:pt x="802356" y="304549"/>
                  </a:lnTo>
                  <a:lnTo>
                    <a:pt x="802356" y="306053"/>
                  </a:lnTo>
                  <a:lnTo>
                    <a:pt x="798596" y="312069"/>
                  </a:lnTo>
                  <a:lnTo>
                    <a:pt x="796340" y="315829"/>
                  </a:lnTo>
                  <a:lnTo>
                    <a:pt x="796340" y="318837"/>
                  </a:lnTo>
                  <a:lnTo>
                    <a:pt x="795588" y="321845"/>
                  </a:lnTo>
                  <a:lnTo>
                    <a:pt x="795588" y="327109"/>
                  </a:lnTo>
                  <a:lnTo>
                    <a:pt x="795588" y="329365"/>
                  </a:lnTo>
                  <a:lnTo>
                    <a:pt x="797092" y="331620"/>
                  </a:lnTo>
                  <a:lnTo>
                    <a:pt x="797844" y="333124"/>
                  </a:lnTo>
                  <a:lnTo>
                    <a:pt x="799348" y="335380"/>
                  </a:lnTo>
                  <a:lnTo>
                    <a:pt x="798596" y="337636"/>
                  </a:lnTo>
                  <a:lnTo>
                    <a:pt x="797844" y="342900"/>
                  </a:lnTo>
                  <a:lnTo>
                    <a:pt x="797092" y="345156"/>
                  </a:lnTo>
                  <a:lnTo>
                    <a:pt x="797844" y="346660"/>
                  </a:lnTo>
                  <a:lnTo>
                    <a:pt x="804612" y="361699"/>
                  </a:lnTo>
                  <a:lnTo>
                    <a:pt x="805364" y="363203"/>
                  </a:lnTo>
                  <a:lnTo>
                    <a:pt x="808372" y="366211"/>
                  </a:lnTo>
                  <a:lnTo>
                    <a:pt x="809876" y="367715"/>
                  </a:lnTo>
                  <a:lnTo>
                    <a:pt x="810628" y="369219"/>
                  </a:lnTo>
                  <a:lnTo>
                    <a:pt x="811380" y="371475"/>
                  </a:lnTo>
                  <a:lnTo>
                    <a:pt x="811380" y="373731"/>
                  </a:lnTo>
                  <a:lnTo>
                    <a:pt x="811380" y="376739"/>
                  </a:lnTo>
                  <a:lnTo>
                    <a:pt x="809876" y="383507"/>
                  </a:lnTo>
                  <a:lnTo>
                    <a:pt x="809876" y="394034"/>
                  </a:lnTo>
                  <a:lnTo>
                    <a:pt x="808372" y="401554"/>
                  </a:lnTo>
                  <a:lnTo>
                    <a:pt x="807620" y="407570"/>
                  </a:lnTo>
                  <a:lnTo>
                    <a:pt x="806868" y="412082"/>
                  </a:lnTo>
                  <a:lnTo>
                    <a:pt x="807620" y="413586"/>
                  </a:lnTo>
                  <a:lnTo>
                    <a:pt x="808372" y="414338"/>
                  </a:lnTo>
                  <a:lnTo>
                    <a:pt x="809124" y="414338"/>
                  </a:lnTo>
                  <a:lnTo>
                    <a:pt x="810628" y="415090"/>
                  </a:lnTo>
                  <a:lnTo>
                    <a:pt x="812132" y="415842"/>
                  </a:lnTo>
                  <a:lnTo>
                    <a:pt x="812884" y="417345"/>
                  </a:lnTo>
                  <a:lnTo>
                    <a:pt x="812132" y="419601"/>
                  </a:lnTo>
                  <a:lnTo>
                    <a:pt x="811380" y="423361"/>
                  </a:lnTo>
                  <a:lnTo>
                    <a:pt x="810628" y="425617"/>
                  </a:lnTo>
                  <a:lnTo>
                    <a:pt x="809124" y="426369"/>
                  </a:lnTo>
                  <a:lnTo>
                    <a:pt x="807620" y="426369"/>
                  </a:lnTo>
                  <a:lnTo>
                    <a:pt x="806868" y="426369"/>
                  </a:lnTo>
                  <a:lnTo>
                    <a:pt x="806116" y="425617"/>
                  </a:lnTo>
                  <a:lnTo>
                    <a:pt x="804612" y="426369"/>
                  </a:lnTo>
                  <a:lnTo>
                    <a:pt x="804612" y="428625"/>
                  </a:lnTo>
                  <a:lnTo>
                    <a:pt x="804612" y="430881"/>
                  </a:lnTo>
                  <a:lnTo>
                    <a:pt x="806116" y="436897"/>
                  </a:lnTo>
                  <a:lnTo>
                    <a:pt x="806116" y="439905"/>
                  </a:lnTo>
                  <a:lnTo>
                    <a:pt x="806116" y="442161"/>
                  </a:lnTo>
                  <a:lnTo>
                    <a:pt x="803860" y="453440"/>
                  </a:lnTo>
                  <a:lnTo>
                    <a:pt x="803860" y="455696"/>
                  </a:lnTo>
                  <a:lnTo>
                    <a:pt x="806116" y="458704"/>
                  </a:lnTo>
                  <a:lnTo>
                    <a:pt x="812132" y="460208"/>
                  </a:lnTo>
                  <a:lnTo>
                    <a:pt x="967790" y="460960"/>
                  </a:lnTo>
                  <a:lnTo>
                    <a:pt x="968542" y="461712"/>
                  </a:lnTo>
                  <a:lnTo>
                    <a:pt x="968542" y="463216"/>
                  </a:lnTo>
                  <a:lnTo>
                    <a:pt x="967790" y="464720"/>
                  </a:lnTo>
                  <a:lnTo>
                    <a:pt x="967790" y="466976"/>
                  </a:lnTo>
                  <a:lnTo>
                    <a:pt x="968542" y="469232"/>
                  </a:lnTo>
                  <a:lnTo>
                    <a:pt x="976814" y="476752"/>
                  </a:lnTo>
                  <a:lnTo>
                    <a:pt x="978318" y="477503"/>
                  </a:lnTo>
                  <a:lnTo>
                    <a:pt x="979822" y="477503"/>
                  </a:lnTo>
                  <a:lnTo>
                    <a:pt x="981326" y="476752"/>
                  </a:lnTo>
                  <a:lnTo>
                    <a:pt x="985837" y="473743"/>
                  </a:lnTo>
                  <a:lnTo>
                    <a:pt x="987342" y="472992"/>
                  </a:lnTo>
                  <a:lnTo>
                    <a:pt x="988846" y="472240"/>
                  </a:lnTo>
                  <a:lnTo>
                    <a:pt x="990349" y="472240"/>
                  </a:lnTo>
                  <a:lnTo>
                    <a:pt x="992605" y="472992"/>
                  </a:lnTo>
                  <a:lnTo>
                    <a:pt x="997117" y="476752"/>
                  </a:lnTo>
                  <a:lnTo>
                    <a:pt x="999373" y="476752"/>
                  </a:lnTo>
                  <a:lnTo>
                    <a:pt x="1005389" y="479007"/>
                  </a:lnTo>
                  <a:lnTo>
                    <a:pt x="1007645" y="479007"/>
                  </a:lnTo>
                  <a:lnTo>
                    <a:pt x="1009149" y="478255"/>
                  </a:lnTo>
                  <a:lnTo>
                    <a:pt x="1010653" y="477503"/>
                  </a:lnTo>
                  <a:lnTo>
                    <a:pt x="1012157" y="476752"/>
                  </a:lnTo>
                  <a:lnTo>
                    <a:pt x="1013661" y="476752"/>
                  </a:lnTo>
                  <a:lnTo>
                    <a:pt x="1018925" y="478255"/>
                  </a:lnTo>
                  <a:lnTo>
                    <a:pt x="1020428" y="479007"/>
                  </a:lnTo>
                  <a:lnTo>
                    <a:pt x="1022684" y="478255"/>
                  </a:lnTo>
                  <a:lnTo>
                    <a:pt x="1024188" y="478255"/>
                  </a:lnTo>
                  <a:lnTo>
                    <a:pt x="1025692" y="479007"/>
                  </a:lnTo>
                  <a:lnTo>
                    <a:pt x="1028700" y="481263"/>
                  </a:lnTo>
                  <a:lnTo>
                    <a:pt x="1032460" y="482015"/>
                  </a:lnTo>
                  <a:lnTo>
                    <a:pt x="1033964" y="482767"/>
                  </a:lnTo>
                  <a:lnTo>
                    <a:pt x="1035468" y="485023"/>
                  </a:lnTo>
                  <a:lnTo>
                    <a:pt x="1037724" y="491039"/>
                  </a:lnTo>
                  <a:lnTo>
                    <a:pt x="1038476" y="494047"/>
                  </a:lnTo>
                  <a:lnTo>
                    <a:pt x="1038476" y="496303"/>
                  </a:lnTo>
                  <a:lnTo>
                    <a:pt x="1039228" y="499311"/>
                  </a:lnTo>
                  <a:lnTo>
                    <a:pt x="1040732" y="503071"/>
                  </a:lnTo>
                  <a:lnTo>
                    <a:pt x="1047499" y="516606"/>
                  </a:lnTo>
                  <a:lnTo>
                    <a:pt x="1048251" y="520366"/>
                  </a:lnTo>
                  <a:lnTo>
                    <a:pt x="1047499" y="521870"/>
                  </a:lnTo>
                  <a:lnTo>
                    <a:pt x="1046747" y="523374"/>
                  </a:lnTo>
                  <a:lnTo>
                    <a:pt x="1045244" y="524878"/>
                  </a:lnTo>
                  <a:lnTo>
                    <a:pt x="1043740" y="526382"/>
                  </a:lnTo>
                  <a:lnTo>
                    <a:pt x="1042236" y="527134"/>
                  </a:lnTo>
                  <a:lnTo>
                    <a:pt x="1040732" y="527886"/>
                  </a:lnTo>
                  <a:lnTo>
                    <a:pt x="1039228" y="529390"/>
                  </a:lnTo>
                  <a:lnTo>
                    <a:pt x="1038476" y="530893"/>
                  </a:lnTo>
                  <a:lnTo>
                    <a:pt x="1037724" y="534653"/>
                  </a:lnTo>
                  <a:lnTo>
                    <a:pt x="1036972" y="536157"/>
                  </a:lnTo>
                  <a:lnTo>
                    <a:pt x="1034716" y="538413"/>
                  </a:lnTo>
                  <a:lnTo>
                    <a:pt x="1032460" y="541421"/>
                  </a:lnTo>
                  <a:lnTo>
                    <a:pt x="1030956" y="543677"/>
                  </a:lnTo>
                  <a:lnTo>
                    <a:pt x="1021180" y="550445"/>
                  </a:lnTo>
                  <a:lnTo>
                    <a:pt x="1019676" y="551949"/>
                  </a:lnTo>
                  <a:lnTo>
                    <a:pt x="1018925" y="553453"/>
                  </a:lnTo>
                  <a:lnTo>
                    <a:pt x="1018925" y="554957"/>
                  </a:lnTo>
                  <a:lnTo>
                    <a:pt x="1018172" y="562476"/>
                  </a:lnTo>
                  <a:lnTo>
                    <a:pt x="1018925" y="576012"/>
                  </a:lnTo>
                  <a:lnTo>
                    <a:pt x="1019676" y="577516"/>
                  </a:lnTo>
                  <a:lnTo>
                    <a:pt x="1021180" y="581276"/>
                  </a:lnTo>
                  <a:lnTo>
                    <a:pt x="1021180" y="583532"/>
                  </a:lnTo>
                  <a:lnTo>
                    <a:pt x="1021180" y="590299"/>
                  </a:lnTo>
                  <a:lnTo>
                    <a:pt x="1021932" y="592555"/>
                  </a:lnTo>
                  <a:lnTo>
                    <a:pt x="1022684" y="596315"/>
                  </a:lnTo>
                  <a:lnTo>
                    <a:pt x="1024188" y="598571"/>
                  </a:lnTo>
                  <a:lnTo>
                    <a:pt x="1025692" y="600827"/>
                  </a:lnTo>
                  <a:lnTo>
                    <a:pt x="1027196" y="601579"/>
                  </a:lnTo>
                  <a:lnTo>
                    <a:pt x="1028700" y="601579"/>
                  </a:lnTo>
                  <a:lnTo>
                    <a:pt x="1031708" y="600075"/>
                  </a:lnTo>
                  <a:lnTo>
                    <a:pt x="1033212" y="600075"/>
                  </a:lnTo>
                  <a:lnTo>
                    <a:pt x="1034716" y="600075"/>
                  </a:lnTo>
                  <a:lnTo>
                    <a:pt x="1035468" y="600827"/>
                  </a:lnTo>
                  <a:lnTo>
                    <a:pt x="1036972" y="602331"/>
                  </a:lnTo>
                  <a:lnTo>
                    <a:pt x="1039980" y="610603"/>
                  </a:lnTo>
                  <a:lnTo>
                    <a:pt x="1042988" y="617370"/>
                  </a:lnTo>
                  <a:lnTo>
                    <a:pt x="1044492" y="623386"/>
                  </a:lnTo>
                  <a:lnTo>
                    <a:pt x="1050507" y="630906"/>
                  </a:lnTo>
                  <a:lnTo>
                    <a:pt x="1051259" y="633162"/>
                  </a:lnTo>
                  <a:lnTo>
                    <a:pt x="1051259" y="635418"/>
                  </a:lnTo>
                  <a:lnTo>
                    <a:pt x="1051259" y="652713"/>
                  </a:lnTo>
                  <a:lnTo>
                    <a:pt x="1051259" y="655721"/>
                  </a:lnTo>
                  <a:lnTo>
                    <a:pt x="1052011" y="657977"/>
                  </a:lnTo>
                  <a:lnTo>
                    <a:pt x="1055771" y="665497"/>
                  </a:lnTo>
                  <a:lnTo>
                    <a:pt x="1058779" y="671513"/>
                  </a:lnTo>
                  <a:lnTo>
                    <a:pt x="1061035" y="675273"/>
                  </a:lnTo>
                  <a:lnTo>
                    <a:pt x="1061035" y="676776"/>
                  </a:lnTo>
                  <a:lnTo>
                    <a:pt x="1061035" y="678280"/>
                  </a:lnTo>
                  <a:lnTo>
                    <a:pt x="1058027" y="684296"/>
                  </a:lnTo>
                  <a:lnTo>
                    <a:pt x="1048251" y="711367"/>
                  </a:lnTo>
                  <a:lnTo>
                    <a:pt x="1036220" y="724903"/>
                  </a:lnTo>
                  <a:lnTo>
                    <a:pt x="1034716" y="726407"/>
                  </a:lnTo>
                  <a:lnTo>
                    <a:pt x="1033964" y="728663"/>
                  </a:lnTo>
                  <a:lnTo>
                    <a:pt x="1032460" y="734678"/>
                  </a:lnTo>
                  <a:lnTo>
                    <a:pt x="1030956" y="742198"/>
                  </a:lnTo>
                  <a:lnTo>
                    <a:pt x="1030204" y="745958"/>
                  </a:lnTo>
                  <a:lnTo>
                    <a:pt x="1028700" y="748966"/>
                  </a:lnTo>
                  <a:lnTo>
                    <a:pt x="1027948" y="751222"/>
                  </a:lnTo>
                  <a:lnTo>
                    <a:pt x="1023436" y="757238"/>
                  </a:lnTo>
                  <a:lnTo>
                    <a:pt x="1021932" y="759493"/>
                  </a:lnTo>
                  <a:lnTo>
                    <a:pt x="1020428" y="760245"/>
                  </a:lnTo>
                  <a:lnTo>
                    <a:pt x="1018172" y="760997"/>
                  </a:lnTo>
                  <a:lnTo>
                    <a:pt x="1011405" y="762502"/>
                  </a:lnTo>
                  <a:lnTo>
                    <a:pt x="1009901" y="763253"/>
                  </a:lnTo>
                  <a:lnTo>
                    <a:pt x="1007645" y="764005"/>
                  </a:lnTo>
                  <a:lnTo>
                    <a:pt x="1004637" y="766261"/>
                  </a:lnTo>
                  <a:lnTo>
                    <a:pt x="1003133" y="767765"/>
                  </a:lnTo>
                  <a:lnTo>
                    <a:pt x="1001629" y="770773"/>
                  </a:lnTo>
                  <a:lnTo>
                    <a:pt x="995613" y="776789"/>
                  </a:lnTo>
                  <a:lnTo>
                    <a:pt x="994109" y="779045"/>
                  </a:lnTo>
                  <a:lnTo>
                    <a:pt x="993357" y="781301"/>
                  </a:lnTo>
                  <a:lnTo>
                    <a:pt x="993357" y="782805"/>
                  </a:lnTo>
                  <a:lnTo>
                    <a:pt x="994109" y="787317"/>
                  </a:lnTo>
                  <a:lnTo>
                    <a:pt x="994109" y="788821"/>
                  </a:lnTo>
                  <a:lnTo>
                    <a:pt x="992605" y="791828"/>
                  </a:lnTo>
                  <a:lnTo>
                    <a:pt x="982830" y="809124"/>
                  </a:lnTo>
                  <a:lnTo>
                    <a:pt x="981326" y="812884"/>
                  </a:lnTo>
                  <a:lnTo>
                    <a:pt x="980574" y="815891"/>
                  </a:lnTo>
                  <a:lnTo>
                    <a:pt x="979822" y="821155"/>
                  </a:lnTo>
                  <a:lnTo>
                    <a:pt x="978318" y="825667"/>
                  </a:lnTo>
                  <a:lnTo>
                    <a:pt x="978318" y="830179"/>
                  </a:lnTo>
                  <a:lnTo>
                    <a:pt x="977566" y="832435"/>
                  </a:lnTo>
                  <a:lnTo>
                    <a:pt x="976062" y="835443"/>
                  </a:lnTo>
                  <a:lnTo>
                    <a:pt x="974558" y="837699"/>
                  </a:lnTo>
                  <a:lnTo>
                    <a:pt x="973054" y="839203"/>
                  </a:lnTo>
                  <a:lnTo>
                    <a:pt x="961022" y="845970"/>
                  </a:lnTo>
                  <a:lnTo>
                    <a:pt x="934703" y="864018"/>
                  </a:lnTo>
                  <a:lnTo>
                    <a:pt x="928688" y="868530"/>
                  </a:lnTo>
                  <a:lnTo>
                    <a:pt x="924928" y="873794"/>
                  </a:lnTo>
                  <a:lnTo>
                    <a:pt x="912896" y="864018"/>
                  </a:lnTo>
                  <a:lnTo>
                    <a:pt x="902369" y="860258"/>
                  </a:lnTo>
                  <a:lnTo>
                    <a:pt x="901617" y="858754"/>
                  </a:lnTo>
                  <a:lnTo>
                    <a:pt x="898609" y="856498"/>
                  </a:lnTo>
                  <a:lnTo>
                    <a:pt x="894097" y="854994"/>
                  </a:lnTo>
                  <a:lnTo>
                    <a:pt x="886577" y="854994"/>
                  </a:lnTo>
                  <a:lnTo>
                    <a:pt x="879809" y="853490"/>
                  </a:lnTo>
                  <a:lnTo>
                    <a:pt x="876801" y="850482"/>
                  </a:lnTo>
                  <a:lnTo>
                    <a:pt x="876801" y="844467"/>
                  </a:lnTo>
                  <a:lnTo>
                    <a:pt x="876050" y="842963"/>
                  </a:lnTo>
                  <a:lnTo>
                    <a:pt x="873793" y="842963"/>
                  </a:lnTo>
                  <a:lnTo>
                    <a:pt x="872290" y="844467"/>
                  </a:lnTo>
                  <a:lnTo>
                    <a:pt x="871538" y="844467"/>
                  </a:lnTo>
                  <a:lnTo>
                    <a:pt x="864770" y="845970"/>
                  </a:lnTo>
                  <a:lnTo>
                    <a:pt x="862514" y="847474"/>
                  </a:lnTo>
                  <a:lnTo>
                    <a:pt x="861762" y="850482"/>
                  </a:lnTo>
                  <a:lnTo>
                    <a:pt x="860258" y="851234"/>
                  </a:lnTo>
                  <a:lnTo>
                    <a:pt x="850482" y="851234"/>
                  </a:lnTo>
                  <a:lnTo>
                    <a:pt x="846722" y="851986"/>
                  </a:lnTo>
                  <a:lnTo>
                    <a:pt x="845219" y="851986"/>
                  </a:lnTo>
                  <a:lnTo>
                    <a:pt x="843714" y="851234"/>
                  </a:lnTo>
                  <a:lnTo>
                    <a:pt x="840707" y="848979"/>
                  </a:lnTo>
                  <a:lnTo>
                    <a:pt x="834691" y="848226"/>
                  </a:lnTo>
                  <a:lnTo>
                    <a:pt x="832435" y="847474"/>
                  </a:lnTo>
                  <a:lnTo>
                    <a:pt x="830179" y="847474"/>
                  </a:lnTo>
                  <a:lnTo>
                    <a:pt x="820403" y="852738"/>
                  </a:lnTo>
                  <a:lnTo>
                    <a:pt x="813636" y="854994"/>
                  </a:lnTo>
                  <a:lnTo>
                    <a:pt x="806868" y="855746"/>
                  </a:lnTo>
                  <a:lnTo>
                    <a:pt x="799348" y="854242"/>
                  </a:lnTo>
                  <a:lnTo>
                    <a:pt x="797844" y="853490"/>
                  </a:lnTo>
                  <a:lnTo>
                    <a:pt x="794084" y="848979"/>
                  </a:lnTo>
                  <a:lnTo>
                    <a:pt x="793332" y="848979"/>
                  </a:lnTo>
                  <a:lnTo>
                    <a:pt x="792580" y="848979"/>
                  </a:lnTo>
                  <a:lnTo>
                    <a:pt x="782053" y="849730"/>
                  </a:lnTo>
                  <a:lnTo>
                    <a:pt x="778293" y="851234"/>
                  </a:lnTo>
                  <a:lnTo>
                    <a:pt x="774533" y="851986"/>
                  </a:lnTo>
                  <a:lnTo>
                    <a:pt x="771525" y="854242"/>
                  </a:lnTo>
                  <a:lnTo>
                    <a:pt x="768517" y="852738"/>
                  </a:lnTo>
                  <a:lnTo>
                    <a:pt x="765509" y="853490"/>
                  </a:lnTo>
                  <a:lnTo>
                    <a:pt x="762501" y="854242"/>
                  </a:lnTo>
                  <a:lnTo>
                    <a:pt x="759494" y="854994"/>
                  </a:lnTo>
                  <a:lnTo>
                    <a:pt x="756486" y="854242"/>
                  </a:lnTo>
                  <a:lnTo>
                    <a:pt x="754982" y="852738"/>
                  </a:lnTo>
                  <a:lnTo>
                    <a:pt x="751222" y="842211"/>
                  </a:lnTo>
                  <a:lnTo>
                    <a:pt x="751222" y="841459"/>
                  </a:lnTo>
                  <a:lnTo>
                    <a:pt x="749718" y="839955"/>
                  </a:lnTo>
                  <a:lnTo>
                    <a:pt x="746710" y="838451"/>
                  </a:lnTo>
                  <a:lnTo>
                    <a:pt x="745206" y="837699"/>
                  </a:lnTo>
                  <a:lnTo>
                    <a:pt x="737686" y="830179"/>
                  </a:lnTo>
                  <a:lnTo>
                    <a:pt x="735430" y="828675"/>
                  </a:lnTo>
                  <a:lnTo>
                    <a:pt x="731670" y="827171"/>
                  </a:lnTo>
                  <a:lnTo>
                    <a:pt x="730918" y="826419"/>
                  </a:lnTo>
                  <a:lnTo>
                    <a:pt x="728663" y="822659"/>
                  </a:lnTo>
                  <a:lnTo>
                    <a:pt x="728663" y="821907"/>
                  </a:lnTo>
                  <a:lnTo>
                    <a:pt x="726407" y="821155"/>
                  </a:lnTo>
                  <a:lnTo>
                    <a:pt x="719639" y="813636"/>
                  </a:lnTo>
                  <a:lnTo>
                    <a:pt x="716631" y="811380"/>
                  </a:lnTo>
                  <a:lnTo>
                    <a:pt x="715127" y="809124"/>
                  </a:lnTo>
                  <a:lnTo>
                    <a:pt x="714375" y="806116"/>
                  </a:lnTo>
                  <a:lnTo>
                    <a:pt x="714375" y="796340"/>
                  </a:lnTo>
                  <a:lnTo>
                    <a:pt x="714375" y="794084"/>
                  </a:lnTo>
                  <a:lnTo>
                    <a:pt x="713623" y="793332"/>
                  </a:lnTo>
                  <a:lnTo>
                    <a:pt x="712119" y="794084"/>
                  </a:lnTo>
                  <a:lnTo>
                    <a:pt x="710615" y="793332"/>
                  </a:lnTo>
                  <a:lnTo>
                    <a:pt x="706855" y="788821"/>
                  </a:lnTo>
                  <a:lnTo>
                    <a:pt x="705351" y="788821"/>
                  </a:lnTo>
                  <a:lnTo>
                    <a:pt x="705351" y="792580"/>
                  </a:lnTo>
                  <a:lnTo>
                    <a:pt x="700839" y="789572"/>
                  </a:lnTo>
                  <a:lnTo>
                    <a:pt x="699336" y="788821"/>
                  </a:lnTo>
                  <a:lnTo>
                    <a:pt x="697832" y="789572"/>
                  </a:lnTo>
                  <a:lnTo>
                    <a:pt x="692568" y="790324"/>
                  </a:lnTo>
                  <a:lnTo>
                    <a:pt x="690312" y="791828"/>
                  </a:lnTo>
                  <a:lnTo>
                    <a:pt x="687304" y="792580"/>
                  </a:lnTo>
                  <a:lnTo>
                    <a:pt x="684296" y="791076"/>
                  </a:lnTo>
                  <a:lnTo>
                    <a:pt x="682792" y="792580"/>
                  </a:lnTo>
                  <a:lnTo>
                    <a:pt x="680536" y="792580"/>
                  </a:lnTo>
                  <a:lnTo>
                    <a:pt x="673768" y="791828"/>
                  </a:lnTo>
                  <a:lnTo>
                    <a:pt x="672265" y="791828"/>
                  </a:lnTo>
                  <a:lnTo>
                    <a:pt x="670009" y="790324"/>
                  </a:lnTo>
                  <a:lnTo>
                    <a:pt x="669257" y="789572"/>
                  </a:lnTo>
                  <a:lnTo>
                    <a:pt x="667753" y="790324"/>
                  </a:lnTo>
                  <a:lnTo>
                    <a:pt x="667001" y="789572"/>
                  </a:lnTo>
                  <a:lnTo>
                    <a:pt x="667001" y="788069"/>
                  </a:lnTo>
                  <a:lnTo>
                    <a:pt x="666249" y="787317"/>
                  </a:lnTo>
                  <a:lnTo>
                    <a:pt x="662489" y="782805"/>
                  </a:lnTo>
                  <a:lnTo>
                    <a:pt x="660233" y="781301"/>
                  </a:lnTo>
                  <a:lnTo>
                    <a:pt x="657225" y="780549"/>
                  </a:lnTo>
                  <a:lnTo>
                    <a:pt x="647449" y="780549"/>
                  </a:lnTo>
                  <a:lnTo>
                    <a:pt x="634666" y="775285"/>
                  </a:lnTo>
                  <a:lnTo>
                    <a:pt x="633914" y="774533"/>
                  </a:lnTo>
                  <a:lnTo>
                    <a:pt x="633914" y="770773"/>
                  </a:lnTo>
                  <a:lnTo>
                    <a:pt x="633162" y="769269"/>
                  </a:lnTo>
                  <a:lnTo>
                    <a:pt x="631658" y="767765"/>
                  </a:lnTo>
                  <a:lnTo>
                    <a:pt x="630154" y="767013"/>
                  </a:lnTo>
                  <a:lnTo>
                    <a:pt x="627898" y="764757"/>
                  </a:lnTo>
                  <a:lnTo>
                    <a:pt x="625642" y="765509"/>
                  </a:lnTo>
                  <a:lnTo>
                    <a:pt x="624138" y="766261"/>
                  </a:lnTo>
                  <a:lnTo>
                    <a:pt x="622634" y="767765"/>
                  </a:lnTo>
                  <a:lnTo>
                    <a:pt x="619626" y="767765"/>
                  </a:lnTo>
                  <a:lnTo>
                    <a:pt x="616619" y="767765"/>
                  </a:lnTo>
                  <a:lnTo>
                    <a:pt x="615115" y="769269"/>
                  </a:lnTo>
                  <a:lnTo>
                    <a:pt x="615115" y="772277"/>
                  </a:lnTo>
                  <a:lnTo>
                    <a:pt x="612107" y="770773"/>
                  </a:lnTo>
                  <a:lnTo>
                    <a:pt x="609099" y="768517"/>
                  </a:lnTo>
                  <a:lnTo>
                    <a:pt x="607595" y="766261"/>
                  </a:lnTo>
                  <a:lnTo>
                    <a:pt x="606843" y="764005"/>
                  </a:lnTo>
                  <a:lnTo>
                    <a:pt x="606091" y="762502"/>
                  </a:lnTo>
                  <a:lnTo>
                    <a:pt x="605339" y="761750"/>
                  </a:lnTo>
                  <a:lnTo>
                    <a:pt x="604587" y="761750"/>
                  </a:lnTo>
                  <a:lnTo>
                    <a:pt x="603083" y="760997"/>
                  </a:lnTo>
                  <a:lnTo>
                    <a:pt x="601579" y="760997"/>
                  </a:lnTo>
                  <a:lnTo>
                    <a:pt x="600827" y="760245"/>
                  </a:lnTo>
                  <a:lnTo>
                    <a:pt x="600075" y="759493"/>
                  </a:lnTo>
                  <a:lnTo>
                    <a:pt x="592555" y="748966"/>
                  </a:lnTo>
                  <a:lnTo>
                    <a:pt x="591803" y="747462"/>
                  </a:lnTo>
                  <a:lnTo>
                    <a:pt x="591051" y="746710"/>
                  </a:lnTo>
                  <a:lnTo>
                    <a:pt x="589547" y="746710"/>
                  </a:lnTo>
                  <a:lnTo>
                    <a:pt x="588043" y="748214"/>
                  </a:lnTo>
                  <a:lnTo>
                    <a:pt x="587291" y="748214"/>
                  </a:lnTo>
                  <a:lnTo>
                    <a:pt x="585788" y="748214"/>
                  </a:lnTo>
                  <a:lnTo>
                    <a:pt x="584284" y="747462"/>
                  </a:lnTo>
                  <a:lnTo>
                    <a:pt x="582028" y="745958"/>
                  </a:lnTo>
                  <a:lnTo>
                    <a:pt x="580524" y="743702"/>
                  </a:lnTo>
                  <a:lnTo>
                    <a:pt x="579020" y="740694"/>
                  </a:lnTo>
                  <a:lnTo>
                    <a:pt x="579020" y="737686"/>
                  </a:lnTo>
                  <a:lnTo>
                    <a:pt x="578268" y="736182"/>
                  </a:lnTo>
                  <a:lnTo>
                    <a:pt x="576012" y="733926"/>
                  </a:lnTo>
                  <a:lnTo>
                    <a:pt x="573004" y="730919"/>
                  </a:lnTo>
                  <a:lnTo>
                    <a:pt x="572252" y="730167"/>
                  </a:lnTo>
                  <a:lnTo>
                    <a:pt x="572252" y="729415"/>
                  </a:lnTo>
                  <a:lnTo>
                    <a:pt x="572252" y="728663"/>
                  </a:lnTo>
                  <a:lnTo>
                    <a:pt x="573756" y="726407"/>
                  </a:lnTo>
                  <a:lnTo>
                    <a:pt x="573004" y="725655"/>
                  </a:lnTo>
                  <a:lnTo>
                    <a:pt x="572252" y="724903"/>
                  </a:lnTo>
                  <a:lnTo>
                    <a:pt x="571500" y="724151"/>
                  </a:lnTo>
                  <a:lnTo>
                    <a:pt x="569996" y="718887"/>
                  </a:lnTo>
                  <a:lnTo>
                    <a:pt x="568492" y="716631"/>
                  </a:lnTo>
                  <a:lnTo>
                    <a:pt x="563980" y="715127"/>
                  </a:lnTo>
                  <a:lnTo>
                    <a:pt x="560972" y="713623"/>
                  </a:lnTo>
                  <a:lnTo>
                    <a:pt x="559469" y="713623"/>
                  </a:lnTo>
                  <a:lnTo>
                    <a:pt x="558717" y="713623"/>
                  </a:lnTo>
                  <a:lnTo>
                    <a:pt x="554957" y="715879"/>
                  </a:lnTo>
                  <a:lnTo>
                    <a:pt x="554205" y="716631"/>
                  </a:lnTo>
                  <a:lnTo>
                    <a:pt x="553453" y="718135"/>
                  </a:lnTo>
                  <a:lnTo>
                    <a:pt x="552701" y="718887"/>
                  </a:lnTo>
                  <a:lnTo>
                    <a:pt x="551949" y="718887"/>
                  </a:lnTo>
                  <a:lnTo>
                    <a:pt x="550445" y="718887"/>
                  </a:lnTo>
                  <a:lnTo>
                    <a:pt x="549693" y="718887"/>
                  </a:lnTo>
                  <a:lnTo>
                    <a:pt x="546685" y="721143"/>
                  </a:lnTo>
                  <a:lnTo>
                    <a:pt x="545181" y="722647"/>
                  </a:lnTo>
                  <a:lnTo>
                    <a:pt x="544429" y="723399"/>
                  </a:lnTo>
                  <a:lnTo>
                    <a:pt x="542925" y="724151"/>
                  </a:lnTo>
                  <a:lnTo>
                    <a:pt x="532397" y="724151"/>
                  </a:lnTo>
                  <a:lnTo>
                    <a:pt x="530142" y="723399"/>
                  </a:lnTo>
                  <a:lnTo>
                    <a:pt x="525630" y="719639"/>
                  </a:lnTo>
                  <a:lnTo>
                    <a:pt x="524126" y="718887"/>
                  </a:lnTo>
                  <a:lnTo>
                    <a:pt x="520366" y="718135"/>
                  </a:lnTo>
                  <a:lnTo>
                    <a:pt x="515102" y="713623"/>
                  </a:lnTo>
                  <a:lnTo>
                    <a:pt x="514350" y="712871"/>
                  </a:lnTo>
                  <a:lnTo>
                    <a:pt x="513598" y="711367"/>
                  </a:lnTo>
                  <a:lnTo>
                    <a:pt x="512846" y="710615"/>
                  </a:lnTo>
                  <a:lnTo>
                    <a:pt x="511342" y="709863"/>
                  </a:lnTo>
                  <a:lnTo>
                    <a:pt x="509838" y="709111"/>
                  </a:lnTo>
                  <a:lnTo>
                    <a:pt x="509838" y="707607"/>
                  </a:lnTo>
                  <a:lnTo>
                    <a:pt x="509086" y="706104"/>
                  </a:lnTo>
                  <a:lnTo>
                    <a:pt x="509086" y="704599"/>
                  </a:lnTo>
                  <a:lnTo>
                    <a:pt x="508334" y="703095"/>
                  </a:lnTo>
                  <a:lnTo>
                    <a:pt x="506830" y="701592"/>
                  </a:lnTo>
                  <a:lnTo>
                    <a:pt x="505326" y="700840"/>
                  </a:lnTo>
                  <a:lnTo>
                    <a:pt x="503070" y="700840"/>
                  </a:lnTo>
                  <a:lnTo>
                    <a:pt x="501566" y="700840"/>
                  </a:lnTo>
                  <a:lnTo>
                    <a:pt x="497807" y="700088"/>
                  </a:lnTo>
                  <a:lnTo>
                    <a:pt x="495551" y="698584"/>
                  </a:lnTo>
                  <a:lnTo>
                    <a:pt x="489535" y="693320"/>
                  </a:lnTo>
                  <a:lnTo>
                    <a:pt x="481263" y="689560"/>
                  </a:lnTo>
                  <a:lnTo>
                    <a:pt x="480511" y="688808"/>
                  </a:lnTo>
                  <a:lnTo>
                    <a:pt x="458704" y="685800"/>
                  </a:lnTo>
                  <a:lnTo>
                    <a:pt x="456448" y="685800"/>
                  </a:lnTo>
                  <a:lnTo>
                    <a:pt x="451936" y="687304"/>
                  </a:lnTo>
                  <a:lnTo>
                    <a:pt x="449680" y="688056"/>
                  </a:lnTo>
                  <a:lnTo>
                    <a:pt x="449680" y="688808"/>
                  </a:lnTo>
                  <a:lnTo>
                    <a:pt x="444417" y="694824"/>
                  </a:lnTo>
                  <a:lnTo>
                    <a:pt x="443664" y="696328"/>
                  </a:lnTo>
                  <a:lnTo>
                    <a:pt x="442161" y="697832"/>
                  </a:lnTo>
                  <a:lnTo>
                    <a:pt x="440657" y="699336"/>
                  </a:lnTo>
                  <a:lnTo>
                    <a:pt x="437649" y="699336"/>
                  </a:lnTo>
                  <a:lnTo>
                    <a:pt x="436145" y="698584"/>
                  </a:lnTo>
                  <a:lnTo>
                    <a:pt x="434641" y="697080"/>
                  </a:lnTo>
                  <a:lnTo>
                    <a:pt x="433137" y="696328"/>
                  </a:lnTo>
                  <a:lnTo>
                    <a:pt x="427873" y="698584"/>
                  </a:lnTo>
                  <a:lnTo>
                    <a:pt x="425617" y="698584"/>
                  </a:lnTo>
                  <a:lnTo>
                    <a:pt x="421857" y="694072"/>
                  </a:lnTo>
                  <a:lnTo>
                    <a:pt x="412834" y="694072"/>
                  </a:lnTo>
                  <a:lnTo>
                    <a:pt x="410578" y="691064"/>
                  </a:lnTo>
                  <a:lnTo>
                    <a:pt x="408322" y="694072"/>
                  </a:lnTo>
                  <a:lnTo>
                    <a:pt x="406818" y="695576"/>
                  </a:lnTo>
                  <a:lnTo>
                    <a:pt x="405314" y="695576"/>
                  </a:lnTo>
                  <a:lnTo>
                    <a:pt x="400802" y="691064"/>
                  </a:lnTo>
                  <a:lnTo>
                    <a:pt x="398546" y="689560"/>
                  </a:lnTo>
                  <a:lnTo>
                    <a:pt x="396290" y="688808"/>
                  </a:lnTo>
                  <a:lnTo>
                    <a:pt x="392530" y="688808"/>
                  </a:lnTo>
                  <a:lnTo>
                    <a:pt x="391778" y="689560"/>
                  </a:lnTo>
                  <a:lnTo>
                    <a:pt x="389522" y="691064"/>
                  </a:lnTo>
                  <a:lnTo>
                    <a:pt x="388770" y="691816"/>
                  </a:lnTo>
                  <a:lnTo>
                    <a:pt x="388018" y="692568"/>
                  </a:lnTo>
                  <a:lnTo>
                    <a:pt x="386515" y="692568"/>
                  </a:lnTo>
                  <a:lnTo>
                    <a:pt x="385011" y="692568"/>
                  </a:lnTo>
                  <a:lnTo>
                    <a:pt x="383507" y="687304"/>
                  </a:lnTo>
                  <a:lnTo>
                    <a:pt x="381251" y="686552"/>
                  </a:lnTo>
                  <a:lnTo>
                    <a:pt x="375235" y="688056"/>
                  </a:lnTo>
                  <a:lnTo>
                    <a:pt x="371475" y="687304"/>
                  </a:lnTo>
                  <a:lnTo>
                    <a:pt x="368467" y="685800"/>
                  </a:lnTo>
                  <a:lnTo>
                    <a:pt x="366211" y="684296"/>
                  </a:lnTo>
                  <a:lnTo>
                    <a:pt x="364707" y="682040"/>
                  </a:lnTo>
                  <a:lnTo>
                    <a:pt x="363203" y="680536"/>
                  </a:lnTo>
                  <a:lnTo>
                    <a:pt x="361699" y="677528"/>
                  </a:lnTo>
                  <a:lnTo>
                    <a:pt x="360195" y="676025"/>
                  </a:lnTo>
                  <a:lnTo>
                    <a:pt x="358691" y="675273"/>
                  </a:lnTo>
                  <a:lnTo>
                    <a:pt x="355684" y="673768"/>
                  </a:lnTo>
                  <a:lnTo>
                    <a:pt x="354932" y="673016"/>
                  </a:lnTo>
                  <a:lnTo>
                    <a:pt x="354180" y="670761"/>
                  </a:lnTo>
                  <a:lnTo>
                    <a:pt x="357188" y="663993"/>
                  </a:lnTo>
                  <a:lnTo>
                    <a:pt x="357940" y="660985"/>
                  </a:lnTo>
                  <a:lnTo>
                    <a:pt x="357940" y="657225"/>
                  </a:lnTo>
                  <a:lnTo>
                    <a:pt x="357940" y="655721"/>
                  </a:lnTo>
                  <a:lnTo>
                    <a:pt x="357188" y="654217"/>
                  </a:lnTo>
                  <a:lnTo>
                    <a:pt x="354932" y="651961"/>
                  </a:lnTo>
                  <a:lnTo>
                    <a:pt x="354180" y="651961"/>
                  </a:lnTo>
                  <a:lnTo>
                    <a:pt x="351924" y="651961"/>
                  </a:lnTo>
                  <a:lnTo>
                    <a:pt x="351172" y="651961"/>
                  </a:lnTo>
                  <a:lnTo>
                    <a:pt x="351172" y="652713"/>
                  </a:lnTo>
                  <a:lnTo>
                    <a:pt x="348164" y="651209"/>
                  </a:lnTo>
                  <a:lnTo>
                    <a:pt x="345908" y="648953"/>
                  </a:lnTo>
                  <a:lnTo>
                    <a:pt x="344404" y="648953"/>
                  </a:lnTo>
                  <a:lnTo>
                    <a:pt x="340644" y="648953"/>
                  </a:lnTo>
                  <a:lnTo>
                    <a:pt x="339140" y="648953"/>
                  </a:lnTo>
                  <a:lnTo>
                    <a:pt x="331620" y="645194"/>
                  </a:lnTo>
                  <a:lnTo>
                    <a:pt x="327861" y="642938"/>
                  </a:lnTo>
                  <a:lnTo>
                    <a:pt x="326357" y="641434"/>
                  </a:lnTo>
                  <a:lnTo>
                    <a:pt x="324853" y="639930"/>
                  </a:lnTo>
                  <a:lnTo>
                    <a:pt x="324101" y="639178"/>
                  </a:lnTo>
                  <a:lnTo>
                    <a:pt x="324101" y="637674"/>
                  </a:lnTo>
                  <a:lnTo>
                    <a:pt x="325605" y="636170"/>
                  </a:lnTo>
                  <a:lnTo>
                    <a:pt x="325605" y="634666"/>
                  </a:lnTo>
                  <a:lnTo>
                    <a:pt x="324853" y="632410"/>
                  </a:lnTo>
                  <a:lnTo>
                    <a:pt x="324101" y="631658"/>
                  </a:lnTo>
                  <a:lnTo>
                    <a:pt x="321845" y="631658"/>
                  </a:lnTo>
                  <a:lnTo>
                    <a:pt x="321093" y="632410"/>
                  </a:lnTo>
                  <a:lnTo>
                    <a:pt x="320341" y="636922"/>
                  </a:lnTo>
                  <a:lnTo>
                    <a:pt x="320341" y="637674"/>
                  </a:lnTo>
                  <a:lnTo>
                    <a:pt x="318085" y="638426"/>
                  </a:lnTo>
                  <a:lnTo>
                    <a:pt x="316581" y="637674"/>
                  </a:lnTo>
                  <a:lnTo>
                    <a:pt x="315829" y="636170"/>
                  </a:lnTo>
                  <a:lnTo>
                    <a:pt x="317333" y="633914"/>
                  </a:lnTo>
                  <a:lnTo>
                    <a:pt x="312069" y="628650"/>
                  </a:lnTo>
                  <a:lnTo>
                    <a:pt x="310565" y="625642"/>
                  </a:lnTo>
                  <a:lnTo>
                    <a:pt x="309813" y="622634"/>
                  </a:lnTo>
                  <a:lnTo>
                    <a:pt x="309061" y="620378"/>
                  </a:lnTo>
                  <a:lnTo>
                    <a:pt x="306053" y="618875"/>
                  </a:lnTo>
                  <a:lnTo>
                    <a:pt x="303045" y="618875"/>
                  </a:lnTo>
                  <a:lnTo>
                    <a:pt x="301542" y="618122"/>
                  </a:lnTo>
                  <a:lnTo>
                    <a:pt x="298534" y="618875"/>
                  </a:lnTo>
                  <a:lnTo>
                    <a:pt x="294774" y="618875"/>
                  </a:lnTo>
                  <a:lnTo>
                    <a:pt x="291766" y="617370"/>
                  </a:lnTo>
                  <a:lnTo>
                    <a:pt x="288758" y="616618"/>
                  </a:lnTo>
                  <a:lnTo>
                    <a:pt x="281990" y="616618"/>
                  </a:lnTo>
                  <a:lnTo>
                    <a:pt x="279734" y="615867"/>
                  </a:lnTo>
                  <a:lnTo>
                    <a:pt x="277478" y="614363"/>
                  </a:lnTo>
                  <a:lnTo>
                    <a:pt x="275974" y="612859"/>
                  </a:lnTo>
                  <a:lnTo>
                    <a:pt x="274470" y="610603"/>
                  </a:lnTo>
                  <a:lnTo>
                    <a:pt x="275222" y="607595"/>
                  </a:lnTo>
                  <a:lnTo>
                    <a:pt x="277478" y="604587"/>
                  </a:lnTo>
                  <a:lnTo>
                    <a:pt x="277478" y="603083"/>
                  </a:lnTo>
                  <a:lnTo>
                    <a:pt x="277478" y="600827"/>
                  </a:lnTo>
                  <a:lnTo>
                    <a:pt x="276726" y="599323"/>
                  </a:lnTo>
                  <a:lnTo>
                    <a:pt x="275222" y="598571"/>
                  </a:lnTo>
                  <a:lnTo>
                    <a:pt x="274470" y="598571"/>
                  </a:lnTo>
                  <a:lnTo>
                    <a:pt x="272966" y="597819"/>
                  </a:lnTo>
                  <a:lnTo>
                    <a:pt x="272214" y="596315"/>
                  </a:lnTo>
                  <a:lnTo>
                    <a:pt x="271463" y="593307"/>
                  </a:lnTo>
                  <a:lnTo>
                    <a:pt x="271463" y="591803"/>
                  </a:lnTo>
                  <a:lnTo>
                    <a:pt x="271463" y="588796"/>
                  </a:lnTo>
                  <a:lnTo>
                    <a:pt x="271463" y="587292"/>
                  </a:lnTo>
                  <a:lnTo>
                    <a:pt x="270711" y="585788"/>
                  </a:lnTo>
                  <a:lnTo>
                    <a:pt x="268455" y="582028"/>
                  </a:lnTo>
                  <a:lnTo>
                    <a:pt x="267703" y="576764"/>
                  </a:lnTo>
                  <a:lnTo>
                    <a:pt x="264695" y="575260"/>
                  </a:lnTo>
                  <a:lnTo>
                    <a:pt x="262439" y="574508"/>
                  </a:lnTo>
                  <a:lnTo>
                    <a:pt x="260183" y="572252"/>
                  </a:lnTo>
                  <a:lnTo>
                    <a:pt x="260935" y="568492"/>
                  </a:lnTo>
                  <a:lnTo>
                    <a:pt x="260183" y="566988"/>
                  </a:lnTo>
                  <a:lnTo>
                    <a:pt x="257927" y="567740"/>
                  </a:lnTo>
                  <a:lnTo>
                    <a:pt x="257175" y="569244"/>
                  </a:lnTo>
                  <a:lnTo>
                    <a:pt x="256423" y="571500"/>
                  </a:lnTo>
                  <a:lnTo>
                    <a:pt x="255671" y="579020"/>
                  </a:lnTo>
                  <a:lnTo>
                    <a:pt x="254167" y="579772"/>
                  </a:lnTo>
                  <a:lnTo>
                    <a:pt x="252663" y="579772"/>
                  </a:lnTo>
                  <a:lnTo>
                    <a:pt x="249655" y="577516"/>
                  </a:lnTo>
                  <a:lnTo>
                    <a:pt x="247399" y="575260"/>
                  </a:lnTo>
                  <a:lnTo>
                    <a:pt x="246647" y="573004"/>
                  </a:lnTo>
                  <a:lnTo>
                    <a:pt x="246647" y="567740"/>
                  </a:lnTo>
                  <a:lnTo>
                    <a:pt x="246647" y="566236"/>
                  </a:lnTo>
                  <a:lnTo>
                    <a:pt x="248151" y="563980"/>
                  </a:lnTo>
                  <a:lnTo>
                    <a:pt x="248903" y="562476"/>
                  </a:lnTo>
                  <a:lnTo>
                    <a:pt x="248151" y="558717"/>
                  </a:lnTo>
                  <a:lnTo>
                    <a:pt x="248151" y="557213"/>
                  </a:lnTo>
                  <a:lnTo>
                    <a:pt x="251911" y="555709"/>
                  </a:lnTo>
                  <a:lnTo>
                    <a:pt x="251159" y="554205"/>
                  </a:lnTo>
                  <a:lnTo>
                    <a:pt x="247399" y="551949"/>
                  </a:lnTo>
                  <a:lnTo>
                    <a:pt x="245895" y="551197"/>
                  </a:lnTo>
                  <a:lnTo>
                    <a:pt x="245143" y="551197"/>
                  </a:lnTo>
                  <a:lnTo>
                    <a:pt x="244391" y="551197"/>
                  </a:lnTo>
                  <a:lnTo>
                    <a:pt x="243640" y="548941"/>
                  </a:lnTo>
                  <a:lnTo>
                    <a:pt x="243640" y="546685"/>
                  </a:lnTo>
                  <a:lnTo>
                    <a:pt x="244391" y="544429"/>
                  </a:lnTo>
                  <a:lnTo>
                    <a:pt x="244391" y="542925"/>
                  </a:lnTo>
                  <a:lnTo>
                    <a:pt x="243640" y="540669"/>
                  </a:lnTo>
                  <a:lnTo>
                    <a:pt x="242136" y="539165"/>
                  </a:lnTo>
                  <a:lnTo>
                    <a:pt x="238376" y="536909"/>
                  </a:lnTo>
                  <a:lnTo>
                    <a:pt x="233112" y="538413"/>
                  </a:lnTo>
                  <a:lnTo>
                    <a:pt x="228600" y="533901"/>
                  </a:lnTo>
                  <a:lnTo>
                    <a:pt x="224088" y="521118"/>
                  </a:lnTo>
                  <a:lnTo>
                    <a:pt x="223336" y="519614"/>
                  </a:lnTo>
                  <a:lnTo>
                    <a:pt x="224088" y="518110"/>
                  </a:lnTo>
                  <a:lnTo>
                    <a:pt x="224840" y="516606"/>
                  </a:lnTo>
                  <a:lnTo>
                    <a:pt x="227096" y="513598"/>
                  </a:lnTo>
                  <a:lnTo>
                    <a:pt x="227848" y="511342"/>
                  </a:lnTo>
                  <a:lnTo>
                    <a:pt x="226344" y="510590"/>
                  </a:lnTo>
                  <a:lnTo>
                    <a:pt x="223336" y="508334"/>
                  </a:lnTo>
                  <a:lnTo>
                    <a:pt x="220328" y="506078"/>
                  </a:lnTo>
                  <a:lnTo>
                    <a:pt x="218824" y="503822"/>
                  </a:lnTo>
                  <a:lnTo>
                    <a:pt x="218072" y="500063"/>
                  </a:lnTo>
                  <a:lnTo>
                    <a:pt x="220328" y="497807"/>
                  </a:lnTo>
                  <a:lnTo>
                    <a:pt x="221832" y="497055"/>
                  </a:lnTo>
                  <a:lnTo>
                    <a:pt x="222584" y="494799"/>
                  </a:lnTo>
                  <a:lnTo>
                    <a:pt x="221832" y="492543"/>
                  </a:lnTo>
                  <a:lnTo>
                    <a:pt x="218824" y="490287"/>
                  </a:lnTo>
                  <a:lnTo>
                    <a:pt x="217320" y="488031"/>
                  </a:lnTo>
                  <a:lnTo>
                    <a:pt x="217320" y="484271"/>
                  </a:lnTo>
                  <a:lnTo>
                    <a:pt x="219576" y="482015"/>
                  </a:lnTo>
                  <a:lnTo>
                    <a:pt x="225592" y="477503"/>
                  </a:lnTo>
                  <a:lnTo>
                    <a:pt x="227096" y="474495"/>
                  </a:lnTo>
                  <a:lnTo>
                    <a:pt x="226344" y="471488"/>
                  </a:lnTo>
                  <a:lnTo>
                    <a:pt x="225592" y="468480"/>
                  </a:lnTo>
                  <a:lnTo>
                    <a:pt x="225592" y="465472"/>
                  </a:lnTo>
                  <a:lnTo>
                    <a:pt x="227848" y="462464"/>
                  </a:lnTo>
                  <a:lnTo>
                    <a:pt x="229352" y="460960"/>
                  </a:lnTo>
                  <a:lnTo>
                    <a:pt x="230104" y="460208"/>
                  </a:lnTo>
                  <a:lnTo>
                    <a:pt x="231608" y="459456"/>
                  </a:lnTo>
                  <a:lnTo>
                    <a:pt x="232360" y="457952"/>
                  </a:lnTo>
                  <a:lnTo>
                    <a:pt x="231608" y="455696"/>
                  </a:lnTo>
                  <a:lnTo>
                    <a:pt x="230856" y="454944"/>
                  </a:lnTo>
                  <a:lnTo>
                    <a:pt x="230104" y="454192"/>
                  </a:lnTo>
                  <a:lnTo>
                    <a:pt x="230104" y="453440"/>
                  </a:lnTo>
                  <a:lnTo>
                    <a:pt x="229352" y="439905"/>
                  </a:lnTo>
                  <a:lnTo>
                    <a:pt x="227848" y="437649"/>
                  </a:lnTo>
                  <a:lnTo>
                    <a:pt x="225592" y="435393"/>
                  </a:lnTo>
                  <a:lnTo>
                    <a:pt x="222584" y="433137"/>
                  </a:lnTo>
                  <a:lnTo>
                    <a:pt x="216568" y="431633"/>
                  </a:lnTo>
                  <a:lnTo>
                    <a:pt x="215816" y="429377"/>
                  </a:lnTo>
                  <a:lnTo>
                    <a:pt x="218072" y="422609"/>
                  </a:lnTo>
                  <a:lnTo>
                    <a:pt x="219576" y="416594"/>
                  </a:lnTo>
                  <a:lnTo>
                    <a:pt x="219576" y="414338"/>
                  </a:lnTo>
                  <a:lnTo>
                    <a:pt x="218824" y="409826"/>
                  </a:lnTo>
                  <a:lnTo>
                    <a:pt x="216568" y="407570"/>
                  </a:lnTo>
                  <a:lnTo>
                    <a:pt x="213561" y="406066"/>
                  </a:lnTo>
                  <a:lnTo>
                    <a:pt x="211305" y="403058"/>
                  </a:lnTo>
                  <a:lnTo>
                    <a:pt x="211305" y="400802"/>
                  </a:lnTo>
                  <a:lnTo>
                    <a:pt x="212057" y="393282"/>
                  </a:lnTo>
                  <a:lnTo>
                    <a:pt x="212057" y="391778"/>
                  </a:lnTo>
                  <a:lnTo>
                    <a:pt x="211305" y="391026"/>
                  </a:lnTo>
                  <a:lnTo>
                    <a:pt x="210553" y="389523"/>
                  </a:lnTo>
                  <a:lnTo>
                    <a:pt x="210553" y="388018"/>
                  </a:lnTo>
                  <a:lnTo>
                    <a:pt x="210553" y="386515"/>
                  </a:lnTo>
                  <a:lnTo>
                    <a:pt x="210553" y="385763"/>
                  </a:lnTo>
                  <a:lnTo>
                    <a:pt x="211305" y="384259"/>
                  </a:lnTo>
                  <a:lnTo>
                    <a:pt x="211305" y="383507"/>
                  </a:lnTo>
                  <a:lnTo>
                    <a:pt x="211305" y="382755"/>
                  </a:lnTo>
                  <a:lnTo>
                    <a:pt x="209049" y="379747"/>
                  </a:lnTo>
                  <a:lnTo>
                    <a:pt x="209049" y="378995"/>
                  </a:lnTo>
                  <a:lnTo>
                    <a:pt x="212809" y="378243"/>
                  </a:lnTo>
                  <a:lnTo>
                    <a:pt x="215065" y="375987"/>
                  </a:lnTo>
                  <a:lnTo>
                    <a:pt x="218824" y="369219"/>
                  </a:lnTo>
                  <a:lnTo>
                    <a:pt x="218072" y="368467"/>
                  </a:lnTo>
                  <a:lnTo>
                    <a:pt x="217320" y="366963"/>
                  </a:lnTo>
                  <a:lnTo>
                    <a:pt x="218072" y="363955"/>
                  </a:lnTo>
                  <a:lnTo>
                    <a:pt x="219576" y="360947"/>
                  </a:lnTo>
                  <a:lnTo>
                    <a:pt x="221832" y="357940"/>
                  </a:lnTo>
                  <a:lnTo>
                    <a:pt x="227848" y="354932"/>
                  </a:lnTo>
                  <a:lnTo>
                    <a:pt x="229352" y="351172"/>
                  </a:lnTo>
                  <a:lnTo>
                    <a:pt x="230856" y="343652"/>
                  </a:lnTo>
                  <a:lnTo>
                    <a:pt x="233864" y="339892"/>
                  </a:lnTo>
                  <a:lnTo>
                    <a:pt x="233864" y="338388"/>
                  </a:lnTo>
                  <a:lnTo>
                    <a:pt x="233864" y="336884"/>
                  </a:lnTo>
                  <a:lnTo>
                    <a:pt x="232360" y="333124"/>
                  </a:lnTo>
                  <a:lnTo>
                    <a:pt x="232360" y="331620"/>
                  </a:lnTo>
                  <a:lnTo>
                    <a:pt x="231608" y="324853"/>
                  </a:lnTo>
                  <a:lnTo>
                    <a:pt x="230856" y="321845"/>
                  </a:lnTo>
                  <a:lnTo>
                    <a:pt x="227848" y="313573"/>
                  </a:lnTo>
                  <a:lnTo>
                    <a:pt x="227096" y="308309"/>
                  </a:lnTo>
                  <a:lnTo>
                    <a:pt x="226344" y="301542"/>
                  </a:lnTo>
                  <a:lnTo>
                    <a:pt x="227096" y="295526"/>
                  </a:lnTo>
                  <a:lnTo>
                    <a:pt x="227848" y="291766"/>
                  </a:lnTo>
                  <a:lnTo>
                    <a:pt x="231608" y="285750"/>
                  </a:lnTo>
                  <a:lnTo>
                    <a:pt x="232360" y="281990"/>
                  </a:lnTo>
                  <a:lnTo>
                    <a:pt x="230856" y="279734"/>
                  </a:lnTo>
                  <a:lnTo>
                    <a:pt x="229352" y="278230"/>
                  </a:lnTo>
                  <a:lnTo>
                    <a:pt x="227096" y="275974"/>
                  </a:lnTo>
                  <a:lnTo>
                    <a:pt x="225592" y="274470"/>
                  </a:lnTo>
                  <a:lnTo>
                    <a:pt x="224088" y="267703"/>
                  </a:lnTo>
                  <a:lnTo>
                    <a:pt x="223336" y="266951"/>
                  </a:lnTo>
                  <a:lnTo>
                    <a:pt x="221080" y="262439"/>
                  </a:lnTo>
                  <a:lnTo>
                    <a:pt x="217320" y="258679"/>
                  </a:lnTo>
                  <a:lnTo>
                    <a:pt x="214313" y="257175"/>
                  </a:lnTo>
                  <a:lnTo>
                    <a:pt x="210553" y="257175"/>
                  </a:lnTo>
                  <a:lnTo>
                    <a:pt x="209049" y="257927"/>
                  </a:lnTo>
                  <a:lnTo>
                    <a:pt x="206793" y="260183"/>
                  </a:lnTo>
                  <a:lnTo>
                    <a:pt x="200025" y="265447"/>
                  </a:lnTo>
                  <a:lnTo>
                    <a:pt x="199273" y="266951"/>
                  </a:lnTo>
                  <a:lnTo>
                    <a:pt x="198521" y="269207"/>
                  </a:lnTo>
                  <a:lnTo>
                    <a:pt x="197769" y="270711"/>
                  </a:lnTo>
                  <a:lnTo>
                    <a:pt x="196265" y="272967"/>
                  </a:lnTo>
                  <a:lnTo>
                    <a:pt x="194761" y="275222"/>
                  </a:lnTo>
                  <a:lnTo>
                    <a:pt x="194009" y="275222"/>
                  </a:lnTo>
                  <a:lnTo>
                    <a:pt x="191753" y="275974"/>
                  </a:lnTo>
                  <a:lnTo>
                    <a:pt x="191001" y="275974"/>
                  </a:lnTo>
                  <a:lnTo>
                    <a:pt x="191001" y="276726"/>
                  </a:lnTo>
                  <a:lnTo>
                    <a:pt x="191001" y="278230"/>
                  </a:lnTo>
                  <a:lnTo>
                    <a:pt x="191001" y="278982"/>
                  </a:lnTo>
                  <a:lnTo>
                    <a:pt x="190249" y="279734"/>
                  </a:lnTo>
                  <a:lnTo>
                    <a:pt x="189497" y="281238"/>
                  </a:lnTo>
                  <a:lnTo>
                    <a:pt x="188745" y="281990"/>
                  </a:lnTo>
                  <a:lnTo>
                    <a:pt x="187242" y="281990"/>
                  </a:lnTo>
                  <a:lnTo>
                    <a:pt x="184234" y="281238"/>
                  </a:lnTo>
                  <a:lnTo>
                    <a:pt x="181978" y="279734"/>
                  </a:lnTo>
                  <a:lnTo>
                    <a:pt x="177466" y="276726"/>
                  </a:lnTo>
                  <a:lnTo>
                    <a:pt x="176714" y="276726"/>
                  </a:lnTo>
                  <a:lnTo>
                    <a:pt x="175210" y="274470"/>
                  </a:lnTo>
                  <a:lnTo>
                    <a:pt x="174458" y="274470"/>
                  </a:lnTo>
                  <a:lnTo>
                    <a:pt x="173706" y="274470"/>
                  </a:lnTo>
                  <a:lnTo>
                    <a:pt x="172202" y="275222"/>
                  </a:lnTo>
                  <a:lnTo>
                    <a:pt x="171450" y="275222"/>
                  </a:lnTo>
                  <a:lnTo>
                    <a:pt x="170698" y="275222"/>
                  </a:lnTo>
                  <a:lnTo>
                    <a:pt x="169194" y="275222"/>
                  </a:lnTo>
                  <a:lnTo>
                    <a:pt x="168442" y="274470"/>
                  </a:lnTo>
                  <a:lnTo>
                    <a:pt x="169194" y="272967"/>
                  </a:lnTo>
                  <a:lnTo>
                    <a:pt x="169946" y="269207"/>
                  </a:lnTo>
                  <a:lnTo>
                    <a:pt x="167690" y="269207"/>
                  </a:lnTo>
                  <a:lnTo>
                    <a:pt x="161674" y="271463"/>
                  </a:lnTo>
                  <a:lnTo>
                    <a:pt x="160170" y="271463"/>
                  </a:lnTo>
                  <a:lnTo>
                    <a:pt x="159418" y="269959"/>
                  </a:lnTo>
                  <a:lnTo>
                    <a:pt x="159418" y="269207"/>
                  </a:lnTo>
                  <a:lnTo>
                    <a:pt x="158667" y="267703"/>
                  </a:lnTo>
                  <a:lnTo>
                    <a:pt x="157914" y="265447"/>
                  </a:lnTo>
                  <a:lnTo>
                    <a:pt x="157163" y="266199"/>
                  </a:lnTo>
                  <a:lnTo>
                    <a:pt x="155659" y="269207"/>
                  </a:lnTo>
                  <a:lnTo>
                    <a:pt x="155659" y="270711"/>
                  </a:lnTo>
                  <a:lnTo>
                    <a:pt x="155659" y="272215"/>
                  </a:lnTo>
                  <a:lnTo>
                    <a:pt x="154907" y="273719"/>
                  </a:lnTo>
                  <a:lnTo>
                    <a:pt x="153403" y="273719"/>
                  </a:lnTo>
                  <a:lnTo>
                    <a:pt x="152651" y="272967"/>
                  </a:lnTo>
                  <a:lnTo>
                    <a:pt x="151899" y="272215"/>
                  </a:lnTo>
                  <a:lnTo>
                    <a:pt x="151147" y="270711"/>
                  </a:lnTo>
                  <a:lnTo>
                    <a:pt x="151147" y="269207"/>
                  </a:lnTo>
                  <a:lnTo>
                    <a:pt x="148139" y="272215"/>
                  </a:lnTo>
                  <a:lnTo>
                    <a:pt x="146635" y="272967"/>
                  </a:lnTo>
                  <a:lnTo>
                    <a:pt x="145131" y="272967"/>
                  </a:lnTo>
                  <a:lnTo>
                    <a:pt x="138363" y="271463"/>
                  </a:lnTo>
                  <a:lnTo>
                    <a:pt x="136859" y="271463"/>
                  </a:lnTo>
                  <a:lnTo>
                    <a:pt x="133851" y="271463"/>
                  </a:lnTo>
                  <a:lnTo>
                    <a:pt x="130843" y="272215"/>
                  </a:lnTo>
                  <a:lnTo>
                    <a:pt x="124076" y="276726"/>
                  </a:lnTo>
                  <a:lnTo>
                    <a:pt x="121068" y="277478"/>
                  </a:lnTo>
                  <a:lnTo>
                    <a:pt x="119564" y="276726"/>
                  </a:lnTo>
                  <a:lnTo>
                    <a:pt x="115052" y="274470"/>
                  </a:lnTo>
                  <a:lnTo>
                    <a:pt x="113548" y="273719"/>
                  </a:lnTo>
                  <a:lnTo>
                    <a:pt x="112796" y="273719"/>
                  </a:lnTo>
                  <a:lnTo>
                    <a:pt x="110540" y="273719"/>
                  </a:lnTo>
                  <a:lnTo>
                    <a:pt x="109788" y="274470"/>
                  </a:lnTo>
                  <a:lnTo>
                    <a:pt x="109036" y="275974"/>
                  </a:lnTo>
                  <a:lnTo>
                    <a:pt x="108284" y="276726"/>
                  </a:lnTo>
                  <a:lnTo>
                    <a:pt x="106780" y="276726"/>
                  </a:lnTo>
                  <a:lnTo>
                    <a:pt x="106780" y="275974"/>
                  </a:lnTo>
                  <a:lnTo>
                    <a:pt x="106028" y="275222"/>
                  </a:lnTo>
                  <a:lnTo>
                    <a:pt x="105276" y="275222"/>
                  </a:lnTo>
                  <a:lnTo>
                    <a:pt x="97005" y="275974"/>
                  </a:lnTo>
                  <a:lnTo>
                    <a:pt x="93997" y="277478"/>
                  </a:lnTo>
                  <a:lnTo>
                    <a:pt x="89485" y="280486"/>
                  </a:lnTo>
                  <a:lnTo>
                    <a:pt x="87229" y="281238"/>
                  </a:lnTo>
                  <a:lnTo>
                    <a:pt x="72190" y="283494"/>
                  </a:lnTo>
                  <a:lnTo>
                    <a:pt x="69934" y="284246"/>
                  </a:lnTo>
                  <a:lnTo>
                    <a:pt x="63166" y="288006"/>
                  </a:lnTo>
                  <a:lnTo>
                    <a:pt x="60158" y="289510"/>
                  </a:lnTo>
                  <a:lnTo>
                    <a:pt x="57150" y="289510"/>
                  </a:lnTo>
                  <a:lnTo>
                    <a:pt x="48126" y="288758"/>
                  </a:lnTo>
                  <a:lnTo>
                    <a:pt x="30079" y="291766"/>
                  </a:lnTo>
                  <a:lnTo>
                    <a:pt x="28575" y="292518"/>
                  </a:lnTo>
                  <a:lnTo>
                    <a:pt x="27823" y="294022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1" name="Forma Livre: Forma 220">
              <a:extLst>
                <a:ext uri="{FF2B5EF4-FFF2-40B4-BE49-F238E27FC236}">
                  <a16:creationId xmlns:a16="http://schemas.microsoft.com/office/drawing/2014/main" id="{73B72C11-5ACF-689C-8904-5176DA246928}"/>
                </a:ext>
              </a:extLst>
            </p:cNvPr>
            <p:cNvSpPr/>
            <p:nvPr/>
          </p:nvSpPr>
          <p:spPr>
            <a:xfrm>
              <a:off x="5734601" y="3325228"/>
              <a:ext cx="1722772" cy="1661862"/>
            </a:xfrm>
            <a:custGeom>
              <a:avLst/>
              <a:gdLst>
                <a:gd name="csX0" fmla="*/ 526382 w 1722772"/>
                <a:gd name="csY0" fmla="*/ 0 h 1661862"/>
                <a:gd name="csX1" fmla="*/ 538413 w 1722772"/>
                <a:gd name="csY1" fmla="*/ 10528 h 1661862"/>
                <a:gd name="csX2" fmla="*/ 550445 w 1722772"/>
                <a:gd name="csY2" fmla="*/ 29327 h 1661862"/>
                <a:gd name="csX3" fmla="*/ 553453 w 1722772"/>
                <a:gd name="csY3" fmla="*/ 35343 h 1661862"/>
                <a:gd name="csX4" fmla="*/ 554957 w 1722772"/>
                <a:gd name="csY4" fmla="*/ 42863 h 1661862"/>
                <a:gd name="csX5" fmla="*/ 555709 w 1722772"/>
                <a:gd name="csY5" fmla="*/ 44366 h 1661862"/>
                <a:gd name="csX6" fmla="*/ 557213 w 1722772"/>
                <a:gd name="csY6" fmla="*/ 46622 h 1661862"/>
                <a:gd name="csX7" fmla="*/ 560220 w 1722772"/>
                <a:gd name="csY7" fmla="*/ 49630 h 1661862"/>
                <a:gd name="csX8" fmla="*/ 561724 w 1722772"/>
                <a:gd name="csY8" fmla="*/ 51886 h 1661862"/>
                <a:gd name="csX9" fmla="*/ 563229 w 1722772"/>
                <a:gd name="csY9" fmla="*/ 54142 h 1661862"/>
                <a:gd name="csX10" fmla="*/ 565484 w 1722772"/>
                <a:gd name="csY10" fmla="*/ 65422 h 1661862"/>
                <a:gd name="csX11" fmla="*/ 567740 w 1722772"/>
                <a:gd name="csY11" fmla="*/ 72942 h 1661862"/>
                <a:gd name="csX12" fmla="*/ 571500 w 1722772"/>
                <a:gd name="csY12" fmla="*/ 80461 h 1661862"/>
                <a:gd name="csX13" fmla="*/ 572252 w 1722772"/>
                <a:gd name="csY13" fmla="*/ 81965 h 1661862"/>
                <a:gd name="csX14" fmla="*/ 572252 w 1722772"/>
                <a:gd name="csY14" fmla="*/ 87229 h 1661862"/>
                <a:gd name="csX15" fmla="*/ 573004 w 1722772"/>
                <a:gd name="csY15" fmla="*/ 90237 h 1661862"/>
                <a:gd name="csX16" fmla="*/ 574508 w 1722772"/>
                <a:gd name="csY16" fmla="*/ 93997 h 1661862"/>
                <a:gd name="csX17" fmla="*/ 576764 w 1722772"/>
                <a:gd name="csY17" fmla="*/ 98509 h 1661862"/>
                <a:gd name="csX18" fmla="*/ 577516 w 1722772"/>
                <a:gd name="csY18" fmla="*/ 103020 h 1661862"/>
                <a:gd name="csX19" fmla="*/ 578268 w 1722772"/>
                <a:gd name="csY19" fmla="*/ 104524 h 1661862"/>
                <a:gd name="csX20" fmla="*/ 579020 w 1722772"/>
                <a:gd name="csY20" fmla="*/ 106028 h 1661862"/>
                <a:gd name="csX21" fmla="*/ 580524 w 1722772"/>
                <a:gd name="csY21" fmla="*/ 107532 h 1661862"/>
                <a:gd name="csX22" fmla="*/ 587292 w 1722772"/>
                <a:gd name="csY22" fmla="*/ 115052 h 1661862"/>
                <a:gd name="csX23" fmla="*/ 588796 w 1722772"/>
                <a:gd name="csY23" fmla="*/ 116556 h 1661862"/>
                <a:gd name="csX24" fmla="*/ 589548 w 1722772"/>
                <a:gd name="csY24" fmla="*/ 118812 h 1661862"/>
                <a:gd name="csX25" fmla="*/ 590299 w 1722772"/>
                <a:gd name="csY25" fmla="*/ 121820 h 1661862"/>
                <a:gd name="csX26" fmla="*/ 591051 w 1722772"/>
                <a:gd name="csY26" fmla="*/ 123324 h 1661862"/>
                <a:gd name="csX27" fmla="*/ 592555 w 1722772"/>
                <a:gd name="csY27" fmla="*/ 124828 h 1661862"/>
                <a:gd name="csX28" fmla="*/ 599323 w 1722772"/>
                <a:gd name="csY28" fmla="*/ 131595 h 1661862"/>
                <a:gd name="csX29" fmla="*/ 600827 w 1722772"/>
                <a:gd name="csY29" fmla="*/ 133851 h 1661862"/>
                <a:gd name="csX30" fmla="*/ 601579 w 1722772"/>
                <a:gd name="csY30" fmla="*/ 136107 h 1661862"/>
                <a:gd name="csX31" fmla="*/ 599323 w 1722772"/>
                <a:gd name="csY31" fmla="*/ 140619 h 1661862"/>
                <a:gd name="csX32" fmla="*/ 599323 w 1722772"/>
                <a:gd name="csY32" fmla="*/ 145131 h 1661862"/>
                <a:gd name="csX33" fmla="*/ 598571 w 1722772"/>
                <a:gd name="csY33" fmla="*/ 146635 h 1661862"/>
                <a:gd name="csX34" fmla="*/ 597819 w 1722772"/>
                <a:gd name="csY34" fmla="*/ 149643 h 1661862"/>
                <a:gd name="csX35" fmla="*/ 597067 w 1722772"/>
                <a:gd name="csY35" fmla="*/ 151147 h 1661862"/>
                <a:gd name="csX36" fmla="*/ 597067 w 1722772"/>
                <a:gd name="csY36" fmla="*/ 154155 h 1661862"/>
                <a:gd name="csX37" fmla="*/ 597067 w 1722772"/>
                <a:gd name="csY37" fmla="*/ 160922 h 1661862"/>
                <a:gd name="csX38" fmla="*/ 597067 w 1722772"/>
                <a:gd name="csY38" fmla="*/ 162426 h 1661862"/>
                <a:gd name="csX39" fmla="*/ 596315 w 1722772"/>
                <a:gd name="csY39" fmla="*/ 164682 h 1661862"/>
                <a:gd name="csX40" fmla="*/ 595563 w 1722772"/>
                <a:gd name="csY40" fmla="*/ 166186 h 1661862"/>
                <a:gd name="csX41" fmla="*/ 595563 w 1722772"/>
                <a:gd name="csY41" fmla="*/ 167690 h 1661862"/>
                <a:gd name="csX42" fmla="*/ 595563 w 1722772"/>
                <a:gd name="csY42" fmla="*/ 169194 h 1661862"/>
                <a:gd name="csX43" fmla="*/ 596315 w 1722772"/>
                <a:gd name="csY43" fmla="*/ 170698 h 1661862"/>
                <a:gd name="csX44" fmla="*/ 599323 w 1722772"/>
                <a:gd name="csY44" fmla="*/ 175210 h 1661862"/>
                <a:gd name="csX45" fmla="*/ 599323 w 1722772"/>
                <a:gd name="csY45" fmla="*/ 175962 h 1661862"/>
                <a:gd name="csX46" fmla="*/ 600075 w 1722772"/>
                <a:gd name="csY46" fmla="*/ 176714 h 1661862"/>
                <a:gd name="csX47" fmla="*/ 600075 w 1722772"/>
                <a:gd name="csY47" fmla="*/ 178970 h 1661862"/>
                <a:gd name="csX48" fmla="*/ 599323 w 1722772"/>
                <a:gd name="csY48" fmla="*/ 179722 h 1661862"/>
                <a:gd name="csX49" fmla="*/ 600075 w 1722772"/>
                <a:gd name="csY49" fmla="*/ 181226 h 1661862"/>
                <a:gd name="csX50" fmla="*/ 601579 w 1722772"/>
                <a:gd name="csY50" fmla="*/ 186490 h 1661862"/>
                <a:gd name="csX51" fmla="*/ 601579 w 1722772"/>
                <a:gd name="csY51" fmla="*/ 187993 h 1661862"/>
                <a:gd name="csX52" fmla="*/ 600827 w 1722772"/>
                <a:gd name="csY52" fmla="*/ 191001 h 1661862"/>
                <a:gd name="csX53" fmla="*/ 600827 w 1722772"/>
                <a:gd name="csY53" fmla="*/ 193257 h 1661862"/>
                <a:gd name="csX54" fmla="*/ 601579 w 1722772"/>
                <a:gd name="csY54" fmla="*/ 194761 h 1661862"/>
                <a:gd name="csX55" fmla="*/ 603083 w 1722772"/>
                <a:gd name="csY55" fmla="*/ 196265 h 1661862"/>
                <a:gd name="csX56" fmla="*/ 603835 w 1722772"/>
                <a:gd name="csY56" fmla="*/ 197769 h 1661862"/>
                <a:gd name="csX57" fmla="*/ 605339 w 1722772"/>
                <a:gd name="csY57" fmla="*/ 199273 h 1661862"/>
                <a:gd name="csX58" fmla="*/ 606091 w 1722772"/>
                <a:gd name="csY58" fmla="*/ 200777 h 1661862"/>
                <a:gd name="csX59" fmla="*/ 607595 w 1722772"/>
                <a:gd name="csY59" fmla="*/ 203785 h 1661862"/>
                <a:gd name="csX60" fmla="*/ 608347 w 1722772"/>
                <a:gd name="csY60" fmla="*/ 207545 h 1661862"/>
                <a:gd name="csX61" fmla="*/ 608347 w 1722772"/>
                <a:gd name="csY61" fmla="*/ 209049 h 1661862"/>
                <a:gd name="csX62" fmla="*/ 608347 w 1722772"/>
                <a:gd name="csY62" fmla="*/ 212809 h 1661862"/>
                <a:gd name="csX63" fmla="*/ 609099 w 1722772"/>
                <a:gd name="csY63" fmla="*/ 215065 h 1661862"/>
                <a:gd name="csX64" fmla="*/ 610603 w 1722772"/>
                <a:gd name="csY64" fmla="*/ 216569 h 1661862"/>
                <a:gd name="csX65" fmla="*/ 621130 w 1722772"/>
                <a:gd name="csY65" fmla="*/ 219576 h 1661862"/>
                <a:gd name="csX66" fmla="*/ 622634 w 1722772"/>
                <a:gd name="csY66" fmla="*/ 220328 h 1661862"/>
                <a:gd name="csX67" fmla="*/ 625642 w 1722772"/>
                <a:gd name="csY67" fmla="*/ 221832 h 1661862"/>
                <a:gd name="csX68" fmla="*/ 630906 w 1722772"/>
                <a:gd name="csY68" fmla="*/ 227096 h 1661862"/>
                <a:gd name="csX69" fmla="*/ 633914 w 1722772"/>
                <a:gd name="csY69" fmla="*/ 229352 h 1661862"/>
                <a:gd name="csX70" fmla="*/ 639930 w 1722772"/>
                <a:gd name="csY70" fmla="*/ 233112 h 1661862"/>
                <a:gd name="csX71" fmla="*/ 641434 w 1722772"/>
                <a:gd name="csY71" fmla="*/ 234616 h 1661862"/>
                <a:gd name="csX72" fmla="*/ 642938 w 1722772"/>
                <a:gd name="csY72" fmla="*/ 236120 h 1661862"/>
                <a:gd name="csX73" fmla="*/ 643690 w 1722772"/>
                <a:gd name="csY73" fmla="*/ 239128 h 1661862"/>
                <a:gd name="csX74" fmla="*/ 644442 w 1722772"/>
                <a:gd name="csY74" fmla="*/ 240632 h 1661862"/>
                <a:gd name="csX75" fmla="*/ 651961 w 1722772"/>
                <a:gd name="csY75" fmla="*/ 246648 h 1661862"/>
                <a:gd name="csX76" fmla="*/ 653465 w 1722772"/>
                <a:gd name="csY76" fmla="*/ 247399 h 1661862"/>
                <a:gd name="csX77" fmla="*/ 663993 w 1722772"/>
                <a:gd name="csY77" fmla="*/ 251911 h 1661862"/>
                <a:gd name="csX78" fmla="*/ 668505 w 1722772"/>
                <a:gd name="csY78" fmla="*/ 254167 h 1661862"/>
                <a:gd name="csX79" fmla="*/ 670009 w 1722772"/>
                <a:gd name="csY79" fmla="*/ 255671 h 1661862"/>
                <a:gd name="csX80" fmla="*/ 671513 w 1722772"/>
                <a:gd name="csY80" fmla="*/ 257175 h 1661862"/>
                <a:gd name="csX81" fmla="*/ 682792 w 1722772"/>
                <a:gd name="csY81" fmla="*/ 261687 h 1661862"/>
                <a:gd name="csX82" fmla="*/ 684296 w 1722772"/>
                <a:gd name="csY82" fmla="*/ 262439 h 1661862"/>
                <a:gd name="csX83" fmla="*/ 685048 w 1722772"/>
                <a:gd name="csY83" fmla="*/ 263943 h 1661862"/>
                <a:gd name="csX84" fmla="*/ 685800 w 1722772"/>
                <a:gd name="csY84" fmla="*/ 265447 h 1661862"/>
                <a:gd name="csX85" fmla="*/ 687304 w 1722772"/>
                <a:gd name="csY85" fmla="*/ 272967 h 1661862"/>
                <a:gd name="csX86" fmla="*/ 687304 w 1722772"/>
                <a:gd name="csY86" fmla="*/ 282742 h 1661862"/>
                <a:gd name="csX87" fmla="*/ 687304 w 1722772"/>
                <a:gd name="csY87" fmla="*/ 284246 h 1661862"/>
                <a:gd name="csX88" fmla="*/ 688056 w 1722772"/>
                <a:gd name="csY88" fmla="*/ 285750 h 1661862"/>
                <a:gd name="csX89" fmla="*/ 689560 w 1722772"/>
                <a:gd name="csY89" fmla="*/ 287254 h 1661862"/>
                <a:gd name="csX90" fmla="*/ 691816 w 1722772"/>
                <a:gd name="csY90" fmla="*/ 289510 h 1661862"/>
                <a:gd name="csX91" fmla="*/ 696328 w 1722772"/>
                <a:gd name="csY91" fmla="*/ 291014 h 1661862"/>
                <a:gd name="csX92" fmla="*/ 698584 w 1722772"/>
                <a:gd name="csY92" fmla="*/ 291766 h 1661862"/>
                <a:gd name="csX93" fmla="*/ 700840 w 1722772"/>
                <a:gd name="csY93" fmla="*/ 291014 h 1661862"/>
                <a:gd name="csX94" fmla="*/ 701592 w 1722772"/>
                <a:gd name="csY94" fmla="*/ 291014 h 1661862"/>
                <a:gd name="csX95" fmla="*/ 703847 w 1722772"/>
                <a:gd name="csY95" fmla="*/ 290262 h 1661862"/>
                <a:gd name="csX96" fmla="*/ 706104 w 1722772"/>
                <a:gd name="csY96" fmla="*/ 291014 h 1661862"/>
                <a:gd name="csX97" fmla="*/ 709863 w 1722772"/>
                <a:gd name="csY97" fmla="*/ 291766 h 1661862"/>
                <a:gd name="csX98" fmla="*/ 720391 w 1722772"/>
                <a:gd name="csY98" fmla="*/ 294022 h 1661862"/>
                <a:gd name="csX99" fmla="*/ 723399 w 1722772"/>
                <a:gd name="csY99" fmla="*/ 295526 h 1661862"/>
                <a:gd name="csX100" fmla="*/ 724903 w 1722772"/>
                <a:gd name="csY100" fmla="*/ 297030 h 1661862"/>
                <a:gd name="csX101" fmla="*/ 725655 w 1722772"/>
                <a:gd name="csY101" fmla="*/ 298534 h 1661862"/>
                <a:gd name="csX102" fmla="*/ 726407 w 1722772"/>
                <a:gd name="csY102" fmla="*/ 300037 h 1661862"/>
                <a:gd name="csX103" fmla="*/ 727159 w 1722772"/>
                <a:gd name="csY103" fmla="*/ 302294 h 1661862"/>
                <a:gd name="csX104" fmla="*/ 727911 w 1722772"/>
                <a:gd name="csY104" fmla="*/ 306805 h 1661862"/>
                <a:gd name="csX105" fmla="*/ 729415 w 1722772"/>
                <a:gd name="csY105" fmla="*/ 311317 h 1661862"/>
                <a:gd name="csX106" fmla="*/ 730167 w 1722772"/>
                <a:gd name="csY106" fmla="*/ 312821 h 1661862"/>
                <a:gd name="csX107" fmla="*/ 731671 w 1722772"/>
                <a:gd name="csY107" fmla="*/ 314325 h 1661862"/>
                <a:gd name="csX108" fmla="*/ 733174 w 1722772"/>
                <a:gd name="csY108" fmla="*/ 315077 h 1661862"/>
                <a:gd name="csX109" fmla="*/ 736182 w 1722772"/>
                <a:gd name="csY109" fmla="*/ 315077 h 1661862"/>
                <a:gd name="csX110" fmla="*/ 738438 w 1722772"/>
                <a:gd name="csY110" fmla="*/ 314325 h 1661862"/>
                <a:gd name="csX111" fmla="*/ 742198 w 1722772"/>
                <a:gd name="csY111" fmla="*/ 312069 h 1661862"/>
                <a:gd name="csX112" fmla="*/ 743702 w 1722772"/>
                <a:gd name="csY112" fmla="*/ 312069 h 1661862"/>
                <a:gd name="csX113" fmla="*/ 745206 w 1722772"/>
                <a:gd name="csY113" fmla="*/ 311317 h 1661862"/>
                <a:gd name="csX114" fmla="*/ 747462 w 1722772"/>
                <a:gd name="csY114" fmla="*/ 312069 h 1661862"/>
                <a:gd name="csX115" fmla="*/ 748966 w 1722772"/>
                <a:gd name="csY115" fmla="*/ 312821 h 1661862"/>
                <a:gd name="csX116" fmla="*/ 750470 w 1722772"/>
                <a:gd name="csY116" fmla="*/ 313573 h 1661862"/>
                <a:gd name="csX117" fmla="*/ 752726 w 1722772"/>
                <a:gd name="csY117" fmla="*/ 315077 h 1661862"/>
                <a:gd name="csX118" fmla="*/ 759493 w 1722772"/>
                <a:gd name="csY118" fmla="*/ 316581 h 1661862"/>
                <a:gd name="csX119" fmla="*/ 761750 w 1722772"/>
                <a:gd name="csY119" fmla="*/ 317333 h 1661862"/>
                <a:gd name="csX120" fmla="*/ 767013 w 1722772"/>
                <a:gd name="csY120" fmla="*/ 321845 h 1661862"/>
                <a:gd name="csX121" fmla="*/ 776037 w 1722772"/>
                <a:gd name="csY121" fmla="*/ 325605 h 1661862"/>
                <a:gd name="csX122" fmla="*/ 779045 w 1722772"/>
                <a:gd name="csY122" fmla="*/ 327109 h 1661862"/>
                <a:gd name="csX123" fmla="*/ 779797 w 1722772"/>
                <a:gd name="csY123" fmla="*/ 325605 h 1661862"/>
                <a:gd name="csX124" fmla="*/ 987342 w 1722772"/>
                <a:gd name="csY124" fmla="*/ 340644 h 1661862"/>
                <a:gd name="csX125" fmla="*/ 1561850 w 1722772"/>
                <a:gd name="csY125" fmla="*/ 375235 h 1661862"/>
                <a:gd name="csX126" fmla="*/ 1581401 w 1722772"/>
                <a:gd name="csY126" fmla="*/ 375987 h 1661862"/>
                <a:gd name="csX127" fmla="*/ 1722772 w 1722772"/>
                <a:gd name="csY127" fmla="*/ 383507 h 1661862"/>
                <a:gd name="csX128" fmla="*/ 1719012 w 1722772"/>
                <a:gd name="csY128" fmla="*/ 388771 h 1661862"/>
                <a:gd name="csX129" fmla="*/ 1716004 w 1722772"/>
                <a:gd name="csY129" fmla="*/ 394786 h 1661862"/>
                <a:gd name="csX130" fmla="*/ 1713748 w 1722772"/>
                <a:gd name="csY130" fmla="*/ 405314 h 1661862"/>
                <a:gd name="csX131" fmla="*/ 1712996 w 1722772"/>
                <a:gd name="csY131" fmla="*/ 408322 h 1661862"/>
                <a:gd name="csX132" fmla="*/ 1712244 w 1722772"/>
                <a:gd name="csY132" fmla="*/ 410578 h 1661862"/>
                <a:gd name="csX133" fmla="*/ 1710740 w 1722772"/>
                <a:gd name="csY133" fmla="*/ 412834 h 1661862"/>
                <a:gd name="csX134" fmla="*/ 1702469 w 1722772"/>
                <a:gd name="csY134" fmla="*/ 421857 h 1661862"/>
                <a:gd name="csX135" fmla="*/ 1700965 w 1722772"/>
                <a:gd name="csY135" fmla="*/ 423361 h 1661862"/>
                <a:gd name="csX136" fmla="*/ 1700213 w 1722772"/>
                <a:gd name="csY136" fmla="*/ 427121 h 1661862"/>
                <a:gd name="csX137" fmla="*/ 1699461 w 1722772"/>
                <a:gd name="csY137" fmla="*/ 428625 h 1661862"/>
                <a:gd name="csX138" fmla="*/ 1697957 w 1722772"/>
                <a:gd name="csY138" fmla="*/ 430881 h 1661862"/>
                <a:gd name="csX139" fmla="*/ 1698709 w 1722772"/>
                <a:gd name="csY139" fmla="*/ 434641 h 1661862"/>
                <a:gd name="csX140" fmla="*/ 1699461 w 1722772"/>
                <a:gd name="csY140" fmla="*/ 440657 h 1661862"/>
                <a:gd name="csX141" fmla="*/ 1698709 w 1722772"/>
                <a:gd name="csY141" fmla="*/ 446672 h 1661862"/>
                <a:gd name="csX142" fmla="*/ 1697205 w 1722772"/>
                <a:gd name="csY142" fmla="*/ 453440 h 1661862"/>
                <a:gd name="csX143" fmla="*/ 1694197 w 1722772"/>
                <a:gd name="csY143" fmla="*/ 460208 h 1661862"/>
                <a:gd name="csX144" fmla="*/ 1690437 w 1722772"/>
                <a:gd name="csY144" fmla="*/ 464720 h 1661862"/>
                <a:gd name="csX145" fmla="*/ 1685925 w 1722772"/>
                <a:gd name="csY145" fmla="*/ 469232 h 1661862"/>
                <a:gd name="csX146" fmla="*/ 1683669 w 1722772"/>
                <a:gd name="csY146" fmla="*/ 471488 h 1661862"/>
                <a:gd name="csX147" fmla="*/ 1682917 w 1722772"/>
                <a:gd name="csY147" fmla="*/ 474495 h 1661862"/>
                <a:gd name="csX148" fmla="*/ 1683669 w 1722772"/>
                <a:gd name="csY148" fmla="*/ 479759 h 1661862"/>
                <a:gd name="csX149" fmla="*/ 1682917 w 1722772"/>
                <a:gd name="csY149" fmla="*/ 481263 h 1661862"/>
                <a:gd name="csX150" fmla="*/ 1682165 w 1722772"/>
                <a:gd name="csY150" fmla="*/ 483519 h 1661862"/>
                <a:gd name="csX151" fmla="*/ 1679909 w 1722772"/>
                <a:gd name="csY151" fmla="*/ 486527 h 1661862"/>
                <a:gd name="csX152" fmla="*/ 1679157 w 1722772"/>
                <a:gd name="csY152" fmla="*/ 488031 h 1661862"/>
                <a:gd name="csX153" fmla="*/ 1679909 w 1722772"/>
                <a:gd name="csY153" fmla="*/ 491039 h 1661862"/>
                <a:gd name="csX154" fmla="*/ 1679909 w 1722772"/>
                <a:gd name="csY154" fmla="*/ 493295 h 1661862"/>
                <a:gd name="csX155" fmla="*/ 1678405 w 1722772"/>
                <a:gd name="csY155" fmla="*/ 494047 h 1661862"/>
                <a:gd name="csX156" fmla="*/ 1677654 w 1722772"/>
                <a:gd name="csY156" fmla="*/ 494799 h 1661862"/>
                <a:gd name="csX157" fmla="*/ 1675397 w 1722772"/>
                <a:gd name="csY157" fmla="*/ 500063 h 1661862"/>
                <a:gd name="csX158" fmla="*/ 1674646 w 1722772"/>
                <a:gd name="csY158" fmla="*/ 500815 h 1661862"/>
                <a:gd name="csX159" fmla="*/ 1673142 w 1722772"/>
                <a:gd name="csY159" fmla="*/ 500815 h 1661862"/>
                <a:gd name="csX160" fmla="*/ 1671638 w 1722772"/>
                <a:gd name="csY160" fmla="*/ 501567 h 1661862"/>
                <a:gd name="csX161" fmla="*/ 1670886 w 1722772"/>
                <a:gd name="csY161" fmla="*/ 502319 h 1661862"/>
                <a:gd name="csX162" fmla="*/ 1670134 w 1722772"/>
                <a:gd name="csY162" fmla="*/ 504574 h 1661862"/>
                <a:gd name="csX163" fmla="*/ 1669382 w 1722772"/>
                <a:gd name="csY163" fmla="*/ 506078 h 1661862"/>
                <a:gd name="csX164" fmla="*/ 1667878 w 1722772"/>
                <a:gd name="csY164" fmla="*/ 508334 h 1661862"/>
                <a:gd name="csX165" fmla="*/ 1667878 w 1722772"/>
                <a:gd name="csY165" fmla="*/ 509086 h 1661862"/>
                <a:gd name="csX166" fmla="*/ 1667878 w 1722772"/>
                <a:gd name="csY166" fmla="*/ 511342 h 1661862"/>
                <a:gd name="csX167" fmla="*/ 1669382 w 1722772"/>
                <a:gd name="csY167" fmla="*/ 515854 h 1661862"/>
                <a:gd name="csX168" fmla="*/ 1669382 w 1722772"/>
                <a:gd name="csY168" fmla="*/ 517358 h 1661862"/>
                <a:gd name="csX169" fmla="*/ 1669382 w 1722772"/>
                <a:gd name="csY169" fmla="*/ 523374 h 1661862"/>
                <a:gd name="csX170" fmla="*/ 1669382 w 1722772"/>
                <a:gd name="csY170" fmla="*/ 526382 h 1661862"/>
                <a:gd name="csX171" fmla="*/ 1667878 w 1722772"/>
                <a:gd name="csY171" fmla="*/ 528638 h 1661862"/>
                <a:gd name="csX172" fmla="*/ 1667878 w 1722772"/>
                <a:gd name="csY172" fmla="*/ 529389 h 1661862"/>
                <a:gd name="csX173" fmla="*/ 1666374 w 1722772"/>
                <a:gd name="csY173" fmla="*/ 530141 h 1661862"/>
                <a:gd name="csX174" fmla="*/ 1665622 w 1722772"/>
                <a:gd name="csY174" fmla="*/ 530893 h 1661862"/>
                <a:gd name="csX175" fmla="*/ 1664870 w 1722772"/>
                <a:gd name="csY175" fmla="*/ 532398 h 1661862"/>
                <a:gd name="csX176" fmla="*/ 1663366 w 1722772"/>
                <a:gd name="csY176" fmla="*/ 533901 h 1661862"/>
                <a:gd name="csX177" fmla="*/ 1663366 w 1722772"/>
                <a:gd name="csY177" fmla="*/ 534653 h 1661862"/>
                <a:gd name="csX178" fmla="*/ 1663366 w 1722772"/>
                <a:gd name="csY178" fmla="*/ 536157 h 1661862"/>
                <a:gd name="csX179" fmla="*/ 1664118 w 1722772"/>
                <a:gd name="csY179" fmla="*/ 538413 h 1661862"/>
                <a:gd name="csX180" fmla="*/ 1665622 w 1722772"/>
                <a:gd name="csY180" fmla="*/ 541421 h 1661862"/>
                <a:gd name="csX181" fmla="*/ 1665622 w 1722772"/>
                <a:gd name="csY181" fmla="*/ 542173 h 1661862"/>
                <a:gd name="csX182" fmla="*/ 1665622 w 1722772"/>
                <a:gd name="csY182" fmla="*/ 543677 h 1661862"/>
                <a:gd name="csX183" fmla="*/ 1665622 w 1722772"/>
                <a:gd name="csY183" fmla="*/ 545181 h 1661862"/>
                <a:gd name="csX184" fmla="*/ 1664870 w 1722772"/>
                <a:gd name="csY184" fmla="*/ 545933 h 1661862"/>
                <a:gd name="csX185" fmla="*/ 1664118 w 1722772"/>
                <a:gd name="csY185" fmla="*/ 546685 h 1661862"/>
                <a:gd name="csX186" fmla="*/ 1662614 w 1722772"/>
                <a:gd name="csY186" fmla="*/ 549693 h 1661862"/>
                <a:gd name="csX187" fmla="*/ 1662614 w 1722772"/>
                <a:gd name="csY187" fmla="*/ 550445 h 1661862"/>
                <a:gd name="csX188" fmla="*/ 1662614 w 1722772"/>
                <a:gd name="csY188" fmla="*/ 551949 h 1661862"/>
                <a:gd name="csX189" fmla="*/ 1663366 w 1722772"/>
                <a:gd name="csY189" fmla="*/ 555709 h 1661862"/>
                <a:gd name="csX190" fmla="*/ 1664870 w 1722772"/>
                <a:gd name="csY190" fmla="*/ 563228 h 1661862"/>
                <a:gd name="csX191" fmla="*/ 1665622 w 1722772"/>
                <a:gd name="csY191" fmla="*/ 565484 h 1661862"/>
                <a:gd name="csX192" fmla="*/ 1665622 w 1722772"/>
                <a:gd name="csY192" fmla="*/ 566236 h 1661862"/>
                <a:gd name="csX193" fmla="*/ 1665622 w 1722772"/>
                <a:gd name="csY193" fmla="*/ 570748 h 1661862"/>
                <a:gd name="csX194" fmla="*/ 1665622 w 1722772"/>
                <a:gd name="csY194" fmla="*/ 573004 h 1661862"/>
                <a:gd name="csX195" fmla="*/ 1664870 w 1722772"/>
                <a:gd name="csY195" fmla="*/ 574508 h 1661862"/>
                <a:gd name="csX196" fmla="*/ 1664118 w 1722772"/>
                <a:gd name="csY196" fmla="*/ 575260 h 1661862"/>
                <a:gd name="csX197" fmla="*/ 1663366 w 1722772"/>
                <a:gd name="csY197" fmla="*/ 576012 h 1661862"/>
                <a:gd name="csX198" fmla="*/ 1661862 w 1722772"/>
                <a:gd name="csY198" fmla="*/ 576764 h 1661862"/>
                <a:gd name="csX199" fmla="*/ 1661110 w 1722772"/>
                <a:gd name="csY199" fmla="*/ 577516 h 1661862"/>
                <a:gd name="csX200" fmla="*/ 1658854 w 1722772"/>
                <a:gd name="csY200" fmla="*/ 582028 h 1661862"/>
                <a:gd name="csX201" fmla="*/ 1658102 w 1722772"/>
                <a:gd name="csY201" fmla="*/ 583532 h 1661862"/>
                <a:gd name="csX202" fmla="*/ 1657350 w 1722772"/>
                <a:gd name="csY202" fmla="*/ 596315 h 1661862"/>
                <a:gd name="csX203" fmla="*/ 1656598 w 1722772"/>
                <a:gd name="csY203" fmla="*/ 601579 h 1661862"/>
                <a:gd name="csX204" fmla="*/ 1656598 w 1722772"/>
                <a:gd name="csY204" fmla="*/ 602331 h 1661862"/>
                <a:gd name="csX205" fmla="*/ 1655094 w 1722772"/>
                <a:gd name="csY205" fmla="*/ 605339 h 1661862"/>
                <a:gd name="csX206" fmla="*/ 1654342 w 1722772"/>
                <a:gd name="csY206" fmla="*/ 606843 h 1661862"/>
                <a:gd name="csX207" fmla="*/ 1654342 w 1722772"/>
                <a:gd name="csY207" fmla="*/ 607595 h 1661862"/>
                <a:gd name="csX208" fmla="*/ 1653590 w 1722772"/>
                <a:gd name="csY208" fmla="*/ 608347 h 1661862"/>
                <a:gd name="csX209" fmla="*/ 1648327 w 1722772"/>
                <a:gd name="csY209" fmla="*/ 623386 h 1661862"/>
                <a:gd name="csX210" fmla="*/ 1648327 w 1722772"/>
                <a:gd name="csY210" fmla="*/ 627146 h 1661862"/>
                <a:gd name="csX211" fmla="*/ 1647575 w 1722772"/>
                <a:gd name="csY211" fmla="*/ 629402 h 1661862"/>
                <a:gd name="csX212" fmla="*/ 1646822 w 1722772"/>
                <a:gd name="csY212" fmla="*/ 631658 h 1661862"/>
                <a:gd name="csX213" fmla="*/ 1646071 w 1722772"/>
                <a:gd name="csY213" fmla="*/ 633914 h 1661862"/>
                <a:gd name="csX214" fmla="*/ 1646071 w 1722772"/>
                <a:gd name="csY214" fmla="*/ 639178 h 1661862"/>
                <a:gd name="csX215" fmla="*/ 1646822 w 1722772"/>
                <a:gd name="csY215" fmla="*/ 640682 h 1661862"/>
                <a:gd name="csX216" fmla="*/ 1647575 w 1722772"/>
                <a:gd name="csY216" fmla="*/ 643690 h 1661862"/>
                <a:gd name="csX217" fmla="*/ 1649078 w 1722772"/>
                <a:gd name="csY217" fmla="*/ 645194 h 1661862"/>
                <a:gd name="csX218" fmla="*/ 1649831 w 1722772"/>
                <a:gd name="csY218" fmla="*/ 645945 h 1661862"/>
                <a:gd name="csX219" fmla="*/ 1650582 w 1722772"/>
                <a:gd name="csY219" fmla="*/ 647449 h 1661862"/>
                <a:gd name="csX220" fmla="*/ 1651335 w 1722772"/>
                <a:gd name="csY220" fmla="*/ 647449 h 1661862"/>
                <a:gd name="csX221" fmla="*/ 1652086 w 1722772"/>
                <a:gd name="csY221" fmla="*/ 648201 h 1661862"/>
                <a:gd name="csX222" fmla="*/ 1658102 w 1722772"/>
                <a:gd name="csY222" fmla="*/ 651209 h 1661862"/>
                <a:gd name="csX223" fmla="*/ 1658854 w 1722772"/>
                <a:gd name="csY223" fmla="*/ 651961 h 1661862"/>
                <a:gd name="csX224" fmla="*/ 1659606 w 1722772"/>
                <a:gd name="csY224" fmla="*/ 652713 h 1661862"/>
                <a:gd name="csX225" fmla="*/ 1659606 w 1722772"/>
                <a:gd name="csY225" fmla="*/ 653465 h 1661862"/>
                <a:gd name="csX226" fmla="*/ 1660358 w 1722772"/>
                <a:gd name="csY226" fmla="*/ 654217 h 1661862"/>
                <a:gd name="csX227" fmla="*/ 1660358 w 1722772"/>
                <a:gd name="csY227" fmla="*/ 655721 h 1661862"/>
                <a:gd name="csX228" fmla="*/ 1659606 w 1722772"/>
                <a:gd name="csY228" fmla="*/ 662489 h 1661862"/>
                <a:gd name="csX229" fmla="*/ 1658854 w 1722772"/>
                <a:gd name="csY229" fmla="*/ 663241 h 1661862"/>
                <a:gd name="csX230" fmla="*/ 1658854 w 1722772"/>
                <a:gd name="csY230" fmla="*/ 663993 h 1661862"/>
                <a:gd name="csX231" fmla="*/ 1658102 w 1722772"/>
                <a:gd name="csY231" fmla="*/ 664745 h 1661862"/>
                <a:gd name="csX232" fmla="*/ 1656598 w 1722772"/>
                <a:gd name="csY232" fmla="*/ 666249 h 1661862"/>
                <a:gd name="csX233" fmla="*/ 1655094 w 1722772"/>
                <a:gd name="csY233" fmla="*/ 667753 h 1661862"/>
                <a:gd name="csX234" fmla="*/ 1654342 w 1722772"/>
                <a:gd name="csY234" fmla="*/ 668505 h 1661862"/>
                <a:gd name="csX235" fmla="*/ 1652838 w 1722772"/>
                <a:gd name="csY235" fmla="*/ 670009 h 1661862"/>
                <a:gd name="csX236" fmla="*/ 1651335 w 1722772"/>
                <a:gd name="csY236" fmla="*/ 671513 h 1661862"/>
                <a:gd name="csX237" fmla="*/ 1651335 w 1722772"/>
                <a:gd name="csY237" fmla="*/ 672264 h 1661862"/>
                <a:gd name="csX238" fmla="*/ 1650582 w 1722772"/>
                <a:gd name="csY238" fmla="*/ 673016 h 1661862"/>
                <a:gd name="csX239" fmla="*/ 1650582 w 1722772"/>
                <a:gd name="csY239" fmla="*/ 675273 h 1661862"/>
                <a:gd name="csX240" fmla="*/ 1650582 w 1722772"/>
                <a:gd name="csY240" fmla="*/ 676776 h 1661862"/>
                <a:gd name="csX241" fmla="*/ 1650582 w 1722772"/>
                <a:gd name="csY241" fmla="*/ 677528 h 1661862"/>
                <a:gd name="csX242" fmla="*/ 1651335 w 1722772"/>
                <a:gd name="csY242" fmla="*/ 678280 h 1661862"/>
                <a:gd name="csX243" fmla="*/ 1652838 w 1722772"/>
                <a:gd name="csY243" fmla="*/ 679784 h 1661862"/>
                <a:gd name="csX244" fmla="*/ 1652838 w 1722772"/>
                <a:gd name="csY244" fmla="*/ 681288 h 1661862"/>
                <a:gd name="csX245" fmla="*/ 1653590 w 1722772"/>
                <a:gd name="csY245" fmla="*/ 682040 h 1661862"/>
                <a:gd name="csX246" fmla="*/ 1653590 w 1722772"/>
                <a:gd name="csY246" fmla="*/ 684296 h 1661862"/>
                <a:gd name="csX247" fmla="*/ 1655094 w 1722772"/>
                <a:gd name="csY247" fmla="*/ 687304 h 1661862"/>
                <a:gd name="csX248" fmla="*/ 1655094 w 1722772"/>
                <a:gd name="csY248" fmla="*/ 688808 h 1661862"/>
                <a:gd name="csX249" fmla="*/ 1655094 w 1722772"/>
                <a:gd name="csY249" fmla="*/ 689560 h 1661862"/>
                <a:gd name="csX250" fmla="*/ 1655846 w 1722772"/>
                <a:gd name="csY250" fmla="*/ 693320 h 1661862"/>
                <a:gd name="csX251" fmla="*/ 1655846 w 1722772"/>
                <a:gd name="csY251" fmla="*/ 694824 h 1661862"/>
                <a:gd name="csX252" fmla="*/ 1656598 w 1722772"/>
                <a:gd name="csY252" fmla="*/ 696328 h 1661862"/>
                <a:gd name="csX253" fmla="*/ 1658102 w 1722772"/>
                <a:gd name="csY253" fmla="*/ 696328 h 1661862"/>
                <a:gd name="csX254" fmla="*/ 1659606 w 1722772"/>
                <a:gd name="csY254" fmla="*/ 697080 h 1661862"/>
                <a:gd name="csX255" fmla="*/ 1660358 w 1722772"/>
                <a:gd name="csY255" fmla="*/ 697080 h 1661862"/>
                <a:gd name="csX256" fmla="*/ 1660358 w 1722772"/>
                <a:gd name="csY256" fmla="*/ 697832 h 1661862"/>
                <a:gd name="csX257" fmla="*/ 1661110 w 1722772"/>
                <a:gd name="csY257" fmla="*/ 698584 h 1661862"/>
                <a:gd name="csX258" fmla="*/ 1661110 w 1722772"/>
                <a:gd name="csY258" fmla="*/ 700840 h 1661862"/>
                <a:gd name="csX259" fmla="*/ 1660358 w 1722772"/>
                <a:gd name="csY259" fmla="*/ 702343 h 1661862"/>
                <a:gd name="csX260" fmla="*/ 1660358 w 1722772"/>
                <a:gd name="csY260" fmla="*/ 703095 h 1661862"/>
                <a:gd name="csX261" fmla="*/ 1659606 w 1722772"/>
                <a:gd name="csY261" fmla="*/ 703095 h 1661862"/>
                <a:gd name="csX262" fmla="*/ 1658854 w 1722772"/>
                <a:gd name="csY262" fmla="*/ 703847 h 1661862"/>
                <a:gd name="csX263" fmla="*/ 1658102 w 1722772"/>
                <a:gd name="csY263" fmla="*/ 703847 h 1661862"/>
                <a:gd name="csX264" fmla="*/ 1658102 w 1722772"/>
                <a:gd name="csY264" fmla="*/ 704599 h 1661862"/>
                <a:gd name="csX265" fmla="*/ 1658102 w 1722772"/>
                <a:gd name="csY265" fmla="*/ 706103 h 1661862"/>
                <a:gd name="csX266" fmla="*/ 1658102 w 1722772"/>
                <a:gd name="csY266" fmla="*/ 706855 h 1661862"/>
                <a:gd name="csX267" fmla="*/ 1658854 w 1722772"/>
                <a:gd name="csY267" fmla="*/ 708359 h 1661862"/>
                <a:gd name="csX268" fmla="*/ 1658854 w 1722772"/>
                <a:gd name="csY268" fmla="*/ 709863 h 1661862"/>
                <a:gd name="csX269" fmla="*/ 1658854 w 1722772"/>
                <a:gd name="csY269" fmla="*/ 711367 h 1661862"/>
                <a:gd name="csX270" fmla="*/ 1658854 w 1722772"/>
                <a:gd name="csY270" fmla="*/ 712871 h 1661862"/>
                <a:gd name="csX271" fmla="*/ 1658102 w 1722772"/>
                <a:gd name="csY271" fmla="*/ 713623 h 1661862"/>
                <a:gd name="csX272" fmla="*/ 1655846 w 1722772"/>
                <a:gd name="csY272" fmla="*/ 715127 h 1661862"/>
                <a:gd name="csX273" fmla="*/ 1655094 w 1722772"/>
                <a:gd name="csY273" fmla="*/ 715879 h 1661862"/>
                <a:gd name="csX274" fmla="*/ 1655094 w 1722772"/>
                <a:gd name="csY274" fmla="*/ 718887 h 1661862"/>
                <a:gd name="csX275" fmla="*/ 1655094 w 1722772"/>
                <a:gd name="csY275" fmla="*/ 722647 h 1661862"/>
                <a:gd name="csX276" fmla="*/ 1656598 w 1722772"/>
                <a:gd name="csY276" fmla="*/ 745958 h 1661862"/>
                <a:gd name="csX277" fmla="*/ 1657350 w 1722772"/>
                <a:gd name="csY277" fmla="*/ 747462 h 1661862"/>
                <a:gd name="csX278" fmla="*/ 1658854 w 1722772"/>
                <a:gd name="csY278" fmla="*/ 749718 h 1661862"/>
                <a:gd name="csX279" fmla="*/ 1661110 w 1722772"/>
                <a:gd name="csY279" fmla="*/ 751974 h 1661862"/>
                <a:gd name="csX280" fmla="*/ 1661862 w 1722772"/>
                <a:gd name="csY280" fmla="*/ 752726 h 1661862"/>
                <a:gd name="csX281" fmla="*/ 1664118 w 1722772"/>
                <a:gd name="csY281" fmla="*/ 757990 h 1661862"/>
                <a:gd name="csX282" fmla="*/ 1664118 w 1722772"/>
                <a:gd name="csY282" fmla="*/ 759493 h 1661862"/>
                <a:gd name="csX283" fmla="*/ 1664118 w 1722772"/>
                <a:gd name="csY283" fmla="*/ 760997 h 1661862"/>
                <a:gd name="csX284" fmla="*/ 1663366 w 1722772"/>
                <a:gd name="csY284" fmla="*/ 763253 h 1661862"/>
                <a:gd name="csX285" fmla="*/ 1663366 w 1722772"/>
                <a:gd name="csY285" fmla="*/ 764005 h 1661862"/>
                <a:gd name="csX286" fmla="*/ 1665622 w 1722772"/>
                <a:gd name="csY286" fmla="*/ 782805 h 1661862"/>
                <a:gd name="csX287" fmla="*/ 1665622 w 1722772"/>
                <a:gd name="csY287" fmla="*/ 783557 h 1661862"/>
                <a:gd name="csX288" fmla="*/ 1665622 w 1722772"/>
                <a:gd name="csY288" fmla="*/ 784309 h 1661862"/>
                <a:gd name="csX289" fmla="*/ 1664870 w 1722772"/>
                <a:gd name="csY289" fmla="*/ 785061 h 1661862"/>
                <a:gd name="csX290" fmla="*/ 1664870 w 1722772"/>
                <a:gd name="csY290" fmla="*/ 785813 h 1661862"/>
                <a:gd name="csX291" fmla="*/ 1663366 w 1722772"/>
                <a:gd name="csY291" fmla="*/ 785813 h 1661862"/>
                <a:gd name="csX292" fmla="*/ 1662614 w 1722772"/>
                <a:gd name="csY292" fmla="*/ 785813 h 1661862"/>
                <a:gd name="csX293" fmla="*/ 1662614 w 1722772"/>
                <a:gd name="csY293" fmla="*/ 786565 h 1661862"/>
                <a:gd name="csX294" fmla="*/ 1662614 w 1722772"/>
                <a:gd name="csY294" fmla="*/ 788069 h 1661862"/>
                <a:gd name="csX295" fmla="*/ 1662614 w 1722772"/>
                <a:gd name="csY295" fmla="*/ 791076 h 1661862"/>
                <a:gd name="csX296" fmla="*/ 1662614 w 1722772"/>
                <a:gd name="csY296" fmla="*/ 793332 h 1661862"/>
                <a:gd name="csX297" fmla="*/ 1661862 w 1722772"/>
                <a:gd name="csY297" fmla="*/ 795588 h 1661862"/>
                <a:gd name="csX298" fmla="*/ 1661862 w 1722772"/>
                <a:gd name="csY298" fmla="*/ 797844 h 1661862"/>
                <a:gd name="csX299" fmla="*/ 1661862 w 1722772"/>
                <a:gd name="csY299" fmla="*/ 798596 h 1661862"/>
                <a:gd name="csX300" fmla="*/ 1660358 w 1722772"/>
                <a:gd name="csY300" fmla="*/ 801604 h 1661862"/>
                <a:gd name="csX301" fmla="*/ 1660358 w 1722772"/>
                <a:gd name="csY301" fmla="*/ 802356 h 1661862"/>
                <a:gd name="csX302" fmla="*/ 1659606 w 1722772"/>
                <a:gd name="csY302" fmla="*/ 803108 h 1661862"/>
                <a:gd name="csX303" fmla="*/ 1659606 w 1722772"/>
                <a:gd name="csY303" fmla="*/ 804612 h 1661862"/>
                <a:gd name="csX304" fmla="*/ 1660358 w 1722772"/>
                <a:gd name="csY304" fmla="*/ 807620 h 1661862"/>
                <a:gd name="csX305" fmla="*/ 1660358 w 1722772"/>
                <a:gd name="csY305" fmla="*/ 809124 h 1661862"/>
                <a:gd name="csX306" fmla="*/ 1659606 w 1722772"/>
                <a:gd name="csY306" fmla="*/ 809876 h 1661862"/>
                <a:gd name="csX307" fmla="*/ 1658854 w 1722772"/>
                <a:gd name="csY307" fmla="*/ 809876 h 1661862"/>
                <a:gd name="csX308" fmla="*/ 1658854 w 1722772"/>
                <a:gd name="csY308" fmla="*/ 809124 h 1661862"/>
                <a:gd name="csX309" fmla="*/ 1658102 w 1722772"/>
                <a:gd name="csY309" fmla="*/ 809124 h 1661862"/>
                <a:gd name="csX310" fmla="*/ 1657350 w 1722772"/>
                <a:gd name="csY310" fmla="*/ 809124 h 1661862"/>
                <a:gd name="csX311" fmla="*/ 1656598 w 1722772"/>
                <a:gd name="csY311" fmla="*/ 809124 h 1661862"/>
                <a:gd name="csX312" fmla="*/ 1656598 w 1722772"/>
                <a:gd name="csY312" fmla="*/ 809876 h 1661862"/>
                <a:gd name="csX313" fmla="*/ 1656598 w 1722772"/>
                <a:gd name="csY313" fmla="*/ 811380 h 1661862"/>
                <a:gd name="csX314" fmla="*/ 1656598 w 1722772"/>
                <a:gd name="csY314" fmla="*/ 812884 h 1661862"/>
                <a:gd name="csX315" fmla="*/ 1658102 w 1722772"/>
                <a:gd name="csY315" fmla="*/ 813636 h 1661862"/>
                <a:gd name="csX316" fmla="*/ 1660358 w 1722772"/>
                <a:gd name="csY316" fmla="*/ 815891 h 1661862"/>
                <a:gd name="csX317" fmla="*/ 1662614 w 1722772"/>
                <a:gd name="csY317" fmla="*/ 816643 h 1661862"/>
                <a:gd name="csX318" fmla="*/ 1663366 w 1722772"/>
                <a:gd name="csY318" fmla="*/ 817396 h 1661862"/>
                <a:gd name="csX319" fmla="*/ 1663366 w 1722772"/>
                <a:gd name="csY319" fmla="*/ 818148 h 1661862"/>
                <a:gd name="csX320" fmla="*/ 1664118 w 1722772"/>
                <a:gd name="csY320" fmla="*/ 821907 h 1661862"/>
                <a:gd name="csX321" fmla="*/ 1664118 w 1722772"/>
                <a:gd name="csY321" fmla="*/ 822659 h 1661862"/>
                <a:gd name="csX322" fmla="*/ 1665622 w 1722772"/>
                <a:gd name="csY322" fmla="*/ 824915 h 1661862"/>
                <a:gd name="csX323" fmla="*/ 1665622 w 1722772"/>
                <a:gd name="csY323" fmla="*/ 825667 h 1661862"/>
                <a:gd name="csX324" fmla="*/ 1666374 w 1722772"/>
                <a:gd name="csY324" fmla="*/ 827923 h 1661862"/>
                <a:gd name="csX325" fmla="*/ 1666374 w 1722772"/>
                <a:gd name="csY325" fmla="*/ 830179 h 1661862"/>
                <a:gd name="csX326" fmla="*/ 1666374 w 1722772"/>
                <a:gd name="csY326" fmla="*/ 832435 h 1661862"/>
                <a:gd name="csX327" fmla="*/ 1666374 w 1722772"/>
                <a:gd name="csY327" fmla="*/ 834691 h 1661862"/>
                <a:gd name="csX328" fmla="*/ 1666374 w 1722772"/>
                <a:gd name="csY328" fmla="*/ 835443 h 1661862"/>
                <a:gd name="csX329" fmla="*/ 1666374 w 1722772"/>
                <a:gd name="csY329" fmla="*/ 836195 h 1661862"/>
                <a:gd name="csX330" fmla="*/ 1667126 w 1722772"/>
                <a:gd name="csY330" fmla="*/ 837699 h 1661862"/>
                <a:gd name="csX331" fmla="*/ 1667878 w 1722772"/>
                <a:gd name="csY331" fmla="*/ 839955 h 1661862"/>
                <a:gd name="csX332" fmla="*/ 1667878 w 1722772"/>
                <a:gd name="csY332" fmla="*/ 840707 h 1661862"/>
                <a:gd name="csX333" fmla="*/ 1668630 w 1722772"/>
                <a:gd name="csY333" fmla="*/ 841459 h 1661862"/>
                <a:gd name="csX334" fmla="*/ 1669382 w 1722772"/>
                <a:gd name="csY334" fmla="*/ 840707 h 1661862"/>
                <a:gd name="csX335" fmla="*/ 1670886 w 1722772"/>
                <a:gd name="csY335" fmla="*/ 840707 h 1661862"/>
                <a:gd name="csX336" fmla="*/ 1671638 w 1722772"/>
                <a:gd name="csY336" fmla="*/ 840707 h 1661862"/>
                <a:gd name="csX337" fmla="*/ 1672390 w 1722772"/>
                <a:gd name="csY337" fmla="*/ 840707 h 1661862"/>
                <a:gd name="csX338" fmla="*/ 1673142 w 1722772"/>
                <a:gd name="csY338" fmla="*/ 840707 h 1661862"/>
                <a:gd name="csX339" fmla="*/ 1673142 w 1722772"/>
                <a:gd name="csY339" fmla="*/ 841459 h 1661862"/>
                <a:gd name="csX340" fmla="*/ 1672390 w 1722772"/>
                <a:gd name="csY340" fmla="*/ 842211 h 1661862"/>
                <a:gd name="csX341" fmla="*/ 1672390 w 1722772"/>
                <a:gd name="csY341" fmla="*/ 842963 h 1661862"/>
                <a:gd name="csX342" fmla="*/ 1672390 w 1722772"/>
                <a:gd name="csY342" fmla="*/ 843715 h 1661862"/>
                <a:gd name="csX343" fmla="*/ 1673142 w 1722772"/>
                <a:gd name="csY343" fmla="*/ 843715 h 1661862"/>
                <a:gd name="csX344" fmla="*/ 1673142 w 1722772"/>
                <a:gd name="csY344" fmla="*/ 844467 h 1661862"/>
                <a:gd name="csX345" fmla="*/ 1674646 w 1722772"/>
                <a:gd name="csY345" fmla="*/ 845218 h 1661862"/>
                <a:gd name="csX346" fmla="*/ 1676901 w 1722772"/>
                <a:gd name="csY346" fmla="*/ 845970 h 1661862"/>
                <a:gd name="csX347" fmla="*/ 1678405 w 1722772"/>
                <a:gd name="csY347" fmla="*/ 846722 h 1661862"/>
                <a:gd name="csX348" fmla="*/ 1682917 w 1722772"/>
                <a:gd name="csY348" fmla="*/ 845970 h 1661862"/>
                <a:gd name="csX349" fmla="*/ 1685173 w 1722772"/>
                <a:gd name="csY349" fmla="*/ 846722 h 1661862"/>
                <a:gd name="csX350" fmla="*/ 1685925 w 1722772"/>
                <a:gd name="csY350" fmla="*/ 848226 h 1661862"/>
                <a:gd name="csX351" fmla="*/ 1685925 w 1722772"/>
                <a:gd name="csY351" fmla="*/ 849730 h 1661862"/>
                <a:gd name="csX352" fmla="*/ 1685925 w 1722772"/>
                <a:gd name="csY352" fmla="*/ 851986 h 1661862"/>
                <a:gd name="csX353" fmla="*/ 1683669 w 1722772"/>
                <a:gd name="csY353" fmla="*/ 863266 h 1661862"/>
                <a:gd name="csX354" fmla="*/ 1682917 w 1722772"/>
                <a:gd name="csY354" fmla="*/ 864770 h 1661862"/>
                <a:gd name="csX355" fmla="*/ 1682165 w 1722772"/>
                <a:gd name="csY355" fmla="*/ 866274 h 1661862"/>
                <a:gd name="csX356" fmla="*/ 1680661 w 1722772"/>
                <a:gd name="csY356" fmla="*/ 867778 h 1661862"/>
                <a:gd name="csX357" fmla="*/ 1679909 w 1722772"/>
                <a:gd name="csY357" fmla="*/ 868530 h 1661862"/>
                <a:gd name="csX358" fmla="*/ 1674646 w 1722772"/>
                <a:gd name="csY358" fmla="*/ 871537 h 1661862"/>
                <a:gd name="csX359" fmla="*/ 1673894 w 1722772"/>
                <a:gd name="csY359" fmla="*/ 873042 h 1661862"/>
                <a:gd name="csX360" fmla="*/ 1673142 w 1722772"/>
                <a:gd name="csY360" fmla="*/ 873042 h 1661862"/>
                <a:gd name="csX361" fmla="*/ 1673142 w 1722772"/>
                <a:gd name="csY361" fmla="*/ 873794 h 1661862"/>
                <a:gd name="csX362" fmla="*/ 1673142 w 1722772"/>
                <a:gd name="csY362" fmla="*/ 875297 h 1661862"/>
                <a:gd name="csX363" fmla="*/ 1674646 w 1722772"/>
                <a:gd name="csY363" fmla="*/ 876049 h 1661862"/>
                <a:gd name="csX364" fmla="*/ 1675397 w 1722772"/>
                <a:gd name="csY364" fmla="*/ 876801 h 1661862"/>
                <a:gd name="csX365" fmla="*/ 1675397 w 1722772"/>
                <a:gd name="csY365" fmla="*/ 877553 h 1661862"/>
                <a:gd name="csX366" fmla="*/ 1675397 w 1722772"/>
                <a:gd name="csY366" fmla="*/ 878305 h 1661862"/>
                <a:gd name="csX367" fmla="*/ 1675397 w 1722772"/>
                <a:gd name="csY367" fmla="*/ 879057 h 1661862"/>
                <a:gd name="csX368" fmla="*/ 1674646 w 1722772"/>
                <a:gd name="csY368" fmla="*/ 879809 h 1661862"/>
                <a:gd name="csX369" fmla="*/ 1673894 w 1722772"/>
                <a:gd name="csY369" fmla="*/ 879809 h 1661862"/>
                <a:gd name="csX370" fmla="*/ 1671638 w 1722772"/>
                <a:gd name="csY370" fmla="*/ 881313 h 1661862"/>
                <a:gd name="csX371" fmla="*/ 1670886 w 1722772"/>
                <a:gd name="csY371" fmla="*/ 881313 h 1661862"/>
                <a:gd name="csX372" fmla="*/ 1670134 w 1722772"/>
                <a:gd name="csY372" fmla="*/ 882065 h 1661862"/>
                <a:gd name="csX373" fmla="*/ 1669382 w 1722772"/>
                <a:gd name="csY373" fmla="*/ 882817 h 1661862"/>
                <a:gd name="csX374" fmla="*/ 1669382 w 1722772"/>
                <a:gd name="csY374" fmla="*/ 883569 h 1661862"/>
                <a:gd name="csX375" fmla="*/ 1670134 w 1722772"/>
                <a:gd name="csY375" fmla="*/ 884321 h 1661862"/>
                <a:gd name="csX376" fmla="*/ 1670886 w 1722772"/>
                <a:gd name="csY376" fmla="*/ 886577 h 1661862"/>
                <a:gd name="csX377" fmla="*/ 1671638 w 1722772"/>
                <a:gd name="csY377" fmla="*/ 888081 h 1661862"/>
                <a:gd name="csX378" fmla="*/ 1671638 w 1722772"/>
                <a:gd name="csY378" fmla="*/ 890337 h 1661862"/>
                <a:gd name="csX379" fmla="*/ 1670886 w 1722772"/>
                <a:gd name="csY379" fmla="*/ 896353 h 1661862"/>
                <a:gd name="csX380" fmla="*/ 1670886 w 1722772"/>
                <a:gd name="csY380" fmla="*/ 898609 h 1661862"/>
                <a:gd name="csX381" fmla="*/ 1670886 w 1722772"/>
                <a:gd name="csY381" fmla="*/ 901616 h 1661862"/>
                <a:gd name="csX382" fmla="*/ 1670886 w 1722772"/>
                <a:gd name="csY382" fmla="*/ 902368 h 1661862"/>
                <a:gd name="csX383" fmla="*/ 1672390 w 1722772"/>
                <a:gd name="csY383" fmla="*/ 904625 h 1661862"/>
                <a:gd name="csX384" fmla="*/ 1672390 w 1722772"/>
                <a:gd name="csY384" fmla="*/ 905376 h 1661862"/>
                <a:gd name="csX385" fmla="*/ 1672390 w 1722772"/>
                <a:gd name="csY385" fmla="*/ 906880 h 1661862"/>
                <a:gd name="csX386" fmla="*/ 1672390 w 1722772"/>
                <a:gd name="csY386" fmla="*/ 907632 h 1661862"/>
                <a:gd name="csX387" fmla="*/ 1671638 w 1722772"/>
                <a:gd name="csY387" fmla="*/ 909136 h 1661862"/>
                <a:gd name="csX388" fmla="*/ 1667878 w 1722772"/>
                <a:gd name="csY388" fmla="*/ 918160 h 1661862"/>
                <a:gd name="csX389" fmla="*/ 1665622 w 1722772"/>
                <a:gd name="csY389" fmla="*/ 922672 h 1661862"/>
                <a:gd name="csX390" fmla="*/ 1663366 w 1722772"/>
                <a:gd name="csY390" fmla="*/ 925680 h 1661862"/>
                <a:gd name="csX391" fmla="*/ 1661110 w 1722772"/>
                <a:gd name="csY391" fmla="*/ 927936 h 1661862"/>
                <a:gd name="csX392" fmla="*/ 1659606 w 1722772"/>
                <a:gd name="csY392" fmla="*/ 930192 h 1661862"/>
                <a:gd name="csX393" fmla="*/ 1658854 w 1722772"/>
                <a:gd name="csY393" fmla="*/ 930944 h 1661862"/>
                <a:gd name="csX394" fmla="*/ 1658854 w 1722772"/>
                <a:gd name="csY394" fmla="*/ 932447 h 1661862"/>
                <a:gd name="csX395" fmla="*/ 1658102 w 1722772"/>
                <a:gd name="csY395" fmla="*/ 936959 h 1661862"/>
                <a:gd name="csX396" fmla="*/ 1658102 w 1722772"/>
                <a:gd name="csY396" fmla="*/ 937711 h 1661862"/>
                <a:gd name="csX397" fmla="*/ 1657350 w 1722772"/>
                <a:gd name="csY397" fmla="*/ 939215 h 1661862"/>
                <a:gd name="csX398" fmla="*/ 1655846 w 1722772"/>
                <a:gd name="csY398" fmla="*/ 940719 h 1661862"/>
                <a:gd name="csX399" fmla="*/ 1654342 w 1722772"/>
                <a:gd name="csY399" fmla="*/ 942975 h 1661862"/>
                <a:gd name="csX400" fmla="*/ 1652838 w 1722772"/>
                <a:gd name="csY400" fmla="*/ 944479 h 1661862"/>
                <a:gd name="csX401" fmla="*/ 1652086 w 1722772"/>
                <a:gd name="csY401" fmla="*/ 945231 h 1661862"/>
                <a:gd name="csX402" fmla="*/ 1652086 w 1722772"/>
                <a:gd name="csY402" fmla="*/ 945983 h 1661862"/>
                <a:gd name="csX403" fmla="*/ 1650582 w 1722772"/>
                <a:gd name="csY403" fmla="*/ 948239 h 1661862"/>
                <a:gd name="csX404" fmla="*/ 1649831 w 1722772"/>
                <a:gd name="csY404" fmla="*/ 948991 h 1661862"/>
                <a:gd name="csX405" fmla="*/ 1647575 w 1722772"/>
                <a:gd name="csY405" fmla="*/ 949743 h 1661862"/>
                <a:gd name="csX406" fmla="*/ 1646822 w 1722772"/>
                <a:gd name="csY406" fmla="*/ 950495 h 1661862"/>
                <a:gd name="csX407" fmla="*/ 1646071 w 1722772"/>
                <a:gd name="csY407" fmla="*/ 951247 h 1661862"/>
                <a:gd name="csX408" fmla="*/ 1643815 w 1722772"/>
                <a:gd name="csY408" fmla="*/ 954255 h 1661862"/>
                <a:gd name="csX409" fmla="*/ 1643815 w 1722772"/>
                <a:gd name="csY409" fmla="*/ 955007 h 1661862"/>
                <a:gd name="csX410" fmla="*/ 1642311 w 1722772"/>
                <a:gd name="csY410" fmla="*/ 964782 h 1661862"/>
                <a:gd name="csX411" fmla="*/ 1639303 w 1722772"/>
                <a:gd name="csY411" fmla="*/ 974558 h 1661862"/>
                <a:gd name="csX412" fmla="*/ 1638551 w 1722772"/>
                <a:gd name="csY412" fmla="*/ 975310 h 1661862"/>
                <a:gd name="csX413" fmla="*/ 1637799 w 1722772"/>
                <a:gd name="csY413" fmla="*/ 976062 h 1661862"/>
                <a:gd name="csX414" fmla="*/ 1637799 w 1722772"/>
                <a:gd name="csY414" fmla="*/ 976814 h 1661862"/>
                <a:gd name="csX415" fmla="*/ 1636295 w 1722772"/>
                <a:gd name="csY415" fmla="*/ 977566 h 1661862"/>
                <a:gd name="csX416" fmla="*/ 1634039 w 1722772"/>
                <a:gd name="csY416" fmla="*/ 979822 h 1661862"/>
                <a:gd name="csX417" fmla="*/ 1633287 w 1722772"/>
                <a:gd name="csY417" fmla="*/ 980574 h 1661862"/>
                <a:gd name="csX418" fmla="*/ 1632535 w 1722772"/>
                <a:gd name="csY418" fmla="*/ 980574 h 1661862"/>
                <a:gd name="csX419" fmla="*/ 1631031 w 1722772"/>
                <a:gd name="csY419" fmla="*/ 980574 h 1661862"/>
                <a:gd name="csX420" fmla="*/ 1628775 w 1722772"/>
                <a:gd name="csY420" fmla="*/ 981326 h 1661862"/>
                <a:gd name="csX421" fmla="*/ 1628023 w 1722772"/>
                <a:gd name="csY421" fmla="*/ 982078 h 1661862"/>
                <a:gd name="csX422" fmla="*/ 1627271 w 1722772"/>
                <a:gd name="csY422" fmla="*/ 982830 h 1661862"/>
                <a:gd name="csX423" fmla="*/ 1627271 w 1722772"/>
                <a:gd name="csY423" fmla="*/ 983582 h 1661862"/>
                <a:gd name="csX424" fmla="*/ 1627271 w 1722772"/>
                <a:gd name="csY424" fmla="*/ 985086 h 1661862"/>
                <a:gd name="csX425" fmla="*/ 1628023 w 1722772"/>
                <a:gd name="csY425" fmla="*/ 987342 h 1661862"/>
                <a:gd name="csX426" fmla="*/ 1628775 w 1722772"/>
                <a:gd name="csY426" fmla="*/ 988093 h 1661862"/>
                <a:gd name="csX427" fmla="*/ 1628775 w 1722772"/>
                <a:gd name="csY427" fmla="*/ 989597 h 1661862"/>
                <a:gd name="csX428" fmla="*/ 1628775 w 1722772"/>
                <a:gd name="csY428" fmla="*/ 997869 h 1661862"/>
                <a:gd name="csX429" fmla="*/ 1628775 w 1722772"/>
                <a:gd name="csY429" fmla="*/ 999373 h 1661862"/>
                <a:gd name="csX430" fmla="*/ 1629527 w 1722772"/>
                <a:gd name="csY430" fmla="*/ 1001629 h 1661862"/>
                <a:gd name="csX431" fmla="*/ 1630279 w 1722772"/>
                <a:gd name="csY431" fmla="*/ 1004637 h 1661862"/>
                <a:gd name="csX432" fmla="*/ 1630279 w 1722772"/>
                <a:gd name="csY432" fmla="*/ 1006141 h 1661862"/>
                <a:gd name="csX433" fmla="*/ 1630279 w 1722772"/>
                <a:gd name="csY433" fmla="*/ 1008397 h 1661862"/>
                <a:gd name="csX434" fmla="*/ 1629527 w 1722772"/>
                <a:gd name="csY434" fmla="*/ 1014412 h 1661862"/>
                <a:gd name="csX435" fmla="*/ 1628023 w 1722772"/>
                <a:gd name="csY435" fmla="*/ 1019676 h 1661862"/>
                <a:gd name="csX436" fmla="*/ 1627271 w 1722772"/>
                <a:gd name="csY436" fmla="*/ 1021180 h 1661862"/>
                <a:gd name="csX437" fmla="*/ 1627271 w 1722772"/>
                <a:gd name="csY437" fmla="*/ 1023436 h 1661862"/>
                <a:gd name="csX438" fmla="*/ 1628023 w 1722772"/>
                <a:gd name="csY438" fmla="*/ 1024188 h 1661862"/>
                <a:gd name="csX439" fmla="*/ 1628775 w 1722772"/>
                <a:gd name="csY439" fmla="*/ 1027196 h 1661862"/>
                <a:gd name="csX440" fmla="*/ 1628023 w 1722772"/>
                <a:gd name="csY440" fmla="*/ 1030956 h 1661862"/>
                <a:gd name="csX441" fmla="*/ 1628775 w 1722772"/>
                <a:gd name="csY441" fmla="*/ 1033212 h 1661862"/>
                <a:gd name="csX442" fmla="*/ 1628775 w 1722772"/>
                <a:gd name="csY442" fmla="*/ 1033964 h 1661862"/>
                <a:gd name="csX443" fmla="*/ 1628775 w 1722772"/>
                <a:gd name="csY443" fmla="*/ 1034716 h 1661862"/>
                <a:gd name="csX444" fmla="*/ 1630279 w 1722772"/>
                <a:gd name="csY444" fmla="*/ 1036220 h 1661862"/>
                <a:gd name="csX445" fmla="*/ 1630279 w 1722772"/>
                <a:gd name="csY445" fmla="*/ 1037724 h 1661862"/>
                <a:gd name="csX446" fmla="*/ 1630279 w 1722772"/>
                <a:gd name="csY446" fmla="*/ 1038476 h 1661862"/>
                <a:gd name="csX447" fmla="*/ 1630279 w 1722772"/>
                <a:gd name="csY447" fmla="*/ 1039980 h 1661862"/>
                <a:gd name="csX448" fmla="*/ 1630279 w 1722772"/>
                <a:gd name="csY448" fmla="*/ 1040732 h 1661862"/>
                <a:gd name="csX449" fmla="*/ 1629527 w 1722772"/>
                <a:gd name="csY449" fmla="*/ 1041484 h 1661862"/>
                <a:gd name="csX450" fmla="*/ 1629527 w 1722772"/>
                <a:gd name="csY450" fmla="*/ 1042236 h 1661862"/>
                <a:gd name="csX451" fmla="*/ 1628775 w 1722772"/>
                <a:gd name="csY451" fmla="*/ 1042988 h 1661862"/>
                <a:gd name="csX452" fmla="*/ 1627271 w 1722772"/>
                <a:gd name="csY452" fmla="*/ 1043740 h 1661862"/>
                <a:gd name="csX453" fmla="*/ 1622007 w 1722772"/>
                <a:gd name="csY453" fmla="*/ 1045243 h 1661862"/>
                <a:gd name="csX454" fmla="*/ 1620503 w 1722772"/>
                <a:gd name="csY454" fmla="*/ 1045243 h 1661862"/>
                <a:gd name="csX455" fmla="*/ 1619752 w 1722772"/>
                <a:gd name="csY455" fmla="*/ 1045243 h 1661862"/>
                <a:gd name="csX456" fmla="*/ 1619000 w 1722772"/>
                <a:gd name="csY456" fmla="*/ 1045243 h 1661862"/>
                <a:gd name="csX457" fmla="*/ 1618248 w 1722772"/>
                <a:gd name="csY457" fmla="*/ 1045995 h 1661862"/>
                <a:gd name="csX458" fmla="*/ 1618248 w 1722772"/>
                <a:gd name="csY458" fmla="*/ 1046747 h 1661862"/>
                <a:gd name="csX459" fmla="*/ 1619000 w 1722772"/>
                <a:gd name="csY459" fmla="*/ 1047500 h 1661862"/>
                <a:gd name="csX460" fmla="*/ 1619000 w 1722772"/>
                <a:gd name="csY460" fmla="*/ 1049003 h 1661862"/>
                <a:gd name="csX461" fmla="*/ 1619752 w 1722772"/>
                <a:gd name="csY461" fmla="*/ 1049755 h 1661862"/>
                <a:gd name="csX462" fmla="*/ 1619000 w 1722772"/>
                <a:gd name="csY462" fmla="*/ 1051259 h 1661862"/>
                <a:gd name="csX463" fmla="*/ 1618248 w 1722772"/>
                <a:gd name="csY463" fmla="*/ 1052763 h 1661862"/>
                <a:gd name="csX464" fmla="*/ 1612984 w 1722772"/>
                <a:gd name="csY464" fmla="*/ 1064043 h 1661862"/>
                <a:gd name="csX465" fmla="*/ 1611480 w 1722772"/>
                <a:gd name="csY465" fmla="*/ 1071563 h 1661862"/>
                <a:gd name="csX466" fmla="*/ 1610728 w 1722772"/>
                <a:gd name="csY466" fmla="*/ 1072315 h 1661862"/>
                <a:gd name="csX467" fmla="*/ 1611480 w 1722772"/>
                <a:gd name="csY467" fmla="*/ 1073819 h 1661862"/>
                <a:gd name="csX468" fmla="*/ 1611480 w 1722772"/>
                <a:gd name="csY468" fmla="*/ 1076074 h 1661862"/>
                <a:gd name="csX469" fmla="*/ 1611480 w 1722772"/>
                <a:gd name="csY469" fmla="*/ 1077578 h 1661862"/>
                <a:gd name="csX470" fmla="*/ 1610728 w 1722772"/>
                <a:gd name="csY470" fmla="*/ 1079082 h 1661862"/>
                <a:gd name="csX471" fmla="*/ 1609224 w 1722772"/>
                <a:gd name="csY471" fmla="*/ 1082842 h 1661862"/>
                <a:gd name="csX472" fmla="*/ 1608472 w 1722772"/>
                <a:gd name="csY472" fmla="*/ 1085850 h 1661862"/>
                <a:gd name="csX473" fmla="*/ 1608472 w 1722772"/>
                <a:gd name="csY473" fmla="*/ 1086602 h 1661862"/>
                <a:gd name="csX474" fmla="*/ 1607720 w 1722772"/>
                <a:gd name="csY474" fmla="*/ 1089610 h 1661862"/>
                <a:gd name="csX475" fmla="*/ 1607720 w 1722772"/>
                <a:gd name="csY475" fmla="*/ 1090362 h 1661862"/>
                <a:gd name="csX476" fmla="*/ 1607720 w 1722772"/>
                <a:gd name="csY476" fmla="*/ 1091114 h 1661862"/>
                <a:gd name="csX477" fmla="*/ 1608472 w 1722772"/>
                <a:gd name="csY477" fmla="*/ 1092618 h 1661862"/>
                <a:gd name="csX478" fmla="*/ 1609224 w 1722772"/>
                <a:gd name="csY478" fmla="*/ 1094874 h 1661862"/>
                <a:gd name="csX479" fmla="*/ 1609224 w 1722772"/>
                <a:gd name="csY479" fmla="*/ 1096378 h 1661862"/>
                <a:gd name="csX480" fmla="*/ 1609976 w 1722772"/>
                <a:gd name="csY480" fmla="*/ 1097130 h 1661862"/>
                <a:gd name="csX481" fmla="*/ 1611480 w 1722772"/>
                <a:gd name="csY481" fmla="*/ 1103146 h 1661862"/>
                <a:gd name="csX482" fmla="*/ 1611480 w 1722772"/>
                <a:gd name="csY482" fmla="*/ 1105401 h 1661862"/>
                <a:gd name="csX483" fmla="*/ 1611480 w 1722772"/>
                <a:gd name="csY483" fmla="*/ 1107657 h 1661862"/>
                <a:gd name="csX484" fmla="*/ 1610728 w 1722772"/>
                <a:gd name="csY484" fmla="*/ 1109913 h 1661862"/>
                <a:gd name="csX485" fmla="*/ 1609976 w 1722772"/>
                <a:gd name="csY485" fmla="*/ 1112169 h 1661862"/>
                <a:gd name="csX486" fmla="*/ 1609224 w 1722772"/>
                <a:gd name="csY486" fmla="*/ 1113673 h 1661862"/>
                <a:gd name="csX487" fmla="*/ 1609224 w 1722772"/>
                <a:gd name="csY487" fmla="*/ 1115177 h 1661862"/>
                <a:gd name="csX488" fmla="*/ 1609224 w 1722772"/>
                <a:gd name="csY488" fmla="*/ 1115929 h 1661862"/>
                <a:gd name="csX489" fmla="*/ 1608472 w 1722772"/>
                <a:gd name="csY489" fmla="*/ 1116681 h 1661862"/>
                <a:gd name="csX490" fmla="*/ 1607720 w 1722772"/>
                <a:gd name="csY490" fmla="*/ 1118937 h 1661862"/>
                <a:gd name="csX491" fmla="*/ 1606968 w 1722772"/>
                <a:gd name="csY491" fmla="*/ 1121945 h 1661862"/>
                <a:gd name="csX492" fmla="*/ 1606216 w 1722772"/>
                <a:gd name="csY492" fmla="*/ 1123449 h 1661862"/>
                <a:gd name="csX493" fmla="*/ 1605464 w 1722772"/>
                <a:gd name="csY493" fmla="*/ 1124953 h 1661862"/>
                <a:gd name="csX494" fmla="*/ 1601704 w 1722772"/>
                <a:gd name="csY494" fmla="*/ 1127961 h 1661862"/>
                <a:gd name="csX495" fmla="*/ 1600952 w 1722772"/>
                <a:gd name="csY495" fmla="*/ 1129465 h 1661862"/>
                <a:gd name="csX496" fmla="*/ 1600952 w 1722772"/>
                <a:gd name="csY496" fmla="*/ 1133977 h 1661862"/>
                <a:gd name="csX497" fmla="*/ 1597944 w 1722772"/>
                <a:gd name="csY497" fmla="*/ 1139992 h 1661862"/>
                <a:gd name="csX498" fmla="*/ 1597192 w 1722772"/>
                <a:gd name="csY498" fmla="*/ 1143000 h 1661862"/>
                <a:gd name="csX499" fmla="*/ 1597192 w 1722772"/>
                <a:gd name="csY499" fmla="*/ 1149768 h 1661862"/>
                <a:gd name="csX500" fmla="*/ 1596440 w 1722772"/>
                <a:gd name="csY500" fmla="*/ 1152776 h 1661862"/>
                <a:gd name="csX501" fmla="*/ 1594184 w 1722772"/>
                <a:gd name="csY501" fmla="*/ 1153528 h 1661862"/>
                <a:gd name="csX502" fmla="*/ 1593433 w 1722772"/>
                <a:gd name="csY502" fmla="*/ 1155784 h 1661862"/>
                <a:gd name="csX503" fmla="*/ 1591928 w 1722772"/>
                <a:gd name="csY503" fmla="*/ 1165559 h 1661862"/>
                <a:gd name="csX504" fmla="*/ 1591176 w 1722772"/>
                <a:gd name="csY504" fmla="*/ 1166311 h 1661862"/>
                <a:gd name="csX505" fmla="*/ 1587417 w 1722772"/>
                <a:gd name="csY505" fmla="*/ 1168567 h 1661862"/>
                <a:gd name="csX506" fmla="*/ 1585913 w 1722772"/>
                <a:gd name="csY506" fmla="*/ 1169319 h 1661862"/>
                <a:gd name="csX507" fmla="*/ 1585913 w 1722772"/>
                <a:gd name="csY507" fmla="*/ 1170823 h 1661862"/>
                <a:gd name="csX508" fmla="*/ 1584409 w 1722772"/>
                <a:gd name="csY508" fmla="*/ 1174583 h 1661862"/>
                <a:gd name="csX509" fmla="*/ 1584409 w 1722772"/>
                <a:gd name="csY509" fmla="*/ 1175335 h 1661862"/>
                <a:gd name="csX510" fmla="*/ 1584409 w 1722772"/>
                <a:gd name="csY510" fmla="*/ 1176087 h 1661862"/>
                <a:gd name="csX511" fmla="*/ 1582905 w 1722772"/>
                <a:gd name="csY511" fmla="*/ 1177591 h 1661862"/>
                <a:gd name="csX512" fmla="*/ 1580649 w 1722772"/>
                <a:gd name="csY512" fmla="*/ 1179847 h 1661862"/>
                <a:gd name="csX513" fmla="*/ 1575385 w 1722772"/>
                <a:gd name="csY513" fmla="*/ 1182103 h 1661862"/>
                <a:gd name="csX514" fmla="*/ 1570873 w 1722772"/>
                <a:gd name="csY514" fmla="*/ 1184359 h 1661862"/>
                <a:gd name="csX515" fmla="*/ 1568617 w 1722772"/>
                <a:gd name="csY515" fmla="*/ 1185863 h 1661862"/>
                <a:gd name="csX516" fmla="*/ 1565609 w 1722772"/>
                <a:gd name="csY516" fmla="*/ 1185863 h 1661862"/>
                <a:gd name="csX517" fmla="*/ 1561850 w 1722772"/>
                <a:gd name="csY517" fmla="*/ 1185111 h 1661862"/>
                <a:gd name="csX518" fmla="*/ 1561098 w 1722772"/>
                <a:gd name="csY518" fmla="*/ 1182103 h 1661862"/>
                <a:gd name="csX519" fmla="*/ 1560345 w 1722772"/>
                <a:gd name="csY519" fmla="*/ 1179095 h 1661862"/>
                <a:gd name="csX520" fmla="*/ 1558842 w 1722772"/>
                <a:gd name="csY520" fmla="*/ 1176087 h 1661862"/>
                <a:gd name="csX521" fmla="*/ 1554330 w 1722772"/>
                <a:gd name="csY521" fmla="*/ 1180599 h 1661862"/>
                <a:gd name="csX522" fmla="*/ 1551322 w 1722772"/>
                <a:gd name="csY522" fmla="*/ 1181351 h 1661862"/>
                <a:gd name="csX523" fmla="*/ 1547562 w 1722772"/>
                <a:gd name="csY523" fmla="*/ 1182103 h 1661862"/>
                <a:gd name="csX524" fmla="*/ 1544554 w 1722772"/>
                <a:gd name="csY524" fmla="*/ 1182855 h 1661862"/>
                <a:gd name="csX525" fmla="*/ 1542298 w 1722772"/>
                <a:gd name="csY525" fmla="*/ 1184359 h 1661862"/>
                <a:gd name="csX526" fmla="*/ 1538538 w 1722772"/>
                <a:gd name="csY526" fmla="*/ 1188871 h 1661862"/>
                <a:gd name="csX527" fmla="*/ 1535530 w 1722772"/>
                <a:gd name="csY527" fmla="*/ 1191126 h 1661862"/>
                <a:gd name="csX528" fmla="*/ 1529515 w 1722772"/>
                <a:gd name="csY528" fmla="*/ 1193382 h 1661862"/>
                <a:gd name="csX529" fmla="*/ 1526507 w 1722772"/>
                <a:gd name="csY529" fmla="*/ 1195638 h 1661862"/>
                <a:gd name="csX530" fmla="*/ 1519739 w 1722772"/>
                <a:gd name="csY530" fmla="*/ 1205414 h 1661862"/>
                <a:gd name="csX531" fmla="*/ 1517483 w 1722772"/>
                <a:gd name="csY531" fmla="*/ 1206918 h 1661862"/>
                <a:gd name="csX532" fmla="*/ 1515227 w 1722772"/>
                <a:gd name="csY532" fmla="*/ 1207670 h 1661862"/>
                <a:gd name="csX533" fmla="*/ 1512219 w 1722772"/>
                <a:gd name="csY533" fmla="*/ 1209174 h 1661862"/>
                <a:gd name="csX534" fmla="*/ 1509963 w 1722772"/>
                <a:gd name="csY534" fmla="*/ 1211430 h 1661862"/>
                <a:gd name="csX535" fmla="*/ 1508459 w 1722772"/>
                <a:gd name="csY535" fmla="*/ 1212934 h 1661862"/>
                <a:gd name="csX536" fmla="*/ 1507707 w 1722772"/>
                <a:gd name="csY536" fmla="*/ 1215942 h 1661862"/>
                <a:gd name="csX537" fmla="*/ 1507707 w 1722772"/>
                <a:gd name="csY537" fmla="*/ 1218949 h 1661862"/>
                <a:gd name="csX538" fmla="*/ 1508459 w 1722772"/>
                <a:gd name="csY538" fmla="*/ 1221205 h 1661862"/>
                <a:gd name="csX539" fmla="*/ 1508459 w 1722772"/>
                <a:gd name="csY539" fmla="*/ 1224965 h 1661862"/>
                <a:gd name="csX540" fmla="*/ 1507707 w 1722772"/>
                <a:gd name="csY540" fmla="*/ 1225717 h 1661862"/>
                <a:gd name="csX541" fmla="*/ 1505452 w 1722772"/>
                <a:gd name="csY541" fmla="*/ 1227221 h 1661862"/>
                <a:gd name="csX542" fmla="*/ 1504699 w 1722772"/>
                <a:gd name="csY542" fmla="*/ 1228725 h 1661862"/>
                <a:gd name="csX543" fmla="*/ 1504699 w 1722772"/>
                <a:gd name="csY543" fmla="*/ 1230229 h 1661862"/>
                <a:gd name="csX544" fmla="*/ 1503947 w 1722772"/>
                <a:gd name="csY544" fmla="*/ 1232485 h 1661862"/>
                <a:gd name="csX545" fmla="*/ 1503947 w 1722772"/>
                <a:gd name="csY545" fmla="*/ 1233989 h 1661862"/>
                <a:gd name="csX546" fmla="*/ 1503947 w 1722772"/>
                <a:gd name="csY546" fmla="*/ 1235493 h 1661862"/>
                <a:gd name="csX547" fmla="*/ 1504699 w 1722772"/>
                <a:gd name="csY547" fmla="*/ 1239253 h 1661862"/>
                <a:gd name="csX548" fmla="*/ 1504699 w 1722772"/>
                <a:gd name="csY548" fmla="*/ 1240757 h 1661862"/>
                <a:gd name="csX549" fmla="*/ 1503947 w 1722772"/>
                <a:gd name="csY549" fmla="*/ 1243013 h 1661862"/>
                <a:gd name="csX550" fmla="*/ 1502444 w 1722772"/>
                <a:gd name="csY550" fmla="*/ 1246021 h 1661862"/>
                <a:gd name="csX551" fmla="*/ 1501692 w 1722772"/>
                <a:gd name="csY551" fmla="*/ 1247524 h 1661862"/>
                <a:gd name="csX552" fmla="*/ 1500188 w 1722772"/>
                <a:gd name="csY552" fmla="*/ 1255044 h 1661862"/>
                <a:gd name="csX553" fmla="*/ 1499436 w 1722772"/>
                <a:gd name="csY553" fmla="*/ 1258052 h 1661862"/>
                <a:gd name="csX554" fmla="*/ 1497180 w 1722772"/>
                <a:gd name="csY554" fmla="*/ 1261060 h 1661862"/>
                <a:gd name="csX555" fmla="*/ 1493420 w 1722772"/>
                <a:gd name="csY555" fmla="*/ 1266324 h 1661862"/>
                <a:gd name="csX556" fmla="*/ 1491916 w 1722772"/>
                <a:gd name="csY556" fmla="*/ 1267828 h 1661862"/>
                <a:gd name="csX557" fmla="*/ 1488156 w 1722772"/>
                <a:gd name="csY557" fmla="*/ 1265572 h 1661862"/>
                <a:gd name="csX558" fmla="*/ 1486652 w 1722772"/>
                <a:gd name="csY558" fmla="*/ 1267828 h 1661862"/>
                <a:gd name="csX559" fmla="*/ 1488908 w 1722772"/>
                <a:gd name="csY559" fmla="*/ 1270836 h 1661862"/>
                <a:gd name="csX560" fmla="*/ 1489660 w 1722772"/>
                <a:gd name="csY560" fmla="*/ 1275347 h 1661862"/>
                <a:gd name="csX561" fmla="*/ 1489660 w 1722772"/>
                <a:gd name="csY561" fmla="*/ 1279107 h 1661862"/>
                <a:gd name="csX562" fmla="*/ 1488908 w 1722772"/>
                <a:gd name="csY562" fmla="*/ 1282115 h 1661862"/>
                <a:gd name="csX563" fmla="*/ 1486652 w 1722772"/>
                <a:gd name="csY563" fmla="*/ 1285875 h 1661862"/>
                <a:gd name="csX564" fmla="*/ 1482140 w 1722772"/>
                <a:gd name="csY564" fmla="*/ 1295651 h 1661862"/>
                <a:gd name="csX565" fmla="*/ 1476125 w 1722772"/>
                <a:gd name="csY565" fmla="*/ 1302419 h 1661862"/>
                <a:gd name="csX566" fmla="*/ 1475373 w 1722772"/>
                <a:gd name="csY566" fmla="*/ 1307682 h 1661862"/>
                <a:gd name="csX567" fmla="*/ 1473117 w 1722772"/>
                <a:gd name="csY567" fmla="*/ 1309938 h 1661862"/>
                <a:gd name="csX568" fmla="*/ 1470861 w 1722772"/>
                <a:gd name="csY568" fmla="*/ 1310690 h 1661862"/>
                <a:gd name="csX569" fmla="*/ 1468605 w 1722772"/>
                <a:gd name="csY569" fmla="*/ 1310690 h 1661862"/>
                <a:gd name="csX570" fmla="*/ 1467101 w 1722772"/>
                <a:gd name="csY570" fmla="*/ 1310690 h 1661862"/>
                <a:gd name="csX571" fmla="*/ 1464845 w 1722772"/>
                <a:gd name="csY571" fmla="*/ 1309186 h 1661862"/>
                <a:gd name="csX572" fmla="*/ 1462589 w 1722772"/>
                <a:gd name="csY572" fmla="*/ 1308434 h 1661862"/>
                <a:gd name="csX573" fmla="*/ 1460333 w 1722772"/>
                <a:gd name="csY573" fmla="*/ 1309186 h 1661862"/>
                <a:gd name="csX574" fmla="*/ 1460333 w 1722772"/>
                <a:gd name="csY574" fmla="*/ 1309938 h 1661862"/>
                <a:gd name="csX575" fmla="*/ 1460333 w 1722772"/>
                <a:gd name="csY575" fmla="*/ 1310690 h 1661862"/>
                <a:gd name="csX576" fmla="*/ 1459581 w 1722772"/>
                <a:gd name="csY576" fmla="*/ 1312194 h 1661862"/>
                <a:gd name="csX577" fmla="*/ 1454317 w 1722772"/>
                <a:gd name="csY577" fmla="*/ 1317458 h 1661862"/>
                <a:gd name="csX578" fmla="*/ 1451309 w 1722772"/>
                <a:gd name="csY578" fmla="*/ 1319714 h 1661862"/>
                <a:gd name="csX579" fmla="*/ 1447549 w 1722772"/>
                <a:gd name="csY579" fmla="*/ 1320466 h 1661862"/>
                <a:gd name="csX580" fmla="*/ 1431758 w 1722772"/>
                <a:gd name="csY580" fmla="*/ 1321970 h 1661862"/>
                <a:gd name="csX581" fmla="*/ 1424238 w 1722772"/>
                <a:gd name="csY581" fmla="*/ 1322722 h 1661862"/>
                <a:gd name="csX582" fmla="*/ 1420479 w 1722772"/>
                <a:gd name="csY582" fmla="*/ 1324226 h 1661862"/>
                <a:gd name="csX583" fmla="*/ 1418975 w 1722772"/>
                <a:gd name="csY583" fmla="*/ 1325730 h 1661862"/>
                <a:gd name="csX584" fmla="*/ 1417470 w 1722772"/>
                <a:gd name="csY584" fmla="*/ 1326482 h 1661862"/>
                <a:gd name="csX585" fmla="*/ 1417470 w 1722772"/>
                <a:gd name="csY585" fmla="*/ 1327986 h 1661862"/>
                <a:gd name="csX586" fmla="*/ 1415967 w 1722772"/>
                <a:gd name="csY586" fmla="*/ 1330993 h 1661862"/>
                <a:gd name="csX587" fmla="*/ 1409199 w 1722772"/>
                <a:gd name="csY587" fmla="*/ 1338513 h 1661862"/>
                <a:gd name="csX588" fmla="*/ 1406191 w 1722772"/>
                <a:gd name="csY588" fmla="*/ 1346785 h 1661862"/>
                <a:gd name="csX589" fmla="*/ 1404687 w 1722772"/>
                <a:gd name="csY589" fmla="*/ 1347537 h 1661862"/>
                <a:gd name="csX590" fmla="*/ 1403935 w 1722772"/>
                <a:gd name="csY590" fmla="*/ 1348289 h 1661862"/>
                <a:gd name="csX591" fmla="*/ 1402431 w 1722772"/>
                <a:gd name="csY591" fmla="*/ 1348289 h 1661862"/>
                <a:gd name="csX592" fmla="*/ 1400927 w 1722772"/>
                <a:gd name="csY592" fmla="*/ 1348289 h 1661862"/>
                <a:gd name="csX593" fmla="*/ 1396415 w 1722772"/>
                <a:gd name="csY593" fmla="*/ 1351297 h 1661862"/>
                <a:gd name="csX594" fmla="*/ 1390400 w 1722772"/>
                <a:gd name="csY594" fmla="*/ 1353553 h 1661862"/>
                <a:gd name="csX595" fmla="*/ 1388144 w 1722772"/>
                <a:gd name="csY595" fmla="*/ 1355057 h 1661862"/>
                <a:gd name="csX596" fmla="*/ 1387392 w 1722772"/>
                <a:gd name="csY596" fmla="*/ 1358065 h 1661862"/>
                <a:gd name="csX597" fmla="*/ 1385888 w 1722772"/>
                <a:gd name="csY597" fmla="*/ 1358817 h 1661862"/>
                <a:gd name="csX598" fmla="*/ 1377616 w 1722772"/>
                <a:gd name="csY598" fmla="*/ 1362576 h 1661862"/>
                <a:gd name="csX599" fmla="*/ 1376112 w 1722772"/>
                <a:gd name="csY599" fmla="*/ 1363328 h 1661862"/>
                <a:gd name="csX600" fmla="*/ 1375360 w 1722772"/>
                <a:gd name="csY600" fmla="*/ 1364080 h 1661862"/>
                <a:gd name="csX601" fmla="*/ 1374608 w 1722772"/>
                <a:gd name="csY601" fmla="*/ 1365584 h 1661862"/>
                <a:gd name="csX602" fmla="*/ 1373856 w 1722772"/>
                <a:gd name="csY602" fmla="*/ 1367088 h 1661862"/>
                <a:gd name="csX603" fmla="*/ 1374608 w 1722772"/>
                <a:gd name="csY603" fmla="*/ 1373856 h 1661862"/>
                <a:gd name="csX604" fmla="*/ 1374608 w 1722772"/>
                <a:gd name="csY604" fmla="*/ 1375360 h 1661862"/>
                <a:gd name="csX605" fmla="*/ 1374608 w 1722772"/>
                <a:gd name="csY605" fmla="*/ 1376112 h 1661862"/>
                <a:gd name="csX606" fmla="*/ 1373856 w 1722772"/>
                <a:gd name="csY606" fmla="*/ 1376864 h 1661862"/>
                <a:gd name="csX607" fmla="*/ 1373104 w 1722772"/>
                <a:gd name="csY607" fmla="*/ 1378368 h 1661862"/>
                <a:gd name="csX608" fmla="*/ 1371600 w 1722772"/>
                <a:gd name="csY608" fmla="*/ 1379120 h 1661862"/>
                <a:gd name="csX609" fmla="*/ 1369344 w 1722772"/>
                <a:gd name="csY609" fmla="*/ 1379872 h 1661862"/>
                <a:gd name="csX610" fmla="*/ 1361824 w 1722772"/>
                <a:gd name="csY610" fmla="*/ 1382128 h 1661862"/>
                <a:gd name="csX611" fmla="*/ 1358065 w 1722772"/>
                <a:gd name="csY611" fmla="*/ 1383632 h 1661862"/>
                <a:gd name="csX612" fmla="*/ 1355057 w 1722772"/>
                <a:gd name="csY612" fmla="*/ 1385888 h 1661862"/>
                <a:gd name="csX613" fmla="*/ 1354305 w 1722772"/>
                <a:gd name="csY613" fmla="*/ 1386639 h 1661862"/>
                <a:gd name="csX614" fmla="*/ 1353553 w 1722772"/>
                <a:gd name="csY614" fmla="*/ 1388144 h 1661862"/>
                <a:gd name="csX615" fmla="*/ 1352801 w 1722772"/>
                <a:gd name="csY615" fmla="*/ 1389648 h 1661862"/>
                <a:gd name="csX616" fmla="*/ 1352049 w 1722772"/>
                <a:gd name="csY616" fmla="*/ 1394159 h 1661862"/>
                <a:gd name="csX617" fmla="*/ 1352049 w 1722772"/>
                <a:gd name="csY617" fmla="*/ 1397167 h 1661862"/>
                <a:gd name="csX618" fmla="*/ 1352801 w 1722772"/>
                <a:gd name="csY618" fmla="*/ 1398671 h 1661862"/>
                <a:gd name="csX619" fmla="*/ 1353553 w 1722772"/>
                <a:gd name="csY619" fmla="*/ 1400927 h 1661862"/>
                <a:gd name="csX620" fmla="*/ 1353553 w 1722772"/>
                <a:gd name="csY620" fmla="*/ 1401679 h 1661862"/>
                <a:gd name="csX621" fmla="*/ 1354305 w 1722772"/>
                <a:gd name="csY621" fmla="*/ 1402431 h 1661862"/>
                <a:gd name="csX622" fmla="*/ 1355057 w 1722772"/>
                <a:gd name="csY622" fmla="*/ 1403183 h 1661862"/>
                <a:gd name="csX623" fmla="*/ 1356561 w 1722772"/>
                <a:gd name="csY623" fmla="*/ 1403935 h 1661862"/>
                <a:gd name="csX624" fmla="*/ 1359569 w 1722772"/>
                <a:gd name="csY624" fmla="*/ 1405439 h 1661862"/>
                <a:gd name="csX625" fmla="*/ 1359569 w 1722772"/>
                <a:gd name="csY625" fmla="*/ 1406191 h 1661862"/>
                <a:gd name="csX626" fmla="*/ 1360321 w 1722772"/>
                <a:gd name="csY626" fmla="*/ 1406191 h 1661862"/>
                <a:gd name="csX627" fmla="*/ 1362576 w 1722772"/>
                <a:gd name="csY627" fmla="*/ 1407695 h 1661862"/>
                <a:gd name="csX628" fmla="*/ 1361072 w 1722772"/>
                <a:gd name="csY628" fmla="*/ 1413711 h 1661862"/>
                <a:gd name="csX629" fmla="*/ 1360321 w 1722772"/>
                <a:gd name="csY629" fmla="*/ 1420478 h 1661862"/>
                <a:gd name="csX630" fmla="*/ 1359569 w 1722772"/>
                <a:gd name="csY630" fmla="*/ 1424238 h 1661862"/>
                <a:gd name="csX631" fmla="*/ 1358065 w 1722772"/>
                <a:gd name="csY631" fmla="*/ 1425742 h 1661862"/>
                <a:gd name="csX632" fmla="*/ 1354305 w 1722772"/>
                <a:gd name="csY632" fmla="*/ 1428750 h 1661862"/>
                <a:gd name="csX633" fmla="*/ 1352049 w 1722772"/>
                <a:gd name="csY633" fmla="*/ 1431006 h 1661862"/>
                <a:gd name="csX634" fmla="*/ 1350545 w 1722772"/>
                <a:gd name="csY634" fmla="*/ 1433262 h 1661862"/>
                <a:gd name="csX635" fmla="*/ 1349041 w 1722772"/>
                <a:gd name="csY635" fmla="*/ 1436270 h 1661862"/>
                <a:gd name="csX636" fmla="*/ 1349041 w 1722772"/>
                <a:gd name="csY636" fmla="*/ 1440030 h 1661862"/>
                <a:gd name="csX637" fmla="*/ 1347537 w 1722772"/>
                <a:gd name="csY637" fmla="*/ 1443038 h 1661862"/>
                <a:gd name="csX638" fmla="*/ 1345281 w 1722772"/>
                <a:gd name="csY638" fmla="*/ 1446046 h 1661862"/>
                <a:gd name="csX639" fmla="*/ 1338513 w 1722772"/>
                <a:gd name="csY639" fmla="*/ 1451309 h 1661862"/>
                <a:gd name="csX640" fmla="*/ 1333250 w 1722772"/>
                <a:gd name="csY640" fmla="*/ 1458077 h 1661862"/>
                <a:gd name="csX641" fmla="*/ 1330242 w 1722772"/>
                <a:gd name="csY641" fmla="*/ 1459581 h 1661862"/>
                <a:gd name="csX642" fmla="*/ 1327986 w 1722772"/>
                <a:gd name="csY642" fmla="*/ 1461837 h 1661862"/>
                <a:gd name="csX643" fmla="*/ 1326482 w 1722772"/>
                <a:gd name="csY643" fmla="*/ 1462589 h 1661862"/>
                <a:gd name="csX644" fmla="*/ 1319714 w 1722772"/>
                <a:gd name="csY644" fmla="*/ 1464845 h 1661862"/>
                <a:gd name="csX645" fmla="*/ 1309938 w 1722772"/>
                <a:gd name="csY645" fmla="*/ 1470109 h 1661862"/>
                <a:gd name="csX646" fmla="*/ 1305426 w 1722772"/>
                <a:gd name="csY646" fmla="*/ 1473116 h 1661862"/>
                <a:gd name="csX647" fmla="*/ 1300915 w 1722772"/>
                <a:gd name="csY647" fmla="*/ 1477628 h 1661862"/>
                <a:gd name="csX648" fmla="*/ 1302419 w 1722772"/>
                <a:gd name="csY648" fmla="*/ 1479884 h 1661862"/>
                <a:gd name="csX649" fmla="*/ 1300163 w 1722772"/>
                <a:gd name="csY649" fmla="*/ 1490412 h 1661862"/>
                <a:gd name="csX650" fmla="*/ 1298659 w 1722772"/>
                <a:gd name="csY650" fmla="*/ 1494172 h 1661862"/>
                <a:gd name="csX651" fmla="*/ 1297907 w 1722772"/>
                <a:gd name="csY651" fmla="*/ 1495676 h 1661862"/>
                <a:gd name="csX652" fmla="*/ 1298659 w 1722772"/>
                <a:gd name="csY652" fmla="*/ 1497180 h 1661862"/>
                <a:gd name="csX653" fmla="*/ 1299411 w 1722772"/>
                <a:gd name="csY653" fmla="*/ 1500188 h 1661862"/>
                <a:gd name="csX654" fmla="*/ 1299411 w 1722772"/>
                <a:gd name="csY654" fmla="*/ 1501692 h 1661862"/>
                <a:gd name="csX655" fmla="*/ 1298659 w 1722772"/>
                <a:gd name="csY655" fmla="*/ 1504699 h 1661862"/>
                <a:gd name="csX656" fmla="*/ 1297155 w 1722772"/>
                <a:gd name="csY656" fmla="*/ 1507707 h 1661862"/>
                <a:gd name="csX657" fmla="*/ 1295651 w 1722772"/>
                <a:gd name="csY657" fmla="*/ 1509963 h 1661862"/>
                <a:gd name="csX658" fmla="*/ 1293395 w 1722772"/>
                <a:gd name="csY658" fmla="*/ 1511467 h 1661862"/>
                <a:gd name="csX659" fmla="*/ 1292643 w 1722772"/>
                <a:gd name="csY659" fmla="*/ 1512219 h 1661862"/>
                <a:gd name="csX660" fmla="*/ 1286627 w 1722772"/>
                <a:gd name="csY660" fmla="*/ 1521243 h 1661862"/>
                <a:gd name="csX661" fmla="*/ 1284371 w 1722772"/>
                <a:gd name="csY661" fmla="*/ 1523499 h 1661862"/>
                <a:gd name="csX662" fmla="*/ 1283619 w 1722772"/>
                <a:gd name="csY662" fmla="*/ 1524251 h 1661862"/>
                <a:gd name="csX663" fmla="*/ 1282867 w 1722772"/>
                <a:gd name="csY663" fmla="*/ 1528011 h 1661862"/>
                <a:gd name="csX664" fmla="*/ 1281363 w 1722772"/>
                <a:gd name="csY664" fmla="*/ 1530267 h 1661862"/>
                <a:gd name="csX665" fmla="*/ 1279859 w 1722772"/>
                <a:gd name="csY665" fmla="*/ 1534026 h 1661862"/>
                <a:gd name="csX666" fmla="*/ 1279107 w 1722772"/>
                <a:gd name="csY666" fmla="*/ 1535530 h 1661862"/>
                <a:gd name="csX667" fmla="*/ 1275348 w 1722772"/>
                <a:gd name="csY667" fmla="*/ 1539290 h 1661862"/>
                <a:gd name="csX668" fmla="*/ 1273844 w 1722772"/>
                <a:gd name="csY668" fmla="*/ 1540794 h 1661862"/>
                <a:gd name="csX669" fmla="*/ 1273092 w 1722772"/>
                <a:gd name="csY669" fmla="*/ 1543050 h 1661862"/>
                <a:gd name="csX670" fmla="*/ 1273844 w 1722772"/>
                <a:gd name="csY670" fmla="*/ 1550570 h 1661862"/>
                <a:gd name="csX671" fmla="*/ 1274595 w 1722772"/>
                <a:gd name="csY671" fmla="*/ 1552826 h 1661862"/>
                <a:gd name="csX672" fmla="*/ 1275348 w 1722772"/>
                <a:gd name="csY672" fmla="*/ 1554330 h 1661862"/>
                <a:gd name="csX673" fmla="*/ 1275348 w 1722772"/>
                <a:gd name="csY673" fmla="*/ 1555834 h 1661862"/>
                <a:gd name="csX674" fmla="*/ 1274595 w 1722772"/>
                <a:gd name="csY674" fmla="*/ 1557338 h 1661862"/>
                <a:gd name="csX675" fmla="*/ 1273844 w 1722772"/>
                <a:gd name="csY675" fmla="*/ 1558842 h 1661862"/>
                <a:gd name="csX676" fmla="*/ 1273092 w 1722772"/>
                <a:gd name="csY676" fmla="*/ 1560345 h 1661862"/>
                <a:gd name="csX677" fmla="*/ 1272340 w 1722772"/>
                <a:gd name="csY677" fmla="*/ 1563353 h 1661862"/>
                <a:gd name="csX678" fmla="*/ 1270836 w 1722772"/>
                <a:gd name="csY678" fmla="*/ 1570121 h 1661862"/>
                <a:gd name="csX679" fmla="*/ 1270084 w 1722772"/>
                <a:gd name="csY679" fmla="*/ 1576137 h 1661862"/>
                <a:gd name="csX680" fmla="*/ 1270836 w 1722772"/>
                <a:gd name="csY680" fmla="*/ 1577641 h 1661862"/>
                <a:gd name="csX681" fmla="*/ 1269332 w 1722772"/>
                <a:gd name="csY681" fmla="*/ 1579897 h 1661862"/>
                <a:gd name="csX682" fmla="*/ 1267076 w 1722772"/>
                <a:gd name="csY682" fmla="*/ 1587417 h 1661862"/>
                <a:gd name="csX683" fmla="*/ 1267076 w 1722772"/>
                <a:gd name="csY683" fmla="*/ 1592680 h 1661862"/>
                <a:gd name="csX684" fmla="*/ 1267828 w 1722772"/>
                <a:gd name="csY684" fmla="*/ 1597192 h 1661862"/>
                <a:gd name="csX685" fmla="*/ 1269332 w 1722772"/>
                <a:gd name="csY685" fmla="*/ 1601704 h 1661862"/>
                <a:gd name="csX686" fmla="*/ 1277604 w 1722772"/>
                <a:gd name="csY686" fmla="*/ 1615991 h 1661862"/>
                <a:gd name="csX687" fmla="*/ 1281363 w 1722772"/>
                <a:gd name="csY687" fmla="*/ 1622007 h 1661862"/>
                <a:gd name="csX688" fmla="*/ 1282115 w 1722772"/>
                <a:gd name="csY688" fmla="*/ 1623511 h 1661862"/>
                <a:gd name="csX689" fmla="*/ 1282867 w 1722772"/>
                <a:gd name="csY689" fmla="*/ 1625015 h 1661862"/>
                <a:gd name="csX690" fmla="*/ 1284371 w 1722772"/>
                <a:gd name="csY690" fmla="*/ 1629527 h 1661862"/>
                <a:gd name="csX691" fmla="*/ 1287379 w 1722772"/>
                <a:gd name="csY691" fmla="*/ 1640807 h 1661862"/>
                <a:gd name="csX692" fmla="*/ 1293395 w 1722772"/>
                <a:gd name="csY692" fmla="*/ 1653590 h 1661862"/>
                <a:gd name="csX693" fmla="*/ 1296403 w 1722772"/>
                <a:gd name="csY693" fmla="*/ 1659606 h 1661862"/>
                <a:gd name="csX694" fmla="*/ 1294147 w 1722772"/>
                <a:gd name="csY694" fmla="*/ 1660358 h 1661862"/>
                <a:gd name="csX695" fmla="*/ 1282115 w 1722772"/>
                <a:gd name="csY695" fmla="*/ 1661862 h 1661862"/>
                <a:gd name="csX696" fmla="*/ 1276100 w 1722772"/>
                <a:gd name="csY696" fmla="*/ 1661110 h 1661862"/>
                <a:gd name="csX697" fmla="*/ 1272340 w 1722772"/>
                <a:gd name="csY697" fmla="*/ 1659606 h 1661862"/>
                <a:gd name="csX698" fmla="*/ 1260308 w 1722772"/>
                <a:gd name="csY698" fmla="*/ 1657350 h 1661862"/>
                <a:gd name="csX699" fmla="*/ 1257300 w 1722772"/>
                <a:gd name="csY699" fmla="*/ 1656598 h 1661862"/>
                <a:gd name="csX700" fmla="*/ 1243013 w 1722772"/>
                <a:gd name="csY700" fmla="*/ 1657350 h 1661862"/>
                <a:gd name="csX701" fmla="*/ 1240005 w 1722772"/>
                <a:gd name="csY701" fmla="*/ 1657350 h 1661862"/>
                <a:gd name="csX702" fmla="*/ 1238501 w 1722772"/>
                <a:gd name="csY702" fmla="*/ 1658854 h 1661862"/>
                <a:gd name="csX703" fmla="*/ 1233989 w 1722772"/>
                <a:gd name="csY703" fmla="*/ 1659606 h 1661862"/>
                <a:gd name="csX704" fmla="*/ 1229477 w 1722772"/>
                <a:gd name="csY704" fmla="*/ 1658854 h 1661862"/>
                <a:gd name="csX705" fmla="*/ 1216694 w 1722772"/>
                <a:gd name="csY705" fmla="*/ 1655846 h 1661862"/>
                <a:gd name="csX706" fmla="*/ 1212934 w 1722772"/>
                <a:gd name="csY706" fmla="*/ 1655846 h 1661862"/>
                <a:gd name="csX707" fmla="*/ 1194134 w 1722772"/>
                <a:gd name="csY707" fmla="*/ 1658102 h 1661862"/>
                <a:gd name="csX708" fmla="*/ 1188119 w 1722772"/>
                <a:gd name="csY708" fmla="*/ 1657350 h 1661862"/>
                <a:gd name="csX709" fmla="*/ 1172327 w 1722772"/>
                <a:gd name="csY709" fmla="*/ 1649078 h 1661862"/>
                <a:gd name="csX710" fmla="*/ 1161799 w 1722772"/>
                <a:gd name="csY710" fmla="*/ 1646070 h 1661862"/>
                <a:gd name="csX711" fmla="*/ 1156536 w 1722772"/>
                <a:gd name="csY711" fmla="*/ 1646823 h 1661862"/>
                <a:gd name="csX712" fmla="*/ 1155032 w 1722772"/>
                <a:gd name="csY712" fmla="*/ 1644566 h 1661862"/>
                <a:gd name="csX713" fmla="*/ 1154280 w 1722772"/>
                <a:gd name="csY713" fmla="*/ 1643063 h 1661862"/>
                <a:gd name="csX714" fmla="*/ 1154280 w 1722772"/>
                <a:gd name="csY714" fmla="*/ 1641559 h 1661862"/>
                <a:gd name="csX715" fmla="*/ 1155032 w 1722772"/>
                <a:gd name="csY715" fmla="*/ 1640055 h 1661862"/>
                <a:gd name="csX716" fmla="*/ 1155784 w 1722772"/>
                <a:gd name="csY716" fmla="*/ 1637047 h 1661862"/>
                <a:gd name="csX717" fmla="*/ 1158040 w 1722772"/>
                <a:gd name="csY717" fmla="*/ 1634039 h 1661862"/>
                <a:gd name="csX718" fmla="*/ 1163303 w 1722772"/>
                <a:gd name="csY718" fmla="*/ 1628775 h 1661862"/>
                <a:gd name="csX719" fmla="*/ 1164055 w 1722772"/>
                <a:gd name="csY719" fmla="*/ 1627271 h 1661862"/>
                <a:gd name="csX720" fmla="*/ 1165559 w 1722772"/>
                <a:gd name="csY720" fmla="*/ 1622759 h 1661862"/>
                <a:gd name="csX721" fmla="*/ 1169319 w 1722772"/>
                <a:gd name="csY721" fmla="*/ 1618248 h 1661862"/>
                <a:gd name="csX722" fmla="*/ 1170071 w 1722772"/>
                <a:gd name="csY722" fmla="*/ 1616743 h 1661862"/>
                <a:gd name="csX723" fmla="*/ 1170823 w 1722772"/>
                <a:gd name="csY723" fmla="*/ 1612232 h 1661862"/>
                <a:gd name="csX724" fmla="*/ 1171575 w 1722772"/>
                <a:gd name="csY724" fmla="*/ 1609976 h 1661862"/>
                <a:gd name="csX725" fmla="*/ 1173079 w 1722772"/>
                <a:gd name="csY725" fmla="*/ 1609224 h 1661862"/>
                <a:gd name="csX726" fmla="*/ 1173831 w 1722772"/>
                <a:gd name="csY726" fmla="*/ 1607720 h 1661862"/>
                <a:gd name="csX727" fmla="*/ 1176087 w 1722772"/>
                <a:gd name="csY727" fmla="*/ 1606968 h 1661862"/>
                <a:gd name="csX728" fmla="*/ 1181351 w 1722772"/>
                <a:gd name="csY728" fmla="*/ 1604712 h 1661862"/>
                <a:gd name="csX729" fmla="*/ 1188119 w 1722772"/>
                <a:gd name="csY729" fmla="*/ 1603208 h 1661862"/>
                <a:gd name="csX730" fmla="*/ 1188871 w 1722772"/>
                <a:gd name="csY730" fmla="*/ 1603208 h 1661862"/>
                <a:gd name="csX731" fmla="*/ 1190375 w 1722772"/>
                <a:gd name="csY731" fmla="*/ 1601704 h 1661862"/>
                <a:gd name="csX732" fmla="*/ 1190375 w 1722772"/>
                <a:gd name="csY732" fmla="*/ 1600200 h 1661862"/>
                <a:gd name="csX733" fmla="*/ 1193382 w 1722772"/>
                <a:gd name="csY733" fmla="*/ 1584409 h 1661862"/>
                <a:gd name="csX734" fmla="*/ 1194886 w 1722772"/>
                <a:gd name="csY734" fmla="*/ 1579145 h 1661862"/>
                <a:gd name="csX735" fmla="*/ 1195638 w 1722772"/>
                <a:gd name="csY735" fmla="*/ 1577641 h 1661862"/>
                <a:gd name="csX736" fmla="*/ 1195638 w 1722772"/>
                <a:gd name="csY736" fmla="*/ 1567113 h 1661862"/>
                <a:gd name="csX737" fmla="*/ 1200902 w 1722772"/>
                <a:gd name="csY737" fmla="*/ 1547562 h 1661862"/>
                <a:gd name="csX738" fmla="*/ 1200902 w 1722772"/>
                <a:gd name="csY738" fmla="*/ 1545306 h 1661862"/>
                <a:gd name="csX739" fmla="*/ 1200902 w 1722772"/>
                <a:gd name="csY739" fmla="*/ 1543802 h 1661862"/>
                <a:gd name="csX740" fmla="*/ 1200902 w 1722772"/>
                <a:gd name="csY740" fmla="*/ 1540794 h 1661862"/>
                <a:gd name="csX741" fmla="*/ 1200902 w 1722772"/>
                <a:gd name="csY741" fmla="*/ 1539290 h 1661862"/>
                <a:gd name="csX742" fmla="*/ 1200150 w 1722772"/>
                <a:gd name="csY742" fmla="*/ 1537786 h 1661862"/>
                <a:gd name="csX743" fmla="*/ 1191878 w 1722772"/>
                <a:gd name="csY743" fmla="*/ 1538538 h 1661862"/>
                <a:gd name="csX744" fmla="*/ 1189623 w 1722772"/>
                <a:gd name="csY744" fmla="*/ 1539290 h 1661862"/>
                <a:gd name="csX745" fmla="*/ 1187367 w 1722772"/>
                <a:gd name="csY745" fmla="*/ 1540794 h 1661862"/>
                <a:gd name="csX746" fmla="*/ 1179847 w 1722772"/>
                <a:gd name="csY746" fmla="*/ 1546810 h 1661862"/>
                <a:gd name="csX747" fmla="*/ 1178343 w 1722772"/>
                <a:gd name="csY747" fmla="*/ 1549066 h 1661862"/>
                <a:gd name="csX748" fmla="*/ 1176839 w 1722772"/>
                <a:gd name="csY748" fmla="*/ 1550570 h 1661862"/>
                <a:gd name="csX749" fmla="*/ 1176087 w 1722772"/>
                <a:gd name="csY749" fmla="*/ 1552074 h 1661862"/>
                <a:gd name="csX750" fmla="*/ 1173831 w 1722772"/>
                <a:gd name="csY750" fmla="*/ 1555834 h 1661862"/>
                <a:gd name="csX751" fmla="*/ 1160296 w 1722772"/>
                <a:gd name="csY751" fmla="*/ 1570873 h 1661862"/>
                <a:gd name="csX752" fmla="*/ 1155784 w 1722772"/>
                <a:gd name="csY752" fmla="*/ 1574633 h 1661862"/>
                <a:gd name="csX753" fmla="*/ 1146760 w 1722772"/>
                <a:gd name="csY753" fmla="*/ 1579145 h 1661862"/>
                <a:gd name="csX754" fmla="*/ 1145256 w 1722772"/>
                <a:gd name="csY754" fmla="*/ 1580649 h 1661862"/>
                <a:gd name="csX755" fmla="*/ 1143752 w 1722772"/>
                <a:gd name="csY755" fmla="*/ 1582905 h 1661862"/>
                <a:gd name="csX756" fmla="*/ 1143000 w 1722772"/>
                <a:gd name="csY756" fmla="*/ 1584409 h 1661862"/>
                <a:gd name="csX757" fmla="*/ 1143000 w 1722772"/>
                <a:gd name="csY757" fmla="*/ 1585913 h 1661862"/>
                <a:gd name="csX758" fmla="*/ 1141496 w 1722772"/>
                <a:gd name="csY758" fmla="*/ 1588921 h 1661862"/>
                <a:gd name="csX759" fmla="*/ 1139992 w 1722772"/>
                <a:gd name="csY759" fmla="*/ 1591176 h 1661862"/>
                <a:gd name="csX760" fmla="*/ 1136232 w 1722772"/>
                <a:gd name="csY760" fmla="*/ 1595688 h 1661862"/>
                <a:gd name="csX761" fmla="*/ 1133225 w 1722772"/>
                <a:gd name="csY761" fmla="*/ 1597192 h 1661862"/>
                <a:gd name="csX762" fmla="*/ 1130969 w 1722772"/>
                <a:gd name="csY762" fmla="*/ 1597944 h 1661862"/>
                <a:gd name="csX763" fmla="*/ 1127961 w 1722772"/>
                <a:gd name="csY763" fmla="*/ 1597192 h 1661862"/>
                <a:gd name="csX764" fmla="*/ 1124201 w 1722772"/>
                <a:gd name="csY764" fmla="*/ 1597944 h 1661862"/>
                <a:gd name="csX765" fmla="*/ 1117433 w 1722772"/>
                <a:gd name="csY765" fmla="*/ 1599448 h 1661862"/>
                <a:gd name="csX766" fmla="*/ 1104650 w 1722772"/>
                <a:gd name="csY766" fmla="*/ 1605464 h 1661862"/>
                <a:gd name="csX767" fmla="*/ 1101642 w 1722772"/>
                <a:gd name="csY767" fmla="*/ 1606216 h 1661862"/>
                <a:gd name="csX768" fmla="*/ 1099386 w 1722772"/>
                <a:gd name="csY768" fmla="*/ 1606216 h 1661862"/>
                <a:gd name="csX769" fmla="*/ 1094874 w 1722772"/>
                <a:gd name="csY769" fmla="*/ 1605464 h 1661862"/>
                <a:gd name="csX770" fmla="*/ 1093370 w 1722772"/>
                <a:gd name="csY770" fmla="*/ 1604712 h 1661862"/>
                <a:gd name="csX771" fmla="*/ 1091866 w 1722772"/>
                <a:gd name="csY771" fmla="*/ 1603960 h 1661862"/>
                <a:gd name="csX772" fmla="*/ 1091866 w 1722772"/>
                <a:gd name="csY772" fmla="*/ 1602456 h 1661862"/>
                <a:gd name="csX773" fmla="*/ 1091114 w 1722772"/>
                <a:gd name="csY773" fmla="*/ 1599448 h 1661862"/>
                <a:gd name="csX774" fmla="*/ 1090362 w 1722772"/>
                <a:gd name="csY774" fmla="*/ 1597944 h 1661862"/>
                <a:gd name="csX775" fmla="*/ 1090362 w 1722772"/>
                <a:gd name="csY775" fmla="*/ 1594936 h 1661862"/>
                <a:gd name="csX776" fmla="*/ 1090362 w 1722772"/>
                <a:gd name="csY776" fmla="*/ 1593432 h 1661862"/>
                <a:gd name="csX777" fmla="*/ 1089610 w 1722772"/>
                <a:gd name="csY777" fmla="*/ 1591928 h 1661862"/>
                <a:gd name="csX778" fmla="*/ 1088858 w 1722772"/>
                <a:gd name="csY778" fmla="*/ 1590424 h 1661862"/>
                <a:gd name="csX779" fmla="*/ 1088106 w 1722772"/>
                <a:gd name="csY779" fmla="*/ 1589672 h 1661862"/>
                <a:gd name="csX780" fmla="*/ 1079834 w 1722772"/>
                <a:gd name="csY780" fmla="*/ 1584409 h 1661862"/>
                <a:gd name="csX781" fmla="*/ 1076074 w 1722772"/>
                <a:gd name="csY781" fmla="*/ 1581401 h 1661862"/>
                <a:gd name="csX782" fmla="*/ 1073067 w 1722772"/>
                <a:gd name="csY782" fmla="*/ 1579897 h 1661862"/>
                <a:gd name="csX783" fmla="*/ 1071563 w 1722772"/>
                <a:gd name="csY783" fmla="*/ 1579145 h 1661862"/>
                <a:gd name="csX784" fmla="*/ 1070059 w 1722772"/>
                <a:gd name="csY784" fmla="*/ 1579145 h 1661862"/>
                <a:gd name="csX785" fmla="*/ 1064043 w 1722772"/>
                <a:gd name="csY785" fmla="*/ 1579145 h 1661862"/>
                <a:gd name="csX786" fmla="*/ 1062539 w 1722772"/>
                <a:gd name="csY786" fmla="*/ 1578393 h 1661862"/>
                <a:gd name="csX787" fmla="*/ 1061035 w 1722772"/>
                <a:gd name="csY787" fmla="*/ 1578393 h 1661862"/>
                <a:gd name="csX788" fmla="*/ 1047500 w 1722772"/>
                <a:gd name="csY788" fmla="*/ 1580649 h 1661862"/>
                <a:gd name="csX789" fmla="*/ 1039228 w 1722772"/>
                <a:gd name="csY789" fmla="*/ 1583657 h 1661862"/>
                <a:gd name="csX790" fmla="*/ 1036220 w 1722772"/>
                <a:gd name="csY790" fmla="*/ 1585161 h 1661862"/>
                <a:gd name="csX791" fmla="*/ 1034716 w 1722772"/>
                <a:gd name="csY791" fmla="*/ 1586665 h 1661862"/>
                <a:gd name="csX792" fmla="*/ 1033964 w 1722772"/>
                <a:gd name="csY792" fmla="*/ 1588169 h 1661862"/>
                <a:gd name="csX793" fmla="*/ 1032460 w 1722772"/>
                <a:gd name="csY793" fmla="*/ 1591176 h 1661862"/>
                <a:gd name="csX794" fmla="*/ 1031708 w 1722772"/>
                <a:gd name="csY794" fmla="*/ 1592680 h 1661862"/>
                <a:gd name="csX795" fmla="*/ 1030204 w 1722772"/>
                <a:gd name="csY795" fmla="*/ 1594184 h 1661862"/>
                <a:gd name="csX796" fmla="*/ 1016669 w 1722772"/>
                <a:gd name="csY796" fmla="*/ 1601704 h 1661862"/>
                <a:gd name="csX797" fmla="*/ 1014413 w 1722772"/>
                <a:gd name="csY797" fmla="*/ 1602456 h 1661862"/>
                <a:gd name="csX798" fmla="*/ 1012157 w 1722772"/>
                <a:gd name="csY798" fmla="*/ 1602456 h 1661862"/>
                <a:gd name="csX799" fmla="*/ 1007645 w 1722772"/>
                <a:gd name="csY799" fmla="*/ 1602456 h 1661862"/>
                <a:gd name="csX800" fmla="*/ 1005389 w 1722772"/>
                <a:gd name="csY800" fmla="*/ 1602456 h 1661862"/>
                <a:gd name="csX801" fmla="*/ 989597 w 1722772"/>
                <a:gd name="csY801" fmla="*/ 1606216 h 1661862"/>
                <a:gd name="csX802" fmla="*/ 985838 w 1722772"/>
                <a:gd name="csY802" fmla="*/ 1606216 h 1661862"/>
                <a:gd name="csX803" fmla="*/ 983582 w 1722772"/>
                <a:gd name="csY803" fmla="*/ 1606216 h 1661862"/>
                <a:gd name="csX804" fmla="*/ 973806 w 1722772"/>
                <a:gd name="csY804" fmla="*/ 1606968 h 1661862"/>
                <a:gd name="csX805" fmla="*/ 957263 w 1722772"/>
                <a:gd name="csY805" fmla="*/ 1597944 h 1661862"/>
                <a:gd name="csX806" fmla="*/ 954255 w 1722772"/>
                <a:gd name="csY806" fmla="*/ 1594936 h 1661862"/>
                <a:gd name="csX807" fmla="*/ 952751 w 1722772"/>
                <a:gd name="csY807" fmla="*/ 1593432 h 1661862"/>
                <a:gd name="csX808" fmla="*/ 949743 w 1722772"/>
                <a:gd name="csY808" fmla="*/ 1591176 h 1661862"/>
                <a:gd name="csX809" fmla="*/ 948239 w 1722772"/>
                <a:gd name="csY809" fmla="*/ 1590424 h 1661862"/>
                <a:gd name="csX810" fmla="*/ 944479 w 1722772"/>
                <a:gd name="csY810" fmla="*/ 1589672 h 1661862"/>
                <a:gd name="csX811" fmla="*/ 942223 w 1722772"/>
                <a:gd name="csY811" fmla="*/ 1588169 h 1661862"/>
                <a:gd name="csX812" fmla="*/ 939967 w 1722772"/>
                <a:gd name="csY812" fmla="*/ 1586665 h 1661862"/>
                <a:gd name="csX813" fmla="*/ 933951 w 1722772"/>
                <a:gd name="csY813" fmla="*/ 1585161 h 1661862"/>
                <a:gd name="csX814" fmla="*/ 924176 w 1722772"/>
                <a:gd name="csY814" fmla="*/ 1580649 h 1661862"/>
                <a:gd name="csX815" fmla="*/ 920416 w 1722772"/>
                <a:gd name="csY815" fmla="*/ 1577641 h 1661862"/>
                <a:gd name="csX816" fmla="*/ 918912 w 1722772"/>
                <a:gd name="csY816" fmla="*/ 1575385 h 1661862"/>
                <a:gd name="csX817" fmla="*/ 914400 w 1722772"/>
                <a:gd name="csY817" fmla="*/ 1570121 h 1661862"/>
                <a:gd name="csX818" fmla="*/ 913648 w 1722772"/>
                <a:gd name="csY818" fmla="*/ 1568617 h 1661862"/>
                <a:gd name="csX819" fmla="*/ 912896 w 1722772"/>
                <a:gd name="csY819" fmla="*/ 1567865 h 1661862"/>
                <a:gd name="csX820" fmla="*/ 912144 w 1722772"/>
                <a:gd name="csY820" fmla="*/ 1564857 h 1661862"/>
                <a:gd name="csX821" fmla="*/ 911392 w 1722772"/>
                <a:gd name="csY821" fmla="*/ 1563353 h 1661862"/>
                <a:gd name="csX822" fmla="*/ 909136 w 1722772"/>
                <a:gd name="csY822" fmla="*/ 1561097 h 1661862"/>
                <a:gd name="csX823" fmla="*/ 905377 w 1722772"/>
                <a:gd name="csY823" fmla="*/ 1558842 h 1661862"/>
                <a:gd name="csX824" fmla="*/ 903120 w 1722772"/>
                <a:gd name="csY824" fmla="*/ 1558090 h 1661862"/>
                <a:gd name="csX825" fmla="*/ 898609 w 1722772"/>
                <a:gd name="csY825" fmla="*/ 1557338 h 1661862"/>
                <a:gd name="csX826" fmla="*/ 894097 w 1722772"/>
                <a:gd name="csY826" fmla="*/ 1555082 h 1661862"/>
                <a:gd name="csX827" fmla="*/ 891089 w 1722772"/>
                <a:gd name="csY827" fmla="*/ 1555834 h 1661862"/>
                <a:gd name="csX828" fmla="*/ 882065 w 1722772"/>
                <a:gd name="csY828" fmla="*/ 1554330 h 1661862"/>
                <a:gd name="csX829" fmla="*/ 879809 w 1722772"/>
                <a:gd name="csY829" fmla="*/ 1552826 h 1661862"/>
                <a:gd name="csX830" fmla="*/ 878305 w 1722772"/>
                <a:gd name="csY830" fmla="*/ 1552074 h 1661862"/>
                <a:gd name="csX831" fmla="*/ 876049 w 1722772"/>
                <a:gd name="csY831" fmla="*/ 1549066 h 1661862"/>
                <a:gd name="csX832" fmla="*/ 875298 w 1722772"/>
                <a:gd name="csY832" fmla="*/ 1548314 h 1661862"/>
                <a:gd name="csX833" fmla="*/ 873042 w 1722772"/>
                <a:gd name="csY833" fmla="*/ 1546810 h 1661862"/>
                <a:gd name="csX834" fmla="*/ 868530 w 1722772"/>
                <a:gd name="csY834" fmla="*/ 1545306 h 1661862"/>
                <a:gd name="csX835" fmla="*/ 864018 w 1722772"/>
                <a:gd name="csY835" fmla="*/ 1543050 h 1661862"/>
                <a:gd name="csX836" fmla="*/ 852738 w 1722772"/>
                <a:gd name="csY836" fmla="*/ 1540794 h 1661862"/>
                <a:gd name="csX837" fmla="*/ 850482 w 1722772"/>
                <a:gd name="csY837" fmla="*/ 1539290 h 1661862"/>
                <a:gd name="csX838" fmla="*/ 849730 w 1722772"/>
                <a:gd name="csY838" fmla="*/ 1538538 h 1661862"/>
                <a:gd name="csX839" fmla="*/ 848979 w 1722772"/>
                <a:gd name="csY839" fmla="*/ 1537786 h 1661862"/>
                <a:gd name="csX840" fmla="*/ 848979 w 1722772"/>
                <a:gd name="csY840" fmla="*/ 1537034 h 1661862"/>
                <a:gd name="csX841" fmla="*/ 848227 w 1722772"/>
                <a:gd name="csY841" fmla="*/ 1535530 h 1661862"/>
                <a:gd name="csX842" fmla="*/ 847474 w 1722772"/>
                <a:gd name="csY842" fmla="*/ 1534026 h 1661862"/>
                <a:gd name="csX843" fmla="*/ 845970 w 1722772"/>
                <a:gd name="csY843" fmla="*/ 1531771 h 1661862"/>
                <a:gd name="csX844" fmla="*/ 842963 w 1722772"/>
                <a:gd name="csY844" fmla="*/ 1529514 h 1661862"/>
                <a:gd name="csX845" fmla="*/ 840707 w 1722772"/>
                <a:gd name="csY845" fmla="*/ 1528763 h 1661862"/>
                <a:gd name="csX846" fmla="*/ 834691 w 1722772"/>
                <a:gd name="csY846" fmla="*/ 1528011 h 1661862"/>
                <a:gd name="csX847" fmla="*/ 831683 w 1722772"/>
                <a:gd name="csY847" fmla="*/ 1528011 h 1661862"/>
                <a:gd name="csX848" fmla="*/ 829427 w 1722772"/>
                <a:gd name="csY848" fmla="*/ 1528763 h 1661862"/>
                <a:gd name="csX849" fmla="*/ 826419 w 1722772"/>
                <a:gd name="csY849" fmla="*/ 1529514 h 1661862"/>
                <a:gd name="csX850" fmla="*/ 818900 w 1722772"/>
                <a:gd name="csY850" fmla="*/ 1531019 h 1661862"/>
                <a:gd name="csX851" fmla="*/ 815140 w 1722772"/>
                <a:gd name="csY851" fmla="*/ 1531771 h 1661862"/>
                <a:gd name="csX852" fmla="*/ 813636 w 1722772"/>
                <a:gd name="csY852" fmla="*/ 1532523 h 1661862"/>
                <a:gd name="csX853" fmla="*/ 812132 w 1722772"/>
                <a:gd name="csY853" fmla="*/ 1533274 h 1661862"/>
                <a:gd name="csX854" fmla="*/ 810628 w 1722772"/>
                <a:gd name="csY854" fmla="*/ 1534026 h 1661862"/>
                <a:gd name="csX855" fmla="*/ 809876 w 1722772"/>
                <a:gd name="csY855" fmla="*/ 1534778 h 1661862"/>
                <a:gd name="csX856" fmla="*/ 804612 w 1722772"/>
                <a:gd name="csY856" fmla="*/ 1540794 h 1661862"/>
                <a:gd name="csX857" fmla="*/ 803860 w 1722772"/>
                <a:gd name="csY857" fmla="*/ 1542298 h 1661862"/>
                <a:gd name="csX858" fmla="*/ 802356 w 1722772"/>
                <a:gd name="csY858" fmla="*/ 1543050 h 1661862"/>
                <a:gd name="csX859" fmla="*/ 800100 w 1722772"/>
                <a:gd name="csY859" fmla="*/ 1543802 h 1661862"/>
                <a:gd name="csX860" fmla="*/ 798596 w 1722772"/>
                <a:gd name="csY860" fmla="*/ 1543802 h 1661862"/>
                <a:gd name="csX861" fmla="*/ 796340 w 1722772"/>
                <a:gd name="csY861" fmla="*/ 1543050 h 1661862"/>
                <a:gd name="csX862" fmla="*/ 794836 w 1722772"/>
                <a:gd name="csY862" fmla="*/ 1543050 h 1661862"/>
                <a:gd name="csX863" fmla="*/ 791828 w 1722772"/>
                <a:gd name="csY863" fmla="*/ 1546058 h 1661862"/>
                <a:gd name="csX864" fmla="*/ 788821 w 1722772"/>
                <a:gd name="csY864" fmla="*/ 1547562 h 1661862"/>
                <a:gd name="csX865" fmla="*/ 786565 w 1722772"/>
                <a:gd name="csY865" fmla="*/ 1548314 h 1661862"/>
                <a:gd name="csX866" fmla="*/ 783557 w 1722772"/>
                <a:gd name="csY866" fmla="*/ 1549066 h 1661862"/>
                <a:gd name="csX867" fmla="*/ 781301 w 1722772"/>
                <a:gd name="csY867" fmla="*/ 1548314 h 1661862"/>
                <a:gd name="csX868" fmla="*/ 776037 w 1722772"/>
                <a:gd name="csY868" fmla="*/ 1546810 h 1661862"/>
                <a:gd name="csX869" fmla="*/ 774533 w 1722772"/>
                <a:gd name="csY869" fmla="*/ 1546810 h 1661862"/>
                <a:gd name="csX870" fmla="*/ 773781 w 1722772"/>
                <a:gd name="csY870" fmla="*/ 1546810 h 1661862"/>
                <a:gd name="csX871" fmla="*/ 772277 w 1722772"/>
                <a:gd name="csY871" fmla="*/ 1547562 h 1661862"/>
                <a:gd name="csX872" fmla="*/ 770021 w 1722772"/>
                <a:gd name="csY872" fmla="*/ 1547562 h 1661862"/>
                <a:gd name="csX873" fmla="*/ 748966 w 1722772"/>
                <a:gd name="csY873" fmla="*/ 1549818 h 1661862"/>
                <a:gd name="csX874" fmla="*/ 736934 w 1722772"/>
                <a:gd name="csY874" fmla="*/ 1548314 h 1661862"/>
                <a:gd name="csX875" fmla="*/ 735430 w 1722772"/>
                <a:gd name="csY875" fmla="*/ 1549066 h 1661862"/>
                <a:gd name="csX876" fmla="*/ 731671 w 1722772"/>
                <a:gd name="csY876" fmla="*/ 1552074 h 1661862"/>
                <a:gd name="csX877" fmla="*/ 730919 w 1722772"/>
                <a:gd name="csY877" fmla="*/ 1552826 h 1661862"/>
                <a:gd name="csX878" fmla="*/ 730919 w 1722772"/>
                <a:gd name="csY878" fmla="*/ 1553578 h 1661862"/>
                <a:gd name="csX879" fmla="*/ 730167 w 1722772"/>
                <a:gd name="csY879" fmla="*/ 1555834 h 1661862"/>
                <a:gd name="csX880" fmla="*/ 730167 w 1722772"/>
                <a:gd name="csY880" fmla="*/ 1556586 h 1661862"/>
                <a:gd name="csX881" fmla="*/ 730167 w 1722772"/>
                <a:gd name="csY881" fmla="*/ 1557338 h 1661862"/>
                <a:gd name="csX882" fmla="*/ 729415 w 1722772"/>
                <a:gd name="csY882" fmla="*/ 1558090 h 1661862"/>
                <a:gd name="csX883" fmla="*/ 727911 w 1722772"/>
                <a:gd name="csY883" fmla="*/ 1558842 h 1661862"/>
                <a:gd name="csX884" fmla="*/ 724903 w 1722772"/>
                <a:gd name="csY884" fmla="*/ 1560345 h 1661862"/>
                <a:gd name="csX885" fmla="*/ 723399 w 1722772"/>
                <a:gd name="csY885" fmla="*/ 1561097 h 1661862"/>
                <a:gd name="csX886" fmla="*/ 722647 w 1722772"/>
                <a:gd name="csY886" fmla="*/ 1561097 h 1661862"/>
                <a:gd name="csX887" fmla="*/ 722647 w 1722772"/>
                <a:gd name="csY887" fmla="*/ 1561849 h 1661862"/>
                <a:gd name="csX888" fmla="*/ 721895 w 1722772"/>
                <a:gd name="csY888" fmla="*/ 1562602 h 1661862"/>
                <a:gd name="csX889" fmla="*/ 721895 w 1722772"/>
                <a:gd name="csY889" fmla="*/ 1563353 h 1661862"/>
                <a:gd name="csX890" fmla="*/ 721895 w 1722772"/>
                <a:gd name="csY890" fmla="*/ 1564105 h 1661862"/>
                <a:gd name="csX891" fmla="*/ 722647 w 1722772"/>
                <a:gd name="csY891" fmla="*/ 1568617 h 1661862"/>
                <a:gd name="csX892" fmla="*/ 722647 w 1722772"/>
                <a:gd name="csY892" fmla="*/ 1569369 h 1661862"/>
                <a:gd name="csX893" fmla="*/ 721895 w 1722772"/>
                <a:gd name="csY893" fmla="*/ 1573881 h 1661862"/>
                <a:gd name="csX894" fmla="*/ 721143 w 1722772"/>
                <a:gd name="csY894" fmla="*/ 1574633 h 1661862"/>
                <a:gd name="csX895" fmla="*/ 721143 w 1722772"/>
                <a:gd name="csY895" fmla="*/ 1575385 h 1661862"/>
                <a:gd name="csX896" fmla="*/ 719639 w 1722772"/>
                <a:gd name="csY896" fmla="*/ 1576137 h 1661862"/>
                <a:gd name="csX897" fmla="*/ 719639 w 1722772"/>
                <a:gd name="csY897" fmla="*/ 1576889 h 1661862"/>
                <a:gd name="csX898" fmla="*/ 717383 w 1722772"/>
                <a:gd name="csY898" fmla="*/ 1579145 h 1661862"/>
                <a:gd name="csX899" fmla="*/ 715127 w 1722772"/>
                <a:gd name="csY899" fmla="*/ 1582153 h 1661862"/>
                <a:gd name="csX900" fmla="*/ 714375 w 1722772"/>
                <a:gd name="csY900" fmla="*/ 1582905 h 1661862"/>
                <a:gd name="csX901" fmla="*/ 713623 w 1722772"/>
                <a:gd name="csY901" fmla="*/ 1583657 h 1661862"/>
                <a:gd name="csX902" fmla="*/ 711367 w 1722772"/>
                <a:gd name="csY902" fmla="*/ 1585161 h 1661862"/>
                <a:gd name="csX903" fmla="*/ 710615 w 1722772"/>
                <a:gd name="csY903" fmla="*/ 1585161 h 1661862"/>
                <a:gd name="csX904" fmla="*/ 709111 w 1722772"/>
                <a:gd name="csY904" fmla="*/ 1586665 h 1661862"/>
                <a:gd name="csX905" fmla="*/ 706855 w 1722772"/>
                <a:gd name="csY905" fmla="*/ 1588169 h 1661862"/>
                <a:gd name="csX906" fmla="*/ 703095 w 1722772"/>
                <a:gd name="csY906" fmla="*/ 1589672 h 1661862"/>
                <a:gd name="csX907" fmla="*/ 702344 w 1722772"/>
                <a:gd name="csY907" fmla="*/ 1590424 h 1661862"/>
                <a:gd name="csX908" fmla="*/ 702344 w 1722772"/>
                <a:gd name="csY908" fmla="*/ 1591176 h 1661862"/>
                <a:gd name="csX909" fmla="*/ 701592 w 1722772"/>
                <a:gd name="csY909" fmla="*/ 1591928 h 1661862"/>
                <a:gd name="csX910" fmla="*/ 701592 w 1722772"/>
                <a:gd name="csY910" fmla="*/ 1592680 h 1661862"/>
                <a:gd name="csX911" fmla="*/ 701592 w 1722772"/>
                <a:gd name="csY911" fmla="*/ 1593432 h 1661862"/>
                <a:gd name="csX912" fmla="*/ 702344 w 1722772"/>
                <a:gd name="csY912" fmla="*/ 1599448 h 1661862"/>
                <a:gd name="csX913" fmla="*/ 702344 w 1722772"/>
                <a:gd name="csY913" fmla="*/ 1600200 h 1661862"/>
                <a:gd name="csX914" fmla="*/ 702344 w 1722772"/>
                <a:gd name="csY914" fmla="*/ 1600952 h 1661862"/>
                <a:gd name="csX915" fmla="*/ 702344 w 1722772"/>
                <a:gd name="csY915" fmla="*/ 1601704 h 1661862"/>
                <a:gd name="csX916" fmla="*/ 701592 w 1722772"/>
                <a:gd name="csY916" fmla="*/ 1602456 h 1661862"/>
                <a:gd name="csX917" fmla="*/ 685800 w 1722772"/>
                <a:gd name="csY917" fmla="*/ 1619751 h 1661862"/>
                <a:gd name="csX918" fmla="*/ 683544 w 1722772"/>
                <a:gd name="csY918" fmla="*/ 1621255 h 1661862"/>
                <a:gd name="csX919" fmla="*/ 679784 w 1722772"/>
                <a:gd name="csY919" fmla="*/ 1622759 h 1661862"/>
                <a:gd name="csX920" fmla="*/ 678280 w 1722772"/>
                <a:gd name="csY920" fmla="*/ 1623511 h 1661862"/>
                <a:gd name="csX921" fmla="*/ 667753 w 1722772"/>
                <a:gd name="csY921" fmla="*/ 1625015 h 1661862"/>
                <a:gd name="csX922" fmla="*/ 664745 w 1722772"/>
                <a:gd name="csY922" fmla="*/ 1625767 h 1661862"/>
                <a:gd name="csX923" fmla="*/ 660233 w 1722772"/>
                <a:gd name="csY923" fmla="*/ 1628775 h 1661862"/>
                <a:gd name="csX924" fmla="*/ 635418 w 1722772"/>
                <a:gd name="csY924" fmla="*/ 1635543 h 1661862"/>
                <a:gd name="csX925" fmla="*/ 633914 w 1722772"/>
                <a:gd name="csY925" fmla="*/ 1636295 h 1661862"/>
                <a:gd name="csX926" fmla="*/ 633162 w 1722772"/>
                <a:gd name="csY926" fmla="*/ 1636295 h 1661862"/>
                <a:gd name="csX927" fmla="*/ 632410 w 1722772"/>
                <a:gd name="csY927" fmla="*/ 1637047 h 1661862"/>
                <a:gd name="csX928" fmla="*/ 632410 w 1722772"/>
                <a:gd name="csY928" fmla="*/ 1637799 h 1661862"/>
                <a:gd name="csX929" fmla="*/ 631658 w 1722772"/>
                <a:gd name="csY929" fmla="*/ 1639303 h 1661862"/>
                <a:gd name="csX930" fmla="*/ 629402 w 1722772"/>
                <a:gd name="csY930" fmla="*/ 1644566 h 1661862"/>
                <a:gd name="csX931" fmla="*/ 627898 w 1722772"/>
                <a:gd name="csY931" fmla="*/ 1646823 h 1661862"/>
                <a:gd name="csX932" fmla="*/ 627146 w 1722772"/>
                <a:gd name="csY932" fmla="*/ 1648326 h 1661862"/>
                <a:gd name="csX933" fmla="*/ 627146 w 1722772"/>
                <a:gd name="csY933" fmla="*/ 1649078 h 1661862"/>
                <a:gd name="csX934" fmla="*/ 626394 w 1722772"/>
                <a:gd name="csY934" fmla="*/ 1648326 h 1661862"/>
                <a:gd name="csX935" fmla="*/ 626394 w 1722772"/>
                <a:gd name="csY935" fmla="*/ 1647574 h 1661862"/>
                <a:gd name="csX936" fmla="*/ 626394 w 1722772"/>
                <a:gd name="csY936" fmla="*/ 1646070 h 1661862"/>
                <a:gd name="csX937" fmla="*/ 626394 w 1722772"/>
                <a:gd name="csY937" fmla="*/ 1645319 h 1661862"/>
                <a:gd name="csX938" fmla="*/ 627146 w 1722772"/>
                <a:gd name="csY938" fmla="*/ 1643063 h 1661862"/>
                <a:gd name="csX939" fmla="*/ 627146 w 1722772"/>
                <a:gd name="csY939" fmla="*/ 1642311 h 1661862"/>
                <a:gd name="csX940" fmla="*/ 627146 w 1722772"/>
                <a:gd name="csY940" fmla="*/ 1641559 h 1661862"/>
                <a:gd name="csX941" fmla="*/ 627146 w 1722772"/>
                <a:gd name="csY941" fmla="*/ 1640807 h 1661862"/>
                <a:gd name="csX942" fmla="*/ 626394 w 1722772"/>
                <a:gd name="csY942" fmla="*/ 1640055 h 1661862"/>
                <a:gd name="csX943" fmla="*/ 624890 w 1722772"/>
                <a:gd name="csY943" fmla="*/ 1638551 h 1661862"/>
                <a:gd name="csX944" fmla="*/ 624138 w 1722772"/>
                <a:gd name="csY944" fmla="*/ 1637047 h 1661862"/>
                <a:gd name="csX945" fmla="*/ 624138 w 1722772"/>
                <a:gd name="csY945" fmla="*/ 1636295 h 1661862"/>
                <a:gd name="csX946" fmla="*/ 623386 w 1722772"/>
                <a:gd name="csY946" fmla="*/ 1636295 h 1661862"/>
                <a:gd name="csX947" fmla="*/ 622634 w 1722772"/>
                <a:gd name="csY947" fmla="*/ 1635543 h 1661862"/>
                <a:gd name="csX948" fmla="*/ 619627 w 1722772"/>
                <a:gd name="csY948" fmla="*/ 1635543 h 1661862"/>
                <a:gd name="csX949" fmla="*/ 618875 w 1722772"/>
                <a:gd name="csY949" fmla="*/ 1634791 h 1661862"/>
                <a:gd name="csX950" fmla="*/ 618123 w 1722772"/>
                <a:gd name="csY950" fmla="*/ 1634791 h 1661862"/>
                <a:gd name="csX951" fmla="*/ 615867 w 1722772"/>
                <a:gd name="csY951" fmla="*/ 1632535 h 1661862"/>
                <a:gd name="csX952" fmla="*/ 614363 w 1722772"/>
                <a:gd name="csY952" fmla="*/ 1631783 h 1661862"/>
                <a:gd name="csX953" fmla="*/ 612107 w 1722772"/>
                <a:gd name="csY953" fmla="*/ 1630279 h 1661862"/>
                <a:gd name="csX954" fmla="*/ 611355 w 1722772"/>
                <a:gd name="csY954" fmla="*/ 1629527 h 1661862"/>
                <a:gd name="csX955" fmla="*/ 608347 w 1722772"/>
                <a:gd name="csY955" fmla="*/ 1628775 h 1661862"/>
                <a:gd name="csX956" fmla="*/ 607595 w 1722772"/>
                <a:gd name="csY956" fmla="*/ 1628775 h 1661862"/>
                <a:gd name="csX957" fmla="*/ 607595 w 1722772"/>
                <a:gd name="csY957" fmla="*/ 1628023 h 1661862"/>
                <a:gd name="csX958" fmla="*/ 606843 w 1722772"/>
                <a:gd name="csY958" fmla="*/ 1628023 h 1661862"/>
                <a:gd name="csX959" fmla="*/ 606843 w 1722772"/>
                <a:gd name="csY959" fmla="*/ 1627271 h 1661862"/>
                <a:gd name="csX960" fmla="*/ 606843 w 1722772"/>
                <a:gd name="csY960" fmla="*/ 1626519 h 1661862"/>
                <a:gd name="csX961" fmla="*/ 606843 w 1722772"/>
                <a:gd name="csY961" fmla="*/ 1625767 h 1661862"/>
                <a:gd name="csX962" fmla="*/ 606843 w 1722772"/>
                <a:gd name="csY962" fmla="*/ 1622759 h 1661862"/>
                <a:gd name="csX963" fmla="*/ 606843 w 1722772"/>
                <a:gd name="csY963" fmla="*/ 1622007 h 1661862"/>
                <a:gd name="csX964" fmla="*/ 606091 w 1722772"/>
                <a:gd name="csY964" fmla="*/ 1622007 h 1661862"/>
                <a:gd name="csX965" fmla="*/ 606091 w 1722772"/>
                <a:gd name="csY965" fmla="*/ 1619751 h 1661862"/>
                <a:gd name="csX966" fmla="*/ 602331 w 1722772"/>
                <a:gd name="csY966" fmla="*/ 1615991 h 1661862"/>
                <a:gd name="csX967" fmla="*/ 601579 w 1722772"/>
                <a:gd name="csY967" fmla="*/ 1615991 h 1661862"/>
                <a:gd name="csX968" fmla="*/ 600827 w 1722772"/>
                <a:gd name="csY968" fmla="*/ 1615240 h 1661862"/>
                <a:gd name="csX969" fmla="*/ 596315 w 1722772"/>
                <a:gd name="csY969" fmla="*/ 1615991 h 1661862"/>
                <a:gd name="csX970" fmla="*/ 594811 w 1722772"/>
                <a:gd name="csY970" fmla="*/ 1615991 h 1661862"/>
                <a:gd name="csX971" fmla="*/ 590299 w 1722772"/>
                <a:gd name="csY971" fmla="*/ 1614488 h 1661862"/>
                <a:gd name="csX972" fmla="*/ 588796 w 1722772"/>
                <a:gd name="csY972" fmla="*/ 1615240 h 1661862"/>
                <a:gd name="csX973" fmla="*/ 586540 w 1722772"/>
                <a:gd name="csY973" fmla="*/ 1614488 h 1661862"/>
                <a:gd name="csX974" fmla="*/ 584284 w 1722772"/>
                <a:gd name="csY974" fmla="*/ 1612984 h 1661862"/>
                <a:gd name="csX975" fmla="*/ 582028 w 1722772"/>
                <a:gd name="csY975" fmla="*/ 1610728 h 1661862"/>
                <a:gd name="csX976" fmla="*/ 580524 w 1722772"/>
                <a:gd name="csY976" fmla="*/ 1608472 h 1661862"/>
                <a:gd name="csX977" fmla="*/ 579772 w 1722772"/>
                <a:gd name="csY977" fmla="*/ 1606216 h 1661862"/>
                <a:gd name="csX978" fmla="*/ 579020 w 1722772"/>
                <a:gd name="csY978" fmla="*/ 1603208 h 1661862"/>
                <a:gd name="csX979" fmla="*/ 579020 w 1722772"/>
                <a:gd name="csY979" fmla="*/ 1596440 h 1661862"/>
                <a:gd name="csX980" fmla="*/ 579020 w 1722772"/>
                <a:gd name="csY980" fmla="*/ 1594184 h 1661862"/>
                <a:gd name="csX981" fmla="*/ 579020 w 1722772"/>
                <a:gd name="csY981" fmla="*/ 1590424 h 1661862"/>
                <a:gd name="csX982" fmla="*/ 579020 w 1722772"/>
                <a:gd name="csY982" fmla="*/ 1586665 h 1661862"/>
                <a:gd name="csX983" fmla="*/ 577516 w 1722772"/>
                <a:gd name="csY983" fmla="*/ 1582905 h 1661862"/>
                <a:gd name="csX984" fmla="*/ 575260 w 1722772"/>
                <a:gd name="csY984" fmla="*/ 1580649 h 1661862"/>
                <a:gd name="csX985" fmla="*/ 571500 w 1722772"/>
                <a:gd name="csY985" fmla="*/ 1579145 h 1661862"/>
                <a:gd name="csX986" fmla="*/ 569244 w 1722772"/>
                <a:gd name="csY986" fmla="*/ 1579145 h 1661862"/>
                <a:gd name="csX987" fmla="*/ 565484 w 1722772"/>
                <a:gd name="csY987" fmla="*/ 1579897 h 1661862"/>
                <a:gd name="csX988" fmla="*/ 560972 w 1722772"/>
                <a:gd name="csY988" fmla="*/ 1580649 h 1661862"/>
                <a:gd name="csX989" fmla="*/ 555709 w 1722772"/>
                <a:gd name="csY989" fmla="*/ 1580649 h 1661862"/>
                <a:gd name="csX990" fmla="*/ 549693 w 1722772"/>
                <a:gd name="csY990" fmla="*/ 1579145 h 1661862"/>
                <a:gd name="csX991" fmla="*/ 545181 w 1722772"/>
                <a:gd name="csY991" fmla="*/ 1576889 h 1661862"/>
                <a:gd name="csX992" fmla="*/ 539165 w 1722772"/>
                <a:gd name="csY992" fmla="*/ 1571625 h 1661862"/>
                <a:gd name="csX993" fmla="*/ 536909 w 1722772"/>
                <a:gd name="csY993" fmla="*/ 1570873 h 1661862"/>
                <a:gd name="csX994" fmla="*/ 531646 w 1722772"/>
                <a:gd name="csY994" fmla="*/ 1568617 h 1661862"/>
                <a:gd name="csX995" fmla="*/ 530141 w 1722772"/>
                <a:gd name="csY995" fmla="*/ 1567113 h 1661862"/>
                <a:gd name="csX996" fmla="*/ 525630 w 1722772"/>
                <a:gd name="csY996" fmla="*/ 1562602 h 1661862"/>
                <a:gd name="csX997" fmla="*/ 524126 w 1722772"/>
                <a:gd name="csY997" fmla="*/ 1561097 h 1661862"/>
                <a:gd name="csX998" fmla="*/ 522622 w 1722772"/>
                <a:gd name="csY998" fmla="*/ 1561097 h 1661862"/>
                <a:gd name="csX999" fmla="*/ 520366 w 1722772"/>
                <a:gd name="csY999" fmla="*/ 1560345 h 1661862"/>
                <a:gd name="csX1000" fmla="*/ 518862 w 1722772"/>
                <a:gd name="csY1000" fmla="*/ 1560345 h 1661862"/>
                <a:gd name="csX1001" fmla="*/ 515854 w 1722772"/>
                <a:gd name="csY1001" fmla="*/ 1558090 h 1661862"/>
                <a:gd name="csX1002" fmla="*/ 513598 w 1722772"/>
                <a:gd name="csY1002" fmla="*/ 1552826 h 1661862"/>
                <a:gd name="csX1003" fmla="*/ 512094 w 1722772"/>
                <a:gd name="csY1003" fmla="*/ 1550570 h 1661862"/>
                <a:gd name="csX1004" fmla="*/ 510590 w 1722772"/>
                <a:gd name="csY1004" fmla="*/ 1549818 h 1661862"/>
                <a:gd name="csX1005" fmla="*/ 508334 w 1722772"/>
                <a:gd name="csY1005" fmla="*/ 1549818 h 1661862"/>
                <a:gd name="csX1006" fmla="*/ 506830 w 1722772"/>
                <a:gd name="csY1006" fmla="*/ 1549066 h 1661862"/>
                <a:gd name="csX1007" fmla="*/ 505326 w 1722772"/>
                <a:gd name="csY1007" fmla="*/ 1548314 h 1661862"/>
                <a:gd name="csX1008" fmla="*/ 503071 w 1722772"/>
                <a:gd name="csY1008" fmla="*/ 1546058 h 1661862"/>
                <a:gd name="csX1009" fmla="*/ 501567 w 1722772"/>
                <a:gd name="csY1009" fmla="*/ 1545306 h 1661862"/>
                <a:gd name="csX1010" fmla="*/ 500063 w 1722772"/>
                <a:gd name="csY1010" fmla="*/ 1544554 h 1661862"/>
                <a:gd name="csX1011" fmla="*/ 494799 w 1722772"/>
                <a:gd name="csY1011" fmla="*/ 1543802 h 1661862"/>
                <a:gd name="csX1012" fmla="*/ 489535 w 1722772"/>
                <a:gd name="csY1012" fmla="*/ 1540794 h 1661862"/>
                <a:gd name="csX1013" fmla="*/ 486527 w 1722772"/>
                <a:gd name="csY1013" fmla="*/ 1536282 h 1661862"/>
                <a:gd name="csX1014" fmla="*/ 485775 w 1722772"/>
                <a:gd name="csY1014" fmla="*/ 1530267 h 1661862"/>
                <a:gd name="csX1015" fmla="*/ 485775 w 1722772"/>
                <a:gd name="csY1015" fmla="*/ 1515979 h 1661862"/>
                <a:gd name="csX1016" fmla="*/ 485023 w 1722772"/>
                <a:gd name="csY1016" fmla="*/ 1512219 h 1661862"/>
                <a:gd name="csX1017" fmla="*/ 483519 w 1722772"/>
                <a:gd name="csY1017" fmla="*/ 1509211 h 1661862"/>
                <a:gd name="csX1018" fmla="*/ 482767 w 1722772"/>
                <a:gd name="csY1018" fmla="*/ 1506955 h 1661862"/>
                <a:gd name="csX1019" fmla="*/ 481263 w 1722772"/>
                <a:gd name="csY1019" fmla="*/ 1496428 h 1661862"/>
                <a:gd name="csX1020" fmla="*/ 480511 w 1722772"/>
                <a:gd name="csY1020" fmla="*/ 1493420 h 1661862"/>
                <a:gd name="csX1021" fmla="*/ 478255 w 1722772"/>
                <a:gd name="csY1021" fmla="*/ 1488156 h 1661862"/>
                <a:gd name="csX1022" fmla="*/ 476752 w 1722772"/>
                <a:gd name="csY1022" fmla="*/ 1480636 h 1661862"/>
                <a:gd name="csX1023" fmla="*/ 476000 w 1722772"/>
                <a:gd name="csY1023" fmla="*/ 1478380 h 1661862"/>
                <a:gd name="csX1024" fmla="*/ 476752 w 1722772"/>
                <a:gd name="csY1024" fmla="*/ 1476876 h 1661862"/>
                <a:gd name="csX1025" fmla="*/ 478255 w 1722772"/>
                <a:gd name="csY1025" fmla="*/ 1474621 h 1661862"/>
                <a:gd name="csX1026" fmla="*/ 478255 w 1722772"/>
                <a:gd name="csY1026" fmla="*/ 1473116 h 1661862"/>
                <a:gd name="csX1027" fmla="*/ 478255 w 1722772"/>
                <a:gd name="csY1027" fmla="*/ 1467101 h 1661862"/>
                <a:gd name="csX1028" fmla="*/ 474495 w 1722772"/>
                <a:gd name="csY1028" fmla="*/ 1455069 h 1661862"/>
                <a:gd name="csX1029" fmla="*/ 474495 w 1722772"/>
                <a:gd name="csY1029" fmla="*/ 1448301 h 1661862"/>
                <a:gd name="csX1030" fmla="*/ 475247 w 1722772"/>
                <a:gd name="csY1030" fmla="*/ 1443038 h 1661862"/>
                <a:gd name="csX1031" fmla="*/ 478255 w 1722772"/>
                <a:gd name="csY1031" fmla="*/ 1437774 h 1661862"/>
                <a:gd name="csX1032" fmla="*/ 493295 w 1722772"/>
                <a:gd name="csY1032" fmla="*/ 1420478 h 1661862"/>
                <a:gd name="csX1033" fmla="*/ 494799 w 1722772"/>
                <a:gd name="csY1033" fmla="*/ 1415215 h 1661862"/>
                <a:gd name="csX1034" fmla="*/ 491791 w 1722772"/>
                <a:gd name="csY1034" fmla="*/ 1409199 h 1661862"/>
                <a:gd name="csX1035" fmla="*/ 492543 w 1722772"/>
                <a:gd name="csY1035" fmla="*/ 1406943 h 1661862"/>
                <a:gd name="csX1036" fmla="*/ 495551 w 1722772"/>
                <a:gd name="csY1036" fmla="*/ 1403935 h 1661862"/>
                <a:gd name="csX1037" fmla="*/ 496303 w 1722772"/>
                <a:gd name="csY1037" fmla="*/ 1401679 h 1661862"/>
                <a:gd name="csX1038" fmla="*/ 495551 w 1722772"/>
                <a:gd name="csY1038" fmla="*/ 1385888 h 1661862"/>
                <a:gd name="csX1039" fmla="*/ 494047 w 1722772"/>
                <a:gd name="csY1039" fmla="*/ 1384384 h 1661862"/>
                <a:gd name="csX1040" fmla="*/ 487279 w 1722772"/>
                <a:gd name="csY1040" fmla="*/ 1384384 h 1661862"/>
                <a:gd name="csX1041" fmla="*/ 486527 w 1722772"/>
                <a:gd name="csY1041" fmla="*/ 1385136 h 1661862"/>
                <a:gd name="csX1042" fmla="*/ 484271 w 1722772"/>
                <a:gd name="csY1042" fmla="*/ 1388896 h 1661862"/>
                <a:gd name="csX1043" fmla="*/ 483519 w 1722772"/>
                <a:gd name="csY1043" fmla="*/ 1390399 h 1661862"/>
                <a:gd name="csX1044" fmla="*/ 479759 w 1722772"/>
                <a:gd name="csY1044" fmla="*/ 1391903 h 1661862"/>
                <a:gd name="csX1045" fmla="*/ 476752 w 1722772"/>
                <a:gd name="csY1045" fmla="*/ 1392655 h 1661862"/>
                <a:gd name="csX1046" fmla="*/ 465472 w 1722772"/>
                <a:gd name="csY1046" fmla="*/ 1392655 h 1661862"/>
                <a:gd name="csX1047" fmla="*/ 436897 w 1722772"/>
                <a:gd name="csY1047" fmla="*/ 1391151 h 1661862"/>
                <a:gd name="csX1048" fmla="*/ 408322 w 1722772"/>
                <a:gd name="csY1048" fmla="*/ 1390399 h 1661862"/>
                <a:gd name="csX1049" fmla="*/ 378995 w 1722772"/>
                <a:gd name="csY1049" fmla="*/ 1388896 h 1661862"/>
                <a:gd name="csX1050" fmla="*/ 350420 w 1722772"/>
                <a:gd name="csY1050" fmla="*/ 1388144 h 1661862"/>
                <a:gd name="csX1051" fmla="*/ 321845 w 1722772"/>
                <a:gd name="csY1051" fmla="*/ 1387392 h 1661862"/>
                <a:gd name="csX1052" fmla="*/ 292518 w 1722772"/>
                <a:gd name="csY1052" fmla="*/ 1385888 h 1661862"/>
                <a:gd name="csX1053" fmla="*/ 263943 w 1722772"/>
                <a:gd name="csY1053" fmla="*/ 1385136 h 1661862"/>
                <a:gd name="csX1054" fmla="*/ 235368 w 1722772"/>
                <a:gd name="csY1054" fmla="*/ 1383632 h 1661862"/>
                <a:gd name="csX1055" fmla="*/ 224840 w 1722772"/>
                <a:gd name="csY1055" fmla="*/ 1383632 h 1661862"/>
                <a:gd name="csX1056" fmla="*/ 219576 w 1722772"/>
                <a:gd name="csY1056" fmla="*/ 1382128 h 1661862"/>
                <a:gd name="csX1057" fmla="*/ 216569 w 1722772"/>
                <a:gd name="csY1057" fmla="*/ 1375360 h 1661862"/>
                <a:gd name="csX1058" fmla="*/ 215817 w 1722772"/>
                <a:gd name="csY1058" fmla="*/ 1357313 h 1661862"/>
                <a:gd name="csX1059" fmla="*/ 215065 w 1722772"/>
                <a:gd name="csY1059" fmla="*/ 1340769 h 1661862"/>
                <a:gd name="csX1060" fmla="*/ 212809 w 1722772"/>
                <a:gd name="csY1060" fmla="*/ 1317458 h 1661862"/>
                <a:gd name="csX1061" fmla="*/ 209801 w 1722772"/>
                <a:gd name="csY1061" fmla="*/ 1285875 h 1661862"/>
                <a:gd name="csX1062" fmla="*/ 208297 w 1722772"/>
                <a:gd name="csY1062" fmla="*/ 1262564 h 1661862"/>
                <a:gd name="csX1063" fmla="*/ 206793 w 1722772"/>
                <a:gd name="csY1063" fmla="*/ 1258052 h 1661862"/>
                <a:gd name="csX1064" fmla="*/ 204537 w 1722772"/>
                <a:gd name="csY1064" fmla="*/ 1255044 h 1661862"/>
                <a:gd name="csX1065" fmla="*/ 191002 w 1722772"/>
                <a:gd name="csY1065" fmla="*/ 1238501 h 1661862"/>
                <a:gd name="csX1066" fmla="*/ 174458 w 1722772"/>
                <a:gd name="csY1066" fmla="*/ 1218197 h 1661862"/>
                <a:gd name="csX1067" fmla="*/ 163930 w 1722772"/>
                <a:gd name="csY1067" fmla="*/ 1206166 h 1661862"/>
                <a:gd name="csX1068" fmla="*/ 155659 w 1722772"/>
                <a:gd name="csY1068" fmla="*/ 1198646 h 1661862"/>
                <a:gd name="csX1069" fmla="*/ 184986 w 1722772"/>
                <a:gd name="csY1069" fmla="*/ 1198646 h 1661862"/>
                <a:gd name="csX1070" fmla="*/ 202281 w 1722772"/>
                <a:gd name="csY1070" fmla="*/ 1197894 h 1661862"/>
                <a:gd name="csX1071" fmla="*/ 203033 w 1722772"/>
                <a:gd name="csY1071" fmla="*/ 1196390 h 1661862"/>
                <a:gd name="csX1072" fmla="*/ 203033 w 1722772"/>
                <a:gd name="csY1072" fmla="*/ 1185863 h 1661862"/>
                <a:gd name="csX1073" fmla="*/ 202281 w 1722772"/>
                <a:gd name="csY1073" fmla="*/ 1173079 h 1661862"/>
                <a:gd name="csX1074" fmla="*/ 201529 w 1722772"/>
                <a:gd name="csY1074" fmla="*/ 1160296 h 1661862"/>
                <a:gd name="csX1075" fmla="*/ 200777 w 1722772"/>
                <a:gd name="csY1075" fmla="*/ 1147512 h 1661862"/>
                <a:gd name="csX1076" fmla="*/ 200777 w 1722772"/>
                <a:gd name="csY1076" fmla="*/ 1134728 h 1661862"/>
                <a:gd name="csX1077" fmla="*/ 200025 w 1722772"/>
                <a:gd name="csY1077" fmla="*/ 1125705 h 1661862"/>
                <a:gd name="csX1078" fmla="*/ 197769 w 1722772"/>
                <a:gd name="csY1078" fmla="*/ 1121945 h 1661862"/>
                <a:gd name="csX1079" fmla="*/ 191002 w 1722772"/>
                <a:gd name="csY1079" fmla="*/ 1116681 h 1661862"/>
                <a:gd name="csX1080" fmla="*/ 187993 w 1722772"/>
                <a:gd name="csY1080" fmla="*/ 1111417 h 1661862"/>
                <a:gd name="csX1081" fmla="*/ 193257 w 1722772"/>
                <a:gd name="csY1081" fmla="*/ 1109913 h 1661862"/>
                <a:gd name="csX1082" fmla="*/ 191753 w 1722772"/>
                <a:gd name="csY1082" fmla="*/ 1103898 h 1661862"/>
                <a:gd name="csX1083" fmla="*/ 187242 w 1722772"/>
                <a:gd name="csY1083" fmla="*/ 1092618 h 1661862"/>
                <a:gd name="csX1084" fmla="*/ 184986 w 1722772"/>
                <a:gd name="csY1084" fmla="*/ 1082842 h 1661862"/>
                <a:gd name="csX1085" fmla="*/ 183482 w 1722772"/>
                <a:gd name="csY1085" fmla="*/ 1079834 h 1661862"/>
                <a:gd name="csX1086" fmla="*/ 175210 w 1722772"/>
                <a:gd name="csY1086" fmla="*/ 1073067 h 1661862"/>
                <a:gd name="csX1087" fmla="*/ 173706 w 1722772"/>
                <a:gd name="csY1087" fmla="*/ 1070059 h 1661862"/>
                <a:gd name="csX1088" fmla="*/ 173706 w 1722772"/>
                <a:gd name="csY1088" fmla="*/ 1066299 h 1661862"/>
                <a:gd name="csX1089" fmla="*/ 174458 w 1722772"/>
                <a:gd name="csY1089" fmla="*/ 1061787 h 1661862"/>
                <a:gd name="csX1090" fmla="*/ 174458 w 1722772"/>
                <a:gd name="csY1090" fmla="*/ 1058027 h 1661862"/>
                <a:gd name="csX1091" fmla="*/ 172202 w 1722772"/>
                <a:gd name="csY1091" fmla="*/ 1054267 h 1661862"/>
                <a:gd name="csX1092" fmla="*/ 171450 w 1722772"/>
                <a:gd name="csY1092" fmla="*/ 1052011 h 1661862"/>
                <a:gd name="csX1093" fmla="*/ 171450 w 1722772"/>
                <a:gd name="csY1093" fmla="*/ 1049003 h 1661862"/>
                <a:gd name="csX1094" fmla="*/ 172202 w 1722772"/>
                <a:gd name="csY1094" fmla="*/ 1045243 h 1661862"/>
                <a:gd name="csX1095" fmla="*/ 172954 w 1722772"/>
                <a:gd name="csY1095" fmla="*/ 1042988 h 1661862"/>
                <a:gd name="csX1096" fmla="*/ 174458 w 1722772"/>
                <a:gd name="csY1096" fmla="*/ 1042236 h 1661862"/>
                <a:gd name="csX1097" fmla="*/ 178218 w 1722772"/>
                <a:gd name="csY1097" fmla="*/ 1041484 h 1661862"/>
                <a:gd name="csX1098" fmla="*/ 180474 w 1722772"/>
                <a:gd name="csY1098" fmla="*/ 1039228 h 1661862"/>
                <a:gd name="csX1099" fmla="*/ 181978 w 1722772"/>
                <a:gd name="csY1099" fmla="*/ 1035468 h 1661862"/>
                <a:gd name="csX1100" fmla="*/ 184234 w 1722772"/>
                <a:gd name="csY1100" fmla="*/ 1027948 h 1661862"/>
                <a:gd name="csX1101" fmla="*/ 185738 w 1722772"/>
                <a:gd name="csY1101" fmla="*/ 1024940 h 1661862"/>
                <a:gd name="csX1102" fmla="*/ 185738 w 1722772"/>
                <a:gd name="csY1102" fmla="*/ 1024188 h 1661862"/>
                <a:gd name="csX1103" fmla="*/ 184986 w 1722772"/>
                <a:gd name="csY1103" fmla="*/ 1022684 h 1661862"/>
                <a:gd name="csX1104" fmla="*/ 184234 w 1722772"/>
                <a:gd name="csY1104" fmla="*/ 1022684 h 1661862"/>
                <a:gd name="csX1105" fmla="*/ 182730 w 1722772"/>
                <a:gd name="csY1105" fmla="*/ 1021932 h 1661862"/>
                <a:gd name="csX1106" fmla="*/ 181978 w 1722772"/>
                <a:gd name="csY1106" fmla="*/ 1020428 h 1661862"/>
                <a:gd name="csX1107" fmla="*/ 182730 w 1722772"/>
                <a:gd name="csY1107" fmla="*/ 1018924 h 1661862"/>
                <a:gd name="csX1108" fmla="*/ 181978 w 1722772"/>
                <a:gd name="csY1108" fmla="*/ 1018172 h 1661862"/>
                <a:gd name="csX1109" fmla="*/ 178970 w 1722772"/>
                <a:gd name="csY1109" fmla="*/ 1015165 h 1661862"/>
                <a:gd name="csX1110" fmla="*/ 177466 w 1722772"/>
                <a:gd name="csY1110" fmla="*/ 1014412 h 1661862"/>
                <a:gd name="csX1111" fmla="*/ 175962 w 1722772"/>
                <a:gd name="csY1111" fmla="*/ 1010653 h 1661862"/>
                <a:gd name="csX1112" fmla="*/ 175210 w 1722772"/>
                <a:gd name="csY1112" fmla="*/ 1006893 h 1661862"/>
                <a:gd name="csX1113" fmla="*/ 173706 w 1722772"/>
                <a:gd name="csY1113" fmla="*/ 1002381 h 1661862"/>
                <a:gd name="csX1114" fmla="*/ 173706 w 1722772"/>
                <a:gd name="csY1114" fmla="*/ 998621 h 1661862"/>
                <a:gd name="csX1115" fmla="*/ 172954 w 1722772"/>
                <a:gd name="csY1115" fmla="*/ 995613 h 1661862"/>
                <a:gd name="csX1116" fmla="*/ 169946 w 1722772"/>
                <a:gd name="csY1116" fmla="*/ 994109 h 1661862"/>
                <a:gd name="csX1117" fmla="*/ 158667 w 1722772"/>
                <a:gd name="csY1117" fmla="*/ 991101 h 1661862"/>
                <a:gd name="csX1118" fmla="*/ 157163 w 1722772"/>
                <a:gd name="csY1118" fmla="*/ 990349 h 1661862"/>
                <a:gd name="csX1119" fmla="*/ 156411 w 1722772"/>
                <a:gd name="csY1119" fmla="*/ 989597 h 1661862"/>
                <a:gd name="csX1120" fmla="*/ 155659 w 1722772"/>
                <a:gd name="csY1120" fmla="*/ 988093 h 1661862"/>
                <a:gd name="csX1121" fmla="*/ 154907 w 1722772"/>
                <a:gd name="csY1121" fmla="*/ 987342 h 1661862"/>
                <a:gd name="csX1122" fmla="*/ 154155 w 1722772"/>
                <a:gd name="csY1122" fmla="*/ 986590 h 1661862"/>
                <a:gd name="csX1123" fmla="*/ 150395 w 1722772"/>
                <a:gd name="csY1123" fmla="*/ 985838 h 1661862"/>
                <a:gd name="csX1124" fmla="*/ 145131 w 1722772"/>
                <a:gd name="csY1124" fmla="*/ 982830 h 1661862"/>
                <a:gd name="csX1125" fmla="*/ 134603 w 1722772"/>
                <a:gd name="csY1125" fmla="*/ 974558 h 1661862"/>
                <a:gd name="csX1126" fmla="*/ 138363 w 1722772"/>
                <a:gd name="csY1126" fmla="*/ 969294 h 1661862"/>
                <a:gd name="csX1127" fmla="*/ 144379 w 1722772"/>
                <a:gd name="csY1127" fmla="*/ 964782 h 1661862"/>
                <a:gd name="csX1128" fmla="*/ 170698 w 1722772"/>
                <a:gd name="csY1128" fmla="*/ 946735 h 1661862"/>
                <a:gd name="csX1129" fmla="*/ 182730 w 1722772"/>
                <a:gd name="csY1129" fmla="*/ 939967 h 1661862"/>
                <a:gd name="csX1130" fmla="*/ 184234 w 1722772"/>
                <a:gd name="csY1130" fmla="*/ 938463 h 1661862"/>
                <a:gd name="csX1131" fmla="*/ 185738 w 1722772"/>
                <a:gd name="csY1131" fmla="*/ 936207 h 1661862"/>
                <a:gd name="csX1132" fmla="*/ 187242 w 1722772"/>
                <a:gd name="csY1132" fmla="*/ 933199 h 1661862"/>
                <a:gd name="csX1133" fmla="*/ 187993 w 1722772"/>
                <a:gd name="csY1133" fmla="*/ 930944 h 1661862"/>
                <a:gd name="csX1134" fmla="*/ 187993 w 1722772"/>
                <a:gd name="csY1134" fmla="*/ 926432 h 1661862"/>
                <a:gd name="csX1135" fmla="*/ 189497 w 1722772"/>
                <a:gd name="csY1135" fmla="*/ 921920 h 1661862"/>
                <a:gd name="csX1136" fmla="*/ 190249 w 1722772"/>
                <a:gd name="csY1136" fmla="*/ 916656 h 1661862"/>
                <a:gd name="csX1137" fmla="*/ 191002 w 1722772"/>
                <a:gd name="csY1137" fmla="*/ 913648 h 1661862"/>
                <a:gd name="csX1138" fmla="*/ 192505 w 1722772"/>
                <a:gd name="csY1138" fmla="*/ 909888 h 1661862"/>
                <a:gd name="csX1139" fmla="*/ 202281 w 1722772"/>
                <a:gd name="csY1139" fmla="*/ 892593 h 1661862"/>
                <a:gd name="csX1140" fmla="*/ 203785 w 1722772"/>
                <a:gd name="csY1140" fmla="*/ 889585 h 1661862"/>
                <a:gd name="csX1141" fmla="*/ 203785 w 1722772"/>
                <a:gd name="csY1141" fmla="*/ 888081 h 1661862"/>
                <a:gd name="csX1142" fmla="*/ 203033 w 1722772"/>
                <a:gd name="csY1142" fmla="*/ 883569 h 1661862"/>
                <a:gd name="csX1143" fmla="*/ 203033 w 1722772"/>
                <a:gd name="csY1143" fmla="*/ 882065 h 1661862"/>
                <a:gd name="csX1144" fmla="*/ 203785 w 1722772"/>
                <a:gd name="csY1144" fmla="*/ 879809 h 1661862"/>
                <a:gd name="csX1145" fmla="*/ 205289 w 1722772"/>
                <a:gd name="csY1145" fmla="*/ 877553 h 1661862"/>
                <a:gd name="csX1146" fmla="*/ 211305 w 1722772"/>
                <a:gd name="csY1146" fmla="*/ 871537 h 1661862"/>
                <a:gd name="csX1147" fmla="*/ 212809 w 1722772"/>
                <a:gd name="csY1147" fmla="*/ 868530 h 1661862"/>
                <a:gd name="csX1148" fmla="*/ 214313 w 1722772"/>
                <a:gd name="csY1148" fmla="*/ 867026 h 1661862"/>
                <a:gd name="csX1149" fmla="*/ 217321 w 1722772"/>
                <a:gd name="csY1149" fmla="*/ 864770 h 1661862"/>
                <a:gd name="csX1150" fmla="*/ 219576 w 1722772"/>
                <a:gd name="csY1150" fmla="*/ 864018 h 1661862"/>
                <a:gd name="csX1151" fmla="*/ 221080 w 1722772"/>
                <a:gd name="csY1151" fmla="*/ 863266 h 1661862"/>
                <a:gd name="csX1152" fmla="*/ 227848 w 1722772"/>
                <a:gd name="csY1152" fmla="*/ 861762 h 1661862"/>
                <a:gd name="csX1153" fmla="*/ 230104 w 1722772"/>
                <a:gd name="csY1153" fmla="*/ 861010 h 1661862"/>
                <a:gd name="csX1154" fmla="*/ 231608 w 1722772"/>
                <a:gd name="csY1154" fmla="*/ 860258 h 1661862"/>
                <a:gd name="csX1155" fmla="*/ 233112 w 1722772"/>
                <a:gd name="csY1155" fmla="*/ 858002 h 1661862"/>
                <a:gd name="csX1156" fmla="*/ 237624 w 1722772"/>
                <a:gd name="csY1156" fmla="*/ 851986 h 1661862"/>
                <a:gd name="csX1157" fmla="*/ 238376 w 1722772"/>
                <a:gd name="csY1157" fmla="*/ 849730 h 1661862"/>
                <a:gd name="csX1158" fmla="*/ 239880 w 1722772"/>
                <a:gd name="csY1158" fmla="*/ 846722 h 1661862"/>
                <a:gd name="csX1159" fmla="*/ 240632 w 1722772"/>
                <a:gd name="csY1159" fmla="*/ 842963 h 1661862"/>
                <a:gd name="csX1160" fmla="*/ 242136 w 1722772"/>
                <a:gd name="csY1160" fmla="*/ 835443 h 1661862"/>
                <a:gd name="csX1161" fmla="*/ 243640 w 1722772"/>
                <a:gd name="csY1161" fmla="*/ 829427 h 1661862"/>
                <a:gd name="csX1162" fmla="*/ 244391 w 1722772"/>
                <a:gd name="csY1162" fmla="*/ 827171 h 1661862"/>
                <a:gd name="csX1163" fmla="*/ 245895 w 1722772"/>
                <a:gd name="csY1163" fmla="*/ 825667 h 1661862"/>
                <a:gd name="csX1164" fmla="*/ 257927 w 1722772"/>
                <a:gd name="csY1164" fmla="*/ 812132 h 1661862"/>
                <a:gd name="csX1165" fmla="*/ 267703 w 1722772"/>
                <a:gd name="csY1165" fmla="*/ 785061 h 1661862"/>
                <a:gd name="csX1166" fmla="*/ 270711 w 1722772"/>
                <a:gd name="csY1166" fmla="*/ 779045 h 1661862"/>
                <a:gd name="csX1167" fmla="*/ 270711 w 1722772"/>
                <a:gd name="csY1167" fmla="*/ 777541 h 1661862"/>
                <a:gd name="csX1168" fmla="*/ 270711 w 1722772"/>
                <a:gd name="csY1168" fmla="*/ 776037 h 1661862"/>
                <a:gd name="csX1169" fmla="*/ 268455 w 1722772"/>
                <a:gd name="csY1169" fmla="*/ 772277 h 1661862"/>
                <a:gd name="csX1170" fmla="*/ 265447 w 1722772"/>
                <a:gd name="csY1170" fmla="*/ 766261 h 1661862"/>
                <a:gd name="csX1171" fmla="*/ 261687 w 1722772"/>
                <a:gd name="csY1171" fmla="*/ 758741 h 1661862"/>
                <a:gd name="csX1172" fmla="*/ 260935 w 1722772"/>
                <a:gd name="csY1172" fmla="*/ 756486 h 1661862"/>
                <a:gd name="csX1173" fmla="*/ 260935 w 1722772"/>
                <a:gd name="csY1173" fmla="*/ 753478 h 1661862"/>
                <a:gd name="csX1174" fmla="*/ 260935 w 1722772"/>
                <a:gd name="csY1174" fmla="*/ 736182 h 1661862"/>
                <a:gd name="csX1175" fmla="*/ 260935 w 1722772"/>
                <a:gd name="csY1175" fmla="*/ 733926 h 1661862"/>
                <a:gd name="csX1176" fmla="*/ 260183 w 1722772"/>
                <a:gd name="csY1176" fmla="*/ 731671 h 1661862"/>
                <a:gd name="csX1177" fmla="*/ 254167 w 1722772"/>
                <a:gd name="csY1177" fmla="*/ 724151 h 1661862"/>
                <a:gd name="csX1178" fmla="*/ 252663 w 1722772"/>
                <a:gd name="csY1178" fmla="*/ 718135 h 1661862"/>
                <a:gd name="csX1179" fmla="*/ 249655 w 1722772"/>
                <a:gd name="csY1179" fmla="*/ 711367 h 1661862"/>
                <a:gd name="csX1180" fmla="*/ 246648 w 1722772"/>
                <a:gd name="csY1180" fmla="*/ 703095 h 1661862"/>
                <a:gd name="csX1181" fmla="*/ 245143 w 1722772"/>
                <a:gd name="csY1181" fmla="*/ 701592 h 1661862"/>
                <a:gd name="csX1182" fmla="*/ 244391 w 1722772"/>
                <a:gd name="csY1182" fmla="*/ 700840 h 1661862"/>
                <a:gd name="csX1183" fmla="*/ 242888 w 1722772"/>
                <a:gd name="csY1183" fmla="*/ 700840 h 1661862"/>
                <a:gd name="csX1184" fmla="*/ 241384 w 1722772"/>
                <a:gd name="csY1184" fmla="*/ 700840 h 1661862"/>
                <a:gd name="csX1185" fmla="*/ 238376 w 1722772"/>
                <a:gd name="csY1185" fmla="*/ 702343 h 1661862"/>
                <a:gd name="csX1186" fmla="*/ 236872 w 1722772"/>
                <a:gd name="csY1186" fmla="*/ 702343 h 1661862"/>
                <a:gd name="csX1187" fmla="*/ 235368 w 1722772"/>
                <a:gd name="csY1187" fmla="*/ 701592 h 1661862"/>
                <a:gd name="csX1188" fmla="*/ 233864 w 1722772"/>
                <a:gd name="csY1188" fmla="*/ 699336 h 1661862"/>
                <a:gd name="csX1189" fmla="*/ 232360 w 1722772"/>
                <a:gd name="csY1189" fmla="*/ 697080 h 1661862"/>
                <a:gd name="csX1190" fmla="*/ 231608 w 1722772"/>
                <a:gd name="csY1190" fmla="*/ 693320 h 1661862"/>
                <a:gd name="csX1191" fmla="*/ 230856 w 1722772"/>
                <a:gd name="csY1191" fmla="*/ 691064 h 1661862"/>
                <a:gd name="csX1192" fmla="*/ 230856 w 1722772"/>
                <a:gd name="csY1192" fmla="*/ 684296 h 1661862"/>
                <a:gd name="csX1193" fmla="*/ 230856 w 1722772"/>
                <a:gd name="csY1193" fmla="*/ 682040 h 1661862"/>
                <a:gd name="csX1194" fmla="*/ 229352 w 1722772"/>
                <a:gd name="csY1194" fmla="*/ 678280 h 1661862"/>
                <a:gd name="csX1195" fmla="*/ 228600 w 1722772"/>
                <a:gd name="csY1195" fmla="*/ 676776 h 1661862"/>
                <a:gd name="csX1196" fmla="*/ 227848 w 1722772"/>
                <a:gd name="csY1196" fmla="*/ 663241 h 1661862"/>
                <a:gd name="csX1197" fmla="*/ 228600 w 1722772"/>
                <a:gd name="csY1197" fmla="*/ 655721 h 1661862"/>
                <a:gd name="csX1198" fmla="*/ 228600 w 1722772"/>
                <a:gd name="csY1198" fmla="*/ 654217 h 1661862"/>
                <a:gd name="csX1199" fmla="*/ 229352 w 1722772"/>
                <a:gd name="csY1199" fmla="*/ 652713 h 1661862"/>
                <a:gd name="csX1200" fmla="*/ 230856 w 1722772"/>
                <a:gd name="csY1200" fmla="*/ 651209 h 1661862"/>
                <a:gd name="csX1201" fmla="*/ 240632 w 1722772"/>
                <a:gd name="csY1201" fmla="*/ 644442 h 1661862"/>
                <a:gd name="csX1202" fmla="*/ 242136 w 1722772"/>
                <a:gd name="csY1202" fmla="*/ 642186 h 1661862"/>
                <a:gd name="csX1203" fmla="*/ 244391 w 1722772"/>
                <a:gd name="csY1203" fmla="*/ 639178 h 1661862"/>
                <a:gd name="csX1204" fmla="*/ 246648 w 1722772"/>
                <a:gd name="csY1204" fmla="*/ 636922 h 1661862"/>
                <a:gd name="csX1205" fmla="*/ 247400 w 1722772"/>
                <a:gd name="csY1205" fmla="*/ 635418 h 1661862"/>
                <a:gd name="csX1206" fmla="*/ 248151 w 1722772"/>
                <a:gd name="csY1206" fmla="*/ 631658 h 1661862"/>
                <a:gd name="csX1207" fmla="*/ 248903 w 1722772"/>
                <a:gd name="csY1207" fmla="*/ 630154 h 1661862"/>
                <a:gd name="csX1208" fmla="*/ 250407 w 1722772"/>
                <a:gd name="csY1208" fmla="*/ 628650 h 1661862"/>
                <a:gd name="csX1209" fmla="*/ 251911 w 1722772"/>
                <a:gd name="csY1209" fmla="*/ 627898 h 1661862"/>
                <a:gd name="csX1210" fmla="*/ 253415 w 1722772"/>
                <a:gd name="csY1210" fmla="*/ 627146 h 1661862"/>
                <a:gd name="csX1211" fmla="*/ 254919 w 1722772"/>
                <a:gd name="csY1211" fmla="*/ 625642 h 1661862"/>
                <a:gd name="csX1212" fmla="*/ 256423 w 1722772"/>
                <a:gd name="csY1212" fmla="*/ 624138 h 1661862"/>
                <a:gd name="csX1213" fmla="*/ 257175 w 1722772"/>
                <a:gd name="csY1213" fmla="*/ 622634 h 1661862"/>
                <a:gd name="csX1214" fmla="*/ 257927 w 1722772"/>
                <a:gd name="csY1214" fmla="*/ 621130 h 1661862"/>
                <a:gd name="csX1215" fmla="*/ 257175 w 1722772"/>
                <a:gd name="csY1215" fmla="*/ 617370 h 1661862"/>
                <a:gd name="csX1216" fmla="*/ 250407 w 1722772"/>
                <a:gd name="csY1216" fmla="*/ 603835 h 1661862"/>
                <a:gd name="csX1217" fmla="*/ 248903 w 1722772"/>
                <a:gd name="csY1217" fmla="*/ 600075 h 1661862"/>
                <a:gd name="csX1218" fmla="*/ 248151 w 1722772"/>
                <a:gd name="csY1218" fmla="*/ 597067 h 1661862"/>
                <a:gd name="csX1219" fmla="*/ 248151 w 1722772"/>
                <a:gd name="csY1219" fmla="*/ 594811 h 1661862"/>
                <a:gd name="csX1220" fmla="*/ 247400 w 1722772"/>
                <a:gd name="csY1220" fmla="*/ 591803 h 1661862"/>
                <a:gd name="csX1221" fmla="*/ 245143 w 1722772"/>
                <a:gd name="csY1221" fmla="*/ 585787 h 1661862"/>
                <a:gd name="csX1222" fmla="*/ 243640 w 1722772"/>
                <a:gd name="csY1222" fmla="*/ 583532 h 1661862"/>
                <a:gd name="csX1223" fmla="*/ 242136 w 1722772"/>
                <a:gd name="csY1223" fmla="*/ 582780 h 1661862"/>
                <a:gd name="csX1224" fmla="*/ 238376 w 1722772"/>
                <a:gd name="csY1224" fmla="*/ 582028 h 1661862"/>
                <a:gd name="csX1225" fmla="*/ 235368 w 1722772"/>
                <a:gd name="csY1225" fmla="*/ 579772 h 1661862"/>
                <a:gd name="csX1226" fmla="*/ 233864 w 1722772"/>
                <a:gd name="csY1226" fmla="*/ 579020 h 1661862"/>
                <a:gd name="csX1227" fmla="*/ 232360 w 1722772"/>
                <a:gd name="csY1227" fmla="*/ 579020 h 1661862"/>
                <a:gd name="csX1228" fmla="*/ 230104 w 1722772"/>
                <a:gd name="csY1228" fmla="*/ 579772 h 1661862"/>
                <a:gd name="csX1229" fmla="*/ 228600 w 1722772"/>
                <a:gd name="csY1229" fmla="*/ 579020 h 1661862"/>
                <a:gd name="csX1230" fmla="*/ 223336 w 1722772"/>
                <a:gd name="csY1230" fmla="*/ 577516 h 1661862"/>
                <a:gd name="csX1231" fmla="*/ 221832 w 1722772"/>
                <a:gd name="csY1231" fmla="*/ 577516 h 1661862"/>
                <a:gd name="csX1232" fmla="*/ 220328 w 1722772"/>
                <a:gd name="csY1232" fmla="*/ 578268 h 1661862"/>
                <a:gd name="csX1233" fmla="*/ 218824 w 1722772"/>
                <a:gd name="csY1233" fmla="*/ 579020 h 1661862"/>
                <a:gd name="csX1234" fmla="*/ 217321 w 1722772"/>
                <a:gd name="csY1234" fmla="*/ 579772 h 1661862"/>
                <a:gd name="csX1235" fmla="*/ 215065 w 1722772"/>
                <a:gd name="csY1235" fmla="*/ 579772 h 1661862"/>
                <a:gd name="csX1236" fmla="*/ 209049 w 1722772"/>
                <a:gd name="csY1236" fmla="*/ 577516 h 1661862"/>
                <a:gd name="csX1237" fmla="*/ 206793 w 1722772"/>
                <a:gd name="csY1237" fmla="*/ 577516 h 1661862"/>
                <a:gd name="csX1238" fmla="*/ 202281 w 1722772"/>
                <a:gd name="csY1238" fmla="*/ 573756 h 1661862"/>
                <a:gd name="csX1239" fmla="*/ 200025 w 1722772"/>
                <a:gd name="csY1239" fmla="*/ 573004 h 1661862"/>
                <a:gd name="csX1240" fmla="*/ 198521 w 1722772"/>
                <a:gd name="csY1240" fmla="*/ 573004 h 1661862"/>
                <a:gd name="csX1241" fmla="*/ 197017 w 1722772"/>
                <a:gd name="csY1241" fmla="*/ 573756 h 1661862"/>
                <a:gd name="csX1242" fmla="*/ 195513 w 1722772"/>
                <a:gd name="csY1242" fmla="*/ 574508 h 1661862"/>
                <a:gd name="csX1243" fmla="*/ 191002 w 1722772"/>
                <a:gd name="csY1243" fmla="*/ 577516 h 1661862"/>
                <a:gd name="csX1244" fmla="*/ 189497 w 1722772"/>
                <a:gd name="csY1244" fmla="*/ 578268 h 1661862"/>
                <a:gd name="csX1245" fmla="*/ 187993 w 1722772"/>
                <a:gd name="csY1245" fmla="*/ 578268 h 1661862"/>
                <a:gd name="csX1246" fmla="*/ 186490 w 1722772"/>
                <a:gd name="csY1246" fmla="*/ 577516 h 1661862"/>
                <a:gd name="csX1247" fmla="*/ 178218 w 1722772"/>
                <a:gd name="csY1247" fmla="*/ 569996 h 1661862"/>
                <a:gd name="csX1248" fmla="*/ 177466 w 1722772"/>
                <a:gd name="csY1248" fmla="*/ 567740 h 1661862"/>
                <a:gd name="csX1249" fmla="*/ 177466 w 1722772"/>
                <a:gd name="csY1249" fmla="*/ 565484 h 1661862"/>
                <a:gd name="csX1250" fmla="*/ 178218 w 1722772"/>
                <a:gd name="csY1250" fmla="*/ 563980 h 1661862"/>
                <a:gd name="csX1251" fmla="*/ 178218 w 1722772"/>
                <a:gd name="csY1251" fmla="*/ 562476 h 1661862"/>
                <a:gd name="csX1252" fmla="*/ 177466 w 1722772"/>
                <a:gd name="csY1252" fmla="*/ 561724 h 1661862"/>
                <a:gd name="csX1253" fmla="*/ 21807 w 1722772"/>
                <a:gd name="csY1253" fmla="*/ 560972 h 1661862"/>
                <a:gd name="csX1254" fmla="*/ 15791 w 1722772"/>
                <a:gd name="csY1254" fmla="*/ 559468 h 1661862"/>
                <a:gd name="csX1255" fmla="*/ 13536 w 1722772"/>
                <a:gd name="csY1255" fmla="*/ 556461 h 1661862"/>
                <a:gd name="csX1256" fmla="*/ 13536 w 1722772"/>
                <a:gd name="csY1256" fmla="*/ 554205 h 1661862"/>
                <a:gd name="csX1257" fmla="*/ 15791 w 1722772"/>
                <a:gd name="csY1257" fmla="*/ 542925 h 1661862"/>
                <a:gd name="csX1258" fmla="*/ 15791 w 1722772"/>
                <a:gd name="csY1258" fmla="*/ 540669 h 1661862"/>
                <a:gd name="csX1259" fmla="*/ 15791 w 1722772"/>
                <a:gd name="csY1259" fmla="*/ 537661 h 1661862"/>
                <a:gd name="csX1260" fmla="*/ 14288 w 1722772"/>
                <a:gd name="csY1260" fmla="*/ 531646 h 1661862"/>
                <a:gd name="csX1261" fmla="*/ 14288 w 1722772"/>
                <a:gd name="csY1261" fmla="*/ 529389 h 1661862"/>
                <a:gd name="csX1262" fmla="*/ 14288 w 1722772"/>
                <a:gd name="csY1262" fmla="*/ 527134 h 1661862"/>
                <a:gd name="csX1263" fmla="*/ 15791 w 1722772"/>
                <a:gd name="csY1263" fmla="*/ 526382 h 1661862"/>
                <a:gd name="csX1264" fmla="*/ 16544 w 1722772"/>
                <a:gd name="csY1264" fmla="*/ 527134 h 1661862"/>
                <a:gd name="csX1265" fmla="*/ 17296 w 1722772"/>
                <a:gd name="csY1265" fmla="*/ 527134 h 1661862"/>
                <a:gd name="csX1266" fmla="*/ 18799 w 1722772"/>
                <a:gd name="csY1266" fmla="*/ 527134 h 1661862"/>
                <a:gd name="csX1267" fmla="*/ 20303 w 1722772"/>
                <a:gd name="csY1267" fmla="*/ 526382 h 1661862"/>
                <a:gd name="csX1268" fmla="*/ 21055 w 1722772"/>
                <a:gd name="csY1268" fmla="*/ 524126 h 1661862"/>
                <a:gd name="csX1269" fmla="*/ 21807 w 1722772"/>
                <a:gd name="csY1269" fmla="*/ 520366 h 1661862"/>
                <a:gd name="csX1270" fmla="*/ 22559 w 1722772"/>
                <a:gd name="csY1270" fmla="*/ 518110 h 1661862"/>
                <a:gd name="csX1271" fmla="*/ 21807 w 1722772"/>
                <a:gd name="csY1271" fmla="*/ 516606 h 1661862"/>
                <a:gd name="csX1272" fmla="*/ 20303 w 1722772"/>
                <a:gd name="csY1272" fmla="*/ 515854 h 1661862"/>
                <a:gd name="csX1273" fmla="*/ 18799 w 1722772"/>
                <a:gd name="csY1273" fmla="*/ 515102 h 1661862"/>
                <a:gd name="csX1274" fmla="*/ 18048 w 1722772"/>
                <a:gd name="csY1274" fmla="*/ 515102 h 1661862"/>
                <a:gd name="csX1275" fmla="*/ 17296 w 1722772"/>
                <a:gd name="csY1275" fmla="*/ 514350 h 1661862"/>
                <a:gd name="csX1276" fmla="*/ 16544 w 1722772"/>
                <a:gd name="csY1276" fmla="*/ 512846 h 1661862"/>
                <a:gd name="csX1277" fmla="*/ 17296 w 1722772"/>
                <a:gd name="csY1277" fmla="*/ 508334 h 1661862"/>
                <a:gd name="csX1278" fmla="*/ 18048 w 1722772"/>
                <a:gd name="csY1278" fmla="*/ 502319 h 1661862"/>
                <a:gd name="csX1279" fmla="*/ 19551 w 1722772"/>
                <a:gd name="csY1279" fmla="*/ 494799 h 1661862"/>
                <a:gd name="csX1280" fmla="*/ 19551 w 1722772"/>
                <a:gd name="csY1280" fmla="*/ 484271 h 1661862"/>
                <a:gd name="csX1281" fmla="*/ 21055 w 1722772"/>
                <a:gd name="csY1281" fmla="*/ 477503 h 1661862"/>
                <a:gd name="csX1282" fmla="*/ 21055 w 1722772"/>
                <a:gd name="csY1282" fmla="*/ 474495 h 1661862"/>
                <a:gd name="csX1283" fmla="*/ 21055 w 1722772"/>
                <a:gd name="csY1283" fmla="*/ 472240 h 1661862"/>
                <a:gd name="csX1284" fmla="*/ 20303 w 1722772"/>
                <a:gd name="csY1284" fmla="*/ 469984 h 1661862"/>
                <a:gd name="csX1285" fmla="*/ 19551 w 1722772"/>
                <a:gd name="csY1285" fmla="*/ 468480 h 1661862"/>
                <a:gd name="csX1286" fmla="*/ 18048 w 1722772"/>
                <a:gd name="csY1286" fmla="*/ 466976 h 1661862"/>
                <a:gd name="csX1287" fmla="*/ 15039 w 1722772"/>
                <a:gd name="csY1287" fmla="*/ 463968 h 1661862"/>
                <a:gd name="csX1288" fmla="*/ 14288 w 1722772"/>
                <a:gd name="csY1288" fmla="*/ 462464 h 1661862"/>
                <a:gd name="csX1289" fmla="*/ 7520 w 1722772"/>
                <a:gd name="csY1289" fmla="*/ 447424 h 1661862"/>
                <a:gd name="csX1290" fmla="*/ 6768 w 1722772"/>
                <a:gd name="csY1290" fmla="*/ 445921 h 1661862"/>
                <a:gd name="csX1291" fmla="*/ 7520 w 1722772"/>
                <a:gd name="csY1291" fmla="*/ 443664 h 1661862"/>
                <a:gd name="csX1292" fmla="*/ 8272 w 1722772"/>
                <a:gd name="csY1292" fmla="*/ 438401 h 1661862"/>
                <a:gd name="csX1293" fmla="*/ 9024 w 1722772"/>
                <a:gd name="csY1293" fmla="*/ 436145 h 1661862"/>
                <a:gd name="csX1294" fmla="*/ 7520 w 1722772"/>
                <a:gd name="csY1294" fmla="*/ 433889 h 1661862"/>
                <a:gd name="csX1295" fmla="*/ 6768 w 1722772"/>
                <a:gd name="csY1295" fmla="*/ 432385 h 1661862"/>
                <a:gd name="csX1296" fmla="*/ 5264 w 1722772"/>
                <a:gd name="csY1296" fmla="*/ 430129 h 1661862"/>
                <a:gd name="csX1297" fmla="*/ 5264 w 1722772"/>
                <a:gd name="csY1297" fmla="*/ 427873 h 1661862"/>
                <a:gd name="csX1298" fmla="*/ 5264 w 1722772"/>
                <a:gd name="csY1298" fmla="*/ 422609 h 1661862"/>
                <a:gd name="csX1299" fmla="*/ 6016 w 1722772"/>
                <a:gd name="csY1299" fmla="*/ 419601 h 1661862"/>
                <a:gd name="csX1300" fmla="*/ 6016 w 1722772"/>
                <a:gd name="csY1300" fmla="*/ 416593 h 1661862"/>
                <a:gd name="csX1301" fmla="*/ 8272 w 1722772"/>
                <a:gd name="csY1301" fmla="*/ 412834 h 1661862"/>
                <a:gd name="csX1302" fmla="*/ 12032 w 1722772"/>
                <a:gd name="csY1302" fmla="*/ 406818 h 1661862"/>
                <a:gd name="csX1303" fmla="*/ 12032 w 1722772"/>
                <a:gd name="csY1303" fmla="*/ 405314 h 1661862"/>
                <a:gd name="csX1304" fmla="*/ 12032 w 1722772"/>
                <a:gd name="csY1304" fmla="*/ 403058 h 1661862"/>
                <a:gd name="csX1305" fmla="*/ 12032 w 1722772"/>
                <a:gd name="csY1305" fmla="*/ 400050 h 1661862"/>
                <a:gd name="csX1306" fmla="*/ 12032 w 1722772"/>
                <a:gd name="csY1306" fmla="*/ 397794 h 1661862"/>
                <a:gd name="csX1307" fmla="*/ 12032 w 1722772"/>
                <a:gd name="csY1307" fmla="*/ 394786 h 1661862"/>
                <a:gd name="csX1308" fmla="*/ 13536 w 1722772"/>
                <a:gd name="csY1308" fmla="*/ 389523 h 1661862"/>
                <a:gd name="csX1309" fmla="*/ 14288 w 1722772"/>
                <a:gd name="csY1309" fmla="*/ 388018 h 1661862"/>
                <a:gd name="csX1310" fmla="*/ 14288 w 1722772"/>
                <a:gd name="csY1310" fmla="*/ 386514 h 1661862"/>
                <a:gd name="csX1311" fmla="*/ 12032 w 1722772"/>
                <a:gd name="csY1311" fmla="*/ 379747 h 1661862"/>
                <a:gd name="csX1312" fmla="*/ 11280 w 1722772"/>
                <a:gd name="csY1312" fmla="*/ 378243 h 1661862"/>
                <a:gd name="csX1313" fmla="*/ 11280 w 1722772"/>
                <a:gd name="csY1313" fmla="*/ 372227 h 1661862"/>
                <a:gd name="csX1314" fmla="*/ 10528 w 1722772"/>
                <a:gd name="csY1314" fmla="*/ 369971 h 1661862"/>
                <a:gd name="csX1315" fmla="*/ 9024 w 1722772"/>
                <a:gd name="csY1315" fmla="*/ 368467 h 1661862"/>
                <a:gd name="csX1316" fmla="*/ 8272 w 1722772"/>
                <a:gd name="csY1316" fmla="*/ 366963 h 1661862"/>
                <a:gd name="csX1317" fmla="*/ 7520 w 1722772"/>
                <a:gd name="csY1317" fmla="*/ 365459 h 1661862"/>
                <a:gd name="csX1318" fmla="*/ 8272 w 1722772"/>
                <a:gd name="csY1318" fmla="*/ 364707 h 1661862"/>
                <a:gd name="csX1319" fmla="*/ 9024 w 1722772"/>
                <a:gd name="csY1319" fmla="*/ 363955 h 1661862"/>
                <a:gd name="csX1320" fmla="*/ 12032 w 1722772"/>
                <a:gd name="csY1320" fmla="*/ 363203 h 1661862"/>
                <a:gd name="csX1321" fmla="*/ 13536 w 1722772"/>
                <a:gd name="csY1321" fmla="*/ 362451 h 1661862"/>
                <a:gd name="csX1322" fmla="*/ 15039 w 1722772"/>
                <a:gd name="csY1322" fmla="*/ 360947 h 1661862"/>
                <a:gd name="csX1323" fmla="*/ 16544 w 1722772"/>
                <a:gd name="csY1323" fmla="*/ 356435 h 1661862"/>
                <a:gd name="csX1324" fmla="*/ 17296 w 1722772"/>
                <a:gd name="csY1324" fmla="*/ 354932 h 1661862"/>
                <a:gd name="csX1325" fmla="*/ 18048 w 1722772"/>
                <a:gd name="csY1325" fmla="*/ 354180 h 1661862"/>
                <a:gd name="csX1326" fmla="*/ 18799 w 1722772"/>
                <a:gd name="csY1326" fmla="*/ 353428 h 1661862"/>
                <a:gd name="csX1327" fmla="*/ 19551 w 1722772"/>
                <a:gd name="csY1327" fmla="*/ 351924 h 1661862"/>
                <a:gd name="csX1328" fmla="*/ 19551 w 1722772"/>
                <a:gd name="csY1328" fmla="*/ 350420 h 1661862"/>
                <a:gd name="csX1329" fmla="*/ 18799 w 1722772"/>
                <a:gd name="csY1329" fmla="*/ 348916 h 1661862"/>
                <a:gd name="csX1330" fmla="*/ 18048 w 1722772"/>
                <a:gd name="csY1330" fmla="*/ 348164 h 1661862"/>
                <a:gd name="csX1331" fmla="*/ 16544 w 1722772"/>
                <a:gd name="csY1331" fmla="*/ 345908 h 1661862"/>
                <a:gd name="csX1332" fmla="*/ 15791 w 1722772"/>
                <a:gd name="csY1332" fmla="*/ 343652 h 1661862"/>
                <a:gd name="csX1333" fmla="*/ 14288 w 1722772"/>
                <a:gd name="csY1333" fmla="*/ 342148 h 1661862"/>
                <a:gd name="csX1334" fmla="*/ 13536 w 1722772"/>
                <a:gd name="csY1334" fmla="*/ 340644 h 1661862"/>
                <a:gd name="csX1335" fmla="*/ 9024 w 1722772"/>
                <a:gd name="csY1335" fmla="*/ 324853 h 1661862"/>
                <a:gd name="csX1336" fmla="*/ 9776 w 1722772"/>
                <a:gd name="csY1336" fmla="*/ 318837 h 1661862"/>
                <a:gd name="csX1337" fmla="*/ 9776 w 1722772"/>
                <a:gd name="csY1337" fmla="*/ 316581 h 1661862"/>
                <a:gd name="csX1338" fmla="*/ 9024 w 1722772"/>
                <a:gd name="csY1338" fmla="*/ 313573 h 1661862"/>
                <a:gd name="csX1339" fmla="*/ 7520 w 1722772"/>
                <a:gd name="csY1339" fmla="*/ 311317 h 1661862"/>
                <a:gd name="csX1340" fmla="*/ 6016 w 1722772"/>
                <a:gd name="csY1340" fmla="*/ 309813 h 1661862"/>
                <a:gd name="csX1341" fmla="*/ 2256 w 1722772"/>
                <a:gd name="csY1341" fmla="*/ 308309 h 1661862"/>
                <a:gd name="csX1342" fmla="*/ 752 w 1722772"/>
                <a:gd name="csY1342" fmla="*/ 306805 h 1661862"/>
                <a:gd name="csX1343" fmla="*/ 0 w 1722772"/>
                <a:gd name="csY1343" fmla="*/ 305301 h 1661862"/>
                <a:gd name="csX1344" fmla="*/ 0 w 1722772"/>
                <a:gd name="csY1344" fmla="*/ 303046 h 1661862"/>
                <a:gd name="csX1345" fmla="*/ 752 w 1722772"/>
                <a:gd name="csY1345" fmla="*/ 300789 h 1661862"/>
                <a:gd name="csX1346" fmla="*/ 3008 w 1722772"/>
                <a:gd name="csY1346" fmla="*/ 297030 h 1661862"/>
                <a:gd name="csX1347" fmla="*/ 2256 w 1722772"/>
                <a:gd name="csY1347" fmla="*/ 294022 h 1661862"/>
                <a:gd name="csX1348" fmla="*/ 2256 w 1722772"/>
                <a:gd name="csY1348" fmla="*/ 292518 h 1661862"/>
                <a:gd name="csX1349" fmla="*/ 3008 w 1722772"/>
                <a:gd name="csY1349" fmla="*/ 291014 h 1661862"/>
                <a:gd name="csX1350" fmla="*/ 4512 w 1722772"/>
                <a:gd name="csY1350" fmla="*/ 290262 h 1661862"/>
                <a:gd name="csX1351" fmla="*/ 6016 w 1722772"/>
                <a:gd name="csY1351" fmla="*/ 289510 h 1661862"/>
                <a:gd name="csX1352" fmla="*/ 9776 w 1722772"/>
                <a:gd name="csY1352" fmla="*/ 289510 h 1661862"/>
                <a:gd name="csX1353" fmla="*/ 11280 w 1722772"/>
                <a:gd name="csY1353" fmla="*/ 289510 h 1661862"/>
                <a:gd name="csX1354" fmla="*/ 12032 w 1722772"/>
                <a:gd name="csY1354" fmla="*/ 288006 h 1661862"/>
                <a:gd name="csX1355" fmla="*/ 12784 w 1722772"/>
                <a:gd name="csY1355" fmla="*/ 286502 h 1661862"/>
                <a:gd name="csX1356" fmla="*/ 12784 w 1722772"/>
                <a:gd name="csY1356" fmla="*/ 284246 h 1661862"/>
                <a:gd name="csX1357" fmla="*/ 8272 w 1722772"/>
                <a:gd name="csY1357" fmla="*/ 273718 h 1661862"/>
                <a:gd name="csX1358" fmla="*/ 8272 w 1722772"/>
                <a:gd name="csY1358" fmla="*/ 271463 h 1661862"/>
                <a:gd name="csX1359" fmla="*/ 8272 w 1722772"/>
                <a:gd name="csY1359" fmla="*/ 268455 h 1661862"/>
                <a:gd name="csX1360" fmla="*/ 8272 w 1722772"/>
                <a:gd name="csY1360" fmla="*/ 266951 h 1661862"/>
                <a:gd name="csX1361" fmla="*/ 12784 w 1722772"/>
                <a:gd name="csY1361" fmla="*/ 253415 h 1661862"/>
                <a:gd name="csX1362" fmla="*/ 18799 w 1722772"/>
                <a:gd name="csY1362" fmla="*/ 240632 h 1661862"/>
                <a:gd name="csX1363" fmla="*/ 19551 w 1722772"/>
                <a:gd name="csY1363" fmla="*/ 239128 h 1661862"/>
                <a:gd name="csX1364" fmla="*/ 18799 w 1722772"/>
                <a:gd name="csY1364" fmla="*/ 237624 h 1661862"/>
                <a:gd name="csX1365" fmla="*/ 18799 w 1722772"/>
                <a:gd name="csY1365" fmla="*/ 236120 h 1661862"/>
                <a:gd name="csX1366" fmla="*/ 17296 w 1722772"/>
                <a:gd name="csY1366" fmla="*/ 233112 h 1661862"/>
                <a:gd name="csX1367" fmla="*/ 15791 w 1722772"/>
                <a:gd name="csY1367" fmla="*/ 230104 h 1661862"/>
                <a:gd name="csX1368" fmla="*/ 10528 w 1722772"/>
                <a:gd name="csY1368" fmla="*/ 225592 h 1661862"/>
                <a:gd name="csX1369" fmla="*/ 5264 w 1722772"/>
                <a:gd name="csY1369" fmla="*/ 222584 h 1661862"/>
                <a:gd name="csX1370" fmla="*/ 0 w 1722772"/>
                <a:gd name="csY1370" fmla="*/ 218072 h 1661862"/>
                <a:gd name="csX1371" fmla="*/ 464720 w 1722772"/>
                <a:gd name="csY1371" fmla="*/ 215065 h 1661862"/>
                <a:gd name="csX1372" fmla="*/ 471488 w 1722772"/>
                <a:gd name="csY1372" fmla="*/ 210553 h 1661862"/>
                <a:gd name="csX1373" fmla="*/ 474495 w 1722772"/>
                <a:gd name="csY1373" fmla="*/ 208297 h 1661862"/>
                <a:gd name="csX1374" fmla="*/ 475247 w 1722772"/>
                <a:gd name="csY1374" fmla="*/ 206041 h 1661862"/>
                <a:gd name="csX1375" fmla="*/ 478255 w 1722772"/>
                <a:gd name="csY1375" fmla="*/ 196265 h 1661862"/>
                <a:gd name="csX1376" fmla="*/ 479759 w 1722772"/>
                <a:gd name="csY1376" fmla="*/ 191753 h 1661862"/>
                <a:gd name="csX1377" fmla="*/ 482767 w 1722772"/>
                <a:gd name="csY1377" fmla="*/ 186490 h 1661862"/>
                <a:gd name="csX1378" fmla="*/ 483519 w 1722772"/>
                <a:gd name="csY1378" fmla="*/ 184986 h 1661862"/>
                <a:gd name="csX1379" fmla="*/ 483519 w 1722772"/>
                <a:gd name="csY1379" fmla="*/ 183482 h 1661862"/>
                <a:gd name="csX1380" fmla="*/ 483519 w 1722772"/>
                <a:gd name="csY1380" fmla="*/ 181978 h 1661862"/>
                <a:gd name="csX1381" fmla="*/ 482015 w 1722772"/>
                <a:gd name="csY1381" fmla="*/ 178970 h 1661862"/>
                <a:gd name="csX1382" fmla="*/ 482015 w 1722772"/>
                <a:gd name="csY1382" fmla="*/ 177466 h 1661862"/>
                <a:gd name="csX1383" fmla="*/ 480511 w 1722772"/>
                <a:gd name="csY1383" fmla="*/ 166938 h 1661862"/>
                <a:gd name="csX1384" fmla="*/ 480511 w 1722772"/>
                <a:gd name="csY1384" fmla="*/ 165434 h 1661862"/>
                <a:gd name="csX1385" fmla="*/ 480511 w 1722772"/>
                <a:gd name="csY1385" fmla="*/ 163930 h 1661862"/>
                <a:gd name="csX1386" fmla="*/ 482015 w 1722772"/>
                <a:gd name="csY1386" fmla="*/ 162426 h 1661862"/>
                <a:gd name="csX1387" fmla="*/ 485775 w 1722772"/>
                <a:gd name="csY1387" fmla="*/ 159419 h 1661862"/>
                <a:gd name="csX1388" fmla="*/ 487279 w 1722772"/>
                <a:gd name="csY1388" fmla="*/ 157914 h 1661862"/>
                <a:gd name="csX1389" fmla="*/ 488031 w 1722772"/>
                <a:gd name="csY1389" fmla="*/ 156411 h 1661862"/>
                <a:gd name="csX1390" fmla="*/ 488783 w 1722772"/>
                <a:gd name="csY1390" fmla="*/ 153403 h 1661862"/>
                <a:gd name="csX1391" fmla="*/ 491039 w 1722772"/>
                <a:gd name="csY1391" fmla="*/ 147387 h 1661862"/>
                <a:gd name="csX1392" fmla="*/ 491039 w 1722772"/>
                <a:gd name="csY1392" fmla="*/ 145883 h 1661862"/>
                <a:gd name="csX1393" fmla="*/ 493295 w 1722772"/>
                <a:gd name="csY1393" fmla="*/ 142875 h 1661862"/>
                <a:gd name="csX1394" fmla="*/ 495551 w 1722772"/>
                <a:gd name="csY1394" fmla="*/ 139867 h 1661862"/>
                <a:gd name="csX1395" fmla="*/ 496303 w 1722772"/>
                <a:gd name="csY1395" fmla="*/ 138363 h 1661862"/>
                <a:gd name="csX1396" fmla="*/ 496303 w 1722772"/>
                <a:gd name="csY1396" fmla="*/ 136859 h 1661862"/>
                <a:gd name="csX1397" fmla="*/ 495551 w 1722772"/>
                <a:gd name="csY1397" fmla="*/ 135355 h 1661862"/>
                <a:gd name="csX1398" fmla="*/ 495551 w 1722772"/>
                <a:gd name="csY1398" fmla="*/ 133851 h 1661862"/>
                <a:gd name="csX1399" fmla="*/ 495551 w 1722772"/>
                <a:gd name="csY1399" fmla="*/ 132347 h 1661862"/>
                <a:gd name="csX1400" fmla="*/ 500063 w 1722772"/>
                <a:gd name="csY1400" fmla="*/ 118812 h 1661862"/>
                <a:gd name="csX1401" fmla="*/ 500815 w 1722772"/>
                <a:gd name="csY1401" fmla="*/ 116556 h 1661862"/>
                <a:gd name="csX1402" fmla="*/ 500815 w 1722772"/>
                <a:gd name="csY1402" fmla="*/ 115052 h 1661862"/>
                <a:gd name="csX1403" fmla="*/ 500815 w 1722772"/>
                <a:gd name="csY1403" fmla="*/ 113548 h 1661862"/>
                <a:gd name="csX1404" fmla="*/ 497807 w 1722772"/>
                <a:gd name="csY1404" fmla="*/ 101516 h 1661862"/>
                <a:gd name="csX1405" fmla="*/ 494799 w 1722772"/>
                <a:gd name="csY1405" fmla="*/ 93997 h 1661862"/>
                <a:gd name="csX1406" fmla="*/ 491039 w 1722772"/>
                <a:gd name="csY1406" fmla="*/ 86477 h 1661862"/>
                <a:gd name="csX1407" fmla="*/ 491039 w 1722772"/>
                <a:gd name="csY1407" fmla="*/ 84973 h 1661862"/>
                <a:gd name="csX1408" fmla="*/ 489535 w 1722772"/>
                <a:gd name="csY1408" fmla="*/ 81965 h 1661862"/>
                <a:gd name="csX1409" fmla="*/ 489535 w 1722772"/>
                <a:gd name="csY1409" fmla="*/ 78957 h 1661862"/>
                <a:gd name="csX1410" fmla="*/ 489535 w 1722772"/>
                <a:gd name="csY1410" fmla="*/ 75949 h 1661862"/>
                <a:gd name="csX1411" fmla="*/ 489535 w 1722772"/>
                <a:gd name="csY1411" fmla="*/ 74445 h 1661862"/>
                <a:gd name="csX1412" fmla="*/ 489535 w 1722772"/>
                <a:gd name="csY1412" fmla="*/ 72942 h 1661862"/>
                <a:gd name="csX1413" fmla="*/ 490287 w 1722772"/>
                <a:gd name="csY1413" fmla="*/ 71438 h 1661862"/>
                <a:gd name="csX1414" fmla="*/ 491039 w 1722772"/>
                <a:gd name="csY1414" fmla="*/ 69934 h 1661862"/>
                <a:gd name="csX1415" fmla="*/ 493295 w 1722772"/>
                <a:gd name="csY1415" fmla="*/ 66926 h 1661862"/>
                <a:gd name="csX1416" fmla="*/ 496303 w 1722772"/>
                <a:gd name="csY1416" fmla="*/ 64670 h 1661862"/>
                <a:gd name="csX1417" fmla="*/ 500815 w 1722772"/>
                <a:gd name="csY1417" fmla="*/ 61662 h 1661862"/>
                <a:gd name="csX1418" fmla="*/ 502319 w 1722772"/>
                <a:gd name="csY1418" fmla="*/ 60158 h 1661862"/>
                <a:gd name="csX1419" fmla="*/ 506078 w 1722772"/>
                <a:gd name="csY1419" fmla="*/ 51886 h 1661862"/>
                <a:gd name="csX1420" fmla="*/ 506830 w 1722772"/>
                <a:gd name="csY1420" fmla="*/ 50382 h 1661862"/>
                <a:gd name="csX1421" fmla="*/ 511342 w 1722772"/>
                <a:gd name="csY1421" fmla="*/ 45870 h 1661862"/>
                <a:gd name="csX1422" fmla="*/ 512094 w 1722772"/>
                <a:gd name="csY1422" fmla="*/ 44366 h 1661862"/>
                <a:gd name="csX1423" fmla="*/ 512846 w 1722772"/>
                <a:gd name="csY1423" fmla="*/ 42863 h 1661862"/>
                <a:gd name="csX1424" fmla="*/ 515102 w 1722772"/>
                <a:gd name="csY1424" fmla="*/ 38351 h 1661862"/>
                <a:gd name="csX1425" fmla="*/ 515854 w 1722772"/>
                <a:gd name="csY1425" fmla="*/ 36847 h 1661862"/>
                <a:gd name="csX1426" fmla="*/ 515854 w 1722772"/>
                <a:gd name="csY1426" fmla="*/ 35343 h 1661862"/>
                <a:gd name="csX1427" fmla="*/ 515854 w 1722772"/>
                <a:gd name="csY1427" fmla="*/ 33087 h 1661862"/>
                <a:gd name="csX1428" fmla="*/ 515102 w 1722772"/>
                <a:gd name="csY1428" fmla="*/ 31583 h 1661862"/>
                <a:gd name="csX1429" fmla="*/ 513598 w 1722772"/>
                <a:gd name="csY1429" fmla="*/ 28575 h 1661862"/>
                <a:gd name="csX1430" fmla="*/ 512846 w 1722772"/>
                <a:gd name="csY1430" fmla="*/ 25567 h 1661862"/>
                <a:gd name="csX1431" fmla="*/ 512846 w 1722772"/>
                <a:gd name="csY1431" fmla="*/ 24815 h 1661862"/>
                <a:gd name="csX1432" fmla="*/ 512846 w 1722772"/>
                <a:gd name="csY1432" fmla="*/ 24063 h 1661862"/>
                <a:gd name="csX1433" fmla="*/ 512846 w 1722772"/>
                <a:gd name="csY1433" fmla="*/ 21055 h 1661862"/>
                <a:gd name="csX1434" fmla="*/ 512846 w 1722772"/>
                <a:gd name="csY1434" fmla="*/ 18047 h 1661862"/>
                <a:gd name="csX1435" fmla="*/ 513598 w 1722772"/>
                <a:gd name="csY1435" fmla="*/ 16544 h 1661862"/>
                <a:gd name="csX1436" fmla="*/ 514350 w 1722772"/>
                <a:gd name="csY1436" fmla="*/ 14287 h 1661862"/>
                <a:gd name="csX1437" fmla="*/ 514350 w 1722772"/>
                <a:gd name="csY1437" fmla="*/ 12784 h 1661862"/>
                <a:gd name="csX1438" fmla="*/ 515102 w 1722772"/>
                <a:gd name="csY1438" fmla="*/ 12032 h 1661862"/>
                <a:gd name="csX1439" fmla="*/ 519614 w 1722772"/>
                <a:gd name="csY1439" fmla="*/ 8272 h 1661862"/>
                <a:gd name="csX1440" fmla="*/ 521118 w 1722772"/>
                <a:gd name="csY1440" fmla="*/ 6768 h 1661862"/>
                <a:gd name="csX1441" fmla="*/ 524126 w 1722772"/>
                <a:gd name="csY1441" fmla="*/ 2256 h 1661862"/>
                <a:gd name="csX1442" fmla="*/ 526382 w 1722772"/>
                <a:gd name="csY1442" fmla="*/ 0 h 1661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</a:cxnLst>
              <a:rect l="l" t="t" r="r" b="b"/>
              <a:pathLst>
                <a:path w="1722772" h="1661862">
                  <a:moveTo>
                    <a:pt x="526382" y="0"/>
                  </a:moveTo>
                  <a:lnTo>
                    <a:pt x="538413" y="10528"/>
                  </a:lnTo>
                  <a:lnTo>
                    <a:pt x="550445" y="29327"/>
                  </a:lnTo>
                  <a:lnTo>
                    <a:pt x="553453" y="35343"/>
                  </a:lnTo>
                  <a:lnTo>
                    <a:pt x="554957" y="42863"/>
                  </a:lnTo>
                  <a:lnTo>
                    <a:pt x="555709" y="44366"/>
                  </a:lnTo>
                  <a:lnTo>
                    <a:pt x="557213" y="46622"/>
                  </a:lnTo>
                  <a:lnTo>
                    <a:pt x="560220" y="49630"/>
                  </a:lnTo>
                  <a:lnTo>
                    <a:pt x="561724" y="51886"/>
                  </a:lnTo>
                  <a:lnTo>
                    <a:pt x="563229" y="54142"/>
                  </a:lnTo>
                  <a:lnTo>
                    <a:pt x="565484" y="65422"/>
                  </a:lnTo>
                  <a:lnTo>
                    <a:pt x="567740" y="72942"/>
                  </a:lnTo>
                  <a:lnTo>
                    <a:pt x="571500" y="80461"/>
                  </a:lnTo>
                  <a:lnTo>
                    <a:pt x="572252" y="81965"/>
                  </a:lnTo>
                  <a:lnTo>
                    <a:pt x="572252" y="87229"/>
                  </a:lnTo>
                  <a:lnTo>
                    <a:pt x="573004" y="90237"/>
                  </a:lnTo>
                  <a:lnTo>
                    <a:pt x="574508" y="93997"/>
                  </a:lnTo>
                  <a:lnTo>
                    <a:pt x="576764" y="98509"/>
                  </a:lnTo>
                  <a:lnTo>
                    <a:pt x="577516" y="103020"/>
                  </a:lnTo>
                  <a:lnTo>
                    <a:pt x="578268" y="104524"/>
                  </a:lnTo>
                  <a:lnTo>
                    <a:pt x="579020" y="106028"/>
                  </a:lnTo>
                  <a:lnTo>
                    <a:pt x="580524" y="107532"/>
                  </a:lnTo>
                  <a:lnTo>
                    <a:pt x="587292" y="115052"/>
                  </a:lnTo>
                  <a:lnTo>
                    <a:pt x="588796" y="116556"/>
                  </a:lnTo>
                  <a:lnTo>
                    <a:pt x="589548" y="118812"/>
                  </a:lnTo>
                  <a:lnTo>
                    <a:pt x="590299" y="121820"/>
                  </a:lnTo>
                  <a:lnTo>
                    <a:pt x="591051" y="123324"/>
                  </a:lnTo>
                  <a:lnTo>
                    <a:pt x="592555" y="124828"/>
                  </a:lnTo>
                  <a:lnTo>
                    <a:pt x="599323" y="131595"/>
                  </a:lnTo>
                  <a:lnTo>
                    <a:pt x="600827" y="133851"/>
                  </a:lnTo>
                  <a:lnTo>
                    <a:pt x="601579" y="136107"/>
                  </a:lnTo>
                  <a:lnTo>
                    <a:pt x="599323" y="140619"/>
                  </a:lnTo>
                  <a:lnTo>
                    <a:pt x="599323" y="145131"/>
                  </a:lnTo>
                  <a:lnTo>
                    <a:pt x="598571" y="146635"/>
                  </a:lnTo>
                  <a:lnTo>
                    <a:pt x="597819" y="149643"/>
                  </a:lnTo>
                  <a:lnTo>
                    <a:pt x="597067" y="151147"/>
                  </a:lnTo>
                  <a:lnTo>
                    <a:pt x="597067" y="154155"/>
                  </a:lnTo>
                  <a:lnTo>
                    <a:pt x="597067" y="160922"/>
                  </a:lnTo>
                  <a:lnTo>
                    <a:pt x="597067" y="162426"/>
                  </a:lnTo>
                  <a:lnTo>
                    <a:pt x="596315" y="164682"/>
                  </a:lnTo>
                  <a:lnTo>
                    <a:pt x="595563" y="166186"/>
                  </a:lnTo>
                  <a:lnTo>
                    <a:pt x="595563" y="167690"/>
                  </a:lnTo>
                  <a:lnTo>
                    <a:pt x="595563" y="169194"/>
                  </a:lnTo>
                  <a:lnTo>
                    <a:pt x="596315" y="170698"/>
                  </a:lnTo>
                  <a:lnTo>
                    <a:pt x="599323" y="175210"/>
                  </a:lnTo>
                  <a:lnTo>
                    <a:pt x="599323" y="175962"/>
                  </a:lnTo>
                  <a:lnTo>
                    <a:pt x="600075" y="176714"/>
                  </a:lnTo>
                  <a:lnTo>
                    <a:pt x="600075" y="178970"/>
                  </a:lnTo>
                  <a:lnTo>
                    <a:pt x="599323" y="179722"/>
                  </a:lnTo>
                  <a:lnTo>
                    <a:pt x="600075" y="181226"/>
                  </a:lnTo>
                  <a:lnTo>
                    <a:pt x="601579" y="186490"/>
                  </a:lnTo>
                  <a:lnTo>
                    <a:pt x="601579" y="187993"/>
                  </a:lnTo>
                  <a:lnTo>
                    <a:pt x="600827" y="191001"/>
                  </a:lnTo>
                  <a:lnTo>
                    <a:pt x="600827" y="193257"/>
                  </a:lnTo>
                  <a:lnTo>
                    <a:pt x="601579" y="194761"/>
                  </a:lnTo>
                  <a:lnTo>
                    <a:pt x="603083" y="196265"/>
                  </a:lnTo>
                  <a:lnTo>
                    <a:pt x="603835" y="197769"/>
                  </a:lnTo>
                  <a:lnTo>
                    <a:pt x="605339" y="199273"/>
                  </a:lnTo>
                  <a:lnTo>
                    <a:pt x="606091" y="200777"/>
                  </a:lnTo>
                  <a:lnTo>
                    <a:pt x="607595" y="203785"/>
                  </a:lnTo>
                  <a:lnTo>
                    <a:pt x="608347" y="207545"/>
                  </a:lnTo>
                  <a:lnTo>
                    <a:pt x="608347" y="209049"/>
                  </a:lnTo>
                  <a:lnTo>
                    <a:pt x="608347" y="212809"/>
                  </a:lnTo>
                  <a:lnTo>
                    <a:pt x="609099" y="215065"/>
                  </a:lnTo>
                  <a:lnTo>
                    <a:pt x="610603" y="216569"/>
                  </a:lnTo>
                  <a:lnTo>
                    <a:pt x="621130" y="219576"/>
                  </a:lnTo>
                  <a:lnTo>
                    <a:pt x="622634" y="220328"/>
                  </a:lnTo>
                  <a:lnTo>
                    <a:pt x="625642" y="221832"/>
                  </a:lnTo>
                  <a:lnTo>
                    <a:pt x="630906" y="227096"/>
                  </a:lnTo>
                  <a:lnTo>
                    <a:pt x="633914" y="229352"/>
                  </a:lnTo>
                  <a:lnTo>
                    <a:pt x="639930" y="233112"/>
                  </a:lnTo>
                  <a:lnTo>
                    <a:pt x="641434" y="234616"/>
                  </a:lnTo>
                  <a:lnTo>
                    <a:pt x="642938" y="236120"/>
                  </a:lnTo>
                  <a:lnTo>
                    <a:pt x="643690" y="239128"/>
                  </a:lnTo>
                  <a:lnTo>
                    <a:pt x="644442" y="240632"/>
                  </a:lnTo>
                  <a:lnTo>
                    <a:pt x="651961" y="246648"/>
                  </a:lnTo>
                  <a:lnTo>
                    <a:pt x="653465" y="247399"/>
                  </a:lnTo>
                  <a:lnTo>
                    <a:pt x="663993" y="251911"/>
                  </a:lnTo>
                  <a:lnTo>
                    <a:pt x="668505" y="254167"/>
                  </a:lnTo>
                  <a:lnTo>
                    <a:pt x="670009" y="255671"/>
                  </a:lnTo>
                  <a:lnTo>
                    <a:pt x="671513" y="257175"/>
                  </a:lnTo>
                  <a:lnTo>
                    <a:pt x="682792" y="261687"/>
                  </a:lnTo>
                  <a:lnTo>
                    <a:pt x="684296" y="262439"/>
                  </a:lnTo>
                  <a:lnTo>
                    <a:pt x="685048" y="263943"/>
                  </a:lnTo>
                  <a:lnTo>
                    <a:pt x="685800" y="265447"/>
                  </a:lnTo>
                  <a:lnTo>
                    <a:pt x="687304" y="272967"/>
                  </a:lnTo>
                  <a:lnTo>
                    <a:pt x="687304" y="282742"/>
                  </a:lnTo>
                  <a:lnTo>
                    <a:pt x="687304" y="284246"/>
                  </a:lnTo>
                  <a:lnTo>
                    <a:pt x="688056" y="285750"/>
                  </a:lnTo>
                  <a:lnTo>
                    <a:pt x="689560" y="287254"/>
                  </a:lnTo>
                  <a:lnTo>
                    <a:pt x="691816" y="289510"/>
                  </a:lnTo>
                  <a:lnTo>
                    <a:pt x="696328" y="291014"/>
                  </a:lnTo>
                  <a:lnTo>
                    <a:pt x="698584" y="291766"/>
                  </a:lnTo>
                  <a:lnTo>
                    <a:pt x="700840" y="291014"/>
                  </a:lnTo>
                  <a:lnTo>
                    <a:pt x="701592" y="291014"/>
                  </a:lnTo>
                  <a:lnTo>
                    <a:pt x="703847" y="290262"/>
                  </a:lnTo>
                  <a:lnTo>
                    <a:pt x="706104" y="291014"/>
                  </a:lnTo>
                  <a:lnTo>
                    <a:pt x="709863" y="291766"/>
                  </a:lnTo>
                  <a:lnTo>
                    <a:pt x="720391" y="294022"/>
                  </a:lnTo>
                  <a:lnTo>
                    <a:pt x="723399" y="295526"/>
                  </a:lnTo>
                  <a:lnTo>
                    <a:pt x="724903" y="297030"/>
                  </a:lnTo>
                  <a:lnTo>
                    <a:pt x="725655" y="298534"/>
                  </a:lnTo>
                  <a:lnTo>
                    <a:pt x="726407" y="300037"/>
                  </a:lnTo>
                  <a:lnTo>
                    <a:pt x="727159" y="302294"/>
                  </a:lnTo>
                  <a:lnTo>
                    <a:pt x="727911" y="306805"/>
                  </a:lnTo>
                  <a:lnTo>
                    <a:pt x="729415" y="311317"/>
                  </a:lnTo>
                  <a:lnTo>
                    <a:pt x="730167" y="312821"/>
                  </a:lnTo>
                  <a:lnTo>
                    <a:pt x="731671" y="314325"/>
                  </a:lnTo>
                  <a:lnTo>
                    <a:pt x="733174" y="315077"/>
                  </a:lnTo>
                  <a:lnTo>
                    <a:pt x="736182" y="315077"/>
                  </a:lnTo>
                  <a:lnTo>
                    <a:pt x="738438" y="314325"/>
                  </a:lnTo>
                  <a:lnTo>
                    <a:pt x="742198" y="312069"/>
                  </a:lnTo>
                  <a:lnTo>
                    <a:pt x="743702" y="312069"/>
                  </a:lnTo>
                  <a:lnTo>
                    <a:pt x="745206" y="311317"/>
                  </a:lnTo>
                  <a:lnTo>
                    <a:pt x="747462" y="312069"/>
                  </a:lnTo>
                  <a:lnTo>
                    <a:pt x="748966" y="312821"/>
                  </a:lnTo>
                  <a:lnTo>
                    <a:pt x="750470" y="313573"/>
                  </a:lnTo>
                  <a:lnTo>
                    <a:pt x="752726" y="315077"/>
                  </a:lnTo>
                  <a:lnTo>
                    <a:pt x="759493" y="316581"/>
                  </a:lnTo>
                  <a:lnTo>
                    <a:pt x="761750" y="317333"/>
                  </a:lnTo>
                  <a:lnTo>
                    <a:pt x="767013" y="321845"/>
                  </a:lnTo>
                  <a:lnTo>
                    <a:pt x="776037" y="325605"/>
                  </a:lnTo>
                  <a:lnTo>
                    <a:pt x="779045" y="327109"/>
                  </a:lnTo>
                  <a:lnTo>
                    <a:pt x="779797" y="325605"/>
                  </a:lnTo>
                  <a:lnTo>
                    <a:pt x="987342" y="340644"/>
                  </a:lnTo>
                  <a:lnTo>
                    <a:pt x="1561850" y="375235"/>
                  </a:lnTo>
                  <a:lnTo>
                    <a:pt x="1581401" y="375987"/>
                  </a:lnTo>
                  <a:lnTo>
                    <a:pt x="1722772" y="383507"/>
                  </a:lnTo>
                  <a:lnTo>
                    <a:pt x="1719012" y="388771"/>
                  </a:lnTo>
                  <a:lnTo>
                    <a:pt x="1716004" y="394786"/>
                  </a:lnTo>
                  <a:lnTo>
                    <a:pt x="1713748" y="405314"/>
                  </a:lnTo>
                  <a:lnTo>
                    <a:pt x="1712996" y="408322"/>
                  </a:lnTo>
                  <a:lnTo>
                    <a:pt x="1712244" y="410578"/>
                  </a:lnTo>
                  <a:lnTo>
                    <a:pt x="1710740" y="412834"/>
                  </a:lnTo>
                  <a:lnTo>
                    <a:pt x="1702469" y="421857"/>
                  </a:lnTo>
                  <a:lnTo>
                    <a:pt x="1700965" y="423361"/>
                  </a:lnTo>
                  <a:lnTo>
                    <a:pt x="1700213" y="427121"/>
                  </a:lnTo>
                  <a:lnTo>
                    <a:pt x="1699461" y="428625"/>
                  </a:lnTo>
                  <a:lnTo>
                    <a:pt x="1697957" y="430881"/>
                  </a:lnTo>
                  <a:lnTo>
                    <a:pt x="1698709" y="434641"/>
                  </a:lnTo>
                  <a:lnTo>
                    <a:pt x="1699461" y="440657"/>
                  </a:lnTo>
                  <a:lnTo>
                    <a:pt x="1698709" y="446672"/>
                  </a:lnTo>
                  <a:lnTo>
                    <a:pt x="1697205" y="453440"/>
                  </a:lnTo>
                  <a:lnTo>
                    <a:pt x="1694197" y="460208"/>
                  </a:lnTo>
                  <a:lnTo>
                    <a:pt x="1690437" y="464720"/>
                  </a:lnTo>
                  <a:lnTo>
                    <a:pt x="1685925" y="469232"/>
                  </a:lnTo>
                  <a:lnTo>
                    <a:pt x="1683669" y="471488"/>
                  </a:lnTo>
                  <a:lnTo>
                    <a:pt x="1682917" y="474495"/>
                  </a:lnTo>
                  <a:lnTo>
                    <a:pt x="1683669" y="479759"/>
                  </a:lnTo>
                  <a:lnTo>
                    <a:pt x="1682917" y="481263"/>
                  </a:lnTo>
                  <a:lnTo>
                    <a:pt x="1682165" y="483519"/>
                  </a:lnTo>
                  <a:lnTo>
                    <a:pt x="1679909" y="486527"/>
                  </a:lnTo>
                  <a:lnTo>
                    <a:pt x="1679157" y="488031"/>
                  </a:lnTo>
                  <a:lnTo>
                    <a:pt x="1679909" y="491039"/>
                  </a:lnTo>
                  <a:lnTo>
                    <a:pt x="1679909" y="493295"/>
                  </a:lnTo>
                  <a:lnTo>
                    <a:pt x="1678405" y="494047"/>
                  </a:lnTo>
                  <a:lnTo>
                    <a:pt x="1677654" y="494799"/>
                  </a:lnTo>
                  <a:lnTo>
                    <a:pt x="1675397" y="500063"/>
                  </a:lnTo>
                  <a:lnTo>
                    <a:pt x="1674646" y="500815"/>
                  </a:lnTo>
                  <a:lnTo>
                    <a:pt x="1673142" y="500815"/>
                  </a:lnTo>
                  <a:lnTo>
                    <a:pt x="1671638" y="501567"/>
                  </a:lnTo>
                  <a:lnTo>
                    <a:pt x="1670886" y="502319"/>
                  </a:lnTo>
                  <a:lnTo>
                    <a:pt x="1670134" y="504574"/>
                  </a:lnTo>
                  <a:lnTo>
                    <a:pt x="1669382" y="506078"/>
                  </a:lnTo>
                  <a:lnTo>
                    <a:pt x="1667878" y="508334"/>
                  </a:lnTo>
                  <a:lnTo>
                    <a:pt x="1667878" y="509086"/>
                  </a:lnTo>
                  <a:lnTo>
                    <a:pt x="1667878" y="511342"/>
                  </a:lnTo>
                  <a:lnTo>
                    <a:pt x="1669382" y="515854"/>
                  </a:lnTo>
                  <a:lnTo>
                    <a:pt x="1669382" y="517358"/>
                  </a:lnTo>
                  <a:lnTo>
                    <a:pt x="1669382" y="523374"/>
                  </a:lnTo>
                  <a:lnTo>
                    <a:pt x="1669382" y="526382"/>
                  </a:lnTo>
                  <a:lnTo>
                    <a:pt x="1667878" y="528638"/>
                  </a:lnTo>
                  <a:lnTo>
                    <a:pt x="1667878" y="529389"/>
                  </a:lnTo>
                  <a:lnTo>
                    <a:pt x="1666374" y="530141"/>
                  </a:lnTo>
                  <a:lnTo>
                    <a:pt x="1665622" y="530893"/>
                  </a:lnTo>
                  <a:lnTo>
                    <a:pt x="1664870" y="532398"/>
                  </a:lnTo>
                  <a:lnTo>
                    <a:pt x="1663366" y="533901"/>
                  </a:lnTo>
                  <a:lnTo>
                    <a:pt x="1663366" y="534653"/>
                  </a:lnTo>
                  <a:lnTo>
                    <a:pt x="1663366" y="536157"/>
                  </a:lnTo>
                  <a:lnTo>
                    <a:pt x="1664118" y="538413"/>
                  </a:lnTo>
                  <a:lnTo>
                    <a:pt x="1665622" y="541421"/>
                  </a:lnTo>
                  <a:lnTo>
                    <a:pt x="1665622" y="542173"/>
                  </a:lnTo>
                  <a:lnTo>
                    <a:pt x="1665622" y="543677"/>
                  </a:lnTo>
                  <a:lnTo>
                    <a:pt x="1665622" y="545181"/>
                  </a:lnTo>
                  <a:lnTo>
                    <a:pt x="1664870" y="545933"/>
                  </a:lnTo>
                  <a:lnTo>
                    <a:pt x="1664118" y="546685"/>
                  </a:lnTo>
                  <a:lnTo>
                    <a:pt x="1662614" y="549693"/>
                  </a:lnTo>
                  <a:lnTo>
                    <a:pt x="1662614" y="550445"/>
                  </a:lnTo>
                  <a:lnTo>
                    <a:pt x="1662614" y="551949"/>
                  </a:lnTo>
                  <a:lnTo>
                    <a:pt x="1663366" y="555709"/>
                  </a:lnTo>
                  <a:lnTo>
                    <a:pt x="1664870" y="563228"/>
                  </a:lnTo>
                  <a:lnTo>
                    <a:pt x="1665622" y="565484"/>
                  </a:lnTo>
                  <a:lnTo>
                    <a:pt x="1665622" y="566236"/>
                  </a:lnTo>
                  <a:lnTo>
                    <a:pt x="1665622" y="570748"/>
                  </a:lnTo>
                  <a:lnTo>
                    <a:pt x="1665622" y="573004"/>
                  </a:lnTo>
                  <a:lnTo>
                    <a:pt x="1664870" y="574508"/>
                  </a:lnTo>
                  <a:lnTo>
                    <a:pt x="1664118" y="575260"/>
                  </a:lnTo>
                  <a:lnTo>
                    <a:pt x="1663366" y="576012"/>
                  </a:lnTo>
                  <a:lnTo>
                    <a:pt x="1661862" y="576764"/>
                  </a:lnTo>
                  <a:lnTo>
                    <a:pt x="1661110" y="577516"/>
                  </a:lnTo>
                  <a:lnTo>
                    <a:pt x="1658854" y="582028"/>
                  </a:lnTo>
                  <a:lnTo>
                    <a:pt x="1658102" y="583532"/>
                  </a:lnTo>
                  <a:lnTo>
                    <a:pt x="1657350" y="596315"/>
                  </a:lnTo>
                  <a:lnTo>
                    <a:pt x="1656598" y="601579"/>
                  </a:lnTo>
                  <a:lnTo>
                    <a:pt x="1656598" y="602331"/>
                  </a:lnTo>
                  <a:lnTo>
                    <a:pt x="1655094" y="605339"/>
                  </a:lnTo>
                  <a:lnTo>
                    <a:pt x="1654342" y="606843"/>
                  </a:lnTo>
                  <a:lnTo>
                    <a:pt x="1654342" y="607595"/>
                  </a:lnTo>
                  <a:lnTo>
                    <a:pt x="1653590" y="608347"/>
                  </a:lnTo>
                  <a:lnTo>
                    <a:pt x="1648327" y="623386"/>
                  </a:lnTo>
                  <a:lnTo>
                    <a:pt x="1648327" y="627146"/>
                  </a:lnTo>
                  <a:lnTo>
                    <a:pt x="1647575" y="629402"/>
                  </a:lnTo>
                  <a:lnTo>
                    <a:pt x="1646822" y="631658"/>
                  </a:lnTo>
                  <a:lnTo>
                    <a:pt x="1646071" y="633914"/>
                  </a:lnTo>
                  <a:lnTo>
                    <a:pt x="1646071" y="639178"/>
                  </a:lnTo>
                  <a:lnTo>
                    <a:pt x="1646822" y="640682"/>
                  </a:lnTo>
                  <a:lnTo>
                    <a:pt x="1647575" y="643690"/>
                  </a:lnTo>
                  <a:lnTo>
                    <a:pt x="1649078" y="645194"/>
                  </a:lnTo>
                  <a:lnTo>
                    <a:pt x="1649831" y="645945"/>
                  </a:lnTo>
                  <a:lnTo>
                    <a:pt x="1650582" y="647449"/>
                  </a:lnTo>
                  <a:lnTo>
                    <a:pt x="1651335" y="647449"/>
                  </a:lnTo>
                  <a:lnTo>
                    <a:pt x="1652086" y="648201"/>
                  </a:lnTo>
                  <a:lnTo>
                    <a:pt x="1658102" y="651209"/>
                  </a:lnTo>
                  <a:lnTo>
                    <a:pt x="1658854" y="651961"/>
                  </a:lnTo>
                  <a:lnTo>
                    <a:pt x="1659606" y="652713"/>
                  </a:lnTo>
                  <a:lnTo>
                    <a:pt x="1659606" y="653465"/>
                  </a:lnTo>
                  <a:lnTo>
                    <a:pt x="1660358" y="654217"/>
                  </a:lnTo>
                  <a:lnTo>
                    <a:pt x="1660358" y="655721"/>
                  </a:lnTo>
                  <a:lnTo>
                    <a:pt x="1659606" y="662489"/>
                  </a:lnTo>
                  <a:lnTo>
                    <a:pt x="1658854" y="663241"/>
                  </a:lnTo>
                  <a:lnTo>
                    <a:pt x="1658854" y="663993"/>
                  </a:lnTo>
                  <a:lnTo>
                    <a:pt x="1658102" y="664745"/>
                  </a:lnTo>
                  <a:lnTo>
                    <a:pt x="1656598" y="666249"/>
                  </a:lnTo>
                  <a:lnTo>
                    <a:pt x="1655094" y="667753"/>
                  </a:lnTo>
                  <a:lnTo>
                    <a:pt x="1654342" y="668505"/>
                  </a:lnTo>
                  <a:lnTo>
                    <a:pt x="1652838" y="670009"/>
                  </a:lnTo>
                  <a:lnTo>
                    <a:pt x="1651335" y="671513"/>
                  </a:lnTo>
                  <a:lnTo>
                    <a:pt x="1651335" y="672264"/>
                  </a:lnTo>
                  <a:lnTo>
                    <a:pt x="1650582" y="673016"/>
                  </a:lnTo>
                  <a:lnTo>
                    <a:pt x="1650582" y="675273"/>
                  </a:lnTo>
                  <a:lnTo>
                    <a:pt x="1650582" y="676776"/>
                  </a:lnTo>
                  <a:lnTo>
                    <a:pt x="1650582" y="677528"/>
                  </a:lnTo>
                  <a:lnTo>
                    <a:pt x="1651335" y="678280"/>
                  </a:lnTo>
                  <a:lnTo>
                    <a:pt x="1652838" y="679784"/>
                  </a:lnTo>
                  <a:lnTo>
                    <a:pt x="1652838" y="681288"/>
                  </a:lnTo>
                  <a:lnTo>
                    <a:pt x="1653590" y="682040"/>
                  </a:lnTo>
                  <a:lnTo>
                    <a:pt x="1653590" y="684296"/>
                  </a:lnTo>
                  <a:lnTo>
                    <a:pt x="1655094" y="687304"/>
                  </a:lnTo>
                  <a:lnTo>
                    <a:pt x="1655094" y="688808"/>
                  </a:lnTo>
                  <a:lnTo>
                    <a:pt x="1655094" y="689560"/>
                  </a:lnTo>
                  <a:lnTo>
                    <a:pt x="1655846" y="693320"/>
                  </a:lnTo>
                  <a:lnTo>
                    <a:pt x="1655846" y="694824"/>
                  </a:lnTo>
                  <a:lnTo>
                    <a:pt x="1656598" y="696328"/>
                  </a:lnTo>
                  <a:lnTo>
                    <a:pt x="1658102" y="696328"/>
                  </a:lnTo>
                  <a:lnTo>
                    <a:pt x="1659606" y="697080"/>
                  </a:lnTo>
                  <a:lnTo>
                    <a:pt x="1660358" y="697080"/>
                  </a:lnTo>
                  <a:lnTo>
                    <a:pt x="1660358" y="697832"/>
                  </a:lnTo>
                  <a:lnTo>
                    <a:pt x="1661110" y="698584"/>
                  </a:lnTo>
                  <a:lnTo>
                    <a:pt x="1661110" y="700840"/>
                  </a:lnTo>
                  <a:lnTo>
                    <a:pt x="1660358" y="702343"/>
                  </a:lnTo>
                  <a:lnTo>
                    <a:pt x="1660358" y="703095"/>
                  </a:lnTo>
                  <a:lnTo>
                    <a:pt x="1659606" y="703095"/>
                  </a:lnTo>
                  <a:lnTo>
                    <a:pt x="1658854" y="703847"/>
                  </a:lnTo>
                  <a:lnTo>
                    <a:pt x="1658102" y="703847"/>
                  </a:lnTo>
                  <a:lnTo>
                    <a:pt x="1658102" y="704599"/>
                  </a:lnTo>
                  <a:lnTo>
                    <a:pt x="1658102" y="706103"/>
                  </a:lnTo>
                  <a:lnTo>
                    <a:pt x="1658102" y="706855"/>
                  </a:lnTo>
                  <a:lnTo>
                    <a:pt x="1658854" y="708359"/>
                  </a:lnTo>
                  <a:lnTo>
                    <a:pt x="1658854" y="709863"/>
                  </a:lnTo>
                  <a:lnTo>
                    <a:pt x="1658854" y="711367"/>
                  </a:lnTo>
                  <a:lnTo>
                    <a:pt x="1658854" y="712871"/>
                  </a:lnTo>
                  <a:lnTo>
                    <a:pt x="1658102" y="713623"/>
                  </a:lnTo>
                  <a:lnTo>
                    <a:pt x="1655846" y="715127"/>
                  </a:lnTo>
                  <a:lnTo>
                    <a:pt x="1655094" y="715879"/>
                  </a:lnTo>
                  <a:lnTo>
                    <a:pt x="1655094" y="718887"/>
                  </a:lnTo>
                  <a:lnTo>
                    <a:pt x="1655094" y="722647"/>
                  </a:lnTo>
                  <a:lnTo>
                    <a:pt x="1656598" y="745958"/>
                  </a:lnTo>
                  <a:lnTo>
                    <a:pt x="1657350" y="747462"/>
                  </a:lnTo>
                  <a:lnTo>
                    <a:pt x="1658854" y="749718"/>
                  </a:lnTo>
                  <a:lnTo>
                    <a:pt x="1661110" y="751974"/>
                  </a:lnTo>
                  <a:lnTo>
                    <a:pt x="1661862" y="752726"/>
                  </a:lnTo>
                  <a:lnTo>
                    <a:pt x="1664118" y="757990"/>
                  </a:lnTo>
                  <a:lnTo>
                    <a:pt x="1664118" y="759493"/>
                  </a:lnTo>
                  <a:lnTo>
                    <a:pt x="1664118" y="760997"/>
                  </a:lnTo>
                  <a:lnTo>
                    <a:pt x="1663366" y="763253"/>
                  </a:lnTo>
                  <a:lnTo>
                    <a:pt x="1663366" y="764005"/>
                  </a:lnTo>
                  <a:lnTo>
                    <a:pt x="1665622" y="782805"/>
                  </a:lnTo>
                  <a:lnTo>
                    <a:pt x="1665622" y="783557"/>
                  </a:lnTo>
                  <a:lnTo>
                    <a:pt x="1665622" y="784309"/>
                  </a:lnTo>
                  <a:lnTo>
                    <a:pt x="1664870" y="785061"/>
                  </a:lnTo>
                  <a:lnTo>
                    <a:pt x="1664870" y="785813"/>
                  </a:lnTo>
                  <a:lnTo>
                    <a:pt x="1663366" y="785813"/>
                  </a:lnTo>
                  <a:lnTo>
                    <a:pt x="1662614" y="785813"/>
                  </a:lnTo>
                  <a:lnTo>
                    <a:pt x="1662614" y="786565"/>
                  </a:lnTo>
                  <a:lnTo>
                    <a:pt x="1662614" y="788069"/>
                  </a:lnTo>
                  <a:lnTo>
                    <a:pt x="1662614" y="791076"/>
                  </a:lnTo>
                  <a:lnTo>
                    <a:pt x="1662614" y="793332"/>
                  </a:lnTo>
                  <a:lnTo>
                    <a:pt x="1661862" y="795588"/>
                  </a:lnTo>
                  <a:lnTo>
                    <a:pt x="1661862" y="797844"/>
                  </a:lnTo>
                  <a:lnTo>
                    <a:pt x="1661862" y="798596"/>
                  </a:lnTo>
                  <a:lnTo>
                    <a:pt x="1660358" y="801604"/>
                  </a:lnTo>
                  <a:lnTo>
                    <a:pt x="1660358" y="802356"/>
                  </a:lnTo>
                  <a:lnTo>
                    <a:pt x="1659606" y="803108"/>
                  </a:lnTo>
                  <a:lnTo>
                    <a:pt x="1659606" y="804612"/>
                  </a:lnTo>
                  <a:lnTo>
                    <a:pt x="1660358" y="807620"/>
                  </a:lnTo>
                  <a:lnTo>
                    <a:pt x="1660358" y="809124"/>
                  </a:lnTo>
                  <a:lnTo>
                    <a:pt x="1659606" y="809876"/>
                  </a:lnTo>
                  <a:lnTo>
                    <a:pt x="1658854" y="809876"/>
                  </a:lnTo>
                  <a:lnTo>
                    <a:pt x="1658854" y="809124"/>
                  </a:lnTo>
                  <a:lnTo>
                    <a:pt x="1658102" y="809124"/>
                  </a:lnTo>
                  <a:lnTo>
                    <a:pt x="1657350" y="809124"/>
                  </a:lnTo>
                  <a:lnTo>
                    <a:pt x="1656598" y="809124"/>
                  </a:lnTo>
                  <a:lnTo>
                    <a:pt x="1656598" y="809876"/>
                  </a:lnTo>
                  <a:lnTo>
                    <a:pt x="1656598" y="811380"/>
                  </a:lnTo>
                  <a:lnTo>
                    <a:pt x="1656598" y="812884"/>
                  </a:lnTo>
                  <a:lnTo>
                    <a:pt x="1658102" y="813636"/>
                  </a:lnTo>
                  <a:lnTo>
                    <a:pt x="1660358" y="815891"/>
                  </a:lnTo>
                  <a:lnTo>
                    <a:pt x="1662614" y="816643"/>
                  </a:lnTo>
                  <a:lnTo>
                    <a:pt x="1663366" y="817396"/>
                  </a:lnTo>
                  <a:lnTo>
                    <a:pt x="1663366" y="818148"/>
                  </a:lnTo>
                  <a:lnTo>
                    <a:pt x="1664118" y="821907"/>
                  </a:lnTo>
                  <a:lnTo>
                    <a:pt x="1664118" y="822659"/>
                  </a:lnTo>
                  <a:lnTo>
                    <a:pt x="1665622" y="824915"/>
                  </a:lnTo>
                  <a:lnTo>
                    <a:pt x="1665622" y="825667"/>
                  </a:lnTo>
                  <a:lnTo>
                    <a:pt x="1666374" y="827923"/>
                  </a:lnTo>
                  <a:lnTo>
                    <a:pt x="1666374" y="830179"/>
                  </a:lnTo>
                  <a:lnTo>
                    <a:pt x="1666374" y="832435"/>
                  </a:lnTo>
                  <a:lnTo>
                    <a:pt x="1666374" y="834691"/>
                  </a:lnTo>
                  <a:lnTo>
                    <a:pt x="1666374" y="835443"/>
                  </a:lnTo>
                  <a:lnTo>
                    <a:pt x="1666374" y="836195"/>
                  </a:lnTo>
                  <a:lnTo>
                    <a:pt x="1667126" y="837699"/>
                  </a:lnTo>
                  <a:lnTo>
                    <a:pt x="1667878" y="839955"/>
                  </a:lnTo>
                  <a:lnTo>
                    <a:pt x="1667878" y="840707"/>
                  </a:lnTo>
                  <a:lnTo>
                    <a:pt x="1668630" y="841459"/>
                  </a:lnTo>
                  <a:lnTo>
                    <a:pt x="1669382" y="840707"/>
                  </a:lnTo>
                  <a:lnTo>
                    <a:pt x="1670886" y="840707"/>
                  </a:lnTo>
                  <a:lnTo>
                    <a:pt x="1671638" y="840707"/>
                  </a:lnTo>
                  <a:lnTo>
                    <a:pt x="1672390" y="840707"/>
                  </a:lnTo>
                  <a:lnTo>
                    <a:pt x="1673142" y="840707"/>
                  </a:lnTo>
                  <a:lnTo>
                    <a:pt x="1673142" y="841459"/>
                  </a:lnTo>
                  <a:lnTo>
                    <a:pt x="1672390" y="842211"/>
                  </a:lnTo>
                  <a:lnTo>
                    <a:pt x="1672390" y="842963"/>
                  </a:lnTo>
                  <a:lnTo>
                    <a:pt x="1672390" y="843715"/>
                  </a:lnTo>
                  <a:lnTo>
                    <a:pt x="1673142" y="843715"/>
                  </a:lnTo>
                  <a:lnTo>
                    <a:pt x="1673142" y="844467"/>
                  </a:lnTo>
                  <a:lnTo>
                    <a:pt x="1674646" y="845218"/>
                  </a:lnTo>
                  <a:lnTo>
                    <a:pt x="1676901" y="845970"/>
                  </a:lnTo>
                  <a:lnTo>
                    <a:pt x="1678405" y="846722"/>
                  </a:lnTo>
                  <a:lnTo>
                    <a:pt x="1682917" y="845970"/>
                  </a:lnTo>
                  <a:lnTo>
                    <a:pt x="1685173" y="846722"/>
                  </a:lnTo>
                  <a:lnTo>
                    <a:pt x="1685925" y="848226"/>
                  </a:lnTo>
                  <a:lnTo>
                    <a:pt x="1685925" y="849730"/>
                  </a:lnTo>
                  <a:lnTo>
                    <a:pt x="1685925" y="851986"/>
                  </a:lnTo>
                  <a:lnTo>
                    <a:pt x="1683669" y="863266"/>
                  </a:lnTo>
                  <a:lnTo>
                    <a:pt x="1682917" y="864770"/>
                  </a:lnTo>
                  <a:lnTo>
                    <a:pt x="1682165" y="866274"/>
                  </a:lnTo>
                  <a:lnTo>
                    <a:pt x="1680661" y="867778"/>
                  </a:lnTo>
                  <a:lnTo>
                    <a:pt x="1679909" y="868530"/>
                  </a:lnTo>
                  <a:lnTo>
                    <a:pt x="1674646" y="871537"/>
                  </a:lnTo>
                  <a:lnTo>
                    <a:pt x="1673894" y="873042"/>
                  </a:lnTo>
                  <a:lnTo>
                    <a:pt x="1673142" y="873042"/>
                  </a:lnTo>
                  <a:lnTo>
                    <a:pt x="1673142" y="873794"/>
                  </a:lnTo>
                  <a:lnTo>
                    <a:pt x="1673142" y="875297"/>
                  </a:lnTo>
                  <a:lnTo>
                    <a:pt x="1674646" y="876049"/>
                  </a:lnTo>
                  <a:lnTo>
                    <a:pt x="1675397" y="876801"/>
                  </a:lnTo>
                  <a:lnTo>
                    <a:pt x="1675397" y="877553"/>
                  </a:lnTo>
                  <a:lnTo>
                    <a:pt x="1675397" y="878305"/>
                  </a:lnTo>
                  <a:lnTo>
                    <a:pt x="1675397" y="879057"/>
                  </a:lnTo>
                  <a:lnTo>
                    <a:pt x="1674646" y="879809"/>
                  </a:lnTo>
                  <a:lnTo>
                    <a:pt x="1673894" y="879809"/>
                  </a:lnTo>
                  <a:lnTo>
                    <a:pt x="1671638" y="881313"/>
                  </a:lnTo>
                  <a:lnTo>
                    <a:pt x="1670886" y="881313"/>
                  </a:lnTo>
                  <a:lnTo>
                    <a:pt x="1670134" y="882065"/>
                  </a:lnTo>
                  <a:lnTo>
                    <a:pt x="1669382" y="882817"/>
                  </a:lnTo>
                  <a:lnTo>
                    <a:pt x="1669382" y="883569"/>
                  </a:lnTo>
                  <a:lnTo>
                    <a:pt x="1670134" y="884321"/>
                  </a:lnTo>
                  <a:lnTo>
                    <a:pt x="1670886" y="886577"/>
                  </a:lnTo>
                  <a:lnTo>
                    <a:pt x="1671638" y="888081"/>
                  </a:lnTo>
                  <a:lnTo>
                    <a:pt x="1671638" y="890337"/>
                  </a:lnTo>
                  <a:lnTo>
                    <a:pt x="1670886" y="896353"/>
                  </a:lnTo>
                  <a:lnTo>
                    <a:pt x="1670886" y="898609"/>
                  </a:lnTo>
                  <a:lnTo>
                    <a:pt x="1670886" y="901616"/>
                  </a:lnTo>
                  <a:lnTo>
                    <a:pt x="1670886" y="902368"/>
                  </a:lnTo>
                  <a:lnTo>
                    <a:pt x="1672390" y="904625"/>
                  </a:lnTo>
                  <a:lnTo>
                    <a:pt x="1672390" y="905376"/>
                  </a:lnTo>
                  <a:lnTo>
                    <a:pt x="1672390" y="906880"/>
                  </a:lnTo>
                  <a:lnTo>
                    <a:pt x="1672390" y="907632"/>
                  </a:lnTo>
                  <a:lnTo>
                    <a:pt x="1671638" y="909136"/>
                  </a:lnTo>
                  <a:lnTo>
                    <a:pt x="1667878" y="918160"/>
                  </a:lnTo>
                  <a:lnTo>
                    <a:pt x="1665622" y="922672"/>
                  </a:lnTo>
                  <a:lnTo>
                    <a:pt x="1663366" y="925680"/>
                  </a:lnTo>
                  <a:lnTo>
                    <a:pt x="1661110" y="927936"/>
                  </a:lnTo>
                  <a:lnTo>
                    <a:pt x="1659606" y="930192"/>
                  </a:lnTo>
                  <a:lnTo>
                    <a:pt x="1658854" y="930944"/>
                  </a:lnTo>
                  <a:lnTo>
                    <a:pt x="1658854" y="932447"/>
                  </a:lnTo>
                  <a:lnTo>
                    <a:pt x="1658102" y="936959"/>
                  </a:lnTo>
                  <a:lnTo>
                    <a:pt x="1658102" y="937711"/>
                  </a:lnTo>
                  <a:lnTo>
                    <a:pt x="1657350" y="939215"/>
                  </a:lnTo>
                  <a:lnTo>
                    <a:pt x="1655846" y="940719"/>
                  </a:lnTo>
                  <a:lnTo>
                    <a:pt x="1654342" y="942975"/>
                  </a:lnTo>
                  <a:lnTo>
                    <a:pt x="1652838" y="944479"/>
                  </a:lnTo>
                  <a:lnTo>
                    <a:pt x="1652086" y="945231"/>
                  </a:lnTo>
                  <a:lnTo>
                    <a:pt x="1652086" y="945983"/>
                  </a:lnTo>
                  <a:lnTo>
                    <a:pt x="1650582" y="948239"/>
                  </a:lnTo>
                  <a:lnTo>
                    <a:pt x="1649831" y="948991"/>
                  </a:lnTo>
                  <a:lnTo>
                    <a:pt x="1647575" y="949743"/>
                  </a:lnTo>
                  <a:lnTo>
                    <a:pt x="1646822" y="950495"/>
                  </a:lnTo>
                  <a:lnTo>
                    <a:pt x="1646071" y="951247"/>
                  </a:lnTo>
                  <a:lnTo>
                    <a:pt x="1643815" y="954255"/>
                  </a:lnTo>
                  <a:lnTo>
                    <a:pt x="1643815" y="955007"/>
                  </a:lnTo>
                  <a:lnTo>
                    <a:pt x="1642311" y="964782"/>
                  </a:lnTo>
                  <a:lnTo>
                    <a:pt x="1639303" y="974558"/>
                  </a:lnTo>
                  <a:lnTo>
                    <a:pt x="1638551" y="975310"/>
                  </a:lnTo>
                  <a:lnTo>
                    <a:pt x="1637799" y="976062"/>
                  </a:lnTo>
                  <a:lnTo>
                    <a:pt x="1637799" y="976814"/>
                  </a:lnTo>
                  <a:lnTo>
                    <a:pt x="1636295" y="977566"/>
                  </a:lnTo>
                  <a:lnTo>
                    <a:pt x="1634039" y="979822"/>
                  </a:lnTo>
                  <a:lnTo>
                    <a:pt x="1633287" y="980574"/>
                  </a:lnTo>
                  <a:lnTo>
                    <a:pt x="1632535" y="980574"/>
                  </a:lnTo>
                  <a:lnTo>
                    <a:pt x="1631031" y="980574"/>
                  </a:lnTo>
                  <a:lnTo>
                    <a:pt x="1628775" y="981326"/>
                  </a:lnTo>
                  <a:lnTo>
                    <a:pt x="1628023" y="982078"/>
                  </a:lnTo>
                  <a:lnTo>
                    <a:pt x="1627271" y="982830"/>
                  </a:lnTo>
                  <a:lnTo>
                    <a:pt x="1627271" y="983582"/>
                  </a:lnTo>
                  <a:lnTo>
                    <a:pt x="1627271" y="985086"/>
                  </a:lnTo>
                  <a:lnTo>
                    <a:pt x="1628023" y="987342"/>
                  </a:lnTo>
                  <a:lnTo>
                    <a:pt x="1628775" y="988093"/>
                  </a:lnTo>
                  <a:lnTo>
                    <a:pt x="1628775" y="989597"/>
                  </a:lnTo>
                  <a:lnTo>
                    <a:pt x="1628775" y="997869"/>
                  </a:lnTo>
                  <a:lnTo>
                    <a:pt x="1628775" y="999373"/>
                  </a:lnTo>
                  <a:lnTo>
                    <a:pt x="1629527" y="1001629"/>
                  </a:lnTo>
                  <a:lnTo>
                    <a:pt x="1630279" y="1004637"/>
                  </a:lnTo>
                  <a:lnTo>
                    <a:pt x="1630279" y="1006141"/>
                  </a:lnTo>
                  <a:lnTo>
                    <a:pt x="1630279" y="1008397"/>
                  </a:lnTo>
                  <a:lnTo>
                    <a:pt x="1629527" y="1014412"/>
                  </a:lnTo>
                  <a:lnTo>
                    <a:pt x="1628023" y="1019676"/>
                  </a:lnTo>
                  <a:lnTo>
                    <a:pt x="1627271" y="1021180"/>
                  </a:lnTo>
                  <a:lnTo>
                    <a:pt x="1627271" y="1023436"/>
                  </a:lnTo>
                  <a:lnTo>
                    <a:pt x="1628023" y="1024188"/>
                  </a:lnTo>
                  <a:lnTo>
                    <a:pt x="1628775" y="1027196"/>
                  </a:lnTo>
                  <a:lnTo>
                    <a:pt x="1628023" y="1030956"/>
                  </a:lnTo>
                  <a:lnTo>
                    <a:pt x="1628775" y="1033212"/>
                  </a:lnTo>
                  <a:lnTo>
                    <a:pt x="1628775" y="1033964"/>
                  </a:lnTo>
                  <a:lnTo>
                    <a:pt x="1628775" y="1034716"/>
                  </a:lnTo>
                  <a:lnTo>
                    <a:pt x="1630279" y="1036220"/>
                  </a:lnTo>
                  <a:lnTo>
                    <a:pt x="1630279" y="1037724"/>
                  </a:lnTo>
                  <a:lnTo>
                    <a:pt x="1630279" y="1038476"/>
                  </a:lnTo>
                  <a:lnTo>
                    <a:pt x="1630279" y="1039980"/>
                  </a:lnTo>
                  <a:lnTo>
                    <a:pt x="1630279" y="1040732"/>
                  </a:lnTo>
                  <a:lnTo>
                    <a:pt x="1629527" y="1041484"/>
                  </a:lnTo>
                  <a:lnTo>
                    <a:pt x="1629527" y="1042236"/>
                  </a:lnTo>
                  <a:lnTo>
                    <a:pt x="1628775" y="1042988"/>
                  </a:lnTo>
                  <a:lnTo>
                    <a:pt x="1627271" y="1043740"/>
                  </a:lnTo>
                  <a:lnTo>
                    <a:pt x="1622007" y="1045243"/>
                  </a:lnTo>
                  <a:lnTo>
                    <a:pt x="1620503" y="1045243"/>
                  </a:lnTo>
                  <a:lnTo>
                    <a:pt x="1619752" y="1045243"/>
                  </a:lnTo>
                  <a:lnTo>
                    <a:pt x="1619000" y="1045243"/>
                  </a:lnTo>
                  <a:lnTo>
                    <a:pt x="1618248" y="1045995"/>
                  </a:lnTo>
                  <a:lnTo>
                    <a:pt x="1618248" y="1046747"/>
                  </a:lnTo>
                  <a:lnTo>
                    <a:pt x="1619000" y="1047500"/>
                  </a:lnTo>
                  <a:lnTo>
                    <a:pt x="1619000" y="1049003"/>
                  </a:lnTo>
                  <a:lnTo>
                    <a:pt x="1619752" y="1049755"/>
                  </a:lnTo>
                  <a:lnTo>
                    <a:pt x="1619000" y="1051259"/>
                  </a:lnTo>
                  <a:lnTo>
                    <a:pt x="1618248" y="1052763"/>
                  </a:lnTo>
                  <a:lnTo>
                    <a:pt x="1612984" y="1064043"/>
                  </a:lnTo>
                  <a:lnTo>
                    <a:pt x="1611480" y="1071563"/>
                  </a:lnTo>
                  <a:lnTo>
                    <a:pt x="1610728" y="1072315"/>
                  </a:lnTo>
                  <a:lnTo>
                    <a:pt x="1611480" y="1073819"/>
                  </a:lnTo>
                  <a:lnTo>
                    <a:pt x="1611480" y="1076074"/>
                  </a:lnTo>
                  <a:lnTo>
                    <a:pt x="1611480" y="1077578"/>
                  </a:lnTo>
                  <a:lnTo>
                    <a:pt x="1610728" y="1079082"/>
                  </a:lnTo>
                  <a:lnTo>
                    <a:pt x="1609224" y="1082842"/>
                  </a:lnTo>
                  <a:lnTo>
                    <a:pt x="1608472" y="1085850"/>
                  </a:lnTo>
                  <a:lnTo>
                    <a:pt x="1608472" y="1086602"/>
                  </a:lnTo>
                  <a:lnTo>
                    <a:pt x="1607720" y="1089610"/>
                  </a:lnTo>
                  <a:lnTo>
                    <a:pt x="1607720" y="1090362"/>
                  </a:lnTo>
                  <a:lnTo>
                    <a:pt x="1607720" y="1091114"/>
                  </a:lnTo>
                  <a:lnTo>
                    <a:pt x="1608472" y="1092618"/>
                  </a:lnTo>
                  <a:lnTo>
                    <a:pt x="1609224" y="1094874"/>
                  </a:lnTo>
                  <a:lnTo>
                    <a:pt x="1609224" y="1096378"/>
                  </a:lnTo>
                  <a:lnTo>
                    <a:pt x="1609976" y="1097130"/>
                  </a:lnTo>
                  <a:lnTo>
                    <a:pt x="1611480" y="1103146"/>
                  </a:lnTo>
                  <a:lnTo>
                    <a:pt x="1611480" y="1105401"/>
                  </a:lnTo>
                  <a:lnTo>
                    <a:pt x="1611480" y="1107657"/>
                  </a:lnTo>
                  <a:lnTo>
                    <a:pt x="1610728" y="1109913"/>
                  </a:lnTo>
                  <a:lnTo>
                    <a:pt x="1609976" y="1112169"/>
                  </a:lnTo>
                  <a:lnTo>
                    <a:pt x="1609224" y="1113673"/>
                  </a:lnTo>
                  <a:lnTo>
                    <a:pt x="1609224" y="1115177"/>
                  </a:lnTo>
                  <a:lnTo>
                    <a:pt x="1609224" y="1115929"/>
                  </a:lnTo>
                  <a:lnTo>
                    <a:pt x="1608472" y="1116681"/>
                  </a:lnTo>
                  <a:lnTo>
                    <a:pt x="1607720" y="1118937"/>
                  </a:lnTo>
                  <a:lnTo>
                    <a:pt x="1606968" y="1121945"/>
                  </a:lnTo>
                  <a:lnTo>
                    <a:pt x="1606216" y="1123449"/>
                  </a:lnTo>
                  <a:lnTo>
                    <a:pt x="1605464" y="1124953"/>
                  </a:lnTo>
                  <a:lnTo>
                    <a:pt x="1601704" y="1127961"/>
                  </a:lnTo>
                  <a:lnTo>
                    <a:pt x="1600952" y="1129465"/>
                  </a:lnTo>
                  <a:lnTo>
                    <a:pt x="1600952" y="1133977"/>
                  </a:lnTo>
                  <a:lnTo>
                    <a:pt x="1597944" y="1139992"/>
                  </a:lnTo>
                  <a:lnTo>
                    <a:pt x="1597192" y="1143000"/>
                  </a:lnTo>
                  <a:lnTo>
                    <a:pt x="1597192" y="1149768"/>
                  </a:lnTo>
                  <a:lnTo>
                    <a:pt x="1596440" y="1152776"/>
                  </a:lnTo>
                  <a:lnTo>
                    <a:pt x="1594184" y="1153528"/>
                  </a:lnTo>
                  <a:lnTo>
                    <a:pt x="1593433" y="1155784"/>
                  </a:lnTo>
                  <a:lnTo>
                    <a:pt x="1591928" y="1165559"/>
                  </a:lnTo>
                  <a:lnTo>
                    <a:pt x="1591176" y="1166311"/>
                  </a:lnTo>
                  <a:lnTo>
                    <a:pt x="1587417" y="1168567"/>
                  </a:lnTo>
                  <a:lnTo>
                    <a:pt x="1585913" y="1169319"/>
                  </a:lnTo>
                  <a:lnTo>
                    <a:pt x="1585913" y="1170823"/>
                  </a:lnTo>
                  <a:lnTo>
                    <a:pt x="1584409" y="1174583"/>
                  </a:lnTo>
                  <a:lnTo>
                    <a:pt x="1584409" y="1175335"/>
                  </a:lnTo>
                  <a:lnTo>
                    <a:pt x="1584409" y="1176087"/>
                  </a:lnTo>
                  <a:lnTo>
                    <a:pt x="1582905" y="1177591"/>
                  </a:lnTo>
                  <a:lnTo>
                    <a:pt x="1580649" y="1179847"/>
                  </a:lnTo>
                  <a:lnTo>
                    <a:pt x="1575385" y="1182103"/>
                  </a:lnTo>
                  <a:lnTo>
                    <a:pt x="1570873" y="1184359"/>
                  </a:lnTo>
                  <a:lnTo>
                    <a:pt x="1568617" y="1185863"/>
                  </a:lnTo>
                  <a:lnTo>
                    <a:pt x="1565609" y="1185863"/>
                  </a:lnTo>
                  <a:lnTo>
                    <a:pt x="1561850" y="1185111"/>
                  </a:lnTo>
                  <a:lnTo>
                    <a:pt x="1561098" y="1182103"/>
                  </a:lnTo>
                  <a:lnTo>
                    <a:pt x="1560345" y="1179095"/>
                  </a:lnTo>
                  <a:lnTo>
                    <a:pt x="1558842" y="1176087"/>
                  </a:lnTo>
                  <a:lnTo>
                    <a:pt x="1554330" y="1180599"/>
                  </a:lnTo>
                  <a:lnTo>
                    <a:pt x="1551322" y="1181351"/>
                  </a:lnTo>
                  <a:lnTo>
                    <a:pt x="1547562" y="1182103"/>
                  </a:lnTo>
                  <a:lnTo>
                    <a:pt x="1544554" y="1182855"/>
                  </a:lnTo>
                  <a:lnTo>
                    <a:pt x="1542298" y="1184359"/>
                  </a:lnTo>
                  <a:lnTo>
                    <a:pt x="1538538" y="1188871"/>
                  </a:lnTo>
                  <a:lnTo>
                    <a:pt x="1535530" y="1191126"/>
                  </a:lnTo>
                  <a:lnTo>
                    <a:pt x="1529515" y="1193382"/>
                  </a:lnTo>
                  <a:lnTo>
                    <a:pt x="1526507" y="1195638"/>
                  </a:lnTo>
                  <a:lnTo>
                    <a:pt x="1519739" y="1205414"/>
                  </a:lnTo>
                  <a:lnTo>
                    <a:pt x="1517483" y="1206918"/>
                  </a:lnTo>
                  <a:lnTo>
                    <a:pt x="1515227" y="1207670"/>
                  </a:lnTo>
                  <a:lnTo>
                    <a:pt x="1512219" y="1209174"/>
                  </a:lnTo>
                  <a:lnTo>
                    <a:pt x="1509963" y="1211430"/>
                  </a:lnTo>
                  <a:lnTo>
                    <a:pt x="1508459" y="1212934"/>
                  </a:lnTo>
                  <a:lnTo>
                    <a:pt x="1507707" y="1215942"/>
                  </a:lnTo>
                  <a:lnTo>
                    <a:pt x="1507707" y="1218949"/>
                  </a:lnTo>
                  <a:lnTo>
                    <a:pt x="1508459" y="1221205"/>
                  </a:lnTo>
                  <a:lnTo>
                    <a:pt x="1508459" y="1224965"/>
                  </a:lnTo>
                  <a:lnTo>
                    <a:pt x="1507707" y="1225717"/>
                  </a:lnTo>
                  <a:lnTo>
                    <a:pt x="1505452" y="1227221"/>
                  </a:lnTo>
                  <a:lnTo>
                    <a:pt x="1504699" y="1228725"/>
                  </a:lnTo>
                  <a:lnTo>
                    <a:pt x="1504699" y="1230229"/>
                  </a:lnTo>
                  <a:lnTo>
                    <a:pt x="1503947" y="1232485"/>
                  </a:lnTo>
                  <a:lnTo>
                    <a:pt x="1503947" y="1233989"/>
                  </a:lnTo>
                  <a:lnTo>
                    <a:pt x="1503947" y="1235493"/>
                  </a:lnTo>
                  <a:lnTo>
                    <a:pt x="1504699" y="1239253"/>
                  </a:lnTo>
                  <a:lnTo>
                    <a:pt x="1504699" y="1240757"/>
                  </a:lnTo>
                  <a:lnTo>
                    <a:pt x="1503947" y="1243013"/>
                  </a:lnTo>
                  <a:lnTo>
                    <a:pt x="1502444" y="1246021"/>
                  </a:lnTo>
                  <a:lnTo>
                    <a:pt x="1501692" y="1247524"/>
                  </a:lnTo>
                  <a:lnTo>
                    <a:pt x="1500188" y="1255044"/>
                  </a:lnTo>
                  <a:lnTo>
                    <a:pt x="1499436" y="1258052"/>
                  </a:lnTo>
                  <a:lnTo>
                    <a:pt x="1497180" y="1261060"/>
                  </a:lnTo>
                  <a:lnTo>
                    <a:pt x="1493420" y="1266324"/>
                  </a:lnTo>
                  <a:lnTo>
                    <a:pt x="1491916" y="1267828"/>
                  </a:lnTo>
                  <a:lnTo>
                    <a:pt x="1488156" y="1265572"/>
                  </a:lnTo>
                  <a:lnTo>
                    <a:pt x="1486652" y="1267828"/>
                  </a:lnTo>
                  <a:lnTo>
                    <a:pt x="1488908" y="1270836"/>
                  </a:lnTo>
                  <a:lnTo>
                    <a:pt x="1489660" y="1275347"/>
                  </a:lnTo>
                  <a:lnTo>
                    <a:pt x="1489660" y="1279107"/>
                  </a:lnTo>
                  <a:lnTo>
                    <a:pt x="1488908" y="1282115"/>
                  </a:lnTo>
                  <a:lnTo>
                    <a:pt x="1486652" y="1285875"/>
                  </a:lnTo>
                  <a:lnTo>
                    <a:pt x="1482140" y="1295651"/>
                  </a:lnTo>
                  <a:lnTo>
                    <a:pt x="1476125" y="1302419"/>
                  </a:lnTo>
                  <a:lnTo>
                    <a:pt x="1475373" y="1307682"/>
                  </a:lnTo>
                  <a:lnTo>
                    <a:pt x="1473117" y="1309938"/>
                  </a:lnTo>
                  <a:lnTo>
                    <a:pt x="1470861" y="1310690"/>
                  </a:lnTo>
                  <a:lnTo>
                    <a:pt x="1468605" y="1310690"/>
                  </a:lnTo>
                  <a:lnTo>
                    <a:pt x="1467101" y="1310690"/>
                  </a:lnTo>
                  <a:lnTo>
                    <a:pt x="1464845" y="1309186"/>
                  </a:lnTo>
                  <a:lnTo>
                    <a:pt x="1462589" y="1308434"/>
                  </a:lnTo>
                  <a:lnTo>
                    <a:pt x="1460333" y="1309186"/>
                  </a:lnTo>
                  <a:lnTo>
                    <a:pt x="1460333" y="1309938"/>
                  </a:lnTo>
                  <a:lnTo>
                    <a:pt x="1460333" y="1310690"/>
                  </a:lnTo>
                  <a:lnTo>
                    <a:pt x="1459581" y="1312194"/>
                  </a:lnTo>
                  <a:lnTo>
                    <a:pt x="1454317" y="1317458"/>
                  </a:lnTo>
                  <a:lnTo>
                    <a:pt x="1451309" y="1319714"/>
                  </a:lnTo>
                  <a:lnTo>
                    <a:pt x="1447549" y="1320466"/>
                  </a:lnTo>
                  <a:lnTo>
                    <a:pt x="1431758" y="1321970"/>
                  </a:lnTo>
                  <a:lnTo>
                    <a:pt x="1424238" y="1322722"/>
                  </a:lnTo>
                  <a:lnTo>
                    <a:pt x="1420479" y="1324226"/>
                  </a:lnTo>
                  <a:lnTo>
                    <a:pt x="1418975" y="1325730"/>
                  </a:lnTo>
                  <a:lnTo>
                    <a:pt x="1417470" y="1326482"/>
                  </a:lnTo>
                  <a:lnTo>
                    <a:pt x="1417470" y="1327986"/>
                  </a:lnTo>
                  <a:lnTo>
                    <a:pt x="1415967" y="1330993"/>
                  </a:lnTo>
                  <a:lnTo>
                    <a:pt x="1409199" y="1338513"/>
                  </a:lnTo>
                  <a:lnTo>
                    <a:pt x="1406191" y="1346785"/>
                  </a:lnTo>
                  <a:lnTo>
                    <a:pt x="1404687" y="1347537"/>
                  </a:lnTo>
                  <a:lnTo>
                    <a:pt x="1403935" y="1348289"/>
                  </a:lnTo>
                  <a:lnTo>
                    <a:pt x="1402431" y="1348289"/>
                  </a:lnTo>
                  <a:lnTo>
                    <a:pt x="1400927" y="1348289"/>
                  </a:lnTo>
                  <a:lnTo>
                    <a:pt x="1396415" y="1351297"/>
                  </a:lnTo>
                  <a:lnTo>
                    <a:pt x="1390400" y="1353553"/>
                  </a:lnTo>
                  <a:lnTo>
                    <a:pt x="1388144" y="1355057"/>
                  </a:lnTo>
                  <a:lnTo>
                    <a:pt x="1387392" y="1358065"/>
                  </a:lnTo>
                  <a:lnTo>
                    <a:pt x="1385888" y="1358817"/>
                  </a:lnTo>
                  <a:lnTo>
                    <a:pt x="1377616" y="1362576"/>
                  </a:lnTo>
                  <a:lnTo>
                    <a:pt x="1376112" y="1363328"/>
                  </a:lnTo>
                  <a:lnTo>
                    <a:pt x="1375360" y="1364080"/>
                  </a:lnTo>
                  <a:lnTo>
                    <a:pt x="1374608" y="1365584"/>
                  </a:lnTo>
                  <a:lnTo>
                    <a:pt x="1373856" y="1367088"/>
                  </a:lnTo>
                  <a:lnTo>
                    <a:pt x="1374608" y="1373856"/>
                  </a:lnTo>
                  <a:lnTo>
                    <a:pt x="1374608" y="1375360"/>
                  </a:lnTo>
                  <a:lnTo>
                    <a:pt x="1374608" y="1376112"/>
                  </a:lnTo>
                  <a:lnTo>
                    <a:pt x="1373856" y="1376864"/>
                  </a:lnTo>
                  <a:lnTo>
                    <a:pt x="1373104" y="1378368"/>
                  </a:lnTo>
                  <a:lnTo>
                    <a:pt x="1371600" y="1379120"/>
                  </a:lnTo>
                  <a:lnTo>
                    <a:pt x="1369344" y="1379872"/>
                  </a:lnTo>
                  <a:lnTo>
                    <a:pt x="1361824" y="1382128"/>
                  </a:lnTo>
                  <a:lnTo>
                    <a:pt x="1358065" y="1383632"/>
                  </a:lnTo>
                  <a:lnTo>
                    <a:pt x="1355057" y="1385888"/>
                  </a:lnTo>
                  <a:lnTo>
                    <a:pt x="1354305" y="1386639"/>
                  </a:lnTo>
                  <a:lnTo>
                    <a:pt x="1353553" y="1388144"/>
                  </a:lnTo>
                  <a:lnTo>
                    <a:pt x="1352801" y="1389648"/>
                  </a:lnTo>
                  <a:lnTo>
                    <a:pt x="1352049" y="1394159"/>
                  </a:lnTo>
                  <a:lnTo>
                    <a:pt x="1352049" y="1397167"/>
                  </a:lnTo>
                  <a:lnTo>
                    <a:pt x="1352801" y="1398671"/>
                  </a:lnTo>
                  <a:lnTo>
                    <a:pt x="1353553" y="1400927"/>
                  </a:lnTo>
                  <a:lnTo>
                    <a:pt x="1353553" y="1401679"/>
                  </a:lnTo>
                  <a:lnTo>
                    <a:pt x="1354305" y="1402431"/>
                  </a:lnTo>
                  <a:lnTo>
                    <a:pt x="1355057" y="1403183"/>
                  </a:lnTo>
                  <a:lnTo>
                    <a:pt x="1356561" y="1403935"/>
                  </a:lnTo>
                  <a:lnTo>
                    <a:pt x="1359569" y="1405439"/>
                  </a:lnTo>
                  <a:lnTo>
                    <a:pt x="1359569" y="1406191"/>
                  </a:lnTo>
                  <a:lnTo>
                    <a:pt x="1360321" y="1406191"/>
                  </a:lnTo>
                  <a:lnTo>
                    <a:pt x="1362576" y="1407695"/>
                  </a:lnTo>
                  <a:lnTo>
                    <a:pt x="1361072" y="1413711"/>
                  </a:lnTo>
                  <a:lnTo>
                    <a:pt x="1360321" y="1420478"/>
                  </a:lnTo>
                  <a:lnTo>
                    <a:pt x="1359569" y="1424238"/>
                  </a:lnTo>
                  <a:lnTo>
                    <a:pt x="1358065" y="1425742"/>
                  </a:lnTo>
                  <a:lnTo>
                    <a:pt x="1354305" y="1428750"/>
                  </a:lnTo>
                  <a:lnTo>
                    <a:pt x="1352049" y="1431006"/>
                  </a:lnTo>
                  <a:lnTo>
                    <a:pt x="1350545" y="1433262"/>
                  </a:lnTo>
                  <a:lnTo>
                    <a:pt x="1349041" y="1436270"/>
                  </a:lnTo>
                  <a:lnTo>
                    <a:pt x="1349041" y="1440030"/>
                  </a:lnTo>
                  <a:lnTo>
                    <a:pt x="1347537" y="1443038"/>
                  </a:lnTo>
                  <a:lnTo>
                    <a:pt x="1345281" y="1446046"/>
                  </a:lnTo>
                  <a:lnTo>
                    <a:pt x="1338513" y="1451309"/>
                  </a:lnTo>
                  <a:lnTo>
                    <a:pt x="1333250" y="1458077"/>
                  </a:lnTo>
                  <a:lnTo>
                    <a:pt x="1330242" y="1459581"/>
                  </a:lnTo>
                  <a:lnTo>
                    <a:pt x="1327986" y="1461837"/>
                  </a:lnTo>
                  <a:lnTo>
                    <a:pt x="1326482" y="1462589"/>
                  </a:lnTo>
                  <a:lnTo>
                    <a:pt x="1319714" y="1464845"/>
                  </a:lnTo>
                  <a:lnTo>
                    <a:pt x="1309938" y="1470109"/>
                  </a:lnTo>
                  <a:lnTo>
                    <a:pt x="1305426" y="1473116"/>
                  </a:lnTo>
                  <a:lnTo>
                    <a:pt x="1300915" y="1477628"/>
                  </a:lnTo>
                  <a:lnTo>
                    <a:pt x="1302419" y="1479884"/>
                  </a:lnTo>
                  <a:lnTo>
                    <a:pt x="1300163" y="1490412"/>
                  </a:lnTo>
                  <a:lnTo>
                    <a:pt x="1298659" y="1494172"/>
                  </a:lnTo>
                  <a:lnTo>
                    <a:pt x="1297907" y="1495676"/>
                  </a:lnTo>
                  <a:lnTo>
                    <a:pt x="1298659" y="1497180"/>
                  </a:lnTo>
                  <a:lnTo>
                    <a:pt x="1299411" y="1500188"/>
                  </a:lnTo>
                  <a:lnTo>
                    <a:pt x="1299411" y="1501692"/>
                  </a:lnTo>
                  <a:lnTo>
                    <a:pt x="1298659" y="1504699"/>
                  </a:lnTo>
                  <a:lnTo>
                    <a:pt x="1297155" y="1507707"/>
                  </a:lnTo>
                  <a:lnTo>
                    <a:pt x="1295651" y="1509963"/>
                  </a:lnTo>
                  <a:lnTo>
                    <a:pt x="1293395" y="1511467"/>
                  </a:lnTo>
                  <a:lnTo>
                    <a:pt x="1292643" y="1512219"/>
                  </a:lnTo>
                  <a:lnTo>
                    <a:pt x="1286627" y="1521243"/>
                  </a:lnTo>
                  <a:lnTo>
                    <a:pt x="1284371" y="1523499"/>
                  </a:lnTo>
                  <a:lnTo>
                    <a:pt x="1283619" y="1524251"/>
                  </a:lnTo>
                  <a:lnTo>
                    <a:pt x="1282867" y="1528011"/>
                  </a:lnTo>
                  <a:lnTo>
                    <a:pt x="1281363" y="1530267"/>
                  </a:lnTo>
                  <a:lnTo>
                    <a:pt x="1279859" y="1534026"/>
                  </a:lnTo>
                  <a:lnTo>
                    <a:pt x="1279107" y="1535530"/>
                  </a:lnTo>
                  <a:lnTo>
                    <a:pt x="1275348" y="1539290"/>
                  </a:lnTo>
                  <a:lnTo>
                    <a:pt x="1273844" y="1540794"/>
                  </a:lnTo>
                  <a:lnTo>
                    <a:pt x="1273092" y="1543050"/>
                  </a:lnTo>
                  <a:lnTo>
                    <a:pt x="1273844" y="1550570"/>
                  </a:lnTo>
                  <a:lnTo>
                    <a:pt x="1274595" y="1552826"/>
                  </a:lnTo>
                  <a:lnTo>
                    <a:pt x="1275348" y="1554330"/>
                  </a:lnTo>
                  <a:lnTo>
                    <a:pt x="1275348" y="1555834"/>
                  </a:lnTo>
                  <a:lnTo>
                    <a:pt x="1274595" y="1557338"/>
                  </a:lnTo>
                  <a:lnTo>
                    <a:pt x="1273844" y="1558842"/>
                  </a:lnTo>
                  <a:lnTo>
                    <a:pt x="1273092" y="1560345"/>
                  </a:lnTo>
                  <a:lnTo>
                    <a:pt x="1272340" y="1563353"/>
                  </a:lnTo>
                  <a:lnTo>
                    <a:pt x="1270836" y="1570121"/>
                  </a:lnTo>
                  <a:lnTo>
                    <a:pt x="1270084" y="1576137"/>
                  </a:lnTo>
                  <a:lnTo>
                    <a:pt x="1270836" y="1577641"/>
                  </a:lnTo>
                  <a:lnTo>
                    <a:pt x="1269332" y="1579897"/>
                  </a:lnTo>
                  <a:lnTo>
                    <a:pt x="1267076" y="1587417"/>
                  </a:lnTo>
                  <a:lnTo>
                    <a:pt x="1267076" y="1592680"/>
                  </a:lnTo>
                  <a:lnTo>
                    <a:pt x="1267828" y="1597192"/>
                  </a:lnTo>
                  <a:lnTo>
                    <a:pt x="1269332" y="1601704"/>
                  </a:lnTo>
                  <a:lnTo>
                    <a:pt x="1277604" y="1615991"/>
                  </a:lnTo>
                  <a:lnTo>
                    <a:pt x="1281363" y="1622007"/>
                  </a:lnTo>
                  <a:lnTo>
                    <a:pt x="1282115" y="1623511"/>
                  </a:lnTo>
                  <a:lnTo>
                    <a:pt x="1282867" y="1625015"/>
                  </a:lnTo>
                  <a:lnTo>
                    <a:pt x="1284371" y="1629527"/>
                  </a:lnTo>
                  <a:lnTo>
                    <a:pt x="1287379" y="1640807"/>
                  </a:lnTo>
                  <a:lnTo>
                    <a:pt x="1293395" y="1653590"/>
                  </a:lnTo>
                  <a:lnTo>
                    <a:pt x="1296403" y="1659606"/>
                  </a:lnTo>
                  <a:lnTo>
                    <a:pt x="1294147" y="1660358"/>
                  </a:lnTo>
                  <a:lnTo>
                    <a:pt x="1282115" y="1661862"/>
                  </a:lnTo>
                  <a:lnTo>
                    <a:pt x="1276100" y="1661110"/>
                  </a:lnTo>
                  <a:lnTo>
                    <a:pt x="1272340" y="1659606"/>
                  </a:lnTo>
                  <a:lnTo>
                    <a:pt x="1260308" y="1657350"/>
                  </a:lnTo>
                  <a:lnTo>
                    <a:pt x="1257300" y="1656598"/>
                  </a:lnTo>
                  <a:lnTo>
                    <a:pt x="1243013" y="1657350"/>
                  </a:lnTo>
                  <a:lnTo>
                    <a:pt x="1240005" y="1657350"/>
                  </a:lnTo>
                  <a:lnTo>
                    <a:pt x="1238501" y="1658854"/>
                  </a:lnTo>
                  <a:lnTo>
                    <a:pt x="1233989" y="1659606"/>
                  </a:lnTo>
                  <a:lnTo>
                    <a:pt x="1229477" y="1658854"/>
                  </a:lnTo>
                  <a:lnTo>
                    <a:pt x="1216694" y="1655846"/>
                  </a:lnTo>
                  <a:lnTo>
                    <a:pt x="1212934" y="1655846"/>
                  </a:lnTo>
                  <a:lnTo>
                    <a:pt x="1194134" y="1658102"/>
                  </a:lnTo>
                  <a:lnTo>
                    <a:pt x="1188119" y="1657350"/>
                  </a:lnTo>
                  <a:lnTo>
                    <a:pt x="1172327" y="1649078"/>
                  </a:lnTo>
                  <a:lnTo>
                    <a:pt x="1161799" y="1646070"/>
                  </a:lnTo>
                  <a:lnTo>
                    <a:pt x="1156536" y="1646823"/>
                  </a:lnTo>
                  <a:lnTo>
                    <a:pt x="1155032" y="1644566"/>
                  </a:lnTo>
                  <a:lnTo>
                    <a:pt x="1154280" y="1643063"/>
                  </a:lnTo>
                  <a:lnTo>
                    <a:pt x="1154280" y="1641559"/>
                  </a:lnTo>
                  <a:lnTo>
                    <a:pt x="1155032" y="1640055"/>
                  </a:lnTo>
                  <a:lnTo>
                    <a:pt x="1155784" y="1637047"/>
                  </a:lnTo>
                  <a:lnTo>
                    <a:pt x="1158040" y="1634039"/>
                  </a:lnTo>
                  <a:lnTo>
                    <a:pt x="1163303" y="1628775"/>
                  </a:lnTo>
                  <a:lnTo>
                    <a:pt x="1164055" y="1627271"/>
                  </a:lnTo>
                  <a:lnTo>
                    <a:pt x="1165559" y="1622759"/>
                  </a:lnTo>
                  <a:lnTo>
                    <a:pt x="1169319" y="1618248"/>
                  </a:lnTo>
                  <a:lnTo>
                    <a:pt x="1170071" y="1616743"/>
                  </a:lnTo>
                  <a:lnTo>
                    <a:pt x="1170823" y="1612232"/>
                  </a:lnTo>
                  <a:lnTo>
                    <a:pt x="1171575" y="1609976"/>
                  </a:lnTo>
                  <a:lnTo>
                    <a:pt x="1173079" y="1609224"/>
                  </a:lnTo>
                  <a:lnTo>
                    <a:pt x="1173831" y="1607720"/>
                  </a:lnTo>
                  <a:lnTo>
                    <a:pt x="1176087" y="1606968"/>
                  </a:lnTo>
                  <a:lnTo>
                    <a:pt x="1181351" y="1604712"/>
                  </a:lnTo>
                  <a:lnTo>
                    <a:pt x="1188119" y="1603208"/>
                  </a:lnTo>
                  <a:lnTo>
                    <a:pt x="1188871" y="1603208"/>
                  </a:lnTo>
                  <a:lnTo>
                    <a:pt x="1190375" y="1601704"/>
                  </a:lnTo>
                  <a:lnTo>
                    <a:pt x="1190375" y="1600200"/>
                  </a:lnTo>
                  <a:lnTo>
                    <a:pt x="1193382" y="1584409"/>
                  </a:lnTo>
                  <a:lnTo>
                    <a:pt x="1194886" y="1579145"/>
                  </a:lnTo>
                  <a:lnTo>
                    <a:pt x="1195638" y="1577641"/>
                  </a:lnTo>
                  <a:lnTo>
                    <a:pt x="1195638" y="1567113"/>
                  </a:lnTo>
                  <a:lnTo>
                    <a:pt x="1200902" y="1547562"/>
                  </a:lnTo>
                  <a:lnTo>
                    <a:pt x="1200902" y="1545306"/>
                  </a:lnTo>
                  <a:lnTo>
                    <a:pt x="1200902" y="1543802"/>
                  </a:lnTo>
                  <a:lnTo>
                    <a:pt x="1200902" y="1540794"/>
                  </a:lnTo>
                  <a:lnTo>
                    <a:pt x="1200902" y="1539290"/>
                  </a:lnTo>
                  <a:lnTo>
                    <a:pt x="1200150" y="1537786"/>
                  </a:lnTo>
                  <a:lnTo>
                    <a:pt x="1191878" y="1538538"/>
                  </a:lnTo>
                  <a:lnTo>
                    <a:pt x="1189623" y="1539290"/>
                  </a:lnTo>
                  <a:lnTo>
                    <a:pt x="1187367" y="1540794"/>
                  </a:lnTo>
                  <a:lnTo>
                    <a:pt x="1179847" y="1546810"/>
                  </a:lnTo>
                  <a:lnTo>
                    <a:pt x="1178343" y="1549066"/>
                  </a:lnTo>
                  <a:lnTo>
                    <a:pt x="1176839" y="1550570"/>
                  </a:lnTo>
                  <a:lnTo>
                    <a:pt x="1176087" y="1552074"/>
                  </a:lnTo>
                  <a:lnTo>
                    <a:pt x="1173831" y="1555834"/>
                  </a:lnTo>
                  <a:lnTo>
                    <a:pt x="1160296" y="1570873"/>
                  </a:lnTo>
                  <a:lnTo>
                    <a:pt x="1155784" y="1574633"/>
                  </a:lnTo>
                  <a:lnTo>
                    <a:pt x="1146760" y="1579145"/>
                  </a:lnTo>
                  <a:lnTo>
                    <a:pt x="1145256" y="1580649"/>
                  </a:lnTo>
                  <a:lnTo>
                    <a:pt x="1143752" y="1582905"/>
                  </a:lnTo>
                  <a:lnTo>
                    <a:pt x="1143000" y="1584409"/>
                  </a:lnTo>
                  <a:lnTo>
                    <a:pt x="1143000" y="1585913"/>
                  </a:lnTo>
                  <a:lnTo>
                    <a:pt x="1141496" y="1588921"/>
                  </a:lnTo>
                  <a:lnTo>
                    <a:pt x="1139992" y="1591176"/>
                  </a:lnTo>
                  <a:lnTo>
                    <a:pt x="1136232" y="1595688"/>
                  </a:lnTo>
                  <a:lnTo>
                    <a:pt x="1133225" y="1597192"/>
                  </a:lnTo>
                  <a:lnTo>
                    <a:pt x="1130969" y="1597944"/>
                  </a:lnTo>
                  <a:lnTo>
                    <a:pt x="1127961" y="1597192"/>
                  </a:lnTo>
                  <a:lnTo>
                    <a:pt x="1124201" y="1597944"/>
                  </a:lnTo>
                  <a:lnTo>
                    <a:pt x="1117433" y="1599448"/>
                  </a:lnTo>
                  <a:lnTo>
                    <a:pt x="1104650" y="1605464"/>
                  </a:lnTo>
                  <a:lnTo>
                    <a:pt x="1101642" y="1606216"/>
                  </a:lnTo>
                  <a:lnTo>
                    <a:pt x="1099386" y="1606216"/>
                  </a:lnTo>
                  <a:lnTo>
                    <a:pt x="1094874" y="1605464"/>
                  </a:lnTo>
                  <a:lnTo>
                    <a:pt x="1093370" y="1604712"/>
                  </a:lnTo>
                  <a:lnTo>
                    <a:pt x="1091866" y="1603960"/>
                  </a:lnTo>
                  <a:lnTo>
                    <a:pt x="1091866" y="1602456"/>
                  </a:lnTo>
                  <a:lnTo>
                    <a:pt x="1091114" y="1599448"/>
                  </a:lnTo>
                  <a:lnTo>
                    <a:pt x="1090362" y="1597944"/>
                  </a:lnTo>
                  <a:lnTo>
                    <a:pt x="1090362" y="1594936"/>
                  </a:lnTo>
                  <a:lnTo>
                    <a:pt x="1090362" y="1593432"/>
                  </a:lnTo>
                  <a:lnTo>
                    <a:pt x="1089610" y="1591928"/>
                  </a:lnTo>
                  <a:lnTo>
                    <a:pt x="1088858" y="1590424"/>
                  </a:lnTo>
                  <a:lnTo>
                    <a:pt x="1088106" y="1589672"/>
                  </a:lnTo>
                  <a:lnTo>
                    <a:pt x="1079834" y="1584409"/>
                  </a:lnTo>
                  <a:lnTo>
                    <a:pt x="1076074" y="1581401"/>
                  </a:lnTo>
                  <a:lnTo>
                    <a:pt x="1073067" y="1579897"/>
                  </a:lnTo>
                  <a:lnTo>
                    <a:pt x="1071563" y="1579145"/>
                  </a:lnTo>
                  <a:lnTo>
                    <a:pt x="1070059" y="1579145"/>
                  </a:lnTo>
                  <a:lnTo>
                    <a:pt x="1064043" y="1579145"/>
                  </a:lnTo>
                  <a:lnTo>
                    <a:pt x="1062539" y="1578393"/>
                  </a:lnTo>
                  <a:lnTo>
                    <a:pt x="1061035" y="1578393"/>
                  </a:lnTo>
                  <a:lnTo>
                    <a:pt x="1047500" y="1580649"/>
                  </a:lnTo>
                  <a:lnTo>
                    <a:pt x="1039228" y="1583657"/>
                  </a:lnTo>
                  <a:lnTo>
                    <a:pt x="1036220" y="1585161"/>
                  </a:lnTo>
                  <a:lnTo>
                    <a:pt x="1034716" y="1586665"/>
                  </a:lnTo>
                  <a:lnTo>
                    <a:pt x="1033964" y="1588169"/>
                  </a:lnTo>
                  <a:lnTo>
                    <a:pt x="1032460" y="1591176"/>
                  </a:lnTo>
                  <a:lnTo>
                    <a:pt x="1031708" y="1592680"/>
                  </a:lnTo>
                  <a:lnTo>
                    <a:pt x="1030204" y="1594184"/>
                  </a:lnTo>
                  <a:lnTo>
                    <a:pt x="1016669" y="1601704"/>
                  </a:lnTo>
                  <a:lnTo>
                    <a:pt x="1014413" y="1602456"/>
                  </a:lnTo>
                  <a:lnTo>
                    <a:pt x="1012157" y="1602456"/>
                  </a:lnTo>
                  <a:lnTo>
                    <a:pt x="1007645" y="1602456"/>
                  </a:lnTo>
                  <a:lnTo>
                    <a:pt x="1005389" y="1602456"/>
                  </a:lnTo>
                  <a:lnTo>
                    <a:pt x="989597" y="1606216"/>
                  </a:lnTo>
                  <a:lnTo>
                    <a:pt x="985838" y="1606216"/>
                  </a:lnTo>
                  <a:lnTo>
                    <a:pt x="983582" y="1606216"/>
                  </a:lnTo>
                  <a:lnTo>
                    <a:pt x="973806" y="1606968"/>
                  </a:lnTo>
                  <a:lnTo>
                    <a:pt x="957263" y="1597944"/>
                  </a:lnTo>
                  <a:lnTo>
                    <a:pt x="954255" y="1594936"/>
                  </a:lnTo>
                  <a:lnTo>
                    <a:pt x="952751" y="1593432"/>
                  </a:lnTo>
                  <a:lnTo>
                    <a:pt x="949743" y="1591176"/>
                  </a:lnTo>
                  <a:lnTo>
                    <a:pt x="948239" y="1590424"/>
                  </a:lnTo>
                  <a:lnTo>
                    <a:pt x="944479" y="1589672"/>
                  </a:lnTo>
                  <a:lnTo>
                    <a:pt x="942223" y="1588169"/>
                  </a:lnTo>
                  <a:lnTo>
                    <a:pt x="939967" y="1586665"/>
                  </a:lnTo>
                  <a:lnTo>
                    <a:pt x="933951" y="1585161"/>
                  </a:lnTo>
                  <a:lnTo>
                    <a:pt x="924176" y="1580649"/>
                  </a:lnTo>
                  <a:lnTo>
                    <a:pt x="920416" y="1577641"/>
                  </a:lnTo>
                  <a:lnTo>
                    <a:pt x="918912" y="1575385"/>
                  </a:lnTo>
                  <a:lnTo>
                    <a:pt x="914400" y="1570121"/>
                  </a:lnTo>
                  <a:lnTo>
                    <a:pt x="913648" y="1568617"/>
                  </a:lnTo>
                  <a:lnTo>
                    <a:pt x="912896" y="1567865"/>
                  </a:lnTo>
                  <a:lnTo>
                    <a:pt x="912144" y="1564857"/>
                  </a:lnTo>
                  <a:lnTo>
                    <a:pt x="911392" y="1563353"/>
                  </a:lnTo>
                  <a:lnTo>
                    <a:pt x="909136" y="1561097"/>
                  </a:lnTo>
                  <a:lnTo>
                    <a:pt x="905377" y="1558842"/>
                  </a:lnTo>
                  <a:lnTo>
                    <a:pt x="903120" y="1558090"/>
                  </a:lnTo>
                  <a:lnTo>
                    <a:pt x="898609" y="1557338"/>
                  </a:lnTo>
                  <a:lnTo>
                    <a:pt x="894097" y="1555082"/>
                  </a:lnTo>
                  <a:lnTo>
                    <a:pt x="891089" y="1555834"/>
                  </a:lnTo>
                  <a:lnTo>
                    <a:pt x="882065" y="1554330"/>
                  </a:lnTo>
                  <a:lnTo>
                    <a:pt x="879809" y="1552826"/>
                  </a:lnTo>
                  <a:lnTo>
                    <a:pt x="878305" y="1552074"/>
                  </a:lnTo>
                  <a:lnTo>
                    <a:pt x="876049" y="1549066"/>
                  </a:lnTo>
                  <a:lnTo>
                    <a:pt x="875298" y="1548314"/>
                  </a:lnTo>
                  <a:lnTo>
                    <a:pt x="873042" y="1546810"/>
                  </a:lnTo>
                  <a:lnTo>
                    <a:pt x="868530" y="1545306"/>
                  </a:lnTo>
                  <a:lnTo>
                    <a:pt x="864018" y="1543050"/>
                  </a:lnTo>
                  <a:lnTo>
                    <a:pt x="852738" y="1540794"/>
                  </a:lnTo>
                  <a:lnTo>
                    <a:pt x="850482" y="1539290"/>
                  </a:lnTo>
                  <a:lnTo>
                    <a:pt x="849730" y="1538538"/>
                  </a:lnTo>
                  <a:lnTo>
                    <a:pt x="848979" y="1537786"/>
                  </a:lnTo>
                  <a:lnTo>
                    <a:pt x="848979" y="1537034"/>
                  </a:lnTo>
                  <a:lnTo>
                    <a:pt x="848227" y="1535530"/>
                  </a:lnTo>
                  <a:lnTo>
                    <a:pt x="847474" y="1534026"/>
                  </a:lnTo>
                  <a:lnTo>
                    <a:pt x="845970" y="1531771"/>
                  </a:lnTo>
                  <a:lnTo>
                    <a:pt x="842963" y="1529514"/>
                  </a:lnTo>
                  <a:lnTo>
                    <a:pt x="840707" y="1528763"/>
                  </a:lnTo>
                  <a:lnTo>
                    <a:pt x="834691" y="1528011"/>
                  </a:lnTo>
                  <a:lnTo>
                    <a:pt x="831683" y="1528011"/>
                  </a:lnTo>
                  <a:lnTo>
                    <a:pt x="829427" y="1528763"/>
                  </a:lnTo>
                  <a:lnTo>
                    <a:pt x="826419" y="1529514"/>
                  </a:lnTo>
                  <a:lnTo>
                    <a:pt x="818900" y="1531019"/>
                  </a:lnTo>
                  <a:lnTo>
                    <a:pt x="815140" y="1531771"/>
                  </a:lnTo>
                  <a:lnTo>
                    <a:pt x="813636" y="1532523"/>
                  </a:lnTo>
                  <a:lnTo>
                    <a:pt x="812132" y="1533274"/>
                  </a:lnTo>
                  <a:lnTo>
                    <a:pt x="810628" y="1534026"/>
                  </a:lnTo>
                  <a:lnTo>
                    <a:pt x="809876" y="1534778"/>
                  </a:lnTo>
                  <a:lnTo>
                    <a:pt x="804612" y="1540794"/>
                  </a:lnTo>
                  <a:lnTo>
                    <a:pt x="803860" y="1542298"/>
                  </a:lnTo>
                  <a:lnTo>
                    <a:pt x="802356" y="1543050"/>
                  </a:lnTo>
                  <a:lnTo>
                    <a:pt x="800100" y="1543802"/>
                  </a:lnTo>
                  <a:lnTo>
                    <a:pt x="798596" y="1543802"/>
                  </a:lnTo>
                  <a:lnTo>
                    <a:pt x="796340" y="1543050"/>
                  </a:lnTo>
                  <a:lnTo>
                    <a:pt x="794836" y="1543050"/>
                  </a:lnTo>
                  <a:lnTo>
                    <a:pt x="791828" y="1546058"/>
                  </a:lnTo>
                  <a:lnTo>
                    <a:pt x="788821" y="1547562"/>
                  </a:lnTo>
                  <a:lnTo>
                    <a:pt x="786565" y="1548314"/>
                  </a:lnTo>
                  <a:lnTo>
                    <a:pt x="783557" y="1549066"/>
                  </a:lnTo>
                  <a:lnTo>
                    <a:pt x="781301" y="1548314"/>
                  </a:lnTo>
                  <a:lnTo>
                    <a:pt x="776037" y="1546810"/>
                  </a:lnTo>
                  <a:lnTo>
                    <a:pt x="774533" y="1546810"/>
                  </a:lnTo>
                  <a:lnTo>
                    <a:pt x="773781" y="1546810"/>
                  </a:lnTo>
                  <a:lnTo>
                    <a:pt x="772277" y="1547562"/>
                  </a:lnTo>
                  <a:lnTo>
                    <a:pt x="770021" y="1547562"/>
                  </a:lnTo>
                  <a:lnTo>
                    <a:pt x="748966" y="1549818"/>
                  </a:lnTo>
                  <a:lnTo>
                    <a:pt x="736934" y="1548314"/>
                  </a:lnTo>
                  <a:lnTo>
                    <a:pt x="735430" y="1549066"/>
                  </a:lnTo>
                  <a:lnTo>
                    <a:pt x="731671" y="1552074"/>
                  </a:lnTo>
                  <a:lnTo>
                    <a:pt x="730919" y="1552826"/>
                  </a:lnTo>
                  <a:lnTo>
                    <a:pt x="730919" y="1553578"/>
                  </a:lnTo>
                  <a:lnTo>
                    <a:pt x="730167" y="1555834"/>
                  </a:lnTo>
                  <a:lnTo>
                    <a:pt x="730167" y="1556586"/>
                  </a:lnTo>
                  <a:lnTo>
                    <a:pt x="730167" y="1557338"/>
                  </a:lnTo>
                  <a:lnTo>
                    <a:pt x="729415" y="1558090"/>
                  </a:lnTo>
                  <a:lnTo>
                    <a:pt x="727911" y="1558842"/>
                  </a:lnTo>
                  <a:lnTo>
                    <a:pt x="724903" y="1560345"/>
                  </a:lnTo>
                  <a:lnTo>
                    <a:pt x="723399" y="1561097"/>
                  </a:lnTo>
                  <a:lnTo>
                    <a:pt x="722647" y="1561097"/>
                  </a:lnTo>
                  <a:lnTo>
                    <a:pt x="722647" y="1561849"/>
                  </a:lnTo>
                  <a:lnTo>
                    <a:pt x="721895" y="1562602"/>
                  </a:lnTo>
                  <a:lnTo>
                    <a:pt x="721895" y="1563353"/>
                  </a:lnTo>
                  <a:lnTo>
                    <a:pt x="721895" y="1564105"/>
                  </a:lnTo>
                  <a:lnTo>
                    <a:pt x="722647" y="1568617"/>
                  </a:lnTo>
                  <a:lnTo>
                    <a:pt x="722647" y="1569369"/>
                  </a:lnTo>
                  <a:lnTo>
                    <a:pt x="721895" y="1573881"/>
                  </a:lnTo>
                  <a:lnTo>
                    <a:pt x="721143" y="1574633"/>
                  </a:lnTo>
                  <a:lnTo>
                    <a:pt x="721143" y="1575385"/>
                  </a:lnTo>
                  <a:lnTo>
                    <a:pt x="719639" y="1576137"/>
                  </a:lnTo>
                  <a:lnTo>
                    <a:pt x="719639" y="1576889"/>
                  </a:lnTo>
                  <a:lnTo>
                    <a:pt x="717383" y="1579145"/>
                  </a:lnTo>
                  <a:lnTo>
                    <a:pt x="715127" y="1582153"/>
                  </a:lnTo>
                  <a:lnTo>
                    <a:pt x="714375" y="1582905"/>
                  </a:lnTo>
                  <a:lnTo>
                    <a:pt x="713623" y="1583657"/>
                  </a:lnTo>
                  <a:lnTo>
                    <a:pt x="711367" y="1585161"/>
                  </a:lnTo>
                  <a:lnTo>
                    <a:pt x="710615" y="1585161"/>
                  </a:lnTo>
                  <a:lnTo>
                    <a:pt x="709111" y="1586665"/>
                  </a:lnTo>
                  <a:lnTo>
                    <a:pt x="706855" y="1588169"/>
                  </a:lnTo>
                  <a:lnTo>
                    <a:pt x="703095" y="1589672"/>
                  </a:lnTo>
                  <a:lnTo>
                    <a:pt x="702344" y="1590424"/>
                  </a:lnTo>
                  <a:lnTo>
                    <a:pt x="702344" y="1591176"/>
                  </a:lnTo>
                  <a:lnTo>
                    <a:pt x="701592" y="1591928"/>
                  </a:lnTo>
                  <a:lnTo>
                    <a:pt x="701592" y="1592680"/>
                  </a:lnTo>
                  <a:lnTo>
                    <a:pt x="701592" y="1593432"/>
                  </a:lnTo>
                  <a:lnTo>
                    <a:pt x="702344" y="1599448"/>
                  </a:lnTo>
                  <a:lnTo>
                    <a:pt x="702344" y="1600200"/>
                  </a:lnTo>
                  <a:lnTo>
                    <a:pt x="702344" y="1600952"/>
                  </a:lnTo>
                  <a:lnTo>
                    <a:pt x="702344" y="1601704"/>
                  </a:lnTo>
                  <a:lnTo>
                    <a:pt x="701592" y="1602456"/>
                  </a:lnTo>
                  <a:lnTo>
                    <a:pt x="685800" y="1619751"/>
                  </a:lnTo>
                  <a:lnTo>
                    <a:pt x="683544" y="1621255"/>
                  </a:lnTo>
                  <a:lnTo>
                    <a:pt x="679784" y="1622759"/>
                  </a:lnTo>
                  <a:lnTo>
                    <a:pt x="678280" y="1623511"/>
                  </a:lnTo>
                  <a:lnTo>
                    <a:pt x="667753" y="1625015"/>
                  </a:lnTo>
                  <a:lnTo>
                    <a:pt x="664745" y="1625767"/>
                  </a:lnTo>
                  <a:lnTo>
                    <a:pt x="660233" y="1628775"/>
                  </a:lnTo>
                  <a:lnTo>
                    <a:pt x="635418" y="1635543"/>
                  </a:lnTo>
                  <a:lnTo>
                    <a:pt x="633914" y="1636295"/>
                  </a:lnTo>
                  <a:lnTo>
                    <a:pt x="633162" y="1636295"/>
                  </a:lnTo>
                  <a:lnTo>
                    <a:pt x="632410" y="1637047"/>
                  </a:lnTo>
                  <a:lnTo>
                    <a:pt x="632410" y="1637799"/>
                  </a:lnTo>
                  <a:lnTo>
                    <a:pt x="631658" y="1639303"/>
                  </a:lnTo>
                  <a:lnTo>
                    <a:pt x="629402" y="1644566"/>
                  </a:lnTo>
                  <a:lnTo>
                    <a:pt x="627898" y="1646823"/>
                  </a:lnTo>
                  <a:lnTo>
                    <a:pt x="627146" y="1648326"/>
                  </a:lnTo>
                  <a:lnTo>
                    <a:pt x="627146" y="1649078"/>
                  </a:lnTo>
                  <a:lnTo>
                    <a:pt x="626394" y="1648326"/>
                  </a:lnTo>
                  <a:lnTo>
                    <a:pt x="626394" y="1647574"/>
                  </a:lnTo>
                  <a:lnTo>
                    <a:pt x="626394" y="1646070"/>
                  </a:lnTo>
                  <a:lnTo>
                    <a:pt x="626394" y="1645319"/>
                  </a:lnTo>
                  <a:lnTo>
                    <a:pt x="627146" y="1643063"/>
                  </a:lnTo>
                  <a:lnTo>
                    <a:pt x="627146" y="1642311"/>
                  </a:lnTo>
                  <a:lnTo>
                    <a:pt x="627146" y="1641559"/>
                  </a:lnTo>
                  <a:lnTo>
                    <a:pt x="627146" y="1640807"/>
                  </a:lnTo>
                  <a:lnTo>
                    <a:pt x="626394" y="1640055"/>
                  </a:lnTo>
                  <a:lnTo>
                    <a:pt x="624890" y="1638551"/>
                  </a:lnTo>
                  <a:lnTo>
                    <a:pt x="624138" y="1637047"/>
                  </a:lnTo>
                  <a:lnTo>
                    <a:pt x="624138" y="1636295"/>
                  </a:lnTo>
                  <a:lnTo>
                    <a:pt x="623386" y="1636295"/>
                  </a:lnTo>
                  <a:lnTo>
                    <a:pt x="622634" y="1635543"/>
                  </a:lnTo>
                  <a:lnTo>
                    <a:pt x="619627" y="1635543"/>
                  </a:lnTo>
                  <a:lnTo>
                    <a:pt x="618875" y="1634791"/>
                  </a:lnTo>
                  <a:lnTo>
                    <a:pt x="618123" y="1634791"/>
                  </a:lnTo>
                  <a:lnTo>
                    <a:pt x="615867" y="1632535"/>
                  </a:lnTo>
                  <a:lnTo>
                    <a:pt x="614363" y="1631783"/>
                  </a:lnTo>
                  <a:lnTo>
                    <a:pt x="612107" y="1630279"/>
                  </a:lnTo>
                  <a:lnTo>
                    <a:pt x="611355" y="1629527"/>
                  </a:lnTo>
                  <a:lnTo>
                    <a:pt x="608347" y="1628775"/>
                  </a:lnTo>
                  <a:lnTo>
                    <a:pt x="607595" y="1628775"/>
                  </a:lnTo>
                  <a:lnTo>
                    <a:pt x="607595" y="1628023"/>
                  </a:lnTo>
                  <a:lnTo>
                    <a:pt x="606843" y="1628023"/>
                  </a:lnTo>
                  <a:lnTo>
                    <a:pt x="606843" y="1627271"/>
                  </a:lnTo>
                  <a:lnTo>
                    <a:pt x="606843" y="1626519"/>
                  </a:lnTo>
                  <a:lnTo>
                    <a:pt x="606843" y="1625767"/>
                  </a:lnTo>
                  <a:lnTo>
                    <a:pt x="606843" y="1622759"/>
                  </a:lnTo>
                  <a:lnTo>
                    <a:pt x="606843" y="1622007"/>
                  </a:lnTo>
                  <a:lnTo>
                    <a:pt x="606091" y="1622007"/>
                  </a:lnTo>
                  <a:lnTo>
                    <a:pt x="606091" y="1619751"/>
                  </a:lnTo>
                  <a:lnTo>
                    <a:pt x="602331" y="1615991"/>
                  </a:lnTo>
                  <a:lnTo>
                    <a:pt x="601579" y="1615991"/>
                  </a:lnTo>
                  <a:lnTo>
                    <a:pt x="600827" y="1615240"/>
                  </a:lnTo>
                  <a:lnTo>
                    <a:pt x="596315" y="1615991"/>
                  </a:lnTo>
                  <a:lnTo>
                    <a:pt x="594811" y="1615991"/>
                  </a:lnTo>
                  <a:lnTo>
                    <a:pt x="590299" y="1614488"/>
                  </a:lnTo>
                  <a:lnTo>
                    <a:pt x="588796" y="1615240"/>
                  </a:lnTo>
                  <a:lnTo>
                    <a:pt x="586540" y="1614488"/>
                  </a:lnTo>
                  <a:lnTo>
                    <a:pt x="584284" y="1612984"/>
                  </a:lnTo>
                  <a:lnTo>
                    <a:pt x="582028" y="1610728"/>
                  </a:lnTo>
                  <a:lnTo>
                    <a:pt x="580524" y="1608472"/>
                  </a:lnTo>
                  <a:lnTo>
                    <a:pt x="579772" y="1606216"/>
                  </a:lnTo>
                  <a:lnTo>
                    <a:pt x="579020" y="1603208"/>
                  </a:lnTo>
                  <a:lnTo>
                    <a:pt x="579020" y="1596440"/>
                  </a:lnTo>
                  <a:lnTo>
                    <a:pt x="579020" y="1594184"/>
                  </a:lnTo>
                  <a:lnTo>
                    <a:pt x="579020" y="1590424"/>
                  </a:lnTo>
                  <a:lnTo>
                    <a:pt x="579020" y="1586665"/>
                  </a:lnTo>
                  <a:lnTo>
                    <a:pt x="577516" y="1582905"/>
                  </a:lnTo>
                  <a:lnTo>
                    <a:pt x="575260" y="1580649"/>
                  </a:lnTo>
                  <a:lnTo>
                    <a:pt x="571500" y="1579145"/>
                  </a:lnTo>
                  <a:lnTo>
                    <a:pt x="569244" y="1579145"/>
                  </a:lnTo>
                  <a:lnTo>
                    <a:pt x="565484" y="1579897"/>
                  </a:lnTo>
                  <a:lnTo>
                    <a:pt x="560972" y="1580649"/>
                  </a:lnTo>
                  <a:lnTo>
                    <a:pt x="555709" y="1580649"/>
                  </a:lnTo>
                  <a:lnTo>
                    <a:pt x="549693" y="1579145"/>
                  </a:lnTo>
                  <a:lnTo>
                    <a:pt x="545181" y="1576889"/>
                  </a:lnTo>
                  <a:lnTo>
                    <a:pt x="539165" y="1571625"/>
                  </a:lnTo>
                  <a:lnTo>
                    <a:pt x="536909" y="1570873"/>
                  </a:lnTo>
                  <a:lnTo>
                    <a:pt x="531646" y="1568617"/>
                  </a:lnTo>
                  <a:lnTo>
                    <a:pt x="530141" y="1567113"/>
                  </a:lnTo>
                  <a:lnTo>
                    <a:pt x="525630" y="1562602"/>
                  </a:lnTo>
                  <a:lnTo>
                    <a:pt x="524126" y="1561097"/>
                  </a:lnTo>
                  <a:lnTo>
                    <a:pt x="522622" y="1561097"/>
                  </a:lnTo>
                  <a:lnTo>
                    <a:pt x="520366" y="1560345"/>
                  </a:lnTo>
                  <a:lnTo>
                    <a:pt x="518862" y="1560345"/>
                  </a:lnTo>
                  <a:lnTo>
                    <a:pt x="515854" y="1558090"/>
                  </a:lnTo>
                  <a:lnTo>
                    <a:pt x="513598" y="1552826"/>
                  </a:lnTo>
                  <a:lnTo>
                    <a:pt x="512094" y="1550570"/>
                  </a:lnTo>
                  <a:lnTo>
                    <a:pt x="510590" y="1549818"/>
                  </a:lnTo>
                  <a:lnTo>
                    <a:pt x="508334" y="1549818"/>
                  </a:lnTo>
                  <a:lnTo>
                    <a:pt x="506830" y="1549066"/>
                  </a:lnTo>
                  <a:lnTo>
                    <a:pt x="505326" y="1548314"/>
                  </a:lnTo>
                  <a:lnTo>
                    <a:pt x="503071" y="1546058"/>
                  </a:lnTo>
                  <a:lnTo>
                    <a:pt x="501567" y="1545306"/>
                  </a:lnTo>
                  <a:lnTo>
                    <a:pt x="500063" y="1544554"/>
                  </a:lnTo>
                  <a:lnTo>
                    <a:pt x="494799" y="1543802"/>
                  </a:lnTo>
                  <a:lnTo>
                    <a:pt x="489535" y="1540794"/>
                  </a:lnTo>
                  <a:lnTo>
                    <a:pt x="486527" y="1536282"/>
                  </a:lnTo>
                  <a:lnTo>
                    <a:pt x="485775" y="1530267"/>
                  </a:lnTo>
                  <a:lnTo>
                    <a:pt x="485775" y="1515979"/>
                  </a:lnTo>
                  <a:lnTo>
                    <a:pt x="485023" y="1512219"/>
                  </a:lnTo>
                  <a:lnTo>
                    <a:pt x="483519" y="1509211"/>
                  </a:lnTo>
                  <a:lnTo>
                    <a:pt x="482767" y="1506955"/>
                  </a:lnTo>
                  <a:lnTo>
                    <a:pt x="481263" y="1496428"/>
                  </a:lnTo>
                  <a:lnTo>
                    <a:pt x="480511" y="1493420"/>
                  </a:lnTo>
                  <a:lnTo>
                    <a:pt x="478255" y="1488156"/>
                  </a:lnTo>
                  <a:lnTo>
                    <a:pt x="476752" y="1480636"/>
                  </a:lnTo>
                  <a:lnTo>
                    <a:pt x="476000" y="1478380"/>
                  </a:lnTo>
                  <a:lnTo>
                    <a:pt x="476752" y="1476876"/>
                  </a:lnTo>
                  <a:lnTo>
                    <a:pt x="478255" y="1474621"/>
                  </a:lnTo>
                  <a:lnTo>
                    <a:pt x="478255" y="1473116"/>
                  </a:lnTo>
                  <a:lnTo>
                    <a:pt x="478255" y="1467101"/>
                  </a:lnTo>
                  <a:lnTo>
                    <a:pt x="474495" y="1455069"/>
                  </a:lnTo>
                  <a:lnTo>
                    <a:pt x="474495" y="1448301"/>
                  </a:lnTo>
                  <a:lnTo>
                    <a:pt x="475247" y="1443038"/>
                  </a:lnTo>
                  <a:lnTo>
                    <a:pt x="478255" y="1437774"/>
                  </a:lnTo>
                  <a:lnTo>
                    <a:pt x="493295" y="1420478"/>
                  </a:lnTo>
                  <a:lnTo>
                    <a:pt x="494799" y="1415215"/>
                  </a:lnTo>
                  <a:lnTo>
                    <a:pt x="491791" y="1409199"/>
                  </a:lnTo>
                  <a:lnTo>
                    <a:pt x="492543" y="1406943"/>
                  </a:lnTo>
                  <a:lnTo>
                    <a:pt x="495551" y="1403935"/>
                  </a:lnTo>
                  <a:lnTo>
                    <a:pt x="496303" y="1401679"/>
                  </a:lnTo>
                  <a:lnTo>
                    <a:pt x="495551" y="1385888"/>
                  </a:lnTo>
                  <a:lnTo>
                    <a:pt x="494047" y="1384384"/>
                  </a:lnTo>
                  <a:lnTo>
                    <a:pt x="487279" y="1384384"/>
                  </a:lnTo>
                  <a:lnTo>
                    <a:pt x="486527" y="1385136"/>
                  </a:lnTo>
                  <a:lnTo>
                    <a:pt x="484271" y="1388896"/>
                  </a:lnTo>
                  <a:lnTo>
                    <a:pt x="483519" y="1390399"/>
                  </a:lnTo>
                  <a:lnTo>
                    <a:pt x="479759" y="1391903"/>
                  </a:lnTo>
                  <a:lnTo>
                    <a:pt x="476752" y="1392655"/>
                  </a:lnTo>
                  <a:lnTo>
                    <a:pt x="465472" y="1392655"/>
                  </a:lnTo>
                  <a:lnTo>
                    <a:pt x="436897" y="1391151"/>
                  </a:lnTo>
                  <a:lnTo>
                    <a:pt x="408322" y="1390399"/>
                  </a:lnTo>
                  <a:lnTo>
                    <a:pt x="378995" y="1388896"/>
                  </a:lnTo>
                  <a:lnTo>
                    <a:pt x="350420" y="1388144"/>
                  </a:lnTo>
                  <a:lnTo>
                    <a:pt x="321845" y="1387392"/>
                  </a:lnTo>
                  <a:lnTo>
                    <a:pt x="292518" y="1385888"/>
                  </a:lnTo>
                  <a:lnTo>
                    <a:pt x="263943" y="1385136"/>
                  </a:lnTo>
                  <a:lnTo>
                    <a:pt x="235368" y="1383632"/>
                  </a:lnTo>
                  <a:lnTo>
                    <a:pt x="224840" y="1383632"/>
                  </a:lnTo>
                  <a:lnTo>
                    <a:pt x="219576" y="1382128"/>
                  </a:lnTo>
                  <a:lnTo>
                    <a:pt x="216569" y="1375360"/>
                  </a:lnTo>
                  <a:lnTo>
                    <a:pt x="215817" y="1357313"/>
                  </a:lnTo>
                  <a:lnTo>
                    <a:pt x="215065" y="1340769"/>
                  </a:lnTo>
                  <a:lnTo>
                    <a:pt x="212809" y="1317458"/>
                  </a:lnTo>
                  <a:lnTo>
                    <a:pt x="209801" y="1285875"/>
                  </a:lnTo>
                  <a:lnTo>
                    <a:pt x="208297" y="1262564"/>
                  </a:lnTo>
                  <a:lnTo>
                    <a:pt x="206793" y="1258052"/>
                  </a:lnTo>
                  <a:lnTo>
                    <a:pt x="204537" y="1255044"/>
                  </a:lnTo>
                  <a:lnTo>
                    <a:pt x="191002" y="1238501"/>
                  </a:lnTo>
                  <a:lnTo>
                    <a:pt x="174458" y="1218197"/>
                  </a:lnTo>
                  <a:lnTo>
                    <a:pt x="163930" y="1206166"/>
                  </a:lnTo>
                  <a:lnTo>
                    <a:pt x="155659" y="1198646"/>
                  </a:lnTo>
                  <a:lnTo>
                    <a:pt x="184986" y="1198646"/>
                  </a:lnTo>
                  <a:lnTo>
                    <a:pt x="202281" y="1197894"/>
                  </a:lnTo>
                  <a:lnTo>
                    <a:pt x="203033" y="1196390"/>
                  </a:lnTo>
                  <a:lnTo>
                    <a:pt x="203033" y="1185863"/>
                  </a:lnTo>
                  <a:lnTo>
                    <a:pt x="202281" y="1173079"/>
                  </a:lnTo>
                  <a:lnTo>
                    <a:pt x="201529" y="1160296"/>
                  </a:lnTo>
                  <a:lnTo>
                    <a:pt x="200777" y="1147512"/>
                  </a:lnTo>
                  <a:lnTo>
                    <a:pt x="200777" y="1134728"/>
                  </a:lnTo>
                  <a:lnTo>
                    <a:pt x="200025" y="1125705"/>
                  </a:lnTo>
                  <a:lnTo>
                    <a:pt x="197769" y="1121945"/>
                  </a:lnTo>
                  <a:lnTo>
                    <a:pt x="191002" y="1116681"/>
                  </a:lnTo>
                  <a:lnTo>
                    <a:pt x="187993" y="1111417"/>
                  </a:lnTo>
                  <a:lnTo>
                    <a:pt x="193257" y="1109913"/>
                  </a:lnTo>
                  <a:lnTo>
                    <a:pt x="191753" y="1103898"/>
                  </a:lnTo>
                  <a:lnTo>
                    <a:pt x="187242" y="1092618"/>
                  </a:lnTo>
                  <a:lnTo>
                    <a:pt x="184986" y="1082842"/>
                  </a:lnTo>
                  <a:lnTo>
                    <a:pt x="183482" y="1079834"/>
                  </a:lnTo>
                  <a:lnTo>
                    <a:pt x="175210" y="1073067"/>
                  </a:lnTo>
                  <a:lnTo>
                    <a:pt x="173706" y="1070059"/>
                  </a:lnTo>
                  <a:lnTo>
                    <a:pt x="173706" y="1066299"/>
                  </a:lnTo>
                  <a:lnTo>
                    <a:pt x="174458" y="1061787"/>
                  </a:lnTo>
                  <a:lnTo>
                    <a:pt x="174458" y="1058027"/>
                  </a:lnTo>
                  <a:lnTo>
                    <a:pt x="172202" y="1054267"/>
                  </a:lnTo>
                  <a:lnTo>
                    <a:pt x="171450" y="1052011"/>
                  </a:lnTo>
                  <a:lnTo>
                    <a:pt x="171450" y="1049003"/>
                  </a:lnTo>
                  <a:lnTo>
                    <a:pt x="172202" y="1045243"/>
                  </a:lnTo>
                  <a:lnTo>
                    <a:pt x="172954" y="1042988"/>
                  </a:lnTo>
                  <a:lnTo>
                    <a:pt x="174458" y="1042236"/>
                  </a:lnTo>
                  <a:lnTo>
                    <a:pt x="178218" y="1041484"/>
                  </a:lnTo>
                  <a:lnTo>
                    <a:pt x="180474" y="1039228"/>
                  </a:lnTo>
                  <a:lnTo>
                    <a:pt x="181978" y="1035468"/>
                  </a:lnTo>
                  <a:lnTo>
                    <a:pt x="184234" y="1027948"/>
                  </a:lnTo>
                  <a:lnTo>
                    <a:pt x="185738" y="1024940"/>
                  </a:lnTo>
                  <a:lnTo>
                    <a:pt x="185738" y="1024188"/>
                  </a:lnTo>
                  <a:lnTo>
                    <a:pt x="184986" y="1022684"/>
                  </a:lnTo>
                  <a:lnTo>
                    <a:pt x="184234" y="1022684"/>
                  </a:lnTo>
                  <a:lnTo>
                    <a:pt x="182730" y="1021932"/>
                  </a:lnTo>
                  <a:lnTo>
                    <a:pt x="181978" y="1020428"/>
                  </a:lnTo>
                  <a:lnTo>
                    <a:pt x="182730" y="1018924"/>
                  </a:lnTo>
                  <a:lnTo>
                    <a:pt x="181978" y="1018172"/>
                  </a:lnTo>
                  <a:lnTo>
                    <a:pt x="178970" y="1015165"/>
                  </a:lnTo>
                  <a:lnTo>
                    <a:pt x="177466" y="1014412"/>
                  </a:lnTo>
                  <a:lnTo>
                    <a:pt x="175962" y="1010653"/>
                  </a:lnTo>
                  <a:lnTo>
                    <a:pt x="175210" y="1006893"/>
                  </a:lnTo>
                  <a:lnTo>
                    <a:pt x="173706" y="1002381"/>
                  </a:lnTo>
                  <a:lnTo>
                    <a:pt x="173706" y="998621"/>
                  </a:lnTo>
                  <a:lnTo>
                    <a:pt x="172954" y="995613"/>
                  </a:lnTo>
                  <a:lnTo>
                    <a:pt x="169946" y="994109"/>
                  </a:lnTo>
                  <a:lnTo>
                    <a:pt x="158667" y="991101"/>
                  </a:lnTo>
                  <a:lnTo>
                    <a:pt x="157163" y="990349"/>
                  </a:lnTo>
                  <a:lnTo>
                    <a:pt x="156411" y="989597"/>
                  </a:lnTo>
                  <a:lnTo>
                    <a:pt x="155659" y="988093"/>
                  </a:lnTo>
                  <a:lnTo>
                    <a:pt x="154907" y="987342"/>
                  </a:lnTo>
                  <a:lnTo>
                    <a:pt x="154155" y="986590"/>
                  </a:lnTo>
                  <a:lnTo>
                    <a:pt x="150395" y="985838"/>
                  </a:lnTo>
                  <a:lnTo>
                    <a:pt x="145131" y="982830"/>
                  </a:lnTo>
                  <a:lnTo>
                    <a:pt x="134603" y="974558"/>
                  </a:lnTo>
                  <a:lnTo>
                    <a:pt x="138363" y="969294"/>
                  </a:lnTo>
                  <a:lnTo>
                    <a:pt x="144379" y="964782"/>
                  </a:lnTo>
                  <a:lnTo>
                    <a:pt x="170698" y="946735"/>
                  </a:lnTo>
                  <a:lnTo>
                    <a:pt x="182730" y="939967"/>
                  </a:lnTo>
                  <a:lnTo>
                    <a:pt x="184234" y="938463"/>
                  </a:lnTo>
                  <a:lnTo>
                    <a:pt x="185738" y="936207"/>
                  </a:lnTo>
                  <a:lnTo>
                    <a:pt x="187242" y="933199"/>
                  </a:lnTo>
                  <a:lnTo>
                    <a:pt x="187993" y="930944"/>
                  </a:lnTo>
                  <a:lnTo>
                    <a:pt x="187993" y="926432"/>
                  </a:lnTo>
                  <a:lnTo>
                    <a:pt x="189497" y="921920"/>
                  </a:lnTo>
                  <a:lnTo>
                    <a:pt x="190249" y="916656"/>
                  </a:lnTo>
                  <a:lnTo>
                    <a:pt x="191002" y="913648"/>
                  </a:lnTo>
                  <a:lnTo>
                    <a:pt x="192505" y="909888"/>
                  </a:lnTo>
                  <a:lnTo>
                    <a:pt x="202281" y="892593"/>
                  </a:lnTo>
                  <a:lnTo>
                    <a:pt x="203785" y="889585"/>
                  </a:lnTo>
                  <a:lnTo>
                    <a:pt x="203785" y="888081"/>
                  </a:lnTo>
                  <a:lnTo>
                    <a:pt x="203033" y="883569"/>
                  </a:lnTo>
                  <a:lnTo>
                    <a:pt x="203033" y="882065"/>
                  </a:lnTo>
                  <a:lnTo>
                    <a:pt x="203785" y="879809"/>
                  </a:lnTo>
                  <a:lnTo>
                    <a:pt x="205289" y="877553"/>
                  </a:lnTo>
                  <a:lnTo>
                    <a:pt x="211305" y="871537"/>
                  </a:lnTo>
                  <a:lnTo>
                    <a:pt x="212809" y="868530"/>
                  </a:lnTo>
                  <a:lnTo>
                    <a:pt x="214313" y="867026"/>
                  </a:lnTo>
                  <a:lnTo>
                    <a:pt x="217321" y="864770"/>
                  </a:lnTo>
                  <a:lnTo>
                    <a:pt x="219576" y="864018"/>
                  </a:lnTo>
                  <a:lnTo>
                    <a:pt x="221080" y="863266"/>
                  </a:lnTo>
                  <a:lnTo>
                    <a:pt x="227848" y="861762"/>
                  </a:lnTo>
                  <a:lnTo>
                    <a:pt x="230104" y="861010"/>
                  </a:lnTo>
                  <a:lnTo>
                    <a:pt x="231608" y="860258"/>
                  </a:lnTo>
                  <a:lnTo>
                    <a:pt x="233112" y="858002"/>
                  </a:lnTo>
                  <a:lnTo>
                    <a:pt x="237624" y="851986"/>
                  </a:lnTo>
                  <a:lnTo>
                    <a:pt x="238376" y="849730"/>
                  </a:lnTo>
                  <a:lnTo>
                    <a:pt x="239880" y="846722"/>
                  </a:lnTo>
                  <a:lnTo>
                    <a:pt x="240632" y="842963"/>
                  </a:lnTo>
                  <a:lnTo>
                    <a:pt x="242136" y="835443"/>
                  </a:lnTo>
                  <a:lnTo>
                    <a:pt x="243640" y="829427"/>
                  </a:lnTo>
                  <a:lnTo>
                    <a:pt x="244391" y="827171"/>
                  </a:lnTo>
                  <a:lnTo>
                    <a:pt x="245895" y="825667"/>
                  </a:lnTo>
                  <a:lnTo>
                    <a:pt x="257927" y="812132"/>
                  </a:lnTo>
                  <a:lnTo>
                    <a:pt x="267703" y="785061"/>
                  </a:lnTo>
                  <a:lnTo>
                    <a:pt x="270711" y="779045"/>
                  </a:lnTo>
                  <a:lnTo>
                    <a:pt x="270711" y="777541"/>
                  </a:lnTo>
                  <a:lnTo>
                    <a:pt x="270711" y="776037"/>
                  </a:lnTo>
                  <a:lnTo>
                    <a:pt x="268455" y="772277"/>
                  </a:lnTo>
                  <a:lnTo>
                    <a:pt x="265447" y="766261"/>
                  </a:lnTo>
                  <a:lnTo>
                    <a:pt x="261687" y="758741"/>
                  </a:lnTo>
                  <a:lnTo>
                    <a:pt x="260935" y="756486"/>
                  </a:lnTo>
                  <a:lnTo>
                    <a:pt x="260935" y="753478"/>
                  </a:lnTo>
                  <a:lnTo>
                    <a:pt x="260935" y="736182"/>
                  </a:lnTo>
                  <a:lnTo>
                    <a:pt x="260935" y="733926"/>
                  </a:lnTo>
                  <a:lnTo>
                    <a:pt x="260183" y="731671"/>
                  </a:lnTo>
                  <a:lnTo>
                    <a:pt x="254167" y="724151"/>
                  </a:lnTo>
                  <a:lnTo>
                    <a:pt x="252663" y="718135"/>
                  </a:lnTo>
                  <a:lnTo>
                    <a:pt x="249655" y="711367"/>
                  </a:lnTo>
                  <a:lnTo>
                    <a:pt x="246648" y="703095"/>
                  </a:lnTo>
                  <a:lnTo>
                    <a:pt x="245143" y="701592"/>
                  </a:lnTo>
                  <a:lnTo>
                    <a:pt x="244391" y="700840"/>
                  </a:lnTo>
                  <a:lnTo>
                    <a:pt x="242888" y="700840"/>
                  </a:lnTo>
                  <a:lnTo>
                    <a:pt x="241384" y="700840"/>
                  </a:lnTo>
                  <a:lnTo>
                    <a:pt x="238376" y="702343"/>
                  </a:lnTo>
                  <a:lnTo>
                    <a:pt x="236872" y="702343"/>
                  </a:lnTo>
                  <a:lnTo>
                    <a:pt x="235368" y="701592"/>
                  </a:lnTo>
                  <a:lnTo>
                    <a:pt x="233864" y="699336"/>
                  </a:lnTo>
                  <a:lnTo>
                    <a:pt x="232360" y="697080"/>
                  </a:lnTo>
                  <a:lnTo>
                    <a:pt x="231608" y="693320"/>
                  </a:lnTo>
                  <a:lnTo>
                    <a:pt x="230856" y="691064"/>
                  </a:lnTo>
                  <a:lnTo>
                    <a:pt x="230856" y="684296"/>
                  </a:lnTo>
                  <a:lnTo>
                    <a:pt x="230856" y="682040"/>
                  </a:lnTo>
                  <a:lnTo>
                    <a:pt x="229352" y="678280"/>
                  </a:lnTo>
                  <a:lnTo>
                    <a:pt x="228600" y="676776"/>
                  </a:lnTo>
                  <a:lnTo>
                    <a:pt x="227848" y="663241"/>
                  </a:lnTo>
                  <a:lnTo>
                    <a:pt x="228600" y="655721"/>
                  </a:lnTo>
                  <a:lnTo>
                    <a:pt x="228600" y="654217"/>
                  </a:lnTo>
                  <a:lnTo>
                    <a:pt x="229352" y="652713"/>
                  </a:lnTo>
                  <a:lnTo>
                    <a:pt x="230856" y="651209"/>
                  </a:lnTo>
                  <a:lnTo>
                    <a:pt x="240632" y="644442"/>
                  </a:lnTo>
                  <a:lnTo>
                    <a:pt x="242136" y="642186"/>
                  </a:lnTo>
                  <a:lnTo>
                    <a:pt x="244391" y="639178"/>
                  </a:lnTo>
                  <a:lnTo>
                    <a:pt x="246648" y="636922"/>
                  </a:lnTo>
                  <a:lnTo>
                    <a:pt x="247400" y="635418"/>
                  </a:lnTo>
                  <a:lnTo>
                    <a:pt x="248151" y="631658"/>
                  </a:lnTo>
                  <a:lnTo>
                    <a:pt x="248903" y="630154"/>
                  </a:lnTo>
                  <a:lnTo>
                    <a:pt x="250407" y="628650"/>
                  </a:lnTo>
                  <a:lnTo>
                    <a:pt x="251911" y="627898"/>
                  </a:lnTo>
                  <a:lnTo>
                    <a:pt x="253415" y="627146"/>
                  </a:lnTo>
                  <a:lnTo>
                    <a:pt x="254919" y="625642"/>
                  </a:lnTo>
                  <a:lnTo>
                    <a:pt x="256423" y="624138"/>
                  </a:lnTo>
                  <a:lnTo>
                    <a:pt x="257175" y="622634"/>
                  </a:lnTo>
                  <a:lnTo>
                    <a:pt x="257927" y="621130"/>
                  </a:lnTo>
                  <a:lnTo>
                    <a:pt x="257175" y="617370"/>
                  </a:lnTo>
                  <a:lnTo>
                    <a:pt x="250407" y="603835"/>
                  </a:lnTo>
                  <a:lnTo>
                    <a:pt x="248903" y="600075"/>
                  </a:lnTo>
                  <a:lnTo>
                    <a:pt x="248151" y="597067"/>
                  </a:lnTo>
                  <a:lnTo>
                    <a:pt x="248151" y="594811"/>
                  </a:lnTo>
                  <a:lnTo>
                    <a:pt x="247400" y="591803"/>
                  </a:lnTo>
                  <a:lnTo>
                    <a:pt x="245143" y="585787"/>
                  </a:lnTo>
                  <a:lnTo>
                    <a:pt x="243640" y="583532"/>
                  </a:lnTo>
                  <a:lnTo>
                    <a:pt x="242136" y="582780"/>
                  </a:lnTo>
                  <a:lnTo>
                    <a:pt x="238376" y="582028"/>
                  </a:lnTo>
                  <a:lnTo>
                    <a:pt x="235368" y="579772"/>
                  </a:lnTo>
                  <a:lnTo>
                    <a:pt x="233864" y="579020"/>
                  </a:lnTo>
                  <a:lnTo>
                    <a:pt x="232360" y="579020"/>
                  </a:lnTo>
                  <a:lnTo>
                    <a:pt x="230104" y="579772"/>
                  </a:lnTo>
                  <a:lnTo>
                    <a:pt x="228600" y="579020"/>
                  </a:lnTo>
                  <a:lnTo>
                    <a:pt x="223336" y="577516"/>
                  </a:lnTo>
                  <a:lnTo>
                    <a:pt x="221832" y="577516"/>
                  </a:lnTo>
                  <a:lnTo>
                    <a:pt x="220328" y="578268"/>
                  </a:lnTo>
                  <a:lnTo>
                    <a:pt x="218824" y="579020"/>
                  </a:lnTo>
                  <a:lnTo>
                    <a:pt x="217321" y="579772"/>
                  </a:lnTo>
                  <a:lnTo>
                    <a:pt x="215065" y="579772"/>
                  </a:lnTo>
                  <a:lnTo>
                    <a:pt x="209049" y="577516"/>
                  </a:lnTo>
                  <a:lnTo>
                    <a:pt x="206793" y="577516"/>
                  </a:lnTo>
                  <a:lnTo>
                    <a:pt x="202281" y="573756"/>
                  </a:lnTo>
                  <a:lnTo>
                    <a:pt x="200025" y="573004"/>
                  </a:lnTo>
                  <a:lnTo>
                    <a:pt x="198521" y="573004"/>
                  </a:lnTo>
                  <a:lnTo>
                    <a:pt x="197017" y="573756"/>
                  </a:lnTo>
                  <a:lnTo>
                    <a:pt x="195513" y="574508"/>
                  </a:lnTo>
                  <a:lnTo>
                    <a:pt x="191002" y="577516"/>
                  </a:lnTo>
                  <a:lnTo>
                    <a:pt x="189497" y="578268"/>
                  </a:lnTo>
                  <a:lnTo>
                    <a:pt x="187993" y="578268"/>
                  </a:lnTo>
                  <a:lnTo>
                    <a:pt x="186490" y="577516"/>
                  </a:lnTo>
                  <a:lnTo>
                    <a:pt x="178218" y="569996"/>
                  </a:lnTo>
                  <a:lnTo>
                    <a:pt x="177466" y="567740"/>
                  </a:lnTo>
                  <a:lnTo>
                    <a:pt x="177466" y="565484"/>
                  </a:lnTo>
                  <a:lnTo>
                    <a:pt x="178218" y="563980"/>
                  </a:lnTo>
                  <a:lnTo>
                    <a:pt x="178218" y="562476"/>
                  </a:lnTo>
                  <a:lnTo>
                    <a:pt x="177466" y="561724"/>
                  </a:lnTo>
                  <a:lnTo>
                    <a:pt x="21807" y="560972"/>
                  </a:lnTo>
                  <a:lnTo>
                    <a:pt x="15791" y="559468"/>
                  </a:lnTo>
                  <a:lnTo>
                    <a:pt x="13536" y="556461"/>
                  </a:lnTo>
                  <a:lnTo>
                    <a:pt x="13536" y="554205"/>
                  </a:lnTo>
                  <a:lnTo>
                    <a:pt x="15791" y="542925"/>
                  </a:lnTo>
                  <a:lnTo>
                    <a:pt x="15791" y="540669"/>
                  </a:lnTo>
                  <a:lnTo>
                    <a:pt x="15791" y="537661"/>
                  </a:lnTo>
                  <a:lnTo>
                    <a:pt x="14288" y="531646"/>
                  </a:lnTo>
                  <a:lnTo>
                    <a:pt x="14288" y="529389"/>
                  </a:lnTo>
                  <a:lnTo>
                    <a:pt x="14288" y="527134"/>
                  </a:lnTo>
                  <a:lnTo>
                    <a:pt x="15791" y="526382"/>
                  </a:lnTo>
                  <a:lnTo>
                    <a:pt x="16544" y="527134"/>
                  </a:lnTo>
                  <a:lnTo>
                    <a:pt x="17296" y="527134"/>
                  </a:lnTo>
                  <a:lnTo>
                    <a:pt x="18799" y="527134"/>
                  </a:lnTo>
                  <a:lnTo>
                    <a:pt x="20303" y="526382"/>
                  </a:lnTo>
                  <a:lnTo>
                    <a:pt x="21055" y="524126"/>
                  </a:lnTo>
                  <a:lnTo>
                    <a:pt x="21807" y="520366"/>
                  </a:lnTo>
                  <a:lnTo>
                    <a:pt x="22559" y="518110"/>
                  </a:lnTo>
                  <a:lnTo>
                    <a:pt x="21807" y="516606"/>
                  </a:lnTo>
                  <a:lnTo>
                    <a:pt x="20303" y="515854"/>
                  </a:lnTo>
                  <a:lnTo>
                    <a:pt x="18799" y="515102"/>
                  </a:lnTo>
                  <a:lnTo>
                    <a:pt x="18048" y="515102"/>
                  </a:lnTo>
                  <a:lnTo>
                    <a:pt x="17296" y="514350"/>
                  </a:lnTo>
                  <a:lnTo>
                    <a:pt x="16544" y="512846"/>
                  </a:lnTo>
                  <a:lnTo>
                    <a:pt x="17296" y="508334"/>
                  </a:lnTo>
                  <a:lnTo>
                    <a:pt x="18048" y="502319"/>
                  </a:lnTo>
                  <a:lnTo>
                    <a:pt x="19551" y="494799"/>
                  </a:lnTo>
                  <a:lnTo>
                    <a:pt x="19551" y="484271"/>
                  </a:lnTo>
                  <a:lnTo>
                    <a:pt x="21055" y="477503"/>
                  </a:lnTo>
                  <a:lnTo>
                    <a:pt x="21055" y="474495"/>
                  </a:lnTo>
                  <a:lnTo>
                    <a:pt x="21055" y="472240"/>
                  </a:lnTo>
                  <a:lnTo>
                    <a:pt x="20303" y="469984"/>
                  </a:lnTo>
                  <a:lnTo>
                    <a:pt x="19551" y="468480"/>
                  </a:lnTo>
                  <a:lnTo>
                    <a:pt x="18048" y="466976"/>
                  </a:lnTo>
                  <a:lnTo>
                    <a:pt x="15039" y="463968"/>
                  </a:lnTo>
                  <a:lnTo>
                    <a:pt x="14288" y="462464"/>
                  </a:lnTo>
                  <a:lnTo>
                    <a:pt x="7520" y="447424"/>
                  </a:lnTo>
                  <a:lnTo>
                    <a:pt x="6768" y="445921"/>
                  </a:lnTo>
                  <a:lnTo>
                    <a:pt x="7520" y="443664"/>
                  </a:lnTo>
                  <a:lnTo>
                    <a:pt x="8272" y="438401"/>
                  </a:lnTo>
                  <a:lnTo>
                    <a:pt x="9024" y="436145"/>
                  </a:lnTo>
                  <a:lnTo>
                    <a:pt x="7520" y="433889"/>
                  </a:lnTo>
                  <a:lnTo>
                    <a:pt x="6768" y="432385"/>
                  </a:lnTo>
                  <a:lnTo>
                    <a:pt x="5264" y="430129"/>
                  </a:lnTo>
                  <a:lnTo>
                    <a:pt x="5264" y="427873"/>
                  </a:lnTo>
                  <a:lnTo>
                    <a:pt x="5264" y="422609"/>
                  </a:lnTo>
                  <a:lnTo>
                    <a:pt x="6016" y="419601"/>
                  </a:lnTo>
                  <a:lnTo>
                    <a:pt x="6016" y="416593"/>
                  </a:lnTo>
                  <a:lnTo>
                    <a:pt x="8272" y="412834"/>
                  </a:lnTo>
                  <a:lnTo>
                    <a:pt x="12032" y="406818"/>
                  </a:lnTo>
                  <a:lnTo>
                    <a:pt x="12032" y="405314"/>
                  </a:lnTo>
                  <a:lnTo>
                    <a:pt x="12032" y="403058"/>
                  </a:lnTo>
                  <a:lnTo>
                    <a:pt x="12032" y="400050"/>
                  </a:lnTo>
                  <a:lnTo>
                    <a:pt x="12032" y="397794"/>
                  </a:lnTo>
                  <a:lnTo>
                    <a:pt x="12032" y="394786"/>
                  </a:lnTo>
                  <a:lnTo>
                    <a:pt x="13536" y="389523"/>
                  </a:lnTo>
                  <a:lnTo>
                    <a:pt x="14288" y="388018"/>
                  </a:lnTo>
                  <a:lnTo>
                    <a:pt x="14288" y="386514"/>
                  </a:lnTo>
                  <a:lnTo>
                    <a:pt x="12032" y="379747"/>
                  </a:lnTo>
                  <a:lnTo>
                    <a:pt x="11280" y="378243"/>
                  </a:lnTo>
                  <a:lnTo>
                    <a:pt x="11280" y="372227"/>
                  </a:lnTo>
                  <a:lnTo>
                    <a:pt x="10528" y="369971"/>
                  </a:lnTo>
                  <a:lnTo>
                    <a:pt x="9024" y="368467"/>
                  </a:lnTo>
                  <a:lnTo>
                    <a:pt x="8272" y="366963"/>
                  </a:lnTo>
                  <a:lnTo>
                    <a:pt x="7520" y="365459"/>
                  </a:lnTo>
                  <a:lnTo>
                    <a:pt x="8272" y="364707"/>
                  </a:lnTo>
                  <a:lnTo>
                    <a:pt x="9024" y="363955"/>
                  </a:lnTo>
                  <a:lnTo>
                    <a:pt x="12032" y="363203"/>
                  </a:lnTo>
                  <a:lnTo>
                    <a:pt x="13536" y="362451"/>
                  </a:lnTo>
                  <a:lnTo>
                    <a:pt x="15039" y="360947"/>
                  </a:lnTo>
                  <a:lnTo>
                    <a:pt x="16544" y="356435"/>
                  </a:lnTo>
                  <a:lnTo>
                    <a:pt x="17296" y="354932"/>
                  </a:lnTo>
                  <a:lnTo>
                    <a:pt x="18048" y="354180"/>
                  </a:lnTo>
                  <a:lnTo>
                    <a:pt x="18799" y="353428"/>
                  </a:lnTo>
                  <a:lnTo>
                    <a:pt x="19551" y="351924"/>
                  </a:lnTo>
                  <a:lnTo>
                    <a:pt x="19551" y="350420"/>
                  </a:lnTo>
                  <a:lnTo>
                    <a:pt x="18799" y="348916"/>
                  </a:lnTo>
                  <a:lnTo>
                    <a:pt x="18048" y="348164"/>
                  </a:lnTo>
                  <a:lnTo>
                    <a:pt x="16544" y="345908"/>
                  </a:lnTo>
                  <a:lnTo>
                    <a:pt x="15791" y="343652"/>
                  </a:lnTo>
                  <a:lnTo>
                    <a:pt x="14288" y="342148"/>
                  </a:lnTo>
                  <a:lnTo>
                    <a:pt x="13536" y="340644"/>
                  </a:lnTo>
                  <a:lnTo>
                    <a:pt x="9024" y="324853"/>
                  </a:lnTo>
                  <a:lnTo>
                    <a:pt x="9776" y="318837"/>
                  </a:lnTo>
                  <a:lnTo>
                    <a:pt x="9776" y="316581"/>
                  </a:lnTo>
                  <a:lnTo>
                    <a:pt x="9024" y="313573"/>
                  </a:lnTo>
                  <a:lnTo>
                    <a:pt x="7520" y="311317"/>
                  </a:lnTo>
                  <a:lnTo>
                    <a:pt x="6016" y="309813"/>
                  </a:lnTo>
                  <a:lnTo>
                    <a:pt x="2256" y="308309"/>
                  </a:lnTo>
                  <a:lnTo>
                    <a:pt x="752" y="306805"/>
                  </a:lnTo>
                  <a:lnTo>
                    <a:pt x="0" y="305301"/>
                  </a:lnTo>
                  <a:lnTo>
                    <a:pt x="0" y="303046"/>
                  </a:lnTo>
                  <a:lnTo>
                    <a:pt x="752" y="300789"/>
                  </a:lnTo>
                  <a:lnTo>
                    <a:pt x="3008" y="297030"/>
                  </a:lnTo>
                  <a:lnTo>
                    <a:pt x="2256" y="294022"/>
                  </a:lnTo>
                  <a:lnTo>
                    <a:pt x="2256" y="292518"/>
                  </a:lnTo>
                  <a:lnTo>
                    <a:pt x="3008" y="291014"/>
                  </a:lnTo>
                  <a:lnTo>
                    <a:pt x="4512" y="290262"/>
                  </a:lnTo>
                  <a:lnTo>
                    <a:pt x="6016" y="289510"/>
                  </a:lnTo>
                  <a:lnTo>
                    <a:pt x="9776" y="289510"/>
                  </a:lnTo>
                  <a:lnTo>
                    <a:pt x="11280" y="289510"/>
                  </a:lnTo>
                  <a:lnTo>
                    <a:pt x="12032" y="288006"/>
                  </a:lnTo>
                  <a:lnTo>
                    <a:pt x="12784" y="286502"/>
                  </a:lnTo>
                  <a:lnTo>
                    <a:pt x="12784" y="284246"/>
                  </a:lnTo>
                  <a:lnTo>
                    <a:pt x="8272" y="273718"/>
                  </a:lnTo>
                  <a:lnTo>
                    <a:pt x="8272" y="271463"/>
                  </a:lnTo>
                  <a:lnTo>
                    <a:pt x="8272" y="268455"/>
                  </a:lnTo>
                  <a:lnTo>
                    <a:pt x="8272" y="266951"/>
                  </a:lnTo>
                  <a:lnTo>
                    <a:pt x="12784" y="253415"/>
                  </a:lnTo>
                  <a:lnTo>
                    <a:pt x="18799" y="240632"/>
                  </a:lnTo>
                  <a:lnTo>
                    <a:pt x="19551" y="239128"/>
                  </a:lnTo>
                  <a:lnTo>
                    <a:pt x="18799" y="237624"/>
                  </a:lnTo>
                  <a:lnTo>
                    <a:pt x="18799" y="236120"/>
                  </a:lnTo>
                  <a:lnTo>
                    <a:pt x="17296" y="233112"/>
                  </a:lnTo>
                  <a:lnTo>
                    <a:pt x="15791" y="230104"/>
                  </a:lnTo>
                  <a:lnTo>
                    <a:pt x="10528" y="225592"/>
                  </a:lnTo>
                  <a:lnTo>
                    <a:pt x="5264" y="222584"/>
                  </a:lnTo>
                  <a:lnTo>
                    <a:pt x="0" y="218072"/>
                  </a:lnTo>
                  <a:lnTo>
                    <a:pt x="464720" y="215065"/>
                  </a:lnTo>
                  <a:lnTo>
                    <a:pt x="471488" y="210553"/>
                  </a:lnTo>
                  <a:lnTo>
                    <a:pt x="474495" y="208297"/>
                  </a:lnTo>
                  <a:lnTo>
                    <a:pt x="475247" y="206041"/>
                  </a:lnTo>
                  <a:lnTo>
                    <a:pt x="478255" y="196265"/>
                  </a:lnTo>
                  <a:lnTo>
                    <a:pt x="479759" y="191753"/>
                  </a:lnTo>
                  <a:lnTo>
                    <a:pt x="482767" y="186490"/>
                  </a:lnTo>
                  <a:lnTo>
                    <a:pt x="483519" y="184986"/>
                  </a:lnTo>
                  <a:lnTo>
                    <a:pt x="483519" y="183482"/>
                  </a:lnTo>
                  <a:lnTo>
                    <a:pt x="483519" y="181978"/>
                  </a:lnTo>
                  <a:lnTo>
                    <a:pt x="482015" y="178970"/>
                  </a:lnTo>
                  <a:lnTo>
                    <a:pt x="482015" y="177466"/>
                  </a:lnTo>
                  <a:lnTo>
                    <a:pt x="480511" y="166938"/>
                  </a:lnTo>
                  <a:lnTo>
                    <a:pt x="480511" y="165434"/>
                  </a:lnTo>
                  <a:lnTo>
                    <a:pt x="480511" y="163930"/>
                  </a:lnTo>
                  <a:lnTo>
                    <a:pt x="482015" y="162426"/>
                  </a:lnTo>
                  <a:lnTo>
                    <a:pt x="485775" y="159419"/>
                  </a:lnTo>
                  <a:lnTo>
                    <a:pt x="487279" y="157914"/>
                  </a:lnTo>
                  <a:lnTo>
                    <a:pt x="488031" y="156411"/>
                  </a:lnTo>
                  <a:lnTo>
                    <a:pt x="488783" y="153403"/>
                  </a:lnTo>
                  <a:lnTo>
                    <a:pt x="491039" y="147387"/>
                  </a:lnTo>
                  <a:lnTo>
                    <a:pt x="491039" y="145883"/>
                  </a:lnTo>
                  <a:lnTo>
                    <a:pt x="493295" y="142875"/>
                  </a:lnTo>
                  <a:lnTo>
                    <a:pt x="495551" y="139867"/>
                  </a:lnTo>
                  <a:lnTo>
                    <a:pt x="496303" y="138363"/>
                  </a:lnTo>
                  <a:lnTo>
                    <a:pt x="496303" y="136859"/>
                  </a:lnTo>
                  <a:lnTo>
                    <a:pt x="495551" y="135355"/>
                  </a:lnTo>
                  <a:lnTo>
                    <a:pt x="495551" y="133851"/>
                  </a:lnTo>
                  <a:lnTo>
                    <a:pt x="495551" y="132347"/>
                  </a:lnTo>
                  <a:lnTo>
                    <a:pt x="500063" y="118812"/>
                  </a:lnTo>
                  <a:lnTo>
                    <a:pt x="500815" y="116556"/>
                  </a:lnTo>
                  <a:lnTo>
                    <a:pt x="500815" y="115052"/>
                  </a:lnTo>
                  <a:lnTo>
                    <a:pt x="500815" y="113548"/>
                  </a:lnTo>
                  <a:lnTo>
                    <a:pt x="497807" y="101516"/>
                  </a:lnTo>
                  <a:lnTo>
                    <a:pt x="494799" y="93997"/>
                  </a:lnTo>
                  <a:lnTo>
                    <a:pt x="491039" y="86477"/>
                  </a:lnTo>
                  <a:lnTo>
                    <a:pt x="491039" y="84973"/>
                  </a:lnTo>
                  <a:lnTo>
                    <a:pt x="489535" y="81965"/>
                  </a:lnTo>
                  <a:lnTo>
                    <a:pt x="489535" y="78957"/>
                  </a:lnTo>
                  <a:lnTo>
                    <a:pt x="489535" y="75949"/>
                  </a:lnTo>
                  <a:lnTo>
                    <a:pt x="489535" y="74445"/>
                  </a:lnTo>
                  <a:lnTo>
                    <a:pt x="489535" y="72942"/>
                  </a:lnTo>
                  <a:lnTo>
                    <a:pt x="490287" y="71438"/>
                  </a:lnTo>
                  <a:lnTo>
                    <a:pt x="491039" y="69934"/>
                  </a:lnTo>
                  <a:lnTo>
                    <a:pt x="493295" y="66926"/>
                  </a:lnTo>
                  <a:lnTo>
                    <a:pt x="496303" y="64670"/>
                  </a:lnTo>
                  <a:lnTo>
                    <a:pt x="500815" y="61662"/>
                  </a:lnTo>
                  <a:lnTo>
                    <a:pt x="502319" y="60158"/>
                  </a:lnTo>
                  <a:lnTo>
                    <a:pt x="506078" y="51886"/>
                  </a:lnTo>
                  <a:lnTo>
                    <a:pt x="506830" y="50382"/>
                  </a:lnTo>
                  <a:lnTo>
                    <a:pt x="511342" y="45870"/>
                  </a:lnTo>
                  <a:lnTo>
                    <a:pt x="512094" y="44366"/>
                  </a:lnTo>
                  <a:lnTo>
                    <a:pt x="512846" y="42863"/>
                  </a:lnTo>
                  <a:lnTo>
                    <a:pt x="515102" y="38351"/>
                  </a:lnTo>
                  <a:lnTo>
                    <a:pt x="515854" y="36847"/>
                  </a:lnTo>
                  <a:lnTo>
                    <a:pt x="515854" y="35343"/>
                  </a:lnTo>
                  <a:lnTo>
                    <a:pt x="515854" y="33087"/>
                  </a:lnTo>
                  <a:lnTo>
                    <a:pt x="515102" y="31583"/>
                  </a:lnTo>
                  <a:lnTo>
                    <a:pt x="513598" y="28575"/>
                  </a:lnTo>
                  <a:lnTo>
                    <a:pt x="512846" y="25567"/>
                  </a:lnTo>
                  <a:lnTo>
                    <a:pt x="512846" y="24815"/>
                  </a:lnTo>
                  <a:lnTo>
                    <a:pt x="512846" y="24063"/>
                  </a:lnTo>
                  <a:lnTo>
                    <a:pt x="512846" y="21055"/>
                  </a:lnTo>
                  <a:lnTo>
                    <a:pt x="512846" y="18047"/>
                  </a:lnTo>
                  <a:lnTo>
                    <a:pt x="513598" y="16544"/>
                  </a:lnTo>
                  <a:lnTo>
                    <a:pt x="514350" y="14287"/>
                  </a:lnTo>
                  <a:lnTo>
                    <a:pt x="514350" y="12784"/>
                  </a:lnTo>
                  <a:lnTo>
                    <a:pt x="515102" y="12032"/>
                  </a:lnTo>
                  <a:lnTo>
                    <a:pt x="519614" y="8272"/>
                  </a:lnTo>
                  <a:lnTo>
                    <a:pt x="521118" y="6768"/>
                  </a:lnTo>
                  <a:lnTo>
                    <a:pt x="524126" y="2256"/>
                  </a:lnTo>
                  <a:lnTo>
                    <a:pt x="526382" y="0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2" name="Forma Livre: Forma 221">
              <a:extLst>
                <a:ext uri="{FF2B5EF4-FFF2-40B4-BE49-F238E27FC236}">
                  <a16:creationId xmlns:a16="http://schemas.microsoft.com/office/drawing/2014/main" id="{1AB215E4-61DF-7434-6A65-C8D78DBC0347}"/>
                </a:ext>
              </a:extLst>
            </p:cNvPr>
            <p:cNvSpPr/>
            <p:nvPr/>
          </p:nvSpPr>
          <p:spPr>
            <a:xfrm>
              <a:off x="7683717" y="2370221"/>
              <a:ext cx="1049003" cy="1411454"/>
            </a:xfrm>
            <a:custGeom>
              <a:avLst/>
              <a:gdLst>
                <a:gd name="csX0" fmla="*/ 3008 w 1049003"/>
                <a:gd name="csY0" fmla="*/ 652713 h 1411454"/>
                <a:gd name="csX1" fmla="*/ 0 w 1049003"/>
                <a:gd name="csY1" fmla="*/ 651961 h 1411454"/>
                <a:gd name="csX2" fmla="*/ 0 w 1049003"/>
                <a:gd name="csY2" fmla="*/ 651209 h 1411454"/>
                <a:gd name="csX3" fmla="*/ 1504 w 1049003"/>
                <a:gd name="csY3" fmla="*/ 649705 h 1411454"/>
                <a:gd name="csX4" fmla="*/ 73693 w 1049003"/>
                <a:gd name="csY4" fmla="*/ 591051 h 1411454"/>
                <a:gd name="csX5" fmla="*/ 142123 w 1049003"/>
                <a:gd name="csY5" fmla="*/ 536909 h 1411454"/>
                <a:gd name="csX6" fmla="*/ 144379 w 1049003"/>
                <a:gd name="csY6" fmla="*/ 537661 h 1411454"/>
                <a:gd name="csX7" fmla="*/ 145131 w 1049003"/>
                <a:gd name="csY7" fmla="*/ 537661 h 1411454"/>
                <a:gd name="csX8" fmla="*/ 145883 w 1049003"/>
                <a:gd name="csY8" fmla="*/ 537661 h 1411454"/>
                <a:gd name="csX9" fmla="*/ 148139 w 1049003"/>
                <a:gd name="csY9" fmla="*/ 537661 h 1411454"/>
                <a:gd name="csX10" fmla="*/ 150395 w 1049003"/>
                <a:gd name="csY10" fmla="*/ 536909 h 1411454"/>
                <a:gd name="csX11" fmla="*/ 151899 w 1049003"/>
                <a:gd name="csY11" fmla="*/ 536157 h 1411454"/>
                <a:gd name="csX12" fmla="*/ 152651 w 1049003"/>
                <a:gd name="csY12" fmla="*/ 536157 h 1411454"/>
                <a:gd name="csX13" fmla="*/ 153403 w 1049003"/>
                <a:gd name="csY13" fmla="*/ 536909 h 1411454"/>
                <a:gd name="csX14" fmla="*/ 153403 w 1049003"/>
                <a:gd name="csY14" fmla="*/ 537661 h 1411454"/>
                <a:gd name="csX15" fmla="*/ 154155 w 1049003"/>
                <a:gd name="csY15" fmla="*/ 537661 h 1411454"/>
                <a:gd name="csX16" fmla="*/ 154906 w 1049003"/>
                <a:gd name="csY16" fmla="*/ 538413 h 1411454"/>
                <a:gd name="csX17" fmla="*/ 157163 w 1049003"/>
                <a:gd name="csY17" fmla="*/ 539165 h 1411454"/>
                <a:gd name="csX18" fmla="*/ 157914 w 1049003"/>
                <a:gd name="csY18" fmla="*/ 539165 h 1411454"/>
                <a:gd name="csX19" fmla="*/ 161674 w 1049003"/>
                <a:gd name="csY19" fmla="*/ 539165 h 1411454"/>
                <a:gd name="csX20" fmla="*/ 163930 w 1049003"/>
                <a:gd name="csY20" fmla="*/ 539165 h 1411454"/>
                <a:gd name="csX21" fmla="*/ 164682 w 1049003"/>
                <a:gd name="csY21" fmla="*/ 538413 h 1411454"/>
                <a:gd name="csX22" fmla="*/ 175962 w 1049003"/>
                <a:gd name="csY22" fmla="*/ 529390 h 1411454"/>
                <a:gd name="csX23" fmla="*/ 178970 w 1049003"/>
                <a:gd name="csY23" fmla="*/ 525630 h 1411454"/>
                <a:gd name="csX24" fmla="*/ 179722 w 1049003"/>
                <a:gd name="csY24" fmla="*/ 524878 h 1411454"/>
                <a:gd name="csX25" fmla="*/ 180474 w 1049003"/>
                <a:gd name="csY25" fmla="*/ 522622 h 1411454"/>
                <a:gd name="csX26" fmla="*/ 180474 w 1049003"/>
                <a:gd name="csY26" fmla="*/ 521870 h 1411454"/>
                <a:gd name="csX27" fmla="*/ 181225 w 1049003"/>
                <a:gd name="csY27" fmla="*/ 521118 h 1411454"/>
                <a:gd name="csX28" fmla="*/ 183482 w 1049003"/>
                <a:gd name="csY28" fmla="*/ 518862 h 1411454"/>
                <a:gd name="csX29" fmla="*/ 184234 w 1049003"/>
                <a:gd name="csY29" fmla="*/ 518110 h 1411454"/>
                <a:gd name="csX30" fmla="*/ 184985 w 1049003"/>
                <a:gd name="csY30" fmla="*/ 515854 h 1411454"/>
                <a:gd name="csX31" fmla="*/ 185738 w 1049003"/>
                <a:gd name="csY31" fmla="*/ 515102 h 1411454"/>
                <a:gd name="csX32" fmla="*/ 189497 w 1049003"/>
                <a:gd name="csY32" fmla="*/ 510590 h 1411454"/>
                <a:gd name="csX33" fmla="*/ 190249 w 1049003"/>
                <a:gd name="csY33" fmla="*/ 510590 h 1411454"/>
                <a:gd name="csX34" fmla="*/ 190249 w 1049003"/>
                <a:gd name="csY34" fmla="*/ 509838 h 1411454"/>
                <a:gd name="csX35" fmla="*/ 191002 w 1049003"/>
                <a:gd name="csY35" fmla="*/ 506830 h 1411454"/>
                <a:gd name="csX36" fmla="*/ 193257 w 1049003"/>
                <a:gd name="csY36" fmla="*/ 503070 h 1411454"/>
                <a:gd name="csX37" fmla="*/ 194009 w 1049003"/>
                <a:gd name="csY37" fmla="*/ 502318 h 1411454"/>
                <a:gd name="csX38" fmla="*/ 194009 w 1049003"/>
                <a:gd name="csY38" fmla="*/ 501567 h 1411454"/>
                <a:gd name="csX39" fmla="*/ 194009 w 1049003"/>
                <a:gd name="csY39" fmla="*/ 499311 h 1411454"/>
                <a:gd name="csX40" fmla="*/ 194761 w 1049003"/>
                <a:gd name="csY40" fmla="*/ 497807 h 1411454"/>
                <a:gd name="csX41" fmla="*/ 195513 w 1049003"/>
                <a:gd name="csY41" fmla="*/ 497055 h 1411454"/>
                <a:gd name="csX42" fmla="*/ 198521 w 1049003"/>
                <a:gd name="csY42" fmla="*/ 493295 h 1411454"/>
                <a:gd name="csX43" fmla="*/ 200777 w 1049003"/>
                <a:gd name="csY43" fmla="*/ 491039 h 1411454"/>
                <a:gd name="csX44" fmla="*/ 206041 w 1049003"/>
                <a:gd name="csY44" fmla="*/ 488031 h 1411454"/>
                <a:gd name="csX45" fmla="*/ 207545 w 1049003"/>
                <a:gd name="csY45" fmla="*/ 487279 h 1411454"/>
                <a:gd name="csX46" fmla="*/ 208297 w 1049003"/>
                <a:gd name="csY46" fmla="*/ 485023 h 1411454"/>
                <a:gd name="csX47" fmla="*/ 208297 w 1049003"/>
                <a:gd name="csY47" fmla="*/ 484271 h 1411454"/>
                <a:gd name="csX48" fmla="*/ 208297 w 1049003"/>
                <a:gd name="csY48" fmla="*/ 482767 h 1411454"/>
                <a:gd name="csX49" fmla="*/ 208297 w 1049003"/>
                <a:gd name="csY49" fmla="*/ 480511 h 1411454"/>
                <a:gd name="csX50" fmla="*/ 209801 w 1049003"/>
                <a:gd name="csY50" fmla="*/ 477503 h 1411454"/>
                <a:gd name="csX51" fmla="*/ 212057 w 1049003"/>
                <a:gd name="csY51" fmla="*/ 474495 h 1411454"/>
                <a:gd name="csX52" fmla="*/ 213561 w 1049003"/>
                <a:gd name="csY52" fmla="*/ 471488 h 1411454"/>
                <a:gd name="csX53" fmla="*/ 211304 w 1049003"/>
                <a:gd name="csY53" fmla="*/ 468480 h 1411454"/>
                <a:gd name="csX54" fmla="*/ 213561 w 1049003"/>
                <a:gd name="csY54" fmla="*/ 468480 h 1411454"/>
                <a:gd name="csX55" fmla="*/ 213561 w 1049003"/>
                <a:gd name="csY55" fmla="*/ 466224 h 1411454"/>
                <a:gd name="csX56" fmla="*/ 213561 w 1049003"/>
                <a:gd name="csY56" fmla="*/ 462464 h 1411454"/>
                <a:gd name="csX57" fmla="*/ 215064 w 1049003"/>
                <a:gd name="csY57" fmla="*/ 458704 h 1411454"/>
                <a:gd name="csX58" fmla="*/ 216568 w 1049003"/>
                <a:gd name="csY58" fmla="*/ 456448 h 1411454"/>
                <a:gd name="csX59" fmla="*/ 217321 w 1049003"/>
                <a:gd name="csY59" fmla="*/ 457200 h 1411454"/>
                <a:gd name="csX60" fmla="*/ 219576 w 1049003"/>
                <a:gd name="csY60" fmla="*/ 458704 h 1411454"/>
                <a:gd name="csX61" fmla="*/ 220328 w 1049003"/>
                <a:gd name="csY61" fmla="*/ 456448 h 1411454"/>
                <a:gd name="csX62" fmla="*/ 221080 w 1049003"/>
                <a:gd name="csY62" fmla="*/ 454944 h 1411454"/>
                <a:gd name="csX63" fmla="*/ 222584 w 1049003"/>
                <a:gd name="csY63" fmla="*/ 454192 h 1411454"/>
                <a:gd name="csX64" fmla="*/ 224088 w 1049003"/>
                <a:gd name="csY64" fmla="*/ 454944 h 1411454"/>
                <a:gd name="csX65" fmla="*/ 233112 w 1049003"/>
                <a:gd name="csY65" fmla="*/ 446672 h 1411454"/>
                <a:gd name="csX66" fmla="*/ 236120 w 1049003"/>
                <a:gd name="csY66" fmla="*/ 441409 h 1411454"/>
                <a:gd name="csX67" fmla="*/ 239880 w 1049003"/>
                <a:gd name="csY67" fmla="*/ 437649 h 1411454"/>
                <a:gd name="csX68" fmla="*/ 242136 w 1049003"/>
                <a:gd name="csY68" fmla="*/ 436145 h 1411454"/>
                <a:gd name="csX69" fmla="*/ 246647 w 1049003"/>
                <a:gd name="csY69" fmla="*/ 433137 h 1411454"/>
                <a:gd name="csX70" fmla="*/ 248903 w 1049003"/>
                <a:gd name="csY70" fmla="*/ 431633 h 1411454"/>
                <a:gd name="csX71" fmla="*/ 251911 w 1049003"/>
                <a:gd name="csY71" fmla="*/ 427873 h 1411454"/>
                <a:gd name="csX72" fmla="*/ 253415 w 1049003"/>
                <a:gd name="csY72" fmla="*/ 422609 h 1411454"/>
                <a:gd name="csX73" fmla="*/ 255671 w 1049003"/>
                <a:gd name="csY73" fmla="*/ 409074 h 1411454"/>
                <a:gd name="csX74" fmla="*/ 256423 w 1049003"/>
                <a:gd name="csY74" fmla="*/ 404562 h 1411454"/>
                <a:gd name="csX75" fmla="*/ 257175 w 1049003"/>
                <a:gd name="csY75" fmla="*/ 401554 h 1411454"/>
                <a:gd name="csX76" fmla="*/ 257175 w 1049003"/>
                <a:gd name="csY76" fmla="*/ 400050 h 1411454"/>
                <a:gd name="csX77" fmla="*/ 256423 w 1049003"/>
                <a:gd name="csY77" fmla="*/ 397794 h 1411454"/>
                <a:gd name="csX78" fmla="*/ 256423 w 1049003"/>
                <a:gd name="csY78" fmla="*/ 397042 h 1411454"/>
                <a:gd name="csX79" fmla="*/ 256423 w 1049003"/>
                <a:gd name="csY79" fmla="*/ 395538 h 1411454"/>
                <a:gd name="csX80" fmla="*/ 257927 w 1049003"/>
                <a:gd name="csY80" fmla="*/ 394034 h 1411454"/>
                <a:gd name="csX81" fmla="*/ 257927 w 1049003"/>
                <a:gd name="csY81" fmla="*/ 392530 h 1411454"/>
                <a:gd name="csX82" fmla="*/ 257927 w 1049003"/>
                <a:gd name="csY82" fmla="*/ 389522 h 1411454"/>
                <a:gd name="csX83" fmla="*/ 257927 w 1049003"/>
                <a:gd name="csY83" fmla="*/ 388018 h 1411454"/>
                <a:gd name="csX84" fmla="*/ 258679 w 1049003"/>
                <a:gd name="csY84" fmla="*/ 388018 h 1411454"/>
                <a:gd name="csX85" fmla="*/ 259431 w 1049003"/>
                <a:gd name="csY85" fmla="*/ 386515 h 1411454"/>
                <a:gd name="csX86" fmla="*/ 260183 w 1049003"/>
                <a:gd name="csY86" fmla="*/ 385763 h 1411454"/>
                <a:gd name="csX87" fmla="*/ 260183 w 1049003"/>
                <a:gd name="csY87" fmla="*/ 385011 h 1411454"/>
                <a:gd name="csX88" fmla="*/ 259431 w 1049003"/>
                <a:gd name="csY88" fmla="*/ 384259 h 1411454"/>
                <a:gd name="csX89" fmla="*/ 259431 w 1049003"/>
                <a:gd name="csY89" fmla="*/ 382755 h 1411454"/>
                <a:gd name="csX90" fmla="*/ 259431 w 1049003"/>
                <a:gd name="csY90" fmla="*/ 382003 h 1411454"/>
                <a:gd name="csX91" fmla="*/ 259431 w 1049003"/>
                <a:gd name="csY91" fmla="*/ 381251 h 1411454"/>
                <a:gd name="csX92" fmla="*/ 260183 w 1049003"/>
                <a:gd name="csY92" fmla="*/ 379747 h 1411454"/>
                <a:gd name="csX93" fmla="*/ 260935 w 1049003"/>
                <a:gd name="csY93" fmla="*/ 379747 h 1411454"/>
                <a:gd name="csX94" fmla="*/ 263943 w 1049003"/>
                <a:gd name="csY94" fmla="*/ 378995 h 1411454"/>
                <a:gd name="csX95" fmla="*/ 264695 w 1049003"/>
                <a:gd name="csY95" fmla="*/ 378995 h 1411454"/>
                <a:gd name="csX96" fmla="*/ 263943 w 1049003"/>
                <a:gd name="csY96" fmla="*/ 376739 h 1411454"/>
                <a:gd name="csX97" fmla="*/ 265447 w 1049003"/>
                <a:gd name="csY97" fmla="*/ 375987 h 1411454"/>
                <a:gd name="csX98" fmla="*/ 266951 w 1049003"/>
                <a:gd name="csY98" fmla="*/ 375235 h 1411454"/>
                <a:gd name="csX99" fmla="*/ 268455 w 1049003"/>
                <a:gd name="csY99" fmla="*/ 374483 h 1411454"/>
                <a:gd name="csX100" fmla="*/ 269207 w 1049003"/>
                <a:gd name="csY100" fmla="*/ 372979 h 1411454"/>
                <a:gd name="csX101" fmla="*/ 268455 w 1049003"/>
                <a:gd name="csY101" fmla="*/ 370723 h 1411454"/>
                <a:gd name="csX102" fmla="*/ 268455 w 1049003"/>
                <a:gd name="csY102" fmla="*/ 369971 h 1411454"/>
                <a:gd name="csX103" fmla="*/ 270711 w 1049003"/>
                <a:gd name="csY103" fmla="*/ 369219 h 1411454"/>
                <a:gd name="csX104" fmla="*/ 269959 w 1049003"/>
                <a:gd name="csY104" fmla="*/ 367715 h 1411454"/>
                <a:gd name="csX105" fmla="*/ 270711 w 1049003"/>
                <a:gd name="csY105" fmla="*/ 366211 h 1411454"/>
                <a:gd name="csX106" fmla="*/ 272966 w 1049003"/>
                <a:gd name="csY106" fmla="*/ 362451 h 1411454"/>
                <a:gd name="csX107" fmla="*/ 272215 w 1049003"/>
                <a:gd name="csY107" fmla="*/ 360947 h 1411454"/>
                <a:gd name="csX108" fmla="*/ 271462 w 1049003"/>
                <a:gd name="csY108" fmla="*/ 359443 h 1411454"/>
                <a:gd name="csX109" fmla="*/ 271462 w 1049003"/>
                <a:gd name="csY109" fmla="*/ 356436 h 1411454"/>
                <a:gd name="csX110" fmla="*/ 272215 w 1049003"/>
                <a:gd name="csY110" fmla="*/ 354932 h 1411454"/>
                <a:gd name="csX111" fmla="*/ 274470 w 1049003"/>
                <a:gd name="csY111" fmla="*/ 353428 h 1411454"/>
                <a:gd name="csX112" fmla="*/ 274470 w 1049003"/>
                <a:gd name="csY112" fmla="*/ 352676 h 1411454"/>
                <a:gd name="csX113" fmla="*/ 275222 w 1049003"/>
                <a:gd name="csY113" fmla="*/ 352676 h 1411454"/>
                <a:gd name="csX114" fmla="*/ 276726 w 1049003"/>
                <a:gd name="csY114" fmla="*/ 351172 h 1411454"/>
                <a:gd name="csX115" fmla="*/ 279734 w 1049003"/>
                <a:gd name="csY115" fmla="*/ 348164 h 1411454"/>
                <a:gd name="csX116" fmla="*/ 281990 w 1049003"/>
                <a:gd name="csY116" fmla="*/ 345908 h 1411454"/>
                <a:gd name="csX117" fmla="*/ 283494 w 1049003"/>
                <a:gd name="csY117" fmla="*/ 345156 h 1411454"/>
                <a:gd name="csX118" fmla="*/ 284998 w 1049003"/>
                <a:gd name="csY118" fmla="*/ 345156 h 1411454"/>
                <a:gd name="csX119" fmla="*/ 285750 w 1049003"/>
                <a:gd name="csY119" fmla="*/ 345156 h 1411454"/>
                <a:gd name="csX120" fmla="*/ 287254 w 1049003"/>
                <a:gd name="csY120" fmla="*/ 345156 h 1411454"/>
                <a:gd name="csX121" fmla="*/ 289510 w 1049003"/>
                <a:gd name="csY121" fmla="*/ 345156 h 1411454"/>
                <a:gd name="csX122" fmla="*/ 290262 w 1049003"/>
                <a:gd name="csY122" fmla="*/ 344404 h 1411454"/>
                <a:gd name="csX123" fmla="*/ 291014 w 1049003"/>
                <a:gd name="csY123" fmla="*/ 342900 h 1411454"/>
                <a:gd name="csX124" fmla="*/ 291766 w 1049003"/>
                <a:gd name="csY124" fmla="*/ 339892 h 1411454"/>
                <a:gd name="csX125" fmla="*/ 292518 w 1049003"/>
                <a:gd name="csY125" fmla="*/ 338388 h 1411454"/>
                <a:gd name="csX126" fmla="*/ 293270 w 1049003"/>
                <a:gd name="csY126" fmla="*/ 336884 h 1411454"/>
                <a:gd name="csX127" fmla="*/ 296278 w 1049003"/>
                <a:gd name="csY127" fmla="*/ 335380 h 1411454"/>
                <a:gd name="csX128" fmla="*/ 297781 w 1049003"/>
                <a:gd name="csY128" fmla="*/ 333876 h 1411454"/>
                <a:gd name="csX129" fmla="*/ 297781 w 1049003"/>
                <a:gd name="csY129" fmla="*/ 333124 h 1411454"/>
                <a:gd name="csX130" fmla="*/ 297781 w 1049003"/>
                <a:gd name="csY130" fmla="*/ 332372 h 1411454"/>
                <a:gd name="csX131" fmla="*/ 297781 w 1049003"/>
                <a:gd name="csY131" fmla="*/ 331620 h 1411454"/>
                <a:gd name="csX132" fmla="*/ 297781 w 1049003"/>
                <a:gd name="csY132" fmla="*/ 330868 h 1411454"/>
                <a:gd name="csX133" fmla="*/ 299285 w 1049003"/>
                <a:gd name="csY133" fmla="*/ 330868 h 1411454"/>
                <a:gd name="csX134" fmla="*/ 300038 w 1049003"/>
                <a:gd name="csY134" fmla="*/ 330117 h 1411454"/>
                <a:gd name="csX135" fmla="*/ 300038 w 1049003"/>
                <a:gd name="csY135" fmla="*/ 329365 h 1411454"/>
                <a:gd name="csX136" fmla="*/ 300789 w 1049003"/>
                <a:gd name="csY136" fmla="*/ 328613 h 1411454"/>
                <a:gd name="csX137" fmla="*/ 299285 w 1049003"/>
                <a:gd name="csY137" fmla="*/ 328613 h 1411454"/>
                <a:gd name="csX138" fmla="*/ 298534 w 1049003"/>
                <a:gd name="csY138" fmla="*/ 327861 h 1411454"/>
                <a:gd name="csX139" fmla="*/ 298534 w 1049003"/>
                <a:gd name="csY139" fmla="*/ 326357 h 1411454"/>
                <a:gd name="csX140" fmla="*/ 299285 w 1049003"/>
                <a:gd name="csY140" fmla="*/ 324853 h 1411454"/>
                <a:gd name="csX141" fmla="*/ 303045 w 1049003"/>
                <a:gd name="csY141" fmla="*/ 324101 h 1411454"/>
                <a:gd name="csX142" fmla="*/ 305301 w 1049003"/>
                <a:gd name="csY142" fmla="*/ 321845 h 1411454"/>
                <a:gd name="csX143" fmla="*/ 306805 w 1049003"/>
                <a:gd name="csY143" fmla="*/ 318837 h 1411454"/>
                <a:gd name="csX144" fmla="*/ 303798 w 1049003"/>
                <a:gd name="csY144" fmla="*/ 318837 h 1411454"/>
                <a:gd name="csX145" fmla="*/ 303798 w 1049003"/>
                <a:gd name="csY145" fmla="*/ 317333 h 1411454"/>
                <a:gd name="csX146" fmla="*/ 306053 w 1049003"/>
                <a:gd name="csY146" fmla="*/ 316581 h 1411454"/>
                <a:gd name="csX147" fmla="*/ 304549 w 1049003"/>
                <a:gd name="csY147" fmla="*/ 316581 h 1411454"/>
                <a:gd name="csX148" fmla="*/ 306053 w 1049003"/>
                <a:gd name="csY148" fmla="*/ 315829 h 1411454"/>
                <a:gd name="csX149" fmla="*/ 307557 w 1049003"/>
                <a:gd name="csY149" fmla="*/ 315829 h 1411454"/>
                <a:gd name="csX150" fmla="*/ 308309 w 1049003"/>
                <a:gd name="csY150" fmla="*/ 316581 h 1411454"/>
                <a:gd name="csX151" fmla="*/ 309061 w 1049003"/>
                <a:gd name="csY151" fmla="*/ 317333 h 1411454"/>
                <a:gd name="csX152" fmla="*/ 309813 w 1049003"/>
                <a:gd name="csY152" fmla="*/ 315077 h 1411454"/>
                <a:gd name="csX153" fmla="*/ 314325 w 1049003"/>
                <a:gd name="csY153" fmla="*/ 309061 h 1411454"/>
                <a:gd name="csX154" fmla="*/ 315829 w 1049003"/>
                <a:gd name="csY154" fmla="*/ 298534 h 1411454"/>
                <a:gd name="csX155" fmla="*/ 316581 w 1049003"/>
                <a:gd name="csY155" fmla="*/ 297030 h 1411454"/>
                <a:gd name="csX156" fmla="*/ 318085 w 1049003"/>
                <a:gd name="csY156" fmla="*/ 296278 h 1411454"/>
                <a:gd name="csX157" fmla="*/ 318085 w 1049003"/>
                <a:gd name="csY157" fmla="*/ 295526 h 1411454"/>
                <a:gd name="csX158" fmla="*/ 318837 w 1049003"/>
                <a:gd name="csY158" fmla="*/ 294774 h 1411454"/>
                <a:gd name="csX159" fmla="*/ 318837 w 1049003"/>
                <a:gd name="csY159" fmla="*/ 293270 h 1411454"/>
                <a:gd name="csX160" fmla="*/ 316581 w 1049003"/>
                <a:gd name="csY160" fmla="*/ 281990 h 1411454"/>
                <a:gd name="csX161" fmla="*/ 317333 w 1049003"/>
                <a:gd name="csY161" fmla="*/ 278230 h 1411454"/>
                <a:gd name="csX162" fmla="*/ 321093 w 1049003"/>
                <a:gd name="csY162" fmla="*/ 280486 h 1411454"/>
                <a:gd name="csX163" fmla="*/ 321093 w 1049003"/>
                <a:gd name="csY163" fmla="*/ 278230 h 1411454"/>
                <a:gd name="csX164" fmla="*/ 321093 w 1049003"/>
                <a:gd name="csY164" fmla="*/ 276726 h 1411454"/>
                <a:gd name="csX165" fmla="*/ 321845 w 1049003"/>
                <a:gd name="csY165" fmla="*/ 275974 h 1411454"/>
                <a:gd name="csX166" fmla="*/ 323349 w 1049003"/>
                <a:gd name="csY166" fmla="*/ 274470 h 1411454"/>
                <a:gd name="csX167" fmla="*/ 324100 w 1049003"/>
                <a:gd name="csY167" fmla="*/ 273719 h 1411454"/>
                <a:gd name="csX168" fmla="*/ 326357 w 1049003"/>
                <a:gd name="csY168" fmla="*/ 272966 h 1411454"/>
                <a:gd name="csX169" fmla="*/ 327860 w 1049003"/>
                <a:gd name="csY169" fmla="*/ 272215 h 1411454"/>
                <a:gd name="csX170" fmla="*/ 328613 w 1049003"/>
                <a:gd name="csY170" fmla="*/ 272215 h 1411454"/>
                <a:gd name="csX171" fmla="*/ 327860 w 1049003"/>
                <a:gd name="csY171" fmla="*/ 270711 h 1411454"/>
                <a:gd name="csX172" fmla="*/ 327109 w 1049003"/>
                <a:gd name="csY172" fmla="*/ 270711 h 1411454"/>
                <a:gd name="csX173" fmla="*/ 325605 w 1049003"/>
                <a:gd name="csY173" fmla="*/ 270711 h 1411454"/>
                <a:gd name="csX174" fmla="*/ 324853 w 1049003"/>
                <a:gd name="csY174" fmla="*/ 269959 h 1411454"/>
                <a:gd name="csX175" fmla="*/ 324100 w 1049003"/>
                <a:gd name="csY175" fmla="*/ 267703 h 1411454"/>
                <a:gd name="csX176" fmla="*/ 324100 w 1049003"/>
                <a:gd name="csY176" fmla="*/ 265447 h 1411454"/>
                <a:gd name="csX177" fmla="*/ 323349 w 1049003"/>
                <a:gd name="csY177" fmla="*/ 264695 h 1411454"/>
                <a:gd name="csX178" fmla="*/ 321093 w 1049003"/>
                <a:gd name="csY178" fmla="*/ 265447 h 1411454"/>
                <a:gd name="csX179" fmla="*/ 314325 w 1049003"/>
                <a:gd name="csY179" fmla="*/ 254919 h 1411454"/>
                <a:gd name="csX180" fmla="*/ 315077 w 1049003"/>
                <a:gd name="csY180" fmla="*/ 251911 h 1411454"/>
                <a:gd name="csX181" fmla="*/ 321093 w 1049003"/>
                <a:gd name="csY181" fmla="*/ 246647 h 1411454"/>
                <a:gd name="csX182" fmla="*/ 322597 w 1049003"/>
                <a:gd name="csY182" fmla="*/ 242888 h 1411454"/>
                <a:gd name="csX183" fmla="*/ 324100 w 1049003"/>
                <a:gd name="csY183" fmla="*/ 244391 h 1411454"/>
                <a:gd name="csX184" fmla="*/ 324853 w 1049003"/>
                <a:gd name="csY184" fmla="*/ 243640 h 1411454"/>
                <a:gd name="csX185" fmla="*/ 325605 w 1049003"/>
                <a:gd name="csY185" fmla="*/ 243640 h 1411454"/>
                <a:gd name="csX186" fmla="*/ 329364 w 1049003"/>
                <a:gd name="csY186" fmla="*/ 240632 h 1411454"/>
                <a:gd name="csX187" fmla="*/ 330117 w 1049003"/>
                <a:gd name="csY187" fmla="*/ 240632 h 1411454"/>
                <a:gd name="csX188" fmla="*/ 332372 w 1049003"/>
                <a:gd name="csY188" fmla="*/ 240632 h 1411454"/>
                <a:gd name="csX189" fmla="*/ 333124 w 1049003"/>
                <a:gd name="csY189" fmla="*/ 240632 h 1411454"/>
                <a:gd name="csX190" fmla="*/ 336132 w 1049003"/>
                <a:gd name="csY190" fmla="*/ 239128 h 1411454"/>
                <a:gd name="csX191" fmla="*/ 336884 w 1049003"/>
                <a:gd name="csY191" fmla="*/ 237624 h 1411454"/>
                <a:gd name="csX192" fmla="*/ 338388 w 1049003"/>
                <a:gd name="csY192" fmla="*/ 236120 h 1411454"/>
                <a:gd name="csX193" fmla="*/ 340644 w 1049003"/>
                <a:gd name="csY193" fmla="*/ 230856 h 1411454"/>
                <a:gd name="csX194" fmla="*/ 340644 w 1049003"/>
                <a:gd name="csY194" fmla="*/ 230104 h 1411454"/>
                <a:gd name="csX195" fmla="*/ 339892 w 1049003"/>
                <a:gd name="csY195" fmla="*/ 229352 h 1411454"/>
                <a:gd name="csX196" fmla="*/ 339892 w 1049003"/>
                <a:gd name="csY196" fmla="*/ 227848 h 1411454"/>
                <a:gd name="csX197" fmla="*/ 340644 w 1049003"/>
                <a:gd name="csY197" fmla="*/ 226344 h 1411454"/>
                <a:gd name="csX198" fmla="*/ 341396 w 1049003"/>
                <a:gd name="csY198" fmla="*/ 226344 h 1411454"/>
                <a:gd name="csX199" fmla="*/ 345156 w 1049003"/>
                <a:gd name="csY199" fmla="*/ 225592 h 1411454"/>
                <a:gd name="csX200" fmla="*/ 346660 w 1049003"/>
                <a:gd name="csY200" fmla="*/ 225592 h 1411454"/>
                <a:gd name="csX201" fmla="*/ 348164 w 1049003"/>
                <a:gd name="csY201" fmla="*/ 224840 h 1411454"/>
                <a:gd name="csX202" fmla="*/ 349668 w 1049003"/>
                <a:gd name="csY202" fmla="*/ 223336 h 1411454"/>
                <a:gd name="csX203" fmla="*/ 350420 w 1049003"/>
                <a:gd name="csY203" fmla="*/ 220328 h 1411454"/>
                <a:gd name="csX204" fmla="*/ 350420 w 1049003"/>
                <a:gd name="csY204" fmla="*/ 215065 h 1411454"/>
                <a:gd name="csX205" fmla="*/ 349668 w 1049003"/>
                <a:gd name="csY205" fmla="*/ 209049 h 1411454"/>
                <a:gd name="csX206" fmla="*/ 349668 w 1049003"/>
                <a:gd name="csY206" fmla="*/ 205289 h 1411454"/>
                <a:gd name="csX207" fmla="*/ 351172 w 1049003"/>
                <a:gd name="csY207" fmla="*/ 204537 h 1411454"/>
                <a:gd name="csX208" fmla="*/ 351924 w 1049003"/>
                <a:gd name="csY208" fmla="*/ 203785 h 1411454"/>
                <a:gd name="csX209" fmla="*/ 352676 w 1049003"/>
                <a:gd name="csY209" fmla="*/ 203033 h 1411454"/>
                <a:gd name="csX210" fmla="*/ 353428 w 1049003"/>
                <a:gd name="csY210" fmla="*/ 201529 h 1411454"/>
                <a:gd name="csX211" fmla="*/ 353428 w 1049003"/>
                <a:gd name="csY211" fmla="*/ 200777 h 1411454"/>
                <a:gd name="csX212" fmla="*/ 353428 w 1049003"/>
                <a:gd name="csY212" fmla="*/ 198521 h 1411454"/>
                <a:gd name="csX213" fmla="*/ 352676 w 1049003"/>
                <a:gd name="csY213" fmla="*/ 198521 h 1411454"/>
                <a:gd name="csX214" fmla="*/ 351172 w 1049003"/>
                <a:gd name="csY214" fmla="*/ 199273 h 1411454"/>
                <a:gd name="csX215" fmla="*/ 349668 w 1049003"/>
                <a:gd name="csY215" fmla="*/ 200025 h 1411454"/>
                <a:gd name="csX216" fmla="*/ 348164 w 1049003"/>
                <a:gd name="csY216" fmla="*/ 200025 h 1411454"/>
                <a:gd name="csX217" fmla="*/ 346660 w 1049003"/>
                <a:gd name="csY217" fmla="*/ 200777 h 1411454"/>
                <a:gd name="csX218" fmla="*/ 346660 w 1049003"/>
                <a:gd name="csY218" fmla="*/ 200025 h 1411454"/>
                <a:gd name="csX219" fmla="*/ 347412 w 1049003"/>
                <a:gd name="csY219" fmla="*/ 197769 h 1411454"/>
                <a:gd name="csX220" fmla="*/ 351924 w 1049003"/>
                <a:gd name="csY220" fmla="*/ 192505 h 1411454"/>
                <a:gd name="csX221" fmla="*/ 351924 w 1049003"/>
                <a:gd name="csY221" fmla="*/ 190249 h 1411454"/>
                <a:gd name="csX222" fmla="*/ 352676 w 1049003"/>
                <a:gd name="csY222" fmla="*/ 187242 h 1411454"/>
                <a:gd name="csX223" fmla="*/ 353428 w 1049003"/>
                <a:gd name="csY223" fmla="*/ 183482 h 1411454"/>
                <a:gd name="csX224" fmla="*/ 350420 w 1049003"/>
                <a:gd name="csY224" fmla="*/ 181226 h 1411454"/>
                <a:gd name="csX225" fmla="*/ 350420 w 1049003"/>
                <a:gd name="csY225" fmla="*/ 180474 h 1411454"/>
                <a:gd name="csX226" fmla="*/ 352676 w 1049003"/>
                <a:gd name="csY226" fmla="*/ 179722 h 1411454"/>
                <a:gd name="csX227" fmla="*/ 354179 w 1049003"/>
                <a:gd name="csY227" fmla="*/ 179722 h 1411454"/>
                <a:gd name="csX228" fmla="*/ 355683 w 1049003"/>
                <a:gd name="csY228" fmla="*/ 181226 h 1411454"/>
                <a:gd name="csX229" fmla="*/ 357939 w 1049003"/>
                <a:gd name="csY229" fmla="*/ 181226 h 1411454"/>
                <a:gd name="csX230" fmla="*/ 359443 w 1049003"/>
                <a:gd name="csY230" fmla="*/ 181226 h 1411454"/>
                <a:gd name="csX231" fmla="*/ 361699 w 1049003"/>
                <a:gd name="csY231" fmla="*/ 178218 h 1411454"/>
                <a:gd name="csX232" fmla="*/ 363203 w 1049003"/>
                <a:gd name="csY232" fmla="*/ 177466 h 1411454"/>
                <a:gd name="csX233" fmla="*/ 361699 w 1049003"/>
                <a:gd name="csY233" fmla="*/ 177466 h 1411454"/>
                <a:gd name="csX234" fmla="*/ 366211 w 1049003"/>
                <a:gd name="csY234" fmla="*/ 174458 h 1411454"/>
                <a:gd name="csX235" fmla="*/ 369971 w 1049003"/>
                <a:gd name="csY235" fmla="*/ 169946 h 1411454"/>
                <a:gd name="csX236" fmla="*/ 372979 w 1049003"/>
                <a:gd name="csY236" fmla="*/ 164682 h 1411454"/>
                <a:gd name="csX237" fmla="*/ 375987 w 1049003"/>
                <a:gd name="csY237" fmla="*/ 151899 h 1411454"/>
                <a:gd name="csX238" fmla="*/ 381251 w 1049003"/>
                <a:gd name="csY238" fmla="*/ 139115 h 1411454"/>
                <a:gd name="csX239" fmla="*/ 382755 w 1049003"/>
                <a:gd name="csY239" fmla="*/ 132347 h 1411454"/>
                <a:gd name="csX240" fmla="*/ 382755 w 1049003"/>
                <a:gd name="csY240" fmla="*/ 126332 h 1411454"/>
                <a:gd name="csX241" fmla="*/ 382755 w 1049003"/>
                <a:gd name="csY241" fmla="*/ 125580 h 1411454"/>
                <a:gd name="csX242" fmla="*/ 382003 w 1049003"/>
                <a:gd name="csY242" fmla="*/ 124076 h 1411454"/>
                <a:gd name="csX243" fmla="*/ 382003 w 1049003"/>
                <a:gd name="csY243" fmla="*/ 123324 h 1411454"/>
                <a:gd name="csX244" fmla="*/ 382003 w 1049003"/>
                <a:gd name="csY244" fmla="*/ 121820 h 1411454"/>
                <a:gd name="csX245" fmla="*/ 383507 w 1049003"/>
                <a:gd name="csY245" fmla="*/ 120316 h 1411454"/>
                <a:gd name="csX246" fmla="*/ 383507 w 1049003"/>
                <a:gd name="csY246" fmla="*/ 119564 h 1411454"/>
                <a:gd name="csX247" fmla="*/ 383507 w 1049003"/>
                <a:gd name="csY247" fmla="*/ 116556 h 1411454"/>
                <a:gd name="csX248" fmla="*/ 382755 w 1049003"/>
                <a:gd name="csY248" fmla="*/ 114300 h 1411454"/>
                <a:gd name="csX249" fmla="*/ 380499 w 1049003"/>
                <a:gd name="csY249" fmla="*/ 112796 h 1411454"/>
                <a:gd name="csX250" fmla="*/ 377491 w 1049003"/>
                <a:gd name="csY250" fmla="*/ 112044 h 1411454"/>
                <a:gd name="csX251" fmla="*/ 371475 w 1049003"/>
                <a:gd name="csY251" fmla="*/ 113548 h 1411454"/>
                <a:gd name="csX252" fmla="*/ 369219 w 1049003"/>
                <a:gd name="csY252" fmla="*/ 113548 h 1411454"/>
                <a:gd name="csX253" fmla="*/ 368467 w 1049003"/>
                <a:gd name="csY253" fmla="*/ 110540 h 1411454"/>
                <a:gd name="csX254" fmla="*/ 366963 w 1049003"/>
                <a:gd name="csY254" fmla="*/ 103772 h 1411454"/>
                <a:gd name="csX255" fmla="*/ 367715 w 1049003"/>
                <a:gd name="csY255" fmla="*/ 102268 h 1411454"/>
                <a:gd name="csX256" fmla="*/ 369219 w 1049003"/>
                <a:gd name="csY256" fmla="*/ 102268 h 1411454"/>
                <a:gd name="csX257" fmla="*/ 372227 w 1049003"/>
                <a:gd name="csY257" fmla="*/ 102268 h 1411454"/>
                <a:gd name="csX258" fmla="*/ 378243 w 1049003"/>
                <a:gd name="csY258" fmla="*/ 101516 h 1411454"/>
                <a:gd name="csX259" fmla="*/ 380499 w 1049003"/>
                <a:gd name="csY259" fmla="*/ 100013 h 1411454"/>
                <a:gd name="csX260" fmla="*/ 382003 w 1049003"/>
                <a:gd name="csY260" fmla="*/ 97757 h 1411454"/>
                <a:gd name="csX261" fmla="*/ 382003 w 1049003"/>
                <a:gd name="csY261" fmla="*/ 96253 h 1411454"/>
                <a:gd name="csX262" fmla="*/ 384258 w 1049003"/>
                <a:gd name="csY262" fmla="*/ 95501 h 1411454"/>
                <a:gd name="csX263" fmla="*/ 385011 w 1049003"/>
                <a:gd name="csY263" fmla="*/ 94749 h 1411454"/>
                <a:gd name="csX264" fmla="*/ 385011 w 1049003"/>
                <a:gd name="csY264" fmla="*/ 87981 h 1411454"/>
                <a:gd name="csX265" fmla="*/ 384258 w 1049003"/>
                <a:gd name="csY265" fmla="*/ 85725 h 1411454"/>
                <a:gd name="csX266" fmla="*/ 384258 w 1049003"/>
                <a:gd name="csY266" fmla="*/ 84221 h 1411454"/>
                <a:gd name="csX267" fmla="*/ 385011 w 1049003"/>
                <a:gd name="csY267" fmla="*/ 82717 h 1411454"/>
                <a:gd name="csX268" fmla="*/ 385762 w 1049003"/>
                <a:gd name="csY268" fmla="*/ 81213 h 1411454"/>
                <a:gd name="csX269" fmla="*/ 387266 w 1049003"/>
                <a:gd name="csY269" fmla="*/ 80461 h 1411454"/>
                <a:gd name="csX270" fmla="*/ 388018 w 1049003"/>
                <a:gd name="csY270" fmla="*/ 78957 h 1411454"/>
                <a:gd name="csX271" fmla="*/ 386515 w 1049003"/>
                <a:gd name="csY271" fmla="*/ 74445 h 1411454"/>
                <a:gd name="csX272" fmla="*/ 385011 w 1049003"/>
                <a:gd name="csY272" fmla="*/ 65422 h 1411454"/>
                <a:gd name="csX273" fmla="*/ 385762 w 1049003"/>
                <a:gd name="csY273" fmla="*/ 62414 h 1411454"/>
                <a:gd name="csX274" fmla="*/ 389522 w 1049003"/>
                <a:gd name="csY274" fmla="*/ 57902 h 1411454"/>
                <a:gd name="csX275" fmla="*/ 390275 w 1049003"/>
                <a:gd name="csY275" fmla="*/ 54142 h 1411454"/>
                <a:gd name="csX276" fmla="*/ 391026 w 1049003"/>
                <a:gd name="csY276" fmla="*/ 51134 h 1411454"/>
                <a:gd name="csX277" fmla="*/ 395538 w 1049003"/>
                <a:gd name="csY277" fmla="*/ 47374 h 1411454"/>
                <a:gd name="csX278" fmla="*/ 396290 w 1049003"/>
                <a:gd name="csY278" fmla="*/ 44367 h 1411454"/>
                <a:gd name="csX279" fmla="*/ 394786 w 1049003"/>
                <a:gd name="csY279" fmla="*/ 42863 h 1411454"/>
                <a:gd name="csX280" fmla="*/ 391026 w 1049003"/>
                <a:gd name="csY280" fmla="*/ 39855 h 1411454"/>
                <a:gd name="csX281" fmla="*/ 390275 w 1049003"/>
                <a:gd name="csY281" fmla="*/ 37599 h 1411454"/>
                <a:gd name="csX282" fmla="*/ 390275 w 1049003"/>
                <a:gd name="csY282" fmla="*/ 36095 h 1411454"/>
                <a:gd name="csX283" fmla="*/ 391778 w 1049003"/>
                <a:gd name="csY283" fmla="*/ 34591 h 1411454"/>
                <a:gd name="csX284" fmla="*/ 392530 w 1049003"/>
                <a:gd name="csY284" fmla="*/ 33839 h 1411454"/>
                <a:gd name="csX285" fmla="*/ 393282 w 1049003"/>
                <a:gd name="csY285" fmla="*/ 33087 h 1411454"/>
                <a:gd name="csX286" fmla="*/ 393282 w 1049003"/>
                <a:gd name="csY286" fmla="*/ 31583 h 1411454"/>
                <a:gd name="csX287" fmla="*/ 393282 w 1049003"/>
                <a:gd name="csY287" fmla="*/ 30079 h 1411454"/>
                <a:gd name="csX288" fmla="*/ 394034 w 1049003"/>
                <a:gd name="csY288" fmla="*/ 28575 h 1411454"/>
                <a:gd name="csX289" fmla="*/ 394786 w 1049003"/>
                <a:gd name="csY289" fmla="*/ 27071 h 1411454"/>
                <a:gd name="csX290" fmla="*/ 396290 w 1049003"/>
                <a:gd name="csY290" fmla="*/ 25567 h 1411454"/>
                <a:gd name="csX291" fmla="*/ 402306 w 1049003"/>
                <a:gd name="csY291" fmla="*/ 23311 h 1411454"/>
                <a:gd name="csX292" fmla="*/ 404562 w 1049003"/>
                <a:gd name="csY292" fmla="*/ 22559 h 1411454"/>
                <a:gd name="csX293" fmla="*/ 405314 w 1049003"/>
                <a:gd name="csY293" fmla="*/ 20303 h 1411454"/>
                <a:gd name="csX294" fmla="*/ 407570 w 1049003"/>
                <a:gd name="csY294" fmla="*/ 16544 h 1411454"/>
                <a:gd name="csX295" fmla="*/ 409074 w 1049003"/>
                <a:gd name="csY295" fmla="*/ 18047 h 1411454"/>
                <a:gd name="csX296" fmla="*/ 409074 w 1049003"/>
                <a:gd name="csY296" fmla="*/ 20303 h 1411454"/>
                <a:gd name="csX297" fmla="*/ 408322 w 1049003"/>
                <a:gd name="csY297" fmla="*/ 21807 h 1411454"/>
                <a:gd name="csX298" fmla="*/ 407570 w 1049003"/>
                <a:gd name="csY298" fmla="*/ 23311 h 1411454"/>
                <a:gd name="csX299" fmla="*/ 410577 w 1049003"/>
                <a:gd name="csY299" fmla="*/ 22559 h 1411454"/>
                <a:gd name="csX300" fmla="*/ 410577 w 1049003"/>
                <a:gd name="csY300" fmla="*/ 19551 h 1411454"/>
                <a:gd name="csX301" fmla="*/ 409826 w 1049003"/>
                <a:gd name="csY301" fmla="*/ 16544 h 1411454"/>
                <a:gd name="csX302" fmla="*/ 409826 w 1049003"/>
                <a:gd name="csY302" fmla="*/ 14288 h 1411454"/>
                <a:gd name="csX303" fmla="*/ 410577 w 1049003"/>
                <a:gd name="csY303" fmla="*/ 12784 h 1411454"/>
                <a:gd name="csX304" fmla="*/ 411330 w 1049003"/>
                <a:gd name="csY304" fmla="*/ 11280 h 1411454"/>
                <a:gd name="csX305" fmla="*/ 412834 w 1049003"/>
                <a:gd name="csY305" fmla="*/ 9024 h 1411454"/>
                <a:gd name="csX306" fmla="*/ 412834 w 1049003"/>
                <a:gd name="csY306" fmla="*/ 6016 h 1411454"/>
                <a:gd name="csX307" fmla="*/ 413586 w 1049003"/>
                <a:gd name="csY307" fmla="*/ 6016 h 1411454"/>
                <a:gd name="csX308" fmla="*/ 413586 w 1049003"/>
                <a:gd name="csY308" fmla="*/ 6768 h 1411454"/>
                <a:gd name="csX309" fmla="*/ 414337 w 1049003"/>
                <a:gd name="csY309" fmla="*/ 6768 h 1411454"/>
                <a:gd name="csX310" fmla="*/ 414337 w 1049003"/>
                <a:gd name="csY310" fmla="*/ 7520 h 1411454"/>
                <a:gd name="csX311" fmla="*/ 415090 w 1049003"/>
                <a:gd name="csY311" fmla="*/ 8272 h 1411454"/>
                <a:gd name="csX312" fmla="*/ 416594 w 1049003"/>
                <a:gd name="csY312" fmla="*/ 7520 h 1411454"/>
                <a:gd name="csX313" fmla="*/ 415841 w 1049003"/>
                <a:gd name="csY313" fmla="*/ 3760 h 1411454"/>
                <a:gd name="csX314" fmla="*/ 416594 w 1049003"/>
                <a:gd name="csY314" fmla="*/ 2256 h 1411454"/>
                <a:gd name="csX315" fmla="*/ 418097 w 1049003"/>
                <a:gd name="csY315" fmla="*/ 0 h 1411454"/>
                <a:gd name="csX316" fmla="*/ 420353 w 1049003"/>
                <a:gd name="csY316" fmla="*/ 1504 h 1411454"/>
                <a:gd name="csX317" fmla="*/ 420353 w 1049003"/>
                <a:gd name="csY317" fmla="*/ 3008 h 1411454"/>
                <a:gd name="csX318" fmla="*/ 421105 w 1049003"/>
                <a:gd name="csY318" fmla="*/ 4512 h 1411454"/>
                <a:gd name="csX319" fmla="*/ 419601 w 1049003"/>
                <a:gd name="csY319" fmla="*/ 5264 h 1411454"/>
                <a:gd name="csX320" fmla="*/ 418849 w 1049003"/>
                <a:gd name="csY320" fmla="*/ 5264 h 1411454"/>
                <a:gd name="csX321" fmla="*/ 421105 w 1049003"/>
                <a:gd name="csY321" fmla="*/ 8272 h 1411454"/>
                <a:gd name="csX322" fmla="*/ 419601 w 1049003"/>
                <a:gd name="csY322" fmla="*/ 8272 h 1411454"/>
                <a:gd name="csX323" fmla="*/ 418849 w 1049003"/>
                <a:gd name="csY323" fmla="*/ 9776 h 1411454"/>
                <a:gd name="csX324" fmla="*/ 418097 w 1049003"/>
                <a:gd name="csY324" fmla="*/ 13536 h 1411454"/>
                <a:gd name="csX325" fmla="*/ 419601 w 1049003"/>
                <a:gd name="csY325" fmla="*/ 12784 h 1411454"/>
                <a:gd name="csX326" fmla="*/ 421105 w 1049003"/>
                <a:gd name="csY326" fmla="*/ 12032 h 1411454"/>
                <a:gd name="csX327" fmla="*/ 421857 w 1049003"/>
                <a:gd name="csY327" fmla="*/ 12784 h 1411454"/>
                <a:gd name="csX328" fmla="*/ 423361 w 1049003"/>
                <a:gd name="csY328" fmla="*/ 13536 h 1411454"/>
                <a:gd name="csX329" fmla="*/ 421105 w 1049003"/>
                <a:gd name="csY329" fmla="*/ 13536 h 1411454"/>
                <a:gd name="csX330" fmla="*/ 415090 w 1049003"/>
                <a:gd name="csY330" fmla="*/ 15039 h 1411454"/>
                <a:gd name="csX331" fmla="*/ 415090 w 1049003"/>
                <a:gd name="csY331" fmla="*/ 21055 h 1411454"/>
                <a:gd name="csX332" fmla="*/ 415841 w 1049003"/>
                <a:gd name="csY332" fmla="*/ 22559 h 1411454"/>
                <a:gd name="csX333" fmla="*/ 417345 w 1049003"/>
                <a:gd name="csY333" fmla="*/ 22559 h 1411454"/>
                <a:gd name="csX334" fmla="*/ 419601 w 1049003"/>
                <a:gd name="csY334" fmla="*/ 22559 h 1411454"/>
                <a:gd name="csX335" fmla="*/ 421105 w 1049003"/>
                <a:gd name="csY335" fmla="*/ 23311 h 1411454"/>
                <a:gd name="csX336" fmla="*/ 421857 w 1049003"/>
                <a:gd name="csY336" fmla="*/ 24815 h 1411454"/>
                <a:gd name="csX337" fmla="*/ 421857 w 1049003"/>
                <a:gd name="csY337" fmla="*/ 27823 h 1411454"/>
                <a:gd name="csX338" fmla="*/ 423361 w 1049003"/>
                <a:gd name="csY338" fmla="*/ 30079 h 1411454"/>
                <a:gd name="csX339" fmla="*/ 424113 w 1049003"/>
                <a:gd name="csY339" fmla="*/ 29327 h 1411454"/>
                <a:gd name="csX340" fmla="*/ 424865 w 1049003"/>
                <a:gd name="csY340" fmla="*/ 27823 h 1411454"/>
                <a:gd name="csX341" fmla="*/ 424865 w 1049003"/>
                <a:gd name="csY341" fmla="*/ 27071 h 1411454"/>
                <a:gd name="csX342" fmla="*/ 424113 w 1049003"/>
                <a:gd name="csY342" fmla="*/ 25567 h 1411454"/>
                <a:gd name="csX343" fmla="*/ 424865 w 1049003"/>
                <a:gd name="csY343" fmla="*/ 25567 h 1411454"/>
                <a:gd name="csX344" fmla="*/ 425617 w 1049003"/>
                <a:gd name="csY344" fmla="*/ 25567 h 1411454"/>
                <a:gd name="csX345" fmla="*/ 425617 w 1049003"/>
                <a:gd name="csY345" fmla="*/ 24815 h 1411454"/>
                <a:gd name="csX346" fmla="*/ 426369 w 1049003"/>
                <a:gd name="csY346" fmla="*/ 24815 h 1411454"/>
                <a:gd name="csX347" fmla="*/ 425617 w 1049003"/>
                <a:gd name="csY347" fmla="*/ 22559 h 1411454"/>
                <a:gd name="csX348" fmla="*/ 427121 w 1049003"/>
                <a:gd name="csY348" fmla="*/ 18047 h 1411454"/>
                <a:gd name="csX349" fmla="*/ 428625 w 1049003"/>
                <a:gd name="csY349" fmla="*/ 12784 h 1411454"/>
                <a:gd name="csX350" fmla="*/ 431633 w 1049003"/>
                <a:gd name="csY350" fmla="*/ 5264 h 1411454"/>
                <a:gd name="csX351" fmla="*/ 435393 w 1049003"/>
                <a:gd name="csY351" fmla="*/ 1504 h 1411454"/>
                <a:gd name="csX352" fmla="*/ 437649 w 1049003"/>
                <a:gd name="csY352" fmla="*/ 2256 h 1411454"/>
                <a:gd name="csX353" fmla="*/ 437649 w 1049003"/>
                <a:gd name="csY353" fmla="*/ 6768 h 1411454"/>
                <a:gd name="csX354" fmla="*/ 432385 w 1049003"/>
                <a:gd name="csY354" fmla="*/ 12784 h 1411454"/>
                <a:gd name="csX355" fmla="*/ 431633 w 1049003"/>
                <a:gd name="csY355" fmla="*/ 15039 h 1411454"/>
                <a:gd name="csX356" fmla="*/ 430129 w 1049003"/>
                <a:gd name="csY356" fmla="*/ 17295 h 1411454"/>
                <a:gd name="csX357" fmla="*/ 429377 w 1049003"/>
                <a:gd name="csY357" fmla="*/ 18047 h 1411454"/>
                <a:gd name="csX358" fmla="*/ 429377 w 1049003"/>
                <a:gd name="csY358" fmla="*/ 21807 h 1411454"/>
                <a:gd name="csX359" fmla="*/ 429377 w 1049003"/>
                <a:gd name="csY359" fmla="*/ 23311 h 1411454"/>
                <a:gd name="csX360" fmla="*/ 430881 w 1049003"/>
                <a:gd name="csY360" fmla="*/ 19551 h 1411454"/>
                <a:gd name="csX361" fmla="*/ 431633 w 1049003"/>
                <a:gd name="csY361" fmla="*/ 18047 h 1411454"/>
                <a:gd name="csX362" fmla="*/ 433137 w 1049003"/>
                <a:gd name="csY362" fmla="*/ 16544 h 1411454"/>
                <a:gd name="csX363" fmla="*/ 433137 w 1049003"/>
                <a:gd name="csY363" fmla="*/ 18799 h 1411454"/>
                <a:gd name="csX364" fmla="*/ 432385 w 1049003"/>
                <a:gd name="csY364" fmla="*/ 19551 h 1411454"/>
                <a:gd name="csX365" fmla="*/ 434641 w 1049003"/>
                <a:gd name="csY365" fmla="*/ 22559 h 1411454"/>
                <a:gd name="csX366" fmla="*/ 433137 w 1049003"/>
                <a:gd name="csY366" fmla="*/ 24815 h 1411454"/>
                <a:gd name="csX367" fmla="*/ 430881 w 1049003"/>
                <a:gd name="csY367" fmla="*/ 27823 h 1411454"/>
                <a:gd name="csX368" fmla="*/ 430129 w 1049003"/>
                <a:gd name="csY368" fmla="*/ 30831 h 1411454"/>
                <a:gd name="csX369" fmla="*/ 434641 w 1049003"/>
                <a:gd name="csY369" fmla="*/ 27071 h 1411454"/>
                <a:gd name="csX370" fmla="*/ 435393 w 1049003"/>
                <a:gd name="csY370" fmla="*/ 27071 h 1411454"/>
                <a:gd name="csX371" fmla="*/ 435393 w 1049003"/>
                <a:gd name="csY371" fmla="*/ 27823 h 1411454"/>
                <a:gd name="csX372" fmla="*/ 435393 w 1049003"/>
                <a:gd name="csY372" fmla="*/ 28575 h 1411454"/>
                <a:gd name="csX373" fmla="*/ 435393 w 1049003"/>
                <a:gd name="csY373" fmla="*/ 30079 h 1411454"/>
                <a:gd name="csX374" fmla="*/ 435393 w 1049003"/>
                <a:gd name="csY374" fmla="*/ 30831 h 1411454"/>
                <a:gd name="csX375" fmla="*/ 434641 w 1049003"/>
                <a:gd name="csY375" fmla="*/ 31583 h 1411454"/>
                <a:gd name="csX376" fmla="*/ 433137 w 1049003"/>
                <a:gd name="csY376" fmla="*/ 33839 h 1411454"/>
                <a:gd name="csX377" fmla="*/ 432385 w 1049003"/>
                <a:gd name="csY377" fmla="*/ 34591 h 1411454"/>
                <a:gd name="csX378" fmla="*/ 436145 w 1049003"/>
                <a:gd name="csY378" fmla="*/ 33087 h 1411454"/>
                <a:gd name="csX379" fmla="*/ 438401 w 1049003"/>
                <a:gd name="csY379" fmla="*/ 30831 h 1411454"/>
                <a:gd name="csX380" fmla="*/ 439905 w 1049003"/>
                <a:gd name="csY380" fmla="*/ 27071 h 1411454"/>
                <a:gd name="csX381" fmla="*/ 439905 w 1049003"/>
                <a:gd name="csY381" fmla="*/ 22559 h 1411454"/>
                <a:gd name="csX382" fmla="*/ 441409 w 1049003"/>
                <a:gd name="csY382" fmla="*/ 24815 h 1411454"/>
                <a:gd name="csX383" fmla="*/ 442160 w 1049003"/>
                <a:gd name="csY383" fmla="*/ 28575 h 1411454"/>
                <a:gd name="csX384" fmla="*/ 442160 w 1049003"/>
                <a:gd name="csY384" fmla="*/ 31583 h 1411454"/>
                <a:gd name="csX385" fmla="*/ 441409 w 1049003"/>
                <a:gd name="csY385" fmla="*/ 33087 h 1411454"/>
                <a:gd name="csX386" fmla="*/ 439153 w 1049003"/>
                <a:gd name="csY386" fmla="*/ 33839 h 1411454"/>
                <a:gd name="csX387" fmla="*/ 439905 w 1049003"/>
                <a:gd name="csY387" fmla="*/ 36847 h 1411454"/>
                <a:gd name="csX388" fmla="*/ 442160 w 1049003"/>
                <a:gd name="csY388" fmla="*/ 39855 h 1411454"/>
                <a:gd name="csX389" fmla="*/ 443664 w 1049003"/>
                <a:gd name="csY389" fmla="*/ 41359 h 1411454"/>
                <a:gd name="csX390" fmla="*/ 442160 w 1049003"/>
                <a:gd name="csY390" fmla="*/ 36847 h 1411454"/>
                <a:gd name="csX391" fmla="*/ 443664 w 1049003"/>
                <a:gd name="csY391" fmla="*/ 33087 h 1411454"/>
                <a:gd name="csX392" fmla="*/ 446673 w 1049003"/>
                <a:gd name="csY392" fmla="*/ 32335 h 1411454"/>
                <a:gd name="csX393" fmla="*/ 448176 w 1049003"/>
                <a:gd name="csY393" fmla="*/ 33839 h 1411454"/>
                <a:gd name="csX394" fmla="*/ 449680 w 1049003"/>
                <a:gd name="csY394" fmla="*/ 31583 h 1411454"/>
                <a:gd name="csX395" fmla="*/ 450432 w 1049003"/>
                <a:gd name="csY395" fmla="*/ 26319 h 1411454"/>
                <a:gd name="csX396" fmla="*/ 451184 w 1049003"/>
                <a:gd name="csY396" fmla="*/ 23311 h 1411454"/>
                <a:gd name="csX397" fmla="*/ 453440 w 1049003"/>
                <a:gd name="csY397" fmla="*/ 22559 h 1411454"/>
                <a:gd name="csX398" fmla="*/ 457200 w 1049003"/>
                <a:gd name="csY398" fmla="*/ 12032 h 1411454"/>
                <a:gd name="csX399" fmla="*/ 460208 w 1049003"/>
                <a:gd name="csY399" fmla="*/ 12032 h 1411454"/>
                <a:gd name="csX400" fmla="*/ 460960 w 1049003"/>
                <a:gd name="csY400" fmla="*/ 15791 h 1411454"/>
                <a:gd name="csX401" fmla="*/ 456448 w 1049003"/>
                <a:gd name="csY401" fmla="*/ 26319 h 1411454"/>
                <a:gd name="csX402" fmla="*/ 455696 w 1049003"/>
                <a:gd name="csY402" fmla="*/ 30079 h 1411454"/>
                <a:gd name="csX403" fmla="*/ 456448 w 1049003"/>
                <a:gd name="csY403" fmla="*/ 30079 h 1411454"/>
                <a:gd name="csX404" fmla="*/ 456448 w 1049003"/>
                <a:gd name="csY404" fmla="*/ 29327 h 1411454"/>
                <a:gd name="csX405" fmla="*/ 457200 w 1049003"/>
                <a:gd name="csY405" fmla="*/ 27823 h 1411454"/>
                <a:gd name="csX406" fmla="*/ 460208 w 1049003"/>
                <a:gd name="csY406" fmla="*/ 25567 h 1411454"/>
                <a:gd name="csX407" fmla="*/ 462464 w 1049003"/>
                <a:gd name="csY407" fmla="*/ 22559 h 1411454"/>
                <a:gd name="csX408" fmla="*/ 463968 w 1049003"/>
                <a:gd name="csY408" fmla="*/ 23311 h 1411454"/>
                <a:gd name="csX409" fmla="*/ 463968 w 1049003"/>
                <a:gd name="csY409" fmla="*/ 26319 h 1411454"/>
                <a:gd name="csX410" fmla="*/ 464720 w 1049003"/>
                <a:gd name="csY410" fmla="*/ 28575 h 1411454"/>
                <a:gd name="csX411" fmla="*/ 464720 w 1049003"/>
                <a:gd name="csY411" fmla="*/ 30831 h 1411454"/>
                <a:gd name="csX412" fmla="*/ 466224 w 1049003"/>
                <a:gd name="csY412" fmla="*/ 32335 h 1411454"/>
                <a:gd name="csX413" fmla="*/ 467728 w 1049003"/>
                <a:gd name="csY413" fmla="*/ 33087 h 1411454"/>
                <a:gd name="csX414" fmla="*/ 466975 w 1049003"/>
                <a:gd name="csY414" fmla="*/ 36095 h 1411454"/>
                <a:gd name="csX415" fmla="*/ 467728 w 1049003"/>
                <a:gd name="csY415" fmla="*/ 36847 h 1411454"/>
                <a:gd name="csX416" fmla="*/ 467728 w 1049003"/>
                <a:gd name="csY416" fmla="*/ 39855 h 1411454"/>
                <a:gd name="csX417" fmla="*/ 466975 w 1049003"/>
                <a:gd name="csY417" fmla="*/ 42111 h 1411454"/>
                <a:gd name="csX418" fmla="*/ 466224 w 1049003"/>
                <a:gd name="csY418" fmla="*/ 44367 h 1411454"/>
                <a:gd name="csX419" fmla="*/ 465472 w 1049003"/>
                <a:gd name="csY419" fmla="*/ 45118 h 1411454"/>
                <a:gd name="csX420" fmla="*/ 463968 w 1049003"/>
                <a:gd name="csY420" fmla="*/ 47374 h 1411454"/>
                <a:gd name="csX421" fmla="*/ 469232 w 1049003"/>
                <a:gd name="csY421" fmla="*/ 48126 h 1411454"/>
                <a:gd name="csX422" fmla="*/ 470735 w 1049003"/>
                <a:gd name="csY422" fmla="*/ 47374 h 1411454"/>
                <a:gd name="csX423" fmla="*/ 472239 w 1049003"/>
                <a:gd name="csY423" fmla="*/ 45870 h 1411454"/>
                <a:gd name="csX424" fmla="*/ 472992 w 1049003"/>
                <a:gd name="csY424" fmla="*/ 44367 h 1411454"/>
                <a:gd name="csX425" fmla="*/ 473743 w 1049003"/>
                <a:gd name="csY425" fmla="*/ 42111 h 1411454"/>
                <a:gd name="csX426" fmla="*/ 474495 w 1049003"/>
                <a:gd name="csY426" fmla="*/ 40607 h 1411454"/>
                <a:gd name="csX427" fmla="*/ 473743 w 1049003"/>
                <a:gd name="csY427" fmla="*/ 38351 h 1411454"/>
                <a:gd name="csX428" fmla="*/ 472239 w 1049003"/>
                <a:gd name="csY428" fmla="*/ 36847 h 1411454"/>
                <a:gd name="csX429" fmla="*/ 472992 w 1049003"/>
                <a:gd name="csY429" fmla="*/ 34591 h 1411454"/>
                <a:gd name="csX430" fmla="*/ 474495 w 1049003"/>
                <a:gd name="csY430" fmla="*/ 33839 h 1411454"/>
                <a:gd name="csX431" fmla="*/ 475999 w 1049003"/>
                <a:gd name="csY431" fmla="*/ 33087 h 1411454"/>
                <a:gd name="csX432" fmla="*/ 478255 w 1049003"/>
                <a:gd name="csY432" fmla="*/ 33087 h 1411454"/>
                <a:gd name="csX433" fmla="*/ 479007 w 1049003"/>
                <a:gd name="csY433" fmla="*/ 34591 h 1411454"/>
                <a:gd name="csX434" fmla="*/ 478255 w 1049003"/>
                <a:gd name="csY434" fmla="*/ 35343 h 1411454"/>
                <a:gd name="csX435" fmla="*/ 475999 w 1049003"/>
                <a:gd name="csY435" fmla="*/ 36095 h 1411454"/>
                <a:gd name="csX436" fmla="*/ 476752 w 1049003"/>
                <a:gd name="csY436" fmla="*/ 36095 h 1411454"/>
                <a:gd name="csX437" fmla="*/ 476752 w 1049003"/>
                <a:gd name="csY437" fmla="*/ 36847 h 1411454"/>
                <a:gd name="csX438" fmla="*/ 477503 w 1049003"/>
                <a:gd name="csY438" fmla="*/ 36847 h 1411454"/>
                <a:gd name="csX439" fmla="*/ 478255 w 1049003"/>
                <a:gd name="csY439" fmla="*/ 36847 h 1411454"/>
                <a:gd name="csX440" fmla="*/ 477503 w 1049003"/>
                <a:gd name="csY440" fmla="*/ 38351 h 1411454"/>
                <a:gd name="csX441" fmla="*/ 477503 w 1049003"/>
                <a:gd name="csY441" fmla="*/ 39103 h 1411454"/>
                <a:gd name="csX442" fmla="*/ 477503 w 1049003"/>
                <a:gd name="csY442" fmla="*/ 40607 h 1411454"/>
                <a:gd name="csX443" fmla="*/ 478255 w 1049003"/>
                <a:gd name="csY443" fmla="*/ 41359 h 1411454"/>
                <a:gd name="csX444" fmla="*/ 482015 w 1049003"/>
                <a:gd name="csY444" fmla="*/ 34591 h 1411454"/>
                <a:gd name="csX445" fmla="*/ 484271 w 1049003"/>
                <a:gd name="csY445" fmla="*/ 32335 h 1411454"/>
                <a:gd name="csX446" fmla="*/ 486527 w 1049003"/>
                <a:gd name="csY446" fmla="*/ 34591 h 1411454"/>
                <a:gd name="csX447" fmla="*/ 484271 w 1049003"/>
                <a:gd name="csY447" fmla="*/ 34591 h 1411454"/>
                <a:gd name="csX448" fmla="*/ 483519 w 1049003"/>
                <a:gd name="csY448" fmla="*/ 35343 h 1411454"/>
                <a:gd name="csX449" fmla="*/ 482767 w 1049003"/>
                <a:gd name="csY449" fmla="*/ 36847 h 1411454"/>
                <a:gd name="csX450" fmla="*/ 483519 w 1049003"/>
                <a:gd name="csY450" fmla="*/ 39103 h 1411454"/>
                <a:gd name="csX451" fmla="*/ 484271 w 1049003"/>
                <a:gd name="csY451" fmla="*/ 38351 h 1411454"/>
                <a:gd name="csX452" fmla="*/ 485775 w 1049003"/>
                <a:gd name="csY452" fmla="*/ 38351 h 1411454"/>
                <a:gd name="csX453" fmla="*/ 486527 w 1049003"/>
                <a:gd name="csY453" fmla="*/ 38351 h 1411454"/>
                <a:gd name="csX454" fmla="*/ 485023 w 1049003"/>
                <a:gd name="csY454" fmla="*/ 39855 h 1411454"/>
                <a:gd name="csX455" fmla="*/ 484271 w 1049003"/>
                <a:gd name="csY455" fmla="*/ 41359 h 1411454"/>
                <a:gd name="csX456" fmla="*/ 483519 w 1049003"/>
                <a:gd name="csY456" fmla="*/ 42863 h 1411454"/>
                <a:gd name="csX457" fmla="*/ 483519 w 1049003"/>
                <a:gd name="csY457" fmla="*/ 45118 h 1411454"/>
                <a:gd name="csX458" fmla="*/ 485023 w 1049003"/>
                <a:gd name="csY458" fmla="*/ 44367 h 1411454"/>
                <a:gd name="csX459" fmla="*/ 485775 w 1049003"/>
                <a:gd name="csY459" fmla="*/ 42863 h 1411454"/>
                <a:gd name="csX460" fmla="*/ 487279 w 1049003"/>
                <a:gd name="csY460" fmla="*/ 40607 h 1411454"/>
                <a:gd name="csX461" fmla="*/ 487279 w 1049003"/>
                <a:gd name="csY461" fmla="*/ 39103 h 1411454"/>
                <a:gd name="csX462" fmla="*/ 488783 w 1049003"/>
                <a:gd name="csY462" fmla="*/ 39103 h 1411454"/>
                <a:gd name="csX463" fmla="*/ 488783 w 1049003"/>
                <a:gd name="csY463" fmla="*/ 45118 h 1411454"/>
                <a:gd name="csX464" fmla="*/ 488783 w 1049003"/>
                <a:gd name="csY464" fmla="*/ 46622 h 1411454"/>
                <a:gd name="csX465" fmla="*/ 487279 w 1049003"/>
                <a:gd name="csY465" fmla="*/ 50382 h 1411454"/>
                <a:gd name="csX466" fmla="*/ 486527 w 1049003"/>
                <a:gd name="csY466" fmla="*/ 53390 h 1411454"/>
                <a:gd name="csX467" fmla="*/ 486527 w 1049003"/>
                <a:gd name="csY467" fmla="*/ 54894 h 1411454"/>
                <a:gd name="csX468" fmla="*/ 488783 w 1049003"/>
                <a:gd name="csY468" fmla="*/ 52638 h 1411454"/>
                <a:gd name="csX469" fmla="*/ 495551 w 1049003"/>
                <a:gd name="csY469" fmla="*/ 45118 h 1411454"/>
                <a:gd name="csX470" fmla="*/ 495551 w 1049003"/>
                <a:gd name="csY470" fmla="*/ 43614 h 1411454"/>
                <a:gd name="csX471" fmla="*/ 495551 w 1049003"/>
                <a:gd name="csY471" fmla="*/ 42111 h 1411454"/>
                <a:gd name="csX472" fmla="*/ 495551 w 1049003"/>
                <a:gd name="csY472" fmla="*/ 40607 h 1411454"/>
                <a:gd name="csX473" fmla="*/ 497054 w 1049003"/>
                <a:gd name="csY473" fmla="*/ 39103 h 1411454"/>
                <a:gd name="csX474" fmla="*/ 497807 w 1049003"/>
                <a:gd name="csY474" fmla="*/ 38351 h 1411454"/>
                <a:gd name="csX475" fmla="*/ 503071 w 1049003"/>
                <a:gd name="csY475" fmla="*/ 36095 h 1411454"/>
                <a:gd name="csX476" fmla="*/ 498558 w 1049003"/>
                <a:gd name="csY476" fmla="*/ 36095 h 1411454"/>
                <a:gd name="csX477" fmla="*/ 501567 w 1049003"/>
                <a:gd name="csY477" fmla="*/ 35343 h 1411454"/>
                <a:gd name="csX478" fmla="*/ 503822 w 1049003"/>
                <a:gd name="csY478" fmla="*/ 35343 h 1411454"/>
                <a:gd name="csX479" fmla="*/ 504574 w 1049003"/>
                <a:gd name="csY479" fmla="*/ 36847 h 1411454"/>
                <a:gd name="csX480" fmla="*/ 505326 w 1049003"/>
                <a:gd name="csY480" fmla="*/ 39855 h 1411454"/>
                <a:gd name="csX481" fmla="*/ 504574 w 1049003"/>
                <a:gd name="csY481" fmla="*/ 41359 h 1411454"/>
                <a:gd name="csX482" fmla="*/ 504574 w 1049003"/>
                <a:gd name="csY482" fmla="*/ 43614 h 1411454"/>
                <a:gd name="csX483" fmla="*/ 503822 w 1049003"/>
                <a:gd name="csY483" fmla="*/ 45118 h 1411454"/>
                <a:gd name="csX484" fmla="*/ 503071 w 1049003"/>
                <a:gd name="csY484" fmla="*/ 45118 h 1411454"/>
                <a:gd name="csX485" fmla="*/ 500814 w 1049003"/>
                <a:gd name="csY485" fmla="*/ 45118 h 1411454"/>
                <a:gd name="csX486" fmla="*/ 500063 w 1049003"/>
                <a:gd name="csY486" fmla="*/ 45870 h 1411454"/>
                <a:gd name="csX487" fmla="*/ 496303 w 1049003"/>
                <a:gd name="csY487" fmla="*/ 47374 h 1411454"/>
                <a:gd name="csX488" fmla="*/ 495551 w 1049003"/>
                <a:gd name="csY488" fmla="*/ 47374 h 1411454"/>
                <a:gd name="csX489" fmla="*/ 494799 w 1049003"/>
                <a:gd name="csY489" fmla="*/ 48878 h 1411454"/>
                <a:gd name="csX490" fmla="*/ 494799 w 1049003"/>
                <a:gd name="csY490" fmla="*/ 49630 h 1411454"/>
                <a:gd name="csX491" fmla="*/ 494799 w 1049003"/>
                <a:gd name="csY491" fmla="*/ 51134 h 1411454"/>
                <a:gd name="csX492" fmla="*/ 494799 w 1049003"/>
                <a:gd name="csY492" fmla="*/ 52638 h 1411454"/>
                <a:gd name="csX493" fmla="*/ 493295 w 1049003"/>
                <a:gd name="csY493" fmla="*/ 57150 h 1411454"/>
                <a:gd name="csX494" fmla="*/ 492543 w 1049003"/>
                <a:gd name="csY494" fmla="*/ 59406 h 1411454"/>
                <a:gd name="csX495" fmla="*/ 494047 w 1049003"/>
                <a:gd name="csY495" fmla="*/ 61662 h 1411454"/>
                <a:gd name="csX496" fmla="*/ 490287 w 1049003"/>
                <a:gd name="csY496" fmla="*/ 60910 h 1411454"/>
                <a:gd name="csX497" fmla="*/ 488031 w 1049003"/>
                <a:gd name="csY497" fmla="*/ 62414 h 1411454"/>
                <a:gd name="csX498" fmla="*/ 484271 w 1049003"/>
                <a:gd name="csY498" fmla="*/ 66174 h 1411454"/>
                <a:gd name="csX499" fmla="*/ 486527 w 1049003"/>
                <a:gd name="csY499" fmla="*/ 66174 h 1411454"/>
                <a:gd name="csX500" fmla="*/ 487279 w 1049003"/>
                <a:gd name="csY500" fmla="*/ 65422 h 1411454"/>
                <a:gd name="csX501" fmla="*/ 488031 w 1049003"/>
                <a:gd name="csY501" fmla="*/ 63918 h 1411454"/>
                <a:gd name="csX502" fmla="*/ 488783 w 1049003"/>
                <a:gd name="csY502" fmla="*/ 61662 h 1411454"/>
                <a:gd name="csX503" fmla="*/ 490287 w 1049003"/>
                <a:gd name="csY503" fmla="*/ 63166 h 1411454"/>
                <a:gd name="csX504" fmla="*/ 491791 w 1049003"/>
                <a:gd name="csY504" fmla="*/ 64670 h 1411454"/>
                <a:gd name="csX505" fmla="*/ 491039 w 1049003"/>
                <a:gd name="csY505" fmla="*/ 66174 h 1411454"/>
                <a:gd name="csX506" fmla="*/ 489535 w 1049003"/>
                <a:gd name="csY506" fmla="*/ 68430 h 1411454"/>
                <a:gd name="csX507" fmla="*/ 491039 w 1049003"/>
                <a:gd name="csY507" fmla="*/ 68430 h 1411454"/>
                <a:gd name="csX508" fmla="*/ 492543 w 1049003"/>
                <a:gd name="csY508" fmla="*/ 67678 h 1411454"/>
                <a:gd name="csX509" fmla="*/ 493295 w 1049003"/>
                <a:gd name="csY509" fmla="*/ 67678 h 1411454"/>
                <a:gd name="csX510" fmla="*/ 494047 w 1049003"/>
                <a:gd name="csY510" fmla="*/ 66174 h 1411454"/>
                <a:gd name="csX511" fmla="*/ 496303 w 1049003"/>
                <a:gd name="csY511" fmla="*/ 67678 h 1411454"/>
                <a:gd name="csX512" fmla="*/ 497054 w 1049003"/>
                <a:gd name="csY512" fmla="*/ 69934 h 1411454"/>
                <a:gd name="csX513" fmla="*/ 496303 w 1049003"/>
                <a:gd name="csY513" fmla="*/ 72190 h 1411454"/>
                <a:gd name="csX514" fmla="*/ 497054 w 1049003"/>
                <a:gd name="csY514" fmla="*/ 74445 h 1411454"/>
                <a:gd name="csX515" fmla="*/ 498558 w 1049003"/>
                <a:gd name="csY515" fmla="*/ 71438 h 1411454"/>
                <a:gd name="csX516" fmla="*/ 498558 w 1049003"/>
                <a:gd name="csY516" fmla="*/ 68430 h 1411454"/>
                <a:gd name="csX517" fmla="*/ 497807 w 1049003"/>
                <a:gd name="csY517" fmla="*/ 61662 h 1411454"/>
                <a:gd name="csX518" fmla="*/ 498558 w 1049003"/>
                <a:gd name="csY518" fmla="*/ 60158 h 1411454"/>
                <a:gd name="csX519" fmla="*/ 499311 w 1049003"/>
                <a:gd name="csY519" fmla="*/ 58654 h 1411454"/>
                <a:gd name="csX520" fmla="*/ 500814 w 1049003"/>
                <a:gd name="csY520" fmla="*/ 57150 h 1411454"/>
                <a:gd name="csX521" fmla="*/ 502318 w 1049003"/>
                <a:gd name="csY521" fmla="*/ 56398 h 1411454"/>
                <a:gd name="csX522" fmla="*/ 503071 w 1049003"/>
                <a:gd name="csY522" fmla="*/ 57150 h 1411454"/>
                <a:gd name="csX523" fmla="*/ 503071 w 1049003"/>
                <a:gd name="csY523" fmla="*/ 59406 h 1411454"/>
                <a:gd name="csX524" fmla="*/ 502318 w 1049003"/>
                <a:gd name="csY524" fmla="*/ 60910 h 1411454"/>
                <a:gd name="csX525" fmla="*/ 500814 w 1049003"/>
                <a:gd name="csY525" fmla="*/ 61662 h 1411454"/>
                <a:gd name="csX526" fmla="*/ 502318 w 1049003"/>
                <a:gd name="csY526" fmla="*/ 61662 h 1411454"/>
                <a:gd name="csX527" fmla="*/ 504574 w 1049003"/>
                <a:gd name="csY527" fmla="*/ 59406 h 1411454"/>
                <a:gd name="csX528" fmla="*/ 505326 w 1049003"/>
                <a:gd name="csY528" fmla="*/ 58654 h 1411454"/>
                <a:gd name="csX529" fmla="*/ 506078 w 1049003"/>
                <a:gd name="csY529" fmla="*/ 57902 h 1411454"/>
                <a:gd name="csX530" fmla="*/ 508334 w 1049003"/>
                <a:gd name="csY530" fmla="*/ 54142 h 1411454"/>
                <a:gd name="csX531" fmla="*/ 509086 w 1049003"/>
                <a:gd name="csY531" fmla="*/ 51134 h 1411454"/>
                <a:gd name="csX532" fmla="*/ 512846 w 1049003"/>
                <a:gd name="csY532" fmla="*/ 44367 h 1411454"/>
                <a:gd name="csX533" fmla="*/ 512846 w 1049003"/>
                <a:gd name="csY533" fmla="*/ 42863 h 1411454"/>
                <a:gd name="csX534" fmla="*/ 512094 w 1049003"/>
                <a:gd name="csY534" fmla="*/ 40607 h 1411454"/>
                <a:gd name="csX535" fmla="*/ 514350 w 1049003"/>
                <a:gd name="csY535" fmla="*/ 39103 h 1411454"/>
                <a:gd name="csX536" fmla="*/ 517358 w 1049003"/>
                <a:gd name="csY536" fmla="*/ 39103 h 1411454"/>
                <a:gd name="csX537" fmla="*/ 519614 w 1049003"/>
                <a:gd name="csY537" fmla="*/ 41359 h 1411454"/>
                <a:gd name="csX538" fmla="*/ 520366 w 1049003"/>
                <a:gd name="csY538" fmla="*/ 42863 h 1411454"/>
                <a:gd name="csX539" fmla="*/ 521870 w 1049003"/>
                <a:gd name="csY539" fmla="*/ 54894 h 1411454"/>
                <a:gd name="csX540" fmla="*/ 520366 w 1049003"/>
                <a:gd name="csY540" fmla="*/ 54142 h 1411454"/>
                <a:gd name="csX541" fmla="*/ 519614 w 1049003"/>
                <a:gd name="csY541" fmla="*/ 53390 h 1411454"/>
                <a:gd name="csX542" fmla="*/ 518110 w 1049003"/>
                <a:gd name="csY542" fmla="*/ 57902 h 1411454"/>
                <a:gd name="csX543" fmla="*/ 515102 w 1049003"/>
                <a:gd name="csY543" fmla="*/ 60158 h 1411454"/>
                <a:gd name="csX544" fmla="*/ 511342 w 1049003"/>
                <a:gd name="csY544" fmla="*/ 62414 h 1411454"/>
                <a:gd name="csX545" fmla="*/ 507582 w 1049003"/>
                <a:gd name="csY545" fmla="*/ 65422 h 1411454"/>
                <a:gd name="csX546" fmla="*/ 508334 w 1049003"/>
                <a:gd name="csY546" fmla="*/ 66174 h 1411454"/>
                <a:gd name="csX547" fmla="*/ 509086 w 1049003"/>
                <a:gd name="csY547" fmla="*/ 64670 h 1411454"/>
                <a:gd name="csX548" fmla="*/ 510590 w 1049003"/>
                <a:gd name="csY548" fmla="*/ 63166 h 1411454"/>
                <a:gd name="csX549" fmla="*/ 512094 w 1049003"/>
                <a:gd name="csY549" fmla="*/ 63166 h 1411454"/>
                <a:gd name="csX550" fmla="*/ 513598 w 1049003"/>
                <a:gd name="csY550" fmla="*/ 63918 h 1411454"/>
                <a:gd name="csX551" fmla="*/ 512094 w 1049003"/>
                <a:gd name="csY551" fmla="*/ 66174 h 1411454"/>
                <a:gd name="csX552" fmla="*/ 511342 w 1049003"/>
                <a:gd name="csY552" fmla="*/ 68430 h 1411454"/>
                <a:gd name="csX553" fmla="*/ 510590 w 1049003"/>
                <a:gd name="csY553" fmla="*/ 70686 h 1411454"/>
                <a:gd name="csX554" fmla="*/ 510590 w 1049003"/>
                <a:gd name="csY554" fmla="*/ 72942 h 1411454"/>
                <a:gd name="csX555" fmla="*/ 509086 w 1049003"/>
                <a:gd name="csY555" fmla="*/ 73693 h 1411454"/>
                <a:gd name="csX556" fmla="*/ 506830 w 1049003"/>
                <a:gd name="csY556" fmla="*/ 74445 h 1411454"/>
                <a:gd name="csX557" fmla="*/ 506078 w 1049003"/>
                <a:gd name="csY557" fmla="*/ 76701 h 1411454"/>
                <a:gd name="csX558" fmla="*/ 507582 w 1049003"/>
                <a:gd name="csY558" fmla="*/ 79709 h 1411454"/>
                <a:gd name="csX559" fmla="*/ 508334 w 1049003"/>
                <a:gd name="csY559" fmla="*/ 77453 h 1411454"/>
                <a:gd name="csX560" fmla="*/ 508334 w 1049003"/>
                <a:gd name="csY560" fmla="*/ 75949 h 1411454"/>
                <a:gd name="csX561" fmla="*/ 508334 w 1049003"/>
                <a:gd name="csY561" fmla="*/ 74445 h 1411454"/>
                <a:gd name="csX562" fmla="*/ 513598 w 1049003"/>
                <a:gd name="csY562" fmla="*/ 76701 h 1411454"/>
                <a:gd name="csX563" fmla="*/ 515102 w 1049003"/>
                <a:gd name="csY563" fmla="*/ 80461 h 1411454"/>
                <a:gd name="csX564" fmla="*/ 514350 w 1049003"/>
                <a:gd name="csY564" fmla="*/ 84221 h 1411454"/>
                <a:gd name="csX565" fmla="*/ 512846 w 1049003"/>
                <a:gd name="csY565" fmla="*/ 90989 h 1411454"/>
                <a:gd name="csX566" fmla="*/ 512094 w 1049003"/>
                <a:gd name="csY566" fmla="*/ 93245 h 1411454"/>
                <a:gd name="csX567" fmla="*/ 511342 w 1049003"/>
                <a:gd name="csY567" fmla="*/ 95501 h 1411454"/>
                <a:gd name="csX568" fmla="*/ 511342 w 1049003"/>
                <a:gd name="csY568" fmla="*/ 98509 h 1411454"/>
                <a:gd name="csX569" fmla="*/ 512094 w 1049003"/>
                <a:gd name="csY569" fmla="*/ 100765 h 1411454"/>
                <a:gd name="csX570" fmla="*/ 513598 w 1049003"/>
                <a:gd name="csY570" fmla="*/ 102268 h 1411454"/>
                <a:gd name="csX571" fmla="*/ 515102 w 1049003"/>
                <a:gd name="csY571" fmla="*/ 103772 h 1411454"/>
                <a:gd name="csX572" fmla="*/ 517358 w 1049003"/>
                <a:gd name="csY572" fmla="*/ 104524 h 1411454"/>
                <a:gd name="csX573" fmla="*/ 523374 w 1049003"/>
                <a:gd name="csY573" fmla="*/ 103020 h 1411454"/>
                <a:gd name="csX574" fmla="*/ 525630 w 1049003"/>
                <a:gd name="csY574" fmla="*/ 100765 h 1411454"/>
                <a:gd name="csX575" fmla="*/ 524878 w 1049003"/>
                <a:gd name="csY575" fmla="*/ 98509 h 1411454"/>
                <a:gd name="csX576" fmla="*/ 527133 w 1049003"/>
                <a:gd name="csY576" fmla="*/ 97005 h 1411454"/>
                <a:gd name="csX577" fmla="*/ 532397 w 1049003"/>
                <a:gd name="csY577" fmla="*/ 95501 h 1411454"/>
                <a:gd name="csX578" fmla="*/ 533150 w 1049003"/>
                <a:gd name="csY578" fmla="*/ 93997 h 1411454"/>
                <a:gd name="csX579" fmla="*/ 532397 w 1049003"/>
                <a:gd name="csY579" fmla="*/ 90989 h 1411454"/>
                <a:gd name="csX580" fmla="*/ 528637 w 1049003"/>
                <a:gd name="csY580" fmla="*/ 86477 h 1411454"/>
                <a:gd name="csX581" fmla="*/ 527886 w 1049003"/>
                <a:gd name="csY581" fmla="*/ 83469 h 1411454"/>
                <a:gd name="csX582" fmla="*/ 529390 w 1049003"/>
                <a:gd name="csY582" fmla="*/ 79709 h 1411454"/>
                <a:gd name="csX583" fmla="*/ 532397 w 1049003"/>
                <a:gd name="csY583" fmla="*/ 74445 h 1411454"/>
                <a:gd name="csX584" fmla="*/ 535405 w 1049003"/>
                <a:gd name="csY584" fmla="*/ 71438 h 1411454"/>
                <a:gd name="csX585" fmla="*/ 539165 w 1049003"/>
                <a:gd name="csY585" fmla="*/ 71438 h 1411454"/>
                <a:gd name="csX586" fmla="*/ 539917 w 1049003"/>
                <a:gd name="csY586" fmla="*/ 67678 h 1411454"/>
                <a:gd name="csX587" fmla="*/ 542173 w 1049003"/>
                <a:gd name="csY587" fmla="*/ 64670 h 1411454"/>
                <a:gd name="csX588" fmla="*/ 544429 w 1049003"/>
                <a:gd name="csY588" fmla="*/ 64670 h 1411454"/>
                <a:gd name="csX589" fmla="*/ 545933 w 1049003"/>
                <a:gd name="csY589" fmla="*/ 68430 h 1411454"/>
                <a:gd name="csX590" fmla="*/ 546685 w 1049003"/>
                <a:gd name="csY590" fmla="*/ 68430 h 1411454"/>
                <a:gd name="csX591" fmla="*/ 547437 w 1049003"/>
                <a:gd name="csY591" fmla="*/ 65422 h 1411454"/>
                <a:gd name="csX592" fmla="*/ 548941 w 1049003"/>
                <a:gd name="csY592" fmla="*/ 63918 h 1411454"/>
                <a:gd name="csX593" fmla="*/ 551197 w 1049003"/>
                <a:gd name="csY593" fmla="*/ 63166 h 1411454"/>
                <a:gd name="csX594" fmla="*/ 551949 w 1049003"/>
                <a:gd name="csY594" fmla="*/ 62414 h 1411454"/>
                <a:gd name="csX595" fmla="*/ 552701 w 1049003"/>
                <a:gd name="csY595" fmla="*/ 62414 h 1411454"/>
                <a:gd name="csX596" fmla="*/ 554205 w 1049003"/>
                <a:gd name="csY596" fmla="*/ 63166 h 1411454"/>
                <a:gd name="csX597" fmla="*/ 554205 w 1049003"/>
                <a:gd name="csY597" fmla="*/ 64670 h 1411454"/>
                <a:gd name="csX598" fmla="*/ 550445 w 1049003"/>
                <a:gd name="csY598" fmla="*/ 65422 h 1411454"/>
                <a:gd name="csX599" fmla="*/ 554957 w 1049003"/>
                <a:gd name="csY599" fmla="*/ 64670 h 1411454"/>
                <a:gd name="csX600" fmla="*/ 555709 w 1049003"/>
                <a:gd name="csY600" fmla="*/ 63166 h 1411454"/>
                <a:gd name="csX601" fmla="*/ 555709 w 1049003"/>
                <a:gd name="csY601" fmla="*/ 60158 h 1411454"/>
                <a:gd name="csX602" fmla="*/ 557212 w 1049003"/>
                <a:gd name="csY602" fmla="*/ 56398 h 1411454"/>
                <a:gd name="csX603" fmla="*/ 557212 w 1049003"/>
                <a:gd name="csY603" fmla="*/ 62414 h 1411454"/>
                <a:gd name="csX604" fmla="*/ 557965 w 1049003"/>
                <a:gd name="csY604" fmla="*/ 63918 h 1411454"/>
                <a:gd name="csX605" fmla="*/ 558716 w 1049003"/>
                <a:gd name="csY605" fmla="*/ 64670 h 1411454"/>
                <a:gd name="csX606" fmla="*/ 560972 w 1049003"/>
                <a:gd name="csY606" fmla="*/ 65422 h 1411454"/>
                <a:gd name="csX607" fmla="*/ 562476 w 1049003"/>
                <a:gd name="csY607" fmla="*/ 66174 h 1411454"/>
                <a:gd name="csX608" fmla="*/ 563980 w 1049003"/>
                <a:gd name="csY608" fmla="*/ 65422 h 1411454"/>
                <a:gd name="csX609" fmla="*/ 565484 w 1049003"/>
                <a:gd name="csY609" fmla="*/ 66174 h 1411454"/>
                <a:gd name="csX610" fmla="*/ 566988 w 1049003"/>
                <a:gd name="csY610" fmla="*/ 69182 h 1411454"/>
                <a:gd name="csX611" fmla="*/ 566988 w 1049003"/>
                <a:gd name="csY611" fmla="*/ 71438 h 1411454"/>
                <a:gd name="csX612" fmla="*/ 563229 w 1049003"/>
                <a:gd name="csY612" fmla="*/ 69934 h 1411454"/>
                <a:gd name="csX613" fmla="*/ 565484 w 1049003"/>
                <a:gd name="csY613" fmla="*/ 72190 h 1411454"/>
                <a:gd name="csX614" fmla="*/ 566988 w 1049003"/>
                <a:gd name="csY614" fmla="*/ 72942 h 1411454"/>
                <a:gd name="csX615" fmla="*/ 569244 w 1049003"/>
                <a:gd name="csY615" fmla="*/ 72942 h 1411454"/>
                <a:gd name="csX616" fmla="*/ 571500 w 1049003"/>
                <a:gd name="csY616" fmla="*/ 74445 h 1411454"/>
                <a:gd name="csX617" fmla="*/ 571500 w 1049003"/>
                <a:gd name="csY617" fmla="*/ 75197 h 1411454"/>
                <a:gd name="csX618" fmla="*/ 569244 w 1049003"/>
                <a:gd name="csY618" fmla="*/ 76701 h 1411454"/>
                <a:gd name="csX619" fmla="*/ 565484 w 1049003"/>
                <a:gd name="csY619" fmla="*/ 77453 h 1411454"/>
                <a:gd name="csX620" fmla="*/ 563229 w 1049003"/>
                <a:gd name="csY620" fmla="*/ 79709 h 1411454"/>
                <a:gd name="csX621" fmla="*/ 563229 w 1049003"/>
                <a:gd name="csY621" fmla="*/ 82717 h 1411454"/>
                <a:gd name="csX622" fmla="*/ 563980 w 1049003"/>
                <a:gd name="csY622" fmla="*/ 82717 h 1411454"/>
                <a:gd name="csX623" fmla="*/ 565484 w 1049003"/>
                <a:gd name="csY623" fmla="*/ 79709 h 1411454"/>
                <a:gd name="csX624" fmla="*/ 566988 w 1049003"/>
                <a:gd name="csY624" fmla="*/ 79709 h 1411454"/>
                <a:gd name="csX625" fmla="*/ 571500 w 1049003"/>
                <a:gd name="csY625" fmla="*/ 81965 h 1411454"/>
                <a:gd name="csX626" fmla="*/ 570748 w 1049003"/>
                <a:gd name="csY626" fmla="*/ 79709 h 1411454"/>
                <a:gd name="csX627" fmla="*/ 571500 w 1049003"/>
                <a:gd name="csY627" fmla="*/ 77453 h 1411454"/>
                <a:gd name="csX628" fmla="*/ 573004 w 1049003"/>
                <a:gd name="csY628" fmla="*/ 75197 h 1411454"/>
                <a:gd name="csX629" fmla="*/ 573756 w 1049003"/>
                <a:gd name="csY629" fmla="*/ 72190 h 1411454"/>
                <a:gd name="csX630" fmla="*/ 573756 w 1049003"/>
                <a:gd name="csY630" fmla="*/ 67678 h 1411454"/>
                <a:gd name="csX631" fmla="*/ 574508 w 1049003"/>
                <a:gd name="csY631" fmla="*/ 66174 h 1411454"/>
                <a:gd name="csX632" fmla="*/ 577516 w 1049003"/>
                <a:gd name="csY632" fmla="*/ 66174 h 1411454"/>
                <a:gd name="csX633" fmla="*/ 577516 w 1049003"/>
                <a:gd name="csY633" fmla="*/ 65422 h 1411454"/>
                <a:gd name="csX634" fmla="*/ 576764 w 1049003"/>
                <a:gd name="csY634" fmla="*/ 65422 h 1411454"/>
                <a:gd name="csX635" fmla="*/ 576764 w 1049003"/>
                <a:gd name="csY635" fmla="*/ 63918 h 1411454"/>
                <a:gd name="csX636" fmla="*/ 579020 w 1049003"/>
                <a:gd name="csY636" fmla="*/ 62414 h 1411454"/>
                <a:gd name="csX637" fmla="*/ 582780 w 1049003"/>
                <a:gd name="csY637" fmla="*/ 60910 h 1411454"/>
                <a:gd name="csX638" fmla="*/ 585035 w 1049003"/>
                <a:gd name="csY638" fmla="*/ 58654 h 1411454"/>
                <a:gd name="csX639" fmla="*/ 585788 w 1049003"/>
                <a:gd name="csY639" fmla="*/ 56398 h 1411454"/>
                <a:gd name="csX640" fmla="*/ 586540 w 1049003"/>
                <a:gd name="csY640" fmla="*/ 55646 h 1411454"/>
                <a:gd name="csX641" fmla="*/ 587291 w 1049003"/>
                <a:gd name="csY641" fmla="*/ 56398 h 1411454"/>
                <a:gd name="csX642" fmla="*/ 588795 w 1049003"/>
                <a:gd name="csY642" fmla="*/ 57902 h 1411454"/>
                <a:gd name="csX643" fmla="*/ 588795 w 1049003"/>
                <a:gd name="csY643" fmla="*/ 59406 h 1411454"/>
                <a:gd name="csX644" fmla="*/ 589548 w 1049003"/>
                <a:gd name="csY644" fmla="*/ 63918 h 1411454"/>
                <a:gd name="csX645" fmla="*/ 588795 w 1049003"/>
                <a:gd name="csY645" fmla="*/ 65422 h 1411454"/>
                <a:gd name="csX646" fmla="*/ 588044 w 1049003"/>
                <a:gd name="csY646" fmla="*/ 66174 h 1411454"/>
                <a:gd name="csX647" fmla="*/ 585788 w 1049003"/>
                <a:gd name="csY647" fmla="*/ 66926 h 1411454"/>
                <a:gd name="csX648" fmla="*/ 584284 w 1049003"/>
                <a:gd name="csY648" fmla="*/ 68430 h 1411454"/>
                <a:gd name="csX649" fmla="*/ 582780 w 1049003"/>
                <a:gd name="csY649" fmla="*/ 69182 h 1411454"/>
                <a:gd name="csX650" fmla="*/ 582028 w 1049003"/>
                <a:gd name="csY650" fmla="*/ 71438 h 1411454"/>
                <a:gd name="csX651" fmla="*/ 579772 w 1049003"/>
                <a:gd name="csY651" fmla="*/ 74445 h 1411454"/>
                <a:gd name="csX652" fmla="*/ 579020 w 1049003"/>
                <a:gd name="csY652" fmla="*/ 76701 h 1411454"/>
                <a:gd name="csX653" fmla="*/ 579020 w 1049003"/>
                <a:gd name="csY653" fmla="*/ 79709 h 1411454"/>
                <a:gd name="csX654" fmla="*/ 579772 w 1049003"/>
                <a:gd name="csY654" fmla="*/ 82717 h 1411454"/>
                <a:gd name="csX655" fmla="*/ 577516 w 1049003"/>
                <a:gd name="csY655" fmla="*/ 82717 h 1411454"/>
                <a:gd name="csX656" fmla="*/ 575260 w 1049003"/>
                <a:gd name="csY656" fmla="*/ 81965 h 1411454"/>
                <a:gd name="csX657" fmla="*/ 573756 w 1049003"/>
                <a:gd name="csY657" fmla="*/ 82717 h 1411454"/>
                <a:gd name="csX658" fmla="*/ 576012 w 1049003"/>
                <a:gd name="csY658" fmla="*/ 84221 h 1411454"/>
                <a:gd name="csX659" fmla="*/ 578268 w 1049003"/>
                <a:gd name="csY659" fmla="*/ 87229 h 1411454"/>
                <a:gd name="csX660" fmla="*/ 579772 w 1049003"/>
                <a:gd name="csY660" fmla="*/ 89485 h 1411454"/>
                <a:gd name="csX661" fmla="*/ 576764 w 1049003"/>
                <a:gd name="csY661" fmla="*/ 90989 h 1411454"/>
                <a:gd name="csX662" fmla="*/ 579020 w 1049003"/>
                <a:gd name="csY662" fmla="*/ 91741 h 1411454"/>
                <a:gd name="csX663" fmla="*/ 579772 w 1049003"/>
                <a:gd name="csY663" fmla="*/ 90989 h 1411454"/>
                <a:gd name="csX664" fmla="*/ 581276 w 1049003"/>
                <a:gd name="csY664" fmla="*/ 86477 h 1411454"/>
                <a:gd name="csX665" fmla="*/ 581276 w 1049003"/>
                <a:gd name="csY665" fmla="*/ 84973 h 1411454"/>
                <a:gd name="csX666" fmla="*/ 582028 w 1049003"/>
                <a:gd name="csY666" fmla="*/ 84221 h 1411454"/>
                <a:gd name="csX667" fmla="*/ 584284 w 1049003"/>
                <a:gd name="csY667" fmla="*/ 82717 h 1411454"/>
                <a:gd name="csX668" fmla="*/ 585788 w 1049003"/>
                <a:gd name="csY668" fmla="*/ 84973 h 1411454"/>
                <a:gd name="csX669" fmla="*/ 587291 w 1049003"/>
                <a:gd name="csY669" fmla="*/ 87229 h 1411454"/>
                <a:gd name="csX670" fmla="*/ 589548 w 1049003"/>
                <a:gd name="csY670" fmla="*/ 88733 h 1411454"/>
                <a:gd name="csX671" fmla="*/ 592555 w 1049003"/>
                <a:gd name="csY671" fmla="*/ 87981 h 1411454"/>
                <a:gd name="csX672" fmla="*/ 589548 w 1049003"/>
                <a:gd name="csY672" fmla="*/ 87229 h 1411454"/>
                <a:gd name="csX673" fmla="*/ 589548 w 1049003"/>
                <a:gd name="csY673" fmla="*/ 84973 h 1411454"/>
                <a:gd name="csX674" fmla="*/ 590299 w 1049003"/>
                <a:gd name="csY674" fmla="*/ 82717 h 1411454"/>
                <a:gd name="csX675" fmla="*/ 591051 w 1049003"/>
                <a:gd name="csY675" fmla="*/ 80461 h 1411454"/>
                <a:gd name="csX676" fmla="*/ 590299 w 1049003"/>
                <a:gd name="csY676" fmla="*/ 80461 h 1411454"/>
                <a:gd name="csX677" fmla="*/ 590299 w 1049003"/>
                <a:gd name="csY677" fmla="*/ 79709 h 1411454"/>
                <a:gd name="csX678" fmla="*/ 591051 w 1049003"/>
                <a:gd name="csY678" fmla="*/ 78957 h 1411454"/>
                <a:gd name="csX679" fmla="*/ 591051 w 1049003"/>
                <a:gd name="csY679" fmla="*/ 78205 h 1411454"/>
                <a:gd name="csX680" fmla="*/ 591051 w 1049003"/>
                <a:gd name="csY680" fmla="*/ 77453 h 1411454"/>
                <a:gd name="csX681" fmla="*/ 593307 w 1049003"/>
                <a:gd name="csY681" fmla="*/ 78957 h 1411454"/>
                <a:gd name="csX682" fmla="*/ 594811 w 1049003"/>
                <a:gd name="csY682" fmla="*/ 81213 h 1411454"/>
                <a:gd name="csX683" fmla="*/ 595563 w 1049003"/>
                <a:gd name="csY683" fmla="*/ 84221 h 1411454"/>
                <a:gd name="csX684" fmla="*/ 595563 w 1049003"/>
                <a:gd name="csY684" fmla="*/ 87229 h 1411454"/>
                <a:gd name="csX685" fmla="*/ 596315 w 1049003"/>
                <a:gd name="csY685" fmla="*/ 84221 h 1411454"/>
                <a:gd name="csX686" fmla="*/ 596315 w 1049003"/>
                <a:gd name="csY686" fmla="*/ 82717 h 1411454"/>
                <a:gd name="csX687" fmla="*/ 597819 w 1049003"/>
                <a:gd name="csY687" fmla="*/ 85725 h 1411454"/>
                <a:gd name="csX688" fmla="*/ 597819 w 1049003"/>
                <a:gd name="csY688" fmla="*/ 87229 h 1411454"/>
                <a:gd name="csX689" fmla="*/ 596315 w 1049003"/>
                <a:gd name="csY689" fmla="*/ 88733 h 1411454"/>
                <a:gd name="csX690" fmla="*/ 595563 w 1049003"/>
                <a:gd name="csY690" fmla="*/ 90237 h 1411454"/>
                <a:gd name="csX691" fmla="*/ 595563 w 1049003"/>
                <a:gd name="csY691" fmla="*/ 91741 h 1411454"/>
                <a:gd name="csX692" fmla="*/ 598571 w 1049003"/>
                <a:gd name="csY692" fmla="*/ 93997 h 1411454"/>
                <a:gd name="csX693" fmla="*/ 599323 w 1049003"/>
                <a:gd name="csY693" fmla="*/ 95501 h 1411454"/>
                <a:gd name="csX694" fmla="*/ 596315 w 1049003"/>
                <a:gd name="csY694" fmla="*/ 98509 h 1411454"/>
                <a:gd name="csX695" fmla="*/ 597819 w 1049003"/>
                <a:gd name="csY695" fmla="*/ 99261 h 1411454"/>
                <a:gd name="csX696" fmla="*/ 600075 w 1049003"/>
                <a:gd name="csY696" fmla="*/ 100765 h 1411454"/>
                <a:gd name="csX697" fmla="*/ 600827 w 1049003"/>
                <a:gd name="csY697" fmla="*/ 101516 h 1411454"/>
                <a:gd name="csX698" fmla="*/ 599323 w 1049003"/>
                <a:gd name="csY698" fmla="*/ 103772 h 1411454"/>
                <a:gd name="csX699" fmla="*/ 597819 w 1049003"/>
                <a:gd name="csY699" fmla="*/ 104524 h 1411454"/>
                <a:gd name="csX700" fmla="*/ 596315 w 1049003"/>
                <a:gd name="csY700" fmla="*/ 105276 h 1411454"/>
                <a:gd name="csX701" fmla="*/ 595563 w 1049003"/>
                <a:gd name="csY701" fmla="*/ 105276 h 1411454"/>
                <a:gd name="csX702" fmla="*/ 593307 w 1049003"/>
                <a:gd name="csY702" fmla="*/ 105276 h 1411454"/>
                <a:gd name="csX703" fmla="*/ 593307 w 1049003"/>
                <a:gd name="csY703" fmla="*/ 106028 h 1411454"/>
                <a:gd name="csX704" fmla="*/ 593307 w 1049003"/>
                <a:gd name="csY704" fmla="*/ 106780 h 1411454"/>
                <a:gd name="csX705" fmla="*/ 594059 w 1049003"/>
                <a:gd name="csY705" fmla="*/ 107532 h 1411454"/>
                <a:gd name="csX706" fmla="*/ 600827 w 1049003"/>
                <a:gd name="csY706" fmla="*/ 103772 h 1411454"/>
                <a:gd name="csX707" fmla="*/ 601579 w 1049003"/>
                <a:gd name="csY707" fmla="*/ 102268 h 1411454"/>
                <a:gd name="csX708" fmla="*/ 600827 w 1049003"/>
                <a:gd name="csY708" fmla="*/ 98509 h 1411454"/>
                <a:gd name="csX709" fmla="*/ 605339 w 1049003"/>
                <a:gd name="csY709" fmla="*/ 100765 h 1411454"/>
                <a:gd name="csX710" fmla="*/ 608347 w 1049003"/>
                <a:gd name="csY710" fmla="*/ 101516 h 1411454"/>
                <a:gd name="csX711" fmla="*/ 610603 w 1049003"/>
                <a:gd name="csY711" fmla="*/ 100765 h 1411454"/>
                <a:gd name="csX712" fmla="*/ 609099 w 1049003"/>
                <a:gd name="csY712" fmla="*/ 105276 h 1411454"/>
                <a:gd name="csX713" fmla="*/ 604587 w 1049003"/>
                <a:gd name="csY713" fmla="*/ 109036 h 1411454"/>
                <a:gd name="csX714" fmla="*/ 595563 w 1049003"/>
                <a:gd name="csY714" fmla="*/ 113548 h 1411454"/>
                <a:gd name="csX715" fmla="*/ 595563 w 1049003"/>
                <a:gd name="csY715" fmla="*/ 115052 h 1411454"/>
                <a:gd name="csX716" fmla="*/ 597819 w 1049003"/>
                <a:gd name="csY716" fmla="*/ 114300 h 1411454"/>
                <a:gd name="csX717" fmla="*/ 603083 w 1049003"/>
                <a:gd name="csY717" fmla="*/ 113548 h 1411454"/>
                <a:gd name="csX718" fmla="*/ 605339 w 1049003"/>
                <a:gd name="csY718" fmla="*/ 112044 h 1411454"/>
                <a:gd name="csX719" fmla="*/ 607595 w 1049003"/>
                <a:gd name="csY719" fmla="*/ 110540 h 1411454"/>
                <a:gd name="csX720" fmla="*/ 608347 w 1049003"/>
                <a:gd name="csY720" fmla="*/ 111292 h 1411454"/>
                <a:gd name="csX721" fmla="*/ 609099 w 1049003"/>
                <a:gd name="csY721" fmla="*/ 113548 h 1411454"/>
                <a:gd name="csX722" fmla="*/ 610603 w 1049003"/>
                <a:gd name="csY722" fmla="*/ 115052 h 1411454"/>
                <a:gd name="csX723" fmla="*/ 615114 w 1049003"/>
                <a:gd name="csY723" fmla="*/ 114300 h 1411454"/>
                <a:gd name="csX724" fmla="*/ 617370 w 1049003"/>
                <a:gd name="csY724" fmla="*/ 110540 h 1411454"/>
                <a:gd name="csX725" fmla="*/ 618874 w 1049003"/>
                <a:gd name="csY725" fmla="*/ 105276 h 1411454"/>
                <a:gd name="csX726" fmla="*/ 618874 w 1049003"/>
                <a:gd name="csY726" fmla="*/ 100765 h 1411454"/>
                <a:gd name="csX727" fmla="*/ 627146 w 1049003"/>
                <a:gd name="csY727" fmla="*/ 104524 h 1411454"/>
                <a:gd name="csX728" fmla="*/ 624890 w 1049003"/>
                <a:gd name="csY728" fmla="*/ 106028 h 1411454"/>
                <a:gd name="csX729" fmla="*/ 623386 w 1049003"/>
                <a:gd name="csY729" fmla="*/ 107532 h 1411454"/>
                <a:gd name="csX730" fmla="*/ 621882 w 1049003"/>
                <a:gd name="csY730" fmla="*/ 109036 h 1411454"/>
                <a:gd name="csX731" fmla="*/ 621130 w 1049003"/>
                <a:gd name="csY731" fmla="*/ 112044 h 1411454"/>
                <a:gd name="csX732" fmla="*/ 621130 w 1049003"/>
                <a:gd name="csY732" fmla="*/ 114300 h 1411454"/>
                <a:gd name="csX733" fmla="*/ 621130 w 1049003"/>
                <a:gd name="csY733" fmla="*/ 116556 h 1411454"/>
                <a:gd name="csX734" fmla="*/ 620378 w 1049003"/>
                <a:gd name="csY734" fmla="*/ 117308 h 1411454"/>
                <a:gd name="csX735" fmla="*/ 618123 w 1049003"/>
                <a:gd name="csY735" fmla="*/ 118060 h 1411454"/>
                <a:gd name="csX736" fmla="*/ 618123 w 1049003"/>
                <a:gd name="csY736" fmla="*/ 118812 h 1411454"/>
                <a:gd name="csX737" fmla="*/ 619627 w 1049003"/>
                <a:gd name="csY737" fmla="*/ 118812 h 1411454"/>
                <a:gd name="csX738" fmla="*/ 621882 w 1049003"/>
                <a:gd name="csY738" fmla="*/ 117308 h 1411454"/>
                <a:gd name="csX739" fmla="*/ 624138 w 1049003"/>
                <a:gd name="csY739" fmla="*/ 116556 h 1411454"/>
                <a:gd name="csX740" fmla="*/ 625642 w 1049003"/>
                <a:gd name="csY740" fmla="*/ 117308 h 1411454"/>
                <a:gd name="csX741" fmla="*/ 626394 w 1049003"/>
                <a:gd name="csY741" fmla="*/ 118812 h 1411454"/>
                <a:gd name="csX742" fmla="*/ 627146 w 1049003"/>
                <a:gd name="csY742" fmla="*/ 119564 h 1411454"/>
                <a:gd name="csX743" fmla="*/ 627146 w 1049003"/>
                <a:gd name="csY743" fmla="*/ 120316 h 1411454"/>
                <a:gd name="csX744" fmla="*/ 628650 w 1049003"/>
                <a:gd name="csY744" fmla="*/ 118812 h 1411454"/>
                <a:gd name="csX745" fmla="*/ 628650 w 1049003"/>
                <a:gd name="csY745" fmla="*/ 117308 h 1411454"/>
                <a:gd name="csX746" fmla="*/ 629402 w 1049003"/>
                <a:gd name="csY746" fmla="*/ 115804 h 1411454"/>
                <a:gd name="csX747" fmla="*/ 630906 w 1049003"/>
                <a:gd name="csY747" fmla="*/ 115052 h 1411454"/>
                <a:gd name="csX748" fmla="*/ 632410 w 1049003"/>
                <a:gd name="csY748" fmla="*/ 115804 h 1411454"/>
                <a:gd name="csX749" fmla="*/ 632410 w 1049003"/>
                <a:gd name="csY749" fmla="*/ 117308 h 1411454"/>
                <a:gd name="csX750" fmla="*/ 631658 w 1049003"/>
                <a:gd name="csY750" fmla="*/ 119564 h 1411454"/>
                <a:gd name="csX751" fmla="*/ 630906 w 1049003"/>
                <a:gd name="csY751" fmla="*/ 121068 h 1411454"/>
                <a:gd name="csX752" fmla="*/ 631658 w 1049003"/>
                <a:gd name="csY752" fmla="*/ 121820 h 1411454"/>
                <a:gd name="csX753" fmla="*/ 633162 w 1049003"/>
                <a:gd name="csY753" fmla="*/ 120316 h 1411454"/>
                <a:gd name="csX754" fmla="*/ 633914 w 1049003"/>
                <a:gd name="csY754" fmla="*/ 119564 h 1411454"/>
                <a:gd name="csX755" fmla="*/ 635418 w 1049003"/>
                <a:gd name="csY755" fmla="*/ 118812 h 1411454"/>
                <a:gd name="csX756" fmla="*/ 636170 w 1049003"/>
                <a:gd name="csY756" fmla="*/ 116556 h 1411454"/>
                <a:gd name="csX757" fmla="*/ 636922 w 1049003"/>
                <a:gd name="csY757" fmla="*/ 117308 h 1411454"/>
                <a:gd name="csX758" fmla="*/ 637674 w 1049003"/>
                <a:gd name="csY758" fmla="*/ 118060 h 1411454"/>
                <a:gd name="csX759" fmla="*/ 638426 w 1049003"/>
                <a:gd name="csY759" fmla="*/ 118812 h 1411454"/>
                <a:gd name="csX760" fmla="*/ 639178 w 1049003"/>
                <a:gd name="csY760" fmla="*/ 120316 h 1411454"/>
                <a:gd name="csX761" fmla="*/ 636922 w 1049003"/>
                <a:gd name="csY761" fmla="*/ 122572 h 1411454"/>
                <a:gd name="csX762" fmla="*/ 630154 w 1049003"/>
                <a:gd name="csY762" fmla="*/ 126332 h 1411454"/>
                <a:gd name="csX763" fmla="*/ 628650 w 1049003"/>
                <a:gd name="csY763" fmla="*/ 128588 h 1411454"/>
                <a:gd name="csX764" fmla="*/ 631658 w 1049003"/>
                <a:gd name="csY764" fmla="*/ 127836 h 1411454"/>
                <a:gd name="csX765" fmla="*/ 636922 w 1049003"/>
                <a:gd name="csY765" fmla="*/ 127084 h 1411454"/>
                <a:gd name="csX766" fmla="*/ 639178 w 1049003"/>
                <a:gd name="csY766" fmla="*/ 127084 h 1411454"/>
                <a:gd name="csX767" fmla="*/ 640682 w 1049003"/>
                <a:gd name="csY767" fmla="*/ 128588 h 1411454"/>
                <a:gd name="csX768" fmla="*/ 641434 w 1049003"/>
                <a:gd name="csY768" fmla="*/ 130843 h 1411454"/>
                <a:gd name="csX769" fmla="*/ 642186 w 1049003"/>
                <a:gd name="csY769" fmla="*/ 133851 h 1411454"/>
                <a:gd name="csX770" fmla="*/ 642186 w 1049003"/>
                <a:gd name="csY770" fmla="*/ 136107 h 1411454"/>
                <a:gd name="csX771" fmla="*/ 642186 w 1049003"/>
                <a:gd name="csY771" fmla="*/ 137611 h 1411454"/>
                <a:gd name="csX772" fmla="*/ 643689 w 1049003"/>
                <a:gd name="csY772" fmla="*/ 139867 h 1411454"/>
                <a:gd name="csX773" fmla="*/ 644442 w 1049003"/>
                <a:gd name="csY773" fmla="*/ 141371 h 1411454"/>
                <a:gd name="csX774" fmla="*/ 643689 w 1049003"/>
                <a:gd name="csY774" fmla="*/ 142875 h 1411454"/>
                <a:gd name="csX775" fmla="*/ 642938 w 1049003"/>
                <a:gd name="csY775" fmla="*/ 143627 h 1411454"/>
                <a:gd name="csX776" fmla="*/ 642186 w 1049003"/>
                <a:gd name="csY776" fmla="*/ 143627 h 1411454"/>
                <a:gd name="csX777" fmla="*/ 642186 w 1049003"/>
                <a:gd name="csY777" fmla="*/ 144379 h 1411454"/>
                <a:gd name="csX778" fmla="*/ 640682 w 1049003"/>
                <a:gd name="csY778" fmla="*/ 145883 h 1411454"/>
                <a:gd name="csX779" fmla="*/ 637674 w 1049003"/>
                <a:gd name="csY779" fmla="*/ 145883 h 1411454"/>
                <a:gd name="csX780" fmla="*/ 634666 w 1049003"/>
                <a:gd name="csY780" fmla="*/ 145883 h 1411454"/>
                <a:gd name="csX781" fmla="*/ 632410 w 1049003"/>
                <a:gd name="csY781" fmla="*/ 145131 h 1411454"/>
                <a:gd name="csX782" fmla="*/ 630906 w 1049003"/>
                <a:gd name="csY782" fmla="*/ 146635 h 1411454"/>
                <a:gd name="csX783" fmla="*/ 628650 w 1049003"/>
                <a:gd name="csY783" fmla="*/ 148139 h 1411454"/>
                <a:gd name="csX784" fmla="*/ 624890 w 1049003"/>
                <a:gd name="csY784" fmla="*/ 148891 h 1411454"/>
                <a:gd name="csX785" fmla="*/ 625642 w 1049003"/>
                <a:gd name="csY785" fmla="*/ 149643 h 1411454"/>
                <a:gd name="csX786" fmla="*/ 626394 w 1049003"/>
                <a:gd name="csY786" fmla="*/ 149643 h 1411454"/>
                <a:gd name="csX787" fmla="*/ 627146 w 1049003"/>
                <a:gd name="csY787" fmla="*/ 149643 h 1411454"/>
                <a:gd name="csX788" fmla="*/ 627146 w 1049003"/>
                <a:gd name="csY788" fmla="*/ 150395 h 1411454"/>
                <a:gd name="csX789" fmla="*/ 630154 w 1049003"/>
                <a:gd name="csY789" fmla="*/ 148891 h 1411454"/>
                <a:gd name="csX790" fmla="*/ 633162 w 1049003"/>
                <a:gd name="csY790" fmla="*/ 147387 h 1411454"/>
                <a:gd name="csX791" fmla="*/ 636170 w 1049003"/>
                <a:gd name="csY791" fmla="*/ 147387 h 1411454"/>
                <a:gd name="csX792" fmla="*/ 639178 w 1049003"/>
                <a:gd name="csY792" fmla="*/ 148139 h 1411454"/>
                <a:gd name="csX793" fmla="*/ 641434 w 1049003"/>
                <a:gd name="csY793" fmla="*/ 148139 h 1411454"/>
                <a:gd name="csX794" fmla="*/ 642938 w 1049003"/>
                <a:gd name="csY794" fmla="*/ 148891 h 1411454"/>
                <a:gd name="csX795" fmla="*/ 642938 w 1049003"/>
                <a:gd name="csY795" fmla="*/ 150395 h 1411454"/>
                <a:gd name="csX796" fmla="*/ 642186 w 1049003"/>
                <a:gd name="csY796" fmla="*/ 151147 h 1411454"/>
                <a:gd name="csX797" fmla="*/ 636922 w 1049003"/>
                <a:gd name="csY797" fmla="*/ 155659 h 1411454"/>
                <a:gd name="csX798" fmla="*/ 633914 w 1049003"/>
                <a:gd name="csY798" fmla="*/ 156411 h 1411454"/>
                <a:gd name="csX799" fmla="*/ 630154 w 1049003"/>
                <a:gd name="csY799" fmla="*/ 161674 h 1411454"/>
                <a:gd name="csX800" fmla="*/ 625642 w 1049003"/>
                <a:gd name="csY800" fmla="*/ 166186 h 1411454"/>
                <a:gd name="csX801" fmla="*/ 621130 w 1049003"/>
                <a:gd name="csY801" fmla="*/ 166186 h 1411454"/>
                <a:gd name="csX802" fmla="*/ 620378 w 1049003"/>
                <a:gd name="csY802" fmla="*/ 166938 h 1411454"/>
                <a:gd name="csX803" fmla="*/ 622634 w 1049003"/>
                <a:gd name="csY803" fmla="*/ 167690 h 1411454"/>
                <a:gd name="csX804" fmla="*/ 624890 w 1049003"/>
                <a:gd name="csY804" fmla="*/ 167690 h 1411454"/>
                <a:gd name="csX805" fmla="*/ 626394 w 1049003"/>
                <a:gd name="csY805" fmla="*/ 166938 h 1411454"/>
                <a:gd name="csX806" fmla="*/ 627146 w 1049003"/>
                <a:gd name="csY806" fmla="*/ 166938 h 1411454"/>
                <a:gd name="csX807" fmla="*/ 628650 w 1049003"/>
                <a:gd name="csY807" fmla="*/ 168442 h 1411454"/>
                <a:gd name="csX808" fmla="*/ 627898 w 1049003"/>
                <a:gd name="csY808" fmla="*/ 169946 h 1411454"/>
                <a:gd name="csX809" fmla="*/ 624890 w 1049003"/>
                <a:gd name="csY809" fmla="*/ 172202 h 1411454"/>
                <a:gd name="csX810" fmla="*/ 618874 w 1049003"/>
                <a:gd name="csY810" fmla="*/ 178218 h 1411454"/>
                <a:gd name="csX811" fmla="*/ 615867 w 1049003"/>
                <a:gd name="csY811" fmla="*/ 179722 h 1411454"/>
                <a:gd name="csX812" fmla="*/ 610603 w 1049003"/>
                <a:gd name="csY812" fmla="*/ 178970 h 1411454"/>
                <a:gd name="csX813" fmla="*/ 612107 w 1049003"/>
                <a:gd name="csY813" fmla="*/ 180474 h 1411454"/>
                <a:gd name="csX814" fmla="*/ 612107 w 1049003"/>
                <a:gd name="csY814" fmla="*/ 181226 h 1411454"/>
                <a:gd name="csX815" fmla="*/ 612859 w 1049003"/>
                <a:gd name="csY815" fmla="*/ 183482 h 1411454"/>
                <a:gd name="csX816" fmla="*/ 606843 w 1049003"/>
                <a:gd name="csY816" fmla="*/ 181978 h 1411454"/>
                <a:gd name="csX817" fmla="*/ 604587 w 1049003"/>
                <a:gd name="csY817" fmla="*/ 181226 h 1411454"/>
                <a:gd name="csX818" fmla="*/ 601579 w 1049003"/>
                <a:gd name="csY818" fmla="*/ 182730 h 1411454"/>
                <a:gd name="csX819" fmla="*/ 599323 w 1049003"/>
                <a:gd name="csY819" fmla="*/ 184986 h 1411454"/>
                <a:gd name="csX820" fmla="*/ 597067 w 1049003"/>
                <a:gd name="csY820" fmla="*/ 186490 h 1411454"/>
                <a:gd name="csX821" fmla="*/ 593307 w 1049003"/>
                <a:gd name="csY821" fmla="*/ 185738 h 1411454"/>
                <a:gd name="csX822" fmla="*/ 596315 w 1049003"/>
                <a:gd name="csY822" fmla="*/ 187242 h 1411454"/>
                <a:gd name="csX823" fmla="*/ 603083 w 1049003"/>
                <a:gd name="csY823" fmla="*/ 184986 h 1411454"/>
                <a:gd name="csX824" fmla="*/ 609099 w 1049003"/>
                <a:gd name="csY824" fmla="*/ 183482 h 1411454"/>
                <a:gd name="csX825" fmla="*/ 610603 w 1049003"/>
                <a:gd name="csY825" fmla="*/ 188745 h 1411454"/>
                <a:gd name="csX826" fmla="*/ 612107 w 1049003"/>
                <a:gd name="csY826" fmla="*/ 188745 h 1411454"/>
                <a:gd name="csX827" fmla="*/ 612859 w 1049003"/>
                <a:gd name="csY827" fmla="*/ 186490 h 1411454"/>
                <a:gd name="csX828" fmla="*/ 615114 w 1049003"/>
                <a:gd name="csY828" fmla="*/ 184986 h 1411454"/>
                <a:gd name="csX829" fmla="*/ 617370 w 1049003"/>
                <a:gd name="csY829" fmla="*/ 184234 h 1411454"/>
                <a:gd name="csX830" fmla="*/ 618123 w 1049003"/>
                <a:gd name="csY830" fmla="*/ 185738 h 1411454"/>
                <a:gd name="csX831" fmla="*/ 618123 w 1049003"/>
                <a:gd name="csY831" fmla="*/ 187993 h 1411454"/>
                <a:gd name="csX832" fmla="*/ 616618 w 1049003"/>
                <a:gd name="csY832" fmla="*/ 189497 h 1411454"/>
                <a:gd name="csX833" fmla="*/ 615867 w 1049003"/>
                <a:gd name="csY833" fmla="*/ 190249 h 1411454"/>
                <a:gd name="csX834" fmla="*/ 615114 w 1049003"/>
                <a:gd name="csY834" fmla="*/ 191753 h 1411454"/>
                <a:gd name="csX835" fmla="*/ 613610 w 1049003"/>
                <a:gd name="csY835" fmla="*/ 195513 h 1411454"/>
                <a:gd name="csX836" fmla="*/ 613610 w 1049003"/>
                <a:gd name="csY836" fmla="*/ 196265 h 1411454"/>
                <a:gd name="csX837" fmla="*/ 611355 w 1049003"/>
                <a:gd name="csY837" fmla="*/ 197769 h 1411454"/>
                <a:gd name="csX838" fmla="*/ 610603 w 1049003"/>
                <a:gd name="csY838" fmla="*/ 199273 h 1411454"/>
                <a:gd name="csX839" fmla="*/ 609851 w 1049003"/>
                <a:gd name="csY839" fmla="*/ 203033 h 1411454"/>
                <a:gd name="csX840" fmla="*/ 609099 w 1049003"/>
                <a:gd name="csY840" fmla="*/ 204537 h 1411454"/>
                <a:gd name="csX841" fmla="*/ 609851 w 1049003"/>
                <a:gd name="csY841" fmla="*/ 205289 h 1411454"/>
                <a:gd name="csX842" fmla="*/ 610603 w 1049003"/>
                <a:gd name="csY842" fmla="*/ 203785 h 1411454"/>
                <a:gd name="csX843" fmla="*/ 610603 w 1049003"/>
                <a:gd name="csY843" fmla="*/ 202281 h 1411454"/>
                <a:gd name="csX844" fmla="*/ 612107 w 1049003"/>
                <a:gd name="csY844" fmla="*/ 200777 h 1411454"/>
                <a:gd name="csX845" fmla="*/ 615867 w 1049003"/>
                <a:gd name="csY845" fmla="*/ 197769 h 1411454"/>
                <a:gd name="csX846" fmla="*/ 617370 w 1049003"/>
                <a:gd name="csY846" fmla="*/ 197017 h 1411454"/>
                <a:gd name="csX847" fmla="*/ 618123 w 1049003"/>
                <a:gd name="csY847" fmla="*/ 198521 h 1411454"/>
                <a:gd name="csX848" fmla="*/ 617370 w 1049003"/>
                <a:gd name="csY848" fmla="*/ 204537 h 1411454"/>
                <a:gd name="csX849" fmla="*/ 617370 w 1049003"/>
                <a:gd name="csY849" fmla="*/ 206793 h 1411454"/>
                <a:gd name="csX850" fmla="*/ 618874 w 1049003"/>
                <a:gd name="csY850" fmla="*/ 208297 h 1411454"/>
                <a:gd name="csX851" fmla="*/ 618874 w 1049003"/>
                <a:gd name="csY851" fmla="*/ 206793 h 1411454"/>
                <a:gd name="csX852" fmla="*/ 618874 w 1049003"/>
                <a:gd name="csY852" fmla="*/ 205289 h 1411454"/>
                <a:gd name="csX853" fmla="*/ 618874 w 1049003"/>
                <a:gd name="csY853" fmla="*/ 203033 h 1411454"/>
                <a:gd name="csX854" fmla="*/ 620378 w 1049003"/>
                <a:gd name="csY854" fmla="*/ 200025 h 1411454"/>
                <a:gd name="csX855" fmla="*/ 620378 w 1049003"/>
                <a:gd name="csY855" fmla="*/ 198521 h 1411454"/>
                <a:gd name="csX856" fmla="*/ 619627 w 1049003"/>
                <a:gd name="csY856" fmla="*/ 197769 h 1411454"/>
                <a:gd name="csX857" fmla="*/ 618874 w 1049003"/>
                <a:gd name="csY857" fmla="*/ 196265 h 1411454"/>
                <a:gd name="csX858" fmla="*/ 619627 w 1049003"/>
                <a:gd name="csY858" fmla="*/ 193257 h 1411454"/>
                <a:gd name="csX859" fmla="*/ 619627 w 1049003"/>
                <a:gd name="csY859" fmla="*/ 190249 h 1411454"/>
                <a:gd name="csX860" fmla="*/ 620378 w 1049003"/>
                <a:gd name="csY860" fmla="*/ 187242 h 1411454"/>
                <a:gd name="csX861" fmla="*/ 622634 w 1049003"/>
                <a:gd name="csY861" fmla="*/ 184234 h 1411454"/>
                <a:gd name="csX862" fmla="*/ 629402 w 1049003"/>
                <a:gd name="csY862" fmla="*/ 178218 h 1411454"/>
                <a:gd name="csX863" fmla="*/ 630906 w 1049003"/>
                <a:gd name="csY863" fmla="*/ 177466 h 1411454"/>
                <a:gd name="csX864" fmla="*/ 633162 w 1049003"/>
                <a:gd name="csY864" fmla="*/ 176714 h 1411454"/>
                <a:gd name="csX865" fmla="*/ 633914 w 1049003"/>
                <a:gd name="csY865" fmla="*/ 175962 h 1411454"/>
                <a:gd name="csX866" fmla="*/ 636170 w 1049003"/>
                <a:gd name="csY866" fmla="*/ 174458 h 1411454"/>
                <a:gd name="csX867" fmla="*/ 635418 w 1049003"/>
                <a:gd name="csY867" fmla="*/ 174458 h 1411454"/>
                <a:gd name="csX868" fmla="*/ 636170 w 1049003"/>
                <a:gd name="csY868" fmla="*/ 172202 h 1411454"/>
                <a:gd name="csX869" fmla="*/ 636170 w 1049003"/>
                <a:gd name="csY869" fmla="*/ 171450 h 1411454"/>
                <a:gd name="csX870" fmla="*/ 636922 w 1049003"/>
                <a:gd name="csY870" fmla="*/ 170698 h 1411454"/>
                <a:gd name="csX871" fmla="*/ 637674 w 1049003"/>
                <a:gd name="csY871" fmla="*/ 169946 h 1411454"/>
                <a:gd name="csX872" fmla="*/ 642938 w 1049003"/>
                <a:gd name="csY872" fmla="*/ 165434 h 1411454"/>
                <a:gd name="csX873" fmla="*/ 648201 w 1049003"/>
                <a:gd name="csY873" fmla="*/ 165434 h 1411454"/>
                <a:gd name="csX874" fmla="*/ 653465 w 1049003"/>
                <a:gd name="csY874" fmla="*/ 167690 h 1411454"/>
                <a:gd name="csX875" fmla="*/ 657977 w 1049003"/>
                <a:gd name="csY875" fmla="*/ 172954 h 1411454"/>
                <a:gd name="csX876" fmla="*/ 658729 w 1049003"/>
                <a:gd name="csY876" fmla="*/ 176714 h 1411454"/>
                <a:gd name="csX877" fmla="*/ 659481 w 1049003"/>
                <a:gd name="csY877" fmla="*/ 178970 h 1411454"/>
                <a:gd name="csX878" fmla="*/ 659481 w 1049003"/>
                <a:gd name="csY878" fmla="*/ 184986 h 1411454"/>
                <a:gd name="csX879" fmla="*/ 660233 w 1049003"/>
                <a:gd name="csY879" fmla="*/ 184986 h 1411454"/>
                <a:gd name="csX880" fmla="*/ 662489 w 1049003"/>
                <a:gd name="csY880" fmla="*/ 187993 h 1411454"/>
                <a:gd name="csX881" fmla="*/ 662489 w 1049003"/>
                <a:gd name="csY881" fmla="*/ 188745 h 1411454"/>
                <a:gd name="csX882" fmla="*/ 663241 w 1049003"/>
                <a:gd name="csY882" fmla="*/ 190249 h 1411454"/>
                <a:gd name="csX883" fmla="*/ 663241 w 1049003"/>
                <a:gd name="csY883" fmla="*/ 194009 h 1411454"/>
                <a:gd name="csX884" fmla="*/ 661737 w 1049003"/>
                <a:gd name="csY884" fmla="*/ 200777 h 1411454"/>
                <a:gd name="csX885" fmla="*/ 660233 w 1049003"/>
                <a:gd name="csY885" fmla="*/ 203033 h 1411454"/>
                <a:gd name="csX886" fmla="*/ 657977 w 1049003"/>
                <a:gd name="csY886" fmla="*/ 204537 h 1411454"/>
                <a:gd name="csX887" fmla="*/ 652713 w 1049003"/>
                <a:gd name="csY887" fmla="*/ 205289 h 1411454"/>
                <a:gd name="csX888" fmla="*/ 649705 w 1049003"/>
                <a:gd name="csY888" fmla="*/ 205289 h 1411454"/>
                <a:gd name="csX889" fmla="*/ 645946 w 1049003"/>
                <a:gd name="csY889" fmla="*/ 204537 h 1411454"/>
                <a:gd name="csX890" fmla="*/ 645193 w 1049003"/>
                <a:gd name="csY890" fmla="*/ 203033 h 1411454"/>
                <a:gd name="csX891" fmla="*/ 643689 w 1049003"/>
                <a:gd name="csY891" fmla="*/ 201529 h 1411454"/>
                <a:gd name="csX892" fmla="*/ 642938 w 1049003"/>
                <a:gd name="csY892" fmla="*/ 200777 h 1411454"/>
                <a:gd name="csX893" fmla="*/ 642186 w 1049003"/>
                <a:gd name="csY893" fmla="*/ 200777 h 1411454"/>
                <a:gd name="csX894" fmla="*/ 641434 w 1049003"/>
                <a:gd name="csY894" fmla="*/ 200025 h 1411454"/>
                <a:gd name="csX895" fmla="*/ 640682 w 1049003"/>
                <a:gd name="csY895" fmla="*/ 199273 h 1411454"/>
                <a:gd name="csX896" fmla="*/ 639929 w 1049003"/>
                <a:gd name="csY896" fmla="*/ 199273 h 1411454"/>
                <a:gd name="csX897" fmla="*/ 639178 w 1049003"/>
                <a:gd name="csY897" fmla="*/ 200025 h 1411454"/>
                <a:gd name="csX898" fmla="*/ 636922 w 1049003"/>
                <a:gd name="csY898" fmla="*/ 200777 h 1411454"/>
                <a:gd name="csX899" fmla="*/ 634666 w 1049003"/>
                <a:gd name="csY899" fmla="*/ 202281 h 1411454"/>
                <a:gd name="csX900" fmla="*/ 633162 w 1049003"/>
                <a:gd name="csY900" fmla="*/ 204537 h 1411454"/>
                <a:gd name="csX901" fmla="*/ 631658 w 1049003"/>
                <a:gd name="csY901" fmla="*/ 206041 h 1411454"/>
                <a:gd name="csX902" fmla="*/ 638426 w 1049003"/>
                <a:gd name="csY902" fmla="*/ 202281 h 1411454"/>
                <a:gd name="csX903" fmla="*/ 641434 w 1049003"/>
                <a:gd name="csY903" fmla="*/ 202281 h 1411454"/>
                <a:gd name="csX904" fmla="*/ 642186 w 1049003"/>
                <a:gd name="csY904" fmla="*/ 206793 h 1411454"/>
                <a:gd name="csX905" fmla="*/ 640682 w 1049003"/>
                <a:gd name="csY905" fmla="*/ 214313 h 1411454"/>
                <a:gd name="csX906" fmla="*/ 639178 w 1049003"/>
                <a:gd name="csY906" fmla="*/ 218824 h 1411454"/>
                <a:gd name="csX907" fmla="*/ 636922 w 1049003"/>
                <a:gd name="csY907" fmla="*/ 221832 h 1411454"/>
                <a:gd name="csX908" fmla="*/ 635418 w 1049003"/>
                <a:gd name="csY908" fmla="*/ 222584 h 1411454"/>
                <a:gd name="csX909" fmla="*/ 633914 w 1049003"/>
                <a:gd name="csY909" fmla="*/ 221832 h 1411454"/>
                <a:gd name="csX910" fmla="*/ 632410 w 1049003"/>
                <a:gd name="csY910" fmla="*/ 222584 h 1411454"/>
                <a:gd name="csX911" fmla="*/ 630906 w 1049003"/>
                <a:gd name="csY911" fmla="*/ 224088 h 1411454"/>
                <a:gd name="csX912" fmla="*/ 628650 w 1049003"/>
                <a:gd name="csY912" fmla="*/ 228600 h 1411454"/>
                <a:gd name="csX913" fmla="*/ 627898 w 1049003"/>
                <a:gd name="csY913" fmla="*/ 229352 h 1411454"/>
                <a:gd name="csX914" fmla="*/ 624890 w 1049003"/>
                <a:gd name="csY914" fmla="*/ 229352 h 1411454"/>
                <a:gd name="csX915" fmla="*/ 621882 w 1049003"/>
                <a:gd name="csY915" fmla="*/ 230856 h 1411454"/>
                <a:gd name="csX916" fmla="*/ 618874 w 1049003"/>
                <a:gd name="csY916" fmla="*/ 233112 h 1411454"/>
                <a:gd name="csX917" fmla="*/ 618123 w 1049003"/>
                <a:gd name="csY917" fmla="*/ 235368 h 1411454"/>
                <a:gd name="csX918" fmla="*/ 620378 w 1049003"/>
                <a:gd name="csY918" fmla="*/ 233112 h 1411454"/>
                <a:gd name="csX919" fmla="*/ 627146 w 1049003"/>
                <a:gd name="csY919" fmla="*/ 230104 h 1411454"/>
                <a:gd name="csX920" fmla="*/ 630154 w 1049003"/>
                <a:gd name="csY920" fmla="*/ 228600 h 1411454"/>
                <a:gd name="csX921" fmla="*/ 631658 w 1049003"/>
                <a:gd name="csY921" fmla="*/ 227096 h 1411454"/>
                <a:gd name="csX922" fmla="*/ 632410 w 1049003"/>
                <a:gd name="csY922" fmla="*/ 225592 h 1411454"/>
                <a:gd name="csX923" fmla="*/ 633162 w 1049003"/>
                <a:gd name="csY923" fmla="*/ 224088 h 1411454"/>
                <a:gd name="csX924" fmla="*/ 635418 w 1049003"/>
                <a:gd name="csY924" fmla="*/ 224088 h 1411454"/>
                <a:gd name="csX925" fmla="*/ 636170 w 1049003"/>
                <a:gd name="csY925" fmla="*/ 224840 h 1411454"/>
                <a:gd name="csX926" fmla="*/ 635418 w 1049003"/>
                <a:gd name="csY926" fmla="*/ 226344 h 1411454"/>
                <a:gd name="csX927" fmla="*/ 634666 w 1049003"/>
                <a:gd name="csY927" fmla="*/ 228600 h 1411454"/>
                <a:gd name="csX928" fmla="*/ 633914 w 1049003"/>
                <a:gd name="csY928" fmla="*/ 229352 h 1411454"/>
                <a:gd name="csX929" fmla="*/ 626394 w 1049003"/>
                <a:gd name="csY929" fmla="*/ 244391 h 1411454"/>
                <a:gd name="csX930" fmla="*/ 622634 w 1049003"/>
                <a:gd name="csY930" fmla="*/ 248903 h 1411454"/>
                <a:gd name="csX931" fmla="*/ 623386 w 1049003"/>
                <a:gd name="csY931" fmla="*/ 250407 h 1411454"/>
                <a:gd name="csX932" fmla="*/ 623386 w 1049003"/>
                <a:gd name="csY932" fmla="*/ 251911 h 1411454"/>
                <a:gd name="csX933" fmla="*/ 621130 w 1049003"/>
                <a:gd name="csY933" fmla="*/ 256423 h 1411454"/>
                <a:gd name="csX934" fmla="*/ 620378 w 1049003"/>
                <a:gd name="csY934" fmla="*/ 259431 h 1411454"/>
                <a:gd name="csX935" fmla="*/ 619627 w 1049003"/>
                <a:gd name="csY935" fmla="*/ 262439 h 1411454"/>
                <a:gd name="csX936" fmla="*/ 620378 w 1049003"/>
                <a:gd name="csY936" fmla="*/ 269207 h 1411454"/>
                <a:gd name="csX937" fmla="*/ 619627 w 1049003"/>
                <a:gd name="csY937" fmla="*/ 272966 h 1411454"/>
                <a:gd name="csX938" fmla="*/ 614363 w 1049003"/>
                <a:gd name="csY938" fmla="*/ 281990 h 1411454"/>
                <a:gd name="csX939" fmla="*/ 613610 w 1049003"/>
                <a:gd name="csY939" fmla="*/ 283494 h 1411454"/>
                <a:gd name="csX940" fmla="*/ 614363 w 1049003"/>
                <a:gd name="csY940" fmla="*/ 288006 h 1411454"/>
                <a:gd name="csX941" fmla="*/ 613610 w 1049003"/>
                <a:gd name="csY941" fmla="*/ 289510 h 1411454"/>
                <a:gd name="csX942" fmla="*/ 612859 w 1049003"/>
                <a:gd name="csY942" fmla="*/ 292518 h 1411454"/>
                <a:gd name="csX943" fmla="*/ 612859 w 1049003"/>
                <a:gd name="csY943" fmla="*/ 294022 h 1411454"/>
                <a:gd name="csX944" fmla="*/ 614363 w 1049003"/>
                <a:gd name="csY944" fmla="*/ 297030 h 1411454"/>
                <a:gd name="csX945" fmla="*/ 617370 w 1049003"/>
                <a:gd name="csY945" fmla="*/ 297782 h 1411454"/>
                <a:gd name="csX946" fmla="*/ 621130 w 1049003"/>
                <a:gd name="csY946" fmla="*/ 297782 h 1411454"/>
                <a:gd name="csX947" fmla="*/ 623386 w 1049003"/>
                <a:gd name="csY947" fmla="*/ 298534 h 1411454"/>
                <a:gd name="csX948" fmla="*/ 624138 w 1049003"/>
                <a:gd name="csY948" fmla="*/ 302294 h 1411454"/>
                <a:gd name="csX949" fmla="*/ 621130 w 1049003"/>
                <a:gd name="csY949" fmla="*/ 305301 h 1411454"/>
                <a:gd name="csX950" fmla="*/ 618123 w 1049003"/>
                <a:gd name="csY950" fmla="*/ 307557 h 1411454"/>
                <a:gd name="csX951" fmla="*/ 615867 w 1049003"/>
                <a:gd name="csY951" fmla="*/ 309813 h 1411454"/>
                <a:gd name="csX952" fmla="*/ 615867 w 1049003"/>
                <a:gd name="csY952" fmla="*/ 312069 h 1411454"/>
                <a:gd name="csX953" fmla="*/ 614363 w 1049003"/>
                <a:gd name="csY953" fmla="*/ 312821 h 1411454"/>
                <a:gd name="csX954" fmla="*/ 612107 w 1049003"/>
                <a:gd name="csY954" fmla="*/ 314325 h 1411454"/>
                <a:gd name="csX955" fmla="*/ 610603 w 1049003"/>
                <a:gd name="csY955" fmla="*/ 315077 h 1411454"/>
                <a:gd name="csX956" fmla="*/ 610603 w 1049003"/>
                <a:gd name="csY956" fmla="*/ 316581 h 1411454"/>
                <a:gd name="csX957" fmla="*/ 609099 w 1049003"/>
                <a:gd name="csY957" fmla="*/ 320341 h 1411454"/>
                <a:gd name="csX958" fmla="*/ 609099 w 1049003"/>
                <a:gd name="csY958" fmla="*/ 321845 h 1411454"/>
                <a:gd name="csX959" fmla="*/ 606091 w 1049003"/>
                <a:gd name="csY959" fmla="*/ 323349 h 1411454"/>
                <a:gd name="csX960" fmla="*/ 602331 w 1049003"/>
                <a:gd name="csY960" fmla="*/ 324101 h 1411454"/>
                <a:gd name="csX961" fmla="*/ 599323 w 1049003"/>
                <a:gd name="csY961" fmla="*/ 324853 h 1411454"/>
                <a:gd name="csX962" fmla="*/ 598571 w 1049003"/>
                <a:gd name="csY962" fmla="*/ 327109 h 1411454"/>
                <a:gd name="csX963" fmla="*/ 598571 w 1049003"/>
                <a:gd name="csY963" fmla="*/ 330117 h 1411454"/>
                <a:gd name="csX964" fmla="*/ 600075 w 1049003"/>
                <a:gd name="csY964" fmla="*/ 333124 h 1411454"/>
                <a:gd name="csX965" fmla="*/ 600827 w 1049003"/>
                <a:gd name="csY965" fmla="*/ 335380 h 1411454"/>
                <a:gd name="csX966" fmla="*/ 603083 w 1049003"/>
                <a:gd name="csY966" fmla="*/ 338388 h 1411454"/>
                <a:gd name="csX967" fmla="*/ 597819 w 1049003"/>
                <a:gd name="csY967" fmla="*/ 340644 h 1411454"/>
                <a:gd name="csX968" fmla="*/ 603083 w 1049003"/>
                <a:gd name="csY968" fmla="*/ 341396 h 1411454"/>
                <a:gd name="csX969" fmla="*/ 603835 w 1049003"/>
                <a:gd name="csY969" fmla="*/ 339140 h 1411454"/>
                <a:gd name="csX970" fmla="*/ 603083 w 1049003"/>
                <a:gd name="csY970" fmla="*/ 330868 h 1411454"/>
                <a:gd name="csX971" fmla="*/ 603835 w 1049003"/>
                <a:gd name="csY971" fmla="*/ 327861 h 1411454"/>
                <a:gd name="csX972" fmla="*/ 605339 w 1049003"/>
                <a:gd name="csY972" fmla="*/ 326357 h 1411454"/>
                <a:gd name="csX973" fmla="*/ 608347 w 1049003"/>
                <a:gd name="csY973" fmla="*/ 324853 h 1411454"/>
                <a:gd name="csX974" fmla="*/ 615114 w 1049003"/>
                <a:gd name="csY974" fmla="*/ 324101 h 1411454"/>
                <a:gd name="csX975" fmla="*/ 618123 w 1049003"/>
                <a:gd name="csY975" fmla="*/ 322597 h 1411454"/>
                <a:gd name="csX976" fmla="*/ 620378 w 1049003"/>
                <a:gd name="csY976" fmla="*/ 320341 h 1411454"/>
                <a:gd name="csX977" fmla="*/ 622634 w 1049003"/>
                <a:gd name="csY977" fmla="*/ 317333 h 1411454"/>
                <a:gd name="csX978" fmla="*/ 624890 w 1049003"/>
                <a:gd name="csY978" fmla="*/ 312069 h 1411454"/>
                <a:gd name="csX979" fmla="*/ 627146 w 1049003"/>
                <a:gd name="csY979" fmla="*/ 310565 h 1411454"/>
                <a:gd name="csX980" fmla="*/ 630906 w 1049003"/>
                <a:gd name="csY980" fmla="*/ 310565 h 1411454"/>
                <a:gd name="csX981" fmla="*/ 637674 w 1049003"/>
                <a:gd name="csY981" fmla="*/ 300038 h 1411454"/>
                <a:gd name="csX982" fmla="*/ 645193 w 1049003"/>
                <a:gd name="csY982" fmla="*/ 296278 h 1411454"/>
                <a:gd name="csX983" fmla="*/ 645946 w 1049003"/>
                <a:gd name="csY983" fmla="*/ 294774 h 1411454"/>
                <a:gd name="csX984" fmla="*/ 647449 w 1049003"/>
                <a:gd name="csY984" fmla="*/ 292518 h 1411454"/>
                <a:gd name="csX985" fmla="*/ 652713 w 1049003"/>
                <a:gd name="csY985" fmla="*/ 287254 h 1411454"/>
                <a:gd name="csX986" fmla="*/ 653465 w 1049003"/>
                <a:gd name="csY986" fmla="*/ 284998 h 1411454"/>
                <a:gd name="csX987" fmla="*/ 654969 w 1049003"/>
                <a:gd name="csY987" fmla="*/ 281990 h 1411454"/>
                <a:gd name="csX988" fmla="*/ 656473 w 1049003"/>
                <a:gd name="csY988" fmla="*/ 278230 h 1411454"/>
                <a:gd name="csX989" fmla="*/ 656473 w 1049003"/>
                <a:gd name="csY989" fmla="*/ 275222 h 1411454"/>
                <a:gd name="csX990" fmla="*/ 656473 w 1049003"/>
                <a:gd name="csY990" fmla="*/ 268455 h 1411454"/>
                <a:gd name="csX991" fmla="*/ 656473 w 1049003"/>
                <a:gd name="csY991" fmla="*/ 265447 h 1411454"/>
                <a:gd name="csX992" fmla="*/ 658729 w 1049003"/>
                <a:gd name="csY992" fmla="*/ 263191 h 1411454"/>
                <a:gd name="csX993" fmla="*/ 657977 w 1049003"/>
                <a:gd name="csY993" fmla="*/ 263191 h 1411454"/>
                <a:gd name="csX994" fmla="*/ 657977 w 1049003"/>
                <a:gd name="csY994" fmla="*/ 262439 h 1411454"/>
                <a:gd name="csX995" fmla="*/ 657225 w 1049003"/>
                <a:gd name="csY995" fmla="*/ 261687 h 1411454"/>
                <a:gd name="csX996" fmla="*/ 656473 w 1049003"/>
                <a:gd name="csY996" fmla="*/ 261687 h 1411454"/>
                <a:gd name="csX997" fmla="*/ 661737 w 1049003"/>
                <a:gd name="csY997" fmla="*/ 244391 h 1411454"/>
                <a:gd name="csX998" fmla="*/ 662489 w 1049003"/>
                <a:gd name="csY998" fmla="*/ 238376 h 1411454"/>
                <a:gd name="csX999" fmla="*/ 663241 w 1049003"/>
                <a:gd name="csY999" fmla="*/ 239880 h 1411454"/>
                <a:gd name="csX1000" fmla="*/ 663993 w 1049003"/>
                <a:gd name="csY1000" fmla="*/ 240632 h 1411454"/>
                <a:gd name="csX1001" fmla="*/ 663993 w 1049003"/>
                <a:gd name="csY1001" fmla="*/ 242136 h 1411454"/>
                <a:gd name="csX1002" fmla="*/ 663993 w 1049003"/>
                <a:gd name="csY1002" fmla="*/ 243640 h 1411454"/>
                <a:gd name="csX1003" fmla="*/ 664745 w 1049003"/>
                <a:gd name="csY1003" fmla="*/ 243640 h 1411454"/>
                <a:gd name="csX1004" fmla="*/ 662489 w 1049003"/>
                <a:gd name="csY1004" fmla="*/ 226344 h 1411454"/>
                <a:gd name="csX1005" fmla="*/ 663993 w 1049003"/>
                <a:gd name="csY1005" fmla="*/ 224840 h 1411454"/>
                <a:gd name="csX1006" fmla="*/ 664745 w 1049003"/>
                <a:gd name="csY1006" fmla="*/ 223336 h 1411454"/>
                <a:gd name="csX1007" fmla="*/ 665497 w 1049003"/>
                <a:gd name="csY1007" fmla="*/ 222584 h 1411454"/>
                <a:gd name="csX1008" fmla="*/ 668505 w 1049003"/>
                <a:gd name="csY1008" fmla="*/ 222584 h 1411454"/>
                <a:gd name="csX1009" fmla="*/ 670761 w 1049003"/>
                <a:gd name="csY1009" fmla="*/ 224088 h 1411454"/>
                <a:gd name="csX1010" fmla="*/ 672265 w 1049003"/>
                <a:gd name="csY1010" fmla="*/ 226344 h 1411454"/>
                <a:gd name="csX1011" fmla="*/ 674521 w 1049003"/>
                <a:gd name="csY1011" fmla="*/ 230856 h 1411454"/>
                <a:gd name="csX1012" fmla="*/ 674521 w 1049003"/>
                <a:gd name="csY1012" fmla="*/ 227096 h 1411454"/>
                <a:gd name="csX1013" fmla="*/ 673768 w 1049003"/>
                <a:gd name="csY1013" fmla="*/ 224840 h 1411454"/>
                <a:gd name="csX1014" fmla="*/ 672265 w 1049003"/>
                <a:gd name="csY1014" fmla="*/ 224088 h 1411454"/>
                <a:gd name="csX1015" fmla="*/ 673016 w 1049003"/>
                <a:gd name="csY1015" fmla="*/ 222584 h 1411454"/>
                <a:gd name="csX1016" fmla="*/ 672265 w 1049003"/>
                <a:gd name="csY1016" fmla="*/ 220328 h 1411454"/>
                <a:gd name="csX1017" fmla="*/ 672265 w 1049003"/>
                <a:gd name="csY1017" fmla="*/ 218072 h 1411454"/>
                <a:gd name="csX1018" fmla="*/ 673768 w 1049003"/>
                <a:gd name="csY1018" fmla="*/ 215817 h 1411454"/>
                <a:gd name="csX1019" fmla="*/ 676025 w 1049003"/>
                <a:gd name="csY1019" fmla="*/ 215065 h 1411454"/>
                <a:gd name="csX1020" fmla="*/ 685048 w 1049003"/>
                <a:gd name="csY1020" fmla="*/ 214313 h 1411454"/>
                <a:gd name="csX1021" fmla="*/ 700840 w 1049003"/>
                <a:gd name="csY1021" fmla="*/ 206041 h 1411454"/>
                <a:gd name="csX1022" fmla="*/ 705351 w 1049003"/>
                <a:gd name="csY1022" fmla="*/ 206041 h 1411454"/>
                <a:gd name="csX1023" fmla="*/ 706855 w 1049003"/>
                <a:gd name="csY1023" fmla="*/ 203785 h 1411454"/>
                <a:gd name="csX1024" fmla="*/ 709863 w 1049003"/>
                <a:gd name="csY1024" fmla="*/ 203785 h 1411454"/>
                <a:gd name="csX1025" fmla="*/ 712871 w 1049003"/>
                <a:gd name="csY1025" fmla="*/ 206041 h 1411454"/>
                <a:gd name="csX1026" fmla="*/ 713623 w 1049003"/>
                <a:gd name="csY1026" fmla="*/ 210553 h 1411454"/>
                <a:gd name="csX1027" fmla="*/ 711367 w 1049003"/>
                <a:gd name="csY1027" fmla="*/ 209801 h 1411454"/>
                <a:gd name="csX1028" fmla="*/ 707607 w 1049003"/>
                <a:gd name="csY1028" fmla="*/ 209801 h 1411454"/>
                <a:gd name="csX1029" fmla="*/ 703847 w 1049003"/>
                <a:gd name="csY1029" fmla="*/ 210553 h 1411454"/>
                <a:gd name="csX1030" fmla="*/ 703095 w 1049003"/>
                <a:gd name="csY1030" fmla="*/ 212809 h 1411454"/>
                <a:gd name="csX1031" fmla="*/ 707607 w 1049003"/>
                <a:gd name="csY1031" fmla="*/ 212809 h 1411454"/>
                <a:gd name="csX1032" fmla="*/ 708359 w 1049003"/>
                <a:gd name="csY1032" fmla="*/ 213561 h 1411454"/>
                <a:gd name="csX1033" fmla="*/ 709111 w 1049003"/>
                <a:gd name="csY1033" fmla="*/ 215065 h 1411454"/>
                <a:gd name="csX1034" fmla="*/ 709111 w 1049003"/>
                <a:gd name="csY1034" fmla="*/ 218072 h 1411454"/>
                <a:gd name="csX1035" fmla="*/ 709863 w 1049003"/>
                <a:gd name="csY1035" fmla="*/ 219576 h 1411454"/>
                <a:gd name="csX1036" fmla="*/ 709863 w 1049003"/>
                <a:gd name="csY1036" fmla="*/ 218072 h 1411454"/>
                <a:gd name="csX1037" fmla="*/ 709863 w 1049003"/>
                <a:gd name="csY1037" fmla="*/ 217320 h 1411454"/>
                <a:gd name="csX1038" fmla="*/ 710615 w 1049003"/>
                <a:gd name="csY1038" fmla="*/ 214313 h 1411454"/>
                <a:gd name="csX1039" fmla="*/ 711367 w 1049003"/>
                <a:gd name="csY1039" fmla="*/ 214313 h 1411454"/>
                <a:gd name="csX1040" fmla="*/ 712871 w 1049003"/>
                <a:gd name="csY1040" fmla="*/ 218072 h 1411454"/>
                <a:gd name="csX1041" fmla="*/ 712871 w 1049003"/>
                <a:gd name="csY1041" fmla="*/ 221080 h 1411454"/>
                <a:gd name="csX1042" fmla="*/ 712119 w 1049003"/>
                <a:gd name="csY1042" fmla="*/ 224088 h 1411454"/>
                <a:gd name="csX1043" fmla="*/ 710615 w 1049003"/>
                <a:gd name="csY1043" fmla="*/ 227096 h 1411454"/>
                <a:gd name="csX1044" fmla="*/ 708359 w 1049003"/>
                <a:gd name="csY1044" fmla="*/ 227096 h 1411454"/>
                <a:gd name="csX1045" fmla="*/ 705351 w 1049003"/>
                <a:gd name="csY1045" fmla="*/ 227848 h 1411454"/>
                <a:gd name="csX1046" fmla="*/ 703095 w 1049003"/>
                <a:gd name="csY1046" fmla="*/ 230856 h 1411454"/>
                <a:gd name="csX1047" fmla="*/ 702344 w 1049003"/>
                <a:gd name="csY1047" fmla="*/ 231608 h 1411454"/>
                <a:gd name="csX1048" fmla="*/ 701591 w 1049003"/>
                <a:gd name="csY1048" fmla="*/ 231608 h 1411454"/>
                <a:gd name="csX1049" fmla="*/ 700087 w 1049003"/>
                <a:gd name="csY1049" fmla="*/ 232360 h 1411454"/>
                <a:gd name="csX1050" fmla="*/ 699336 w 1049003"/>
                <a:gd name="csY1050" fmla="*/ 233112 h 1411454"/>
                <a:gd name="csX1051" fmla="*/ 701591 w 1049003"/>
                <a:gd name="csY1051" fmla="*/ 234616 h 1411454"/>
                <a:gd name="csX1052" fmla="*/ 701591 w 1049003"/>
                <a:gd name="csY1052" fmla="*/ 237624 h 1411454"/>
                <a:gd name="csX1053" fmla="*/ 697080 w 1049003"/>
                <a:gd name="csY1053" fmla="*/ 245143 h 1411454"/>
                <a:gd name="csX1054" fmla="*/ 694824 w 1049003"/>
                <a:gd name="csY1054" fmla="*/ 246647 h 1411454"/>
                <a:gd name="csX1055" fmla="*/ 692568 w 1049003"/>
                <a:gd name="csY1055" fmla="*/ 247399 h 1411454"/>
                <a:gd name="csX1056" fmla="*/ 691064 w 1049003"/>
                <a:gd name="csY1056" fmla="*/ 248151 h 1411454"/>
                <a:gd name="csX1057" fmla="*/ 688808 w 1049003"/>
                <a:gd name="csY1057" fmla="*/ 247399 h 1411454"/>
                <a:gd name="csX1058" fmla="*/ 688056 w 1049003"/>
                <a:gd name="csY1058" fmla="*/ 247399 h 1411454"/>
                <a:gd name="csX1059" fmla="*/ 685800 w 1049003"/>
                <a:gd name="csY1059" fmla="*/ 244391 h 1411454"/>
                <a:gd name="csX1060" fmla="*/ 686552 w 1049003"/>
                <a:gd name="csY1060" fmla="*/ 247399 h 1411454"/>
                <a:gd name="csX1061" fmla="*/ 686552 w 1049003"/>
                <a:gd name="csY1061" fmla="*/ 248151 h 1411454"/>
                <a:gd name="csX1062" fmla="*/ 688056 w 1049003"/>
                <a:gd name="csY1062" fmla="*/ 248903 h 1411454"/>
                <a:gd name="csX1063" fmla="*/ 685800 w 1049003"/>
                <a:gd name="csY1063" fmla="*/ 250407 h 1411454"/>
                <a:gd name="csX1064" fmla="*/ 682040 w 1049003"/>
                <a:gd name="csY1064" fmla="*/ 251911 h 1411454"/>
                <a:gd name="csX1065" fmla="*/ 679784 w 1049003"/>
                <a:gd name="csY1065" fmla="*/ 252663 h 1411454"/>
                <a:gd name="csX1066" fmla="*/ 676025 w 1049003"/>
                <a:gd name="csY1066" fmla="*/ 256423 h 1411454"/>
                <a:gd name="csX1067" fmla="*/ 674521 w 1049003"/>
                <a:gd name="csY1067" fmla="*/ 257175 h 1411454"/>
                <a:gd name="csX1068" fmla="*/ 670761 w 1049003"/>
                <a:gd name="csY1068" fmla="*/ 258679 h 1411454"/>
                <a:gd name="csX1069" fmla="*/ 667001 w 1049003"/>
                <a:gd name="csY1069" fmla="*/ 262439 h 1411454"/>
                <a:gd name="csX1070" fmla="*/ 665497 w 1049003"/>
                <a:gd name="csY1070" fmla="*/ 266199 h 1411454"/>
                <a:gd name="csX1071" fmla="*/ 667753 w 1049003"/>
                <a:gd name="csY1071" fmla="*/ 268455 h 1411454"/>
                <a:gd name="csX1072" fmla="*/ 668505 w 1049003"/>
                <a:gd name="csY1072" fmla="*/ 265447 h 1411454"/>
                <a:gd name="csX1073" fmla="*/ 669257 w 1049003"/>
                <a:gd name="csY1073" fmla="*/ 262439 h 1411454"/>
                <a:gd name="csX1074" fmla="*/ 670761 w 1049003"/>
                <a:gd name="csY1074" fmla="*/ 260935 h 1411454"/>
                <a:gd name="csX1075" fmla="*/ 673016 w 1049003"/>
                <a:gd name="csY1075" fmla="*/ 263191 h 1411454"/>
                <a:gd name="csX1076" fmla="*/ 671512 w 1049003"/>
                <a:gd name="csY1076" fmla="*/ 266199 h 1411454"/>
                <a:gd name="csX1077" fmla="*/ 670761 w 1049003"/>
                <a:gd name="csY1077" fmla="*/ 266951 h 1411454"/>
                <a:gd name="csX1078" fmla="*/ 670761 w 1049003"/>
                <a:gd name="csY1078" fmla="*/ 267703 h 1411454"/>
                <a:gd name="csX1079" fmla="*/ 673016 w 1049003"/>
                <a:gd name="csY1079" fmla="*/ 269959 h 1411454"/>
                <a:gd name="csX1080" fmla="*/ 674521 w 1049003"/>
                <a:gd name="csY1080" fmla="*/ 265447 h 1411454"/>
                <a:gd name="csX1081" fmla="*/ 675272 w 1049003"/>
                <a:gd name="csY1081" fmla="*/ 265447 h 1411454"/>
                <a:gd name="csX1082" fmla="*/ 676025 w 1049003"/>
                <a:gd name="csY1082" fmla="*/ 265447 h 1411454"/>
                <a:gd name="csX1083" fmla="*/ 676776 w 1049003"/>
                <a:gd name="csY1083" fmla="*/ 265447 h 1411454"/>
                <a:gd name="csX1084" fmla="*/ 677528 w 1049003"/>
                <a:gd name="csY1084" fmla="*/ 264695 h 1411454"/>
                <a:gd name="csX1085" fmla="*/ 677528 w 1049003"/>
                <a:gd name="csY1085" fmla="*/ 263191 h 1411454"/>
                <a:gd name="csX1086" fmla="*/ 677528 w 1049003"/>
                <a:gd name="csY1086" fmla="*/ 261687 h 1411454"/>
                <a:gd name="csX1087" fmla="*/ 678280 w 1049003"/>
                <a:gd name="csY1087" fmla="*/ 260183 h 1411454"/>
                <a:gd name="csX1088" fmla="*/ 679032 w 1049003"/>
                <a:gd name="csY1088" fmla="*/ 259431 h 1411454"/>
                <a:gd name="csX1089" fmla="*/ 680536 w 1049003"/>
                <a:gd name="csY1089" fmla="*/ 260935 h 1411454"/>
                <a:gd name="csX1090" fmla="*/ 685048 w 1049003"/>
                <a:gd name="csY1090" fmla="*/ 263191 h 1411454"/>
                <a:gd name="csX1091" fmla="*/ 683544 w 1049003"/>
                <a:gd name="csY1091" fmla="*/ 260935 h 1411454"/>
                <a:gd name="csX1092" fmla="*/ 685048 w 1049003"/>
                <a:gd name="csY1092" fmla="*/ 259431 h 1411454"/>
                <a:gd name="csX1093" fmla="*/ 689560 w 1049003"/>
                <a:gd name="csY1093" fmla="*/ 258679 h 1411454"/>
                <a:gd name="csX1094" fmla="*/ 689560 w 1049003"/>
                <a:gd name="csY1094" fmla="*/ 260935 h 1411454"/>
                <a:gd name="csX1095" fmla="*/ 691816 w 1049003"/>
                <a:gd name="csY1095" fmla="*/ 265447 h 1411454"/>
                <a:gd name="csX1096" fmla="*/ 690312 w 1049003"/>
                <a:gd name="csY1096" fmla="*/ 268455 h 1411454"/>
                <a:gd name="csX1097" fmla="*/ 688808 w 1049003"/>
                <a:gd name="csY1097" fmla="*/ 269207 h 1411454"/>
                <a:gd name="csX1098" fmla="*/ 686552 w 1049003"/>
                <a:gd name="csY1098" fmla="*/ 269959 h 1411454"/>
                <a:gd name="csX1099" fmla="*/ 685800 w 1049003"/>
                <a:gd name="csY1099" fmla="*/ 270711 h 1411454"/>
                <a:gd name="csX1100" fmla="*/ 685048 w 1049003"/>
                <a:gd name="csY1100" fmla="*/ 271463 h 1411454"/>
                <a:gd name="csX1101" fmla="*/ 685048 w 1049003"/>
                <a:gd name="csY1101" fmla="*/ 272215 h 1411454"/>
                <a:gd name="csX1102" fmla="*/ 685800 w 1049003"/>
                <a:gd name="csY1102" fmla="*/ 272215 h 1411454"/>
                <a:gd name="csX1103" fmla="*/ 686552 w 1049003"/>
                <a:gd name="csY1103" fmla="*/ 272215 h 1411454"/>
                <a:gd name="csX1104" fmla="*/ 687304 w 1049003"/>
                <a:gd name="csY1104" fmla="*/ 272966 h 1411454"/>
                <a:gd name="csX1105" fmla="*/ 687304 w 1049003"/>
                <a:gd name="csY1105" fmla="*/ 273719 h 1411454"/>
                <a:gd name="csX1106" fmla="*/ 688056 w 1049003"/>
                <a:gd name="csY1106" fmla="*/ 275222 h 1411454"/>
                <a:gd name="csX1107" fmla="*/ 692568 w 1049003"/>
                <a:gd name="csY1107" fmla="*/ 269959 h 1411454"/>
                <a:gd name="csX1108" fmla="*/ 694072 w 1049003"/>
                <a:gd name="csY1108" fmla="*/ 268455 h 1411454"/>
                <a:gd name="csX1109" fmla="*/ 694072 w 1049003"/>
                <a:gd name="csY1109" fmla="*/ 269207 h 1411454"/>
                <a:gd name="csX1110" fmla="*/ 694824 w 1049003"/>
                <a:gd name="csY1110" fmla="*/ 269207 h 1411454"/>
                <a:gd name="csX1111" fmla="*/ 694824 w 1049003"/>
                <a:gd name="csY1111" fmla="*/ 269959 h 1411454"/>
                <a:gd name="csX1112" fmla="*/ 696327 w 1049003"/>
                <a:gd name="csY1112" fmla="*/ 267703 h 1411454"/>
                <a:gd name="csX1113" fmla="*/ 697832 w 1049003"/>
                <a:gd name="csY1113" fmla="*/ 265447 h 1411454"/>
                <a:gd name="csX1114" fmla="*/ 698584 w 1049003"/>
                <a:gd name="csY1114" fmla="*/ 262439 h 1411454"/>
                <a:gd name="csX1115" fmla="*/ 699336 w 1049003"/>
                <a:gd name="csY1115" fmla="*/ 260183 h 1411454"/>
                <a:gd name="csX1116" fmla="*/ 700087 w 1049003"/>
                <a:gd name="csY1116" fmla="*/ 257927 h 1411454"/>
                <a:gd name="csX1117" fmla="*/ 702344 w 1049003"/>
                <a:gd name="csY1117" fmla="*/ 257175 h 1411454"/>
                <a:gd name="csX1118" fmla="*/ 703095 w 1049003"/>
                <a:gd name="csY1118" fmla="*/ 256423 h 1411454"/>
                <a:gd name="csX1119" fmla="*/ 702344 w 1049003"/>
                <a:gd name="csY1119" fmla="*/ 258679 h 1411454"/>
                <a:gd name="csX1120" fmla="*/ 702344 w 1049003"/>
                <a:gd name="csY1120" fmla="*/ 259431 h 1411454"/>
                <a:gd name="csX1121" fmla="*/ 703847 w 1049003"/>
                <a:gd name="csY1121" fmla="*/ 258679 h 1411454"/>
                <a:gd name="csX1122" fmla="*/ 704599 w 1049003"/>
                <a:gd name="csY1122" fmla="*/ 258679 h 1411454"/>
                <a:gd name="csX1123" fmla="*/ 705351 w 1049003"/>
                <a:gd name="csY1123" fmla="*/ 257175 h 1411454"/>
                <a:gd name="csX1124" fmla="*/ 706104 w 1049003"/>
                <a:gd name="csY1124" fmla="*/ 258679 h 1411454"/>
                <a:gd name="csX1125" fmla="*/ 706104 w 1049003"/>
                <a:gd name="csY1125" fmla="*/ 259431 h 1411454"/>
                <a:gd name="csX1126" fmla="*/ 706104 w 1049003"/>
                <a:gd name="csY1126" fmla="*/ 260183 h 1411454"/>
                <a:gd name="csX1127" fmla="*/ 706104 w 1049003"/>
                <a:gd name="csY1127" fmla="*/ 261687 h 1411454"/>
                <a:gd name="csX1128" fmla="*/ 706855 w 1049003"/>
                <a:gd name="csY1128" fmla="*/ 260183 h 1411454"/>
                <a:gd name="csX1129" fmla="*/ 707607 w 1049003"/>
                <a:gd name="csY1129" fmla="*/ 259431 h 1411454"/>
                <a:gd name="csX1130" fmla="*/ 707607 w 1049003"/>
                <a:gd name="csY1130" fmla="*/ 261687 h 1411454"/>
                <a:gd name="csX1131" fmla="*/ 706855 w 1049003"/>
                <a:gd name="csY1131" fmla="*/ 263191 h 1411454"/>
                <a:gd name="csX1132" fmla="*/ 705351 w 1049003"/>
                <a:gd name="csY1132" fmla="*/ 265447 h 1411454"/>
                <a:gd name="csX1133" fmla="*/ 707607 w 1049003"/>
                <a:gd name="csY1133" fmla="*/ 263943 h 1411454"/>
                <a:gd name="csX1134" fmla="*/ 708359 w 1049003"/>
                <a:gd name="csY1134" fmla="*/ 260935 h 1411454"/>
                <a:gd name="csX1135" fmla="*/ 708359 w 1049003"/>
                <a:gd name="csY1135" fmla="*/ 254919 h 1411454"/>
                <a:gd name="csX1136" fmla="*/ 709111 w 1049003"/>
                <a:gd name="csY1136" fmla="*/ 251911 h 1411454"/>
                <a:gd name="csX1137" fmla="*/ 709863 w 1049003"/>
                <a:gd name="csY1137" fmla="*/ 249655 h 1411454"/>
                <a:gd name="csX1138" fmla="*/ 712871 w 1049003"/>
                <a:gd name="csY1138" fmla="*/ 245895 h 1411454"/>
                <a:gd name="csX1139" fmla="*/ 714375 w 1049003"/>
                <a:gd name="csY1139" fmla="*/ 241384 h 1411454"/>
                <a:gd name="csX1140" fmla="*/ 715879 w 1049003"/>
                <a:gd name="csY1140" fmla="*/ 239128 h 1411454"/>
                <a:gd name="csX1141" fmla="*/ 720391 w 1049003"/>
                <a:gd name="csY1141" fmla="*/ 236872 h 1411454"/>
                <a:gd name="csX1142" fmla="*/ 721143 w 1049003"/>
                <a:gd name="csY1142" fmla="*/ 236120 h 1411454"/>
                <a:gd name="csX1143" fmla="*/ 721895 w 1049003"/>
                <a:gd name="csY1143" fmla="*/ 236120 h 1411454"/>
                <a:gd name="csX1144" fmla="*/ 726406 w 1049003"/>
                <a:gd name="csY1144" fmla="*/ 238376 h 1411454"/>
                <a:gd name="csX1145" fmla="*/ 726406 w 1049003"/>
                <a:gd name="csY1145" fmla="*/ 237624 h 1411454"/>
                <a:gd name="csX1146" fmla="*/ 724151 w 1049003"/>
                <a:gd name="csY1146" fmla="*/ 236120 h 1411454"/>
                <a:gd name="csX1147" fmla="*/ 724151 w 1049003"/>
                <a:gd name="csY1147" fmla="*/ 234616 h 1411454"/>
                <a:gd name="csX1148" fmla="*/ 726406 w 1049003"/>
                <a:gd name="csY1148" fmla="*/ 230104 h 1411454"/>
                <a:gd name="csX1149" fmla="*/ 727910 w 1049003"/>
                <a:gd name="csY1149" fmla="*/ 227848 h 1411454"/>
                <a:gd name="csX1150" fmla="*/ 729415 w 1049003"/>
                <a:gd name="csY1150" fmla="*/ 226344 h 1411454"/>
                <a:gd name="csX1151" fmla="*/ 730166 w 1049003"/>
                <a:gd name="csY1151" fmla="*/ 226344 h 1411454"/>
                <a:gd name="csX1152" fmla="*/ 734678 w 1049003"/>
                <a:gd name="csY1152" fmla="*/ 234616 h 1411454"/>
                <a:gd name="csX1153" fmla="*/ 736182 w 1049003"/>
                <a:gd name="csY1153" fmla="*/ 239128 h 1411454"/>
                <a:gd name="csX1154" fmla="*/ 736934 w 1049003"/>
                <a:gd name="csY1154" fmla="*/ 237624 h 1411454"/>
                <a:gd name="csX1155" fmla="*/ 736934 w 1049003"/>
                <a:gd name="csY1155" fmla="*/ 236120 h 1411454"/>
                <a:gd name="csX1156" fmla="*/ 736182 w 1049003"/>
                <a:gd name="csY1156" fmla="*/ 233864 h 1411454"/>
                <a:gd name="csX1157" fmla="*/ 735430 w 1049003"/>
                <a:gd name="csY1157" fmla="*/ 231608 h 1411454"/>
                <a:gd name="csX1158" fmla="*/ 736182 w 1049003"/>
                <a:gd name="csY1158" fmla="*/ 230104 h 1411454"/>
                <a:gd name="csX1159" fmla="*/ 739942 w 1049003"/>
                <a:gd name="csY1159" fmla="*/ 227848 h 1411454"/>
                <a:gd name="csX1160" fmla="*/ 741446 w 1049003"/>
                <a:gd name="csY1160" fmla="*/ 227848 h 1411454"/>
                <a:gd name="csX1161" fmla="*/ 742198 w 1049003"/>
                <a:gd name="csY1161" fmla="*/ 227848 h 1411454"/>
                <a:gd name="csX1162" fmla="*/ 742950 w 1049003"/>
                <a:gd name="csY1162" fmla="*/ 227096 h 1411454"/>
                <a:gd name="csX1163" fmla="*/ 744454 w 1049003"/>
                <a:gd name="csY1163" fmla="*/ 227096 h 1411454"/>
                <a:gd name="csX1164" fmla="*/ 745206 w 1049003"/>
                <a:gd name="csY1164" fmla="*/ 227096 h 1411454"/>
                <a:gd name="csX1165" fmla="*/ 745958 w 1049003"/>
                <a:gd name="csY1165" fmla="*/ 227096 h 1411454"/>
                <a:gd name="csX1166" fmla="*/ 747462 w 1049003"/>
                <a:gd name="csY1166" fmla="*/ 226344 h 1411454"/>
                <a:gd name="csX1167" fmla="*/ 751222 w 1049003"/>
                <a:gd name="csY1167" fmla="*/ 224088 h 1411454"/>
                <a:gd name="csX1168" fmla="*/ 753478 w 1049003"/>
                <a:gd name="csY1168" fmla="*/ 223336 h 1411454"/>
                <a:gd name="csX1169" fmla="*/ 755734 w 1049003"/>
                <a:gd name="csY1169" fmla="*/ 222584 h 1411454"/>
                <a:gd name="csX1170" fmla="*/ 756485 w 1049003"/>
                <a:gd name="csY1170" fmla="*/ 223336 h 1411454"/>
                <a:gd name="csX1171" fmla="*/ 757989 w 1049003"/>
                <a:gd name="csY1171" fmla="*/ 221832 h 1411454"/>
                <a:gd name="csX1172" fmla="*/ 757238 w 1049003"/>
                <a:gd name="csY1172" fmla="*/ 217320 h 1411454"/>
                <a:gd name="csX1173" fmla="*/ 759493 w 1049003"/>
                <a:gd name="csY1173" fmla="*/ 215817 h 1411454"/>
                <a:gd name="csX1174" fmla="*/ 761749 w 1049003"/>
                <a:gd name="csY1174" fmla="*/ 217320 h 1411454"/>
                <a:gd name="csX1175" fmla="*/ 762502 w 1049003"/>
                <a:gd name="csY1175" fmla="*/ 221080 h 1411454"/>
                <a:gd name="csX1176" fmla="*/ 762502 w 1049003"/>
                <a:gd name="csY1176" fmla="*/ 224840 h 1411454"/>
                <a:gd name="csX1177" fmla="*/ 760245 w 1049003"/>
                <a:gd name="csY1177" fmla="*/ 227096 h 1411454"/>
                <a:gd name="csX1178" fmla="*/ 760245 w 1049003"/>
                <a:gd name="csY1178" fmla="*/ 227848 h 1411454"/>
                <a:gd name="csX1179" fmla="*/ 761749 w 1049003"/>
                <a:gd name="csY1179" fmla="*/ 227848 h 1411454"/>
                <a:gd name="csX1180" fmla="*/ 761749 w 1049003"/>
                <a:gd name="csY1180" fmla="*/ 227096 h 1411454"/>
                <a:gd name="csX1181" fmla="*/ 762502 w 1049003"/>
                <a:gd name="csY1181" fmla="*/ 227096 h 1411454"/>
                <a:gd name="csX1182" fmla="*/ 762502 w 1049003"/>
                <a:gd name="csY1182" fmla="*/ 227848 h 1411454"/>
                <a:gd name="csX1183" fmla="*/ 763253 w 1049003"/>
                <a:gd name="csY1183" fmla="*/ 227848 h 1411454"/>
                <a:gd name="csX1184" fmla="*/ 763253 w 1049003"/>
                <a:gd name="csY1184" fmla="*/ 227096 h 1411454"/>
                <a:gd name="csX1185" fmla="*/ 764005 w 1049003"/>
                <a:gd name="csY1185" fmla="*/ 226344 h 1411454"/>
                <a:gd name="csX1186" fmla="*/ 764757 w 1049003"/>
                <a:gd name="csY1186" fmla="*/ 224840 h 1411454"/>
                <a:gd name="csX1187" fmla="*/ 765509 w 1049003"/>
                <a:gd name="csY1187" fmla="*/ 225592 h 1411454"/>
                <a:gd name="csX1188" fmla="*/ 767013 w 1049003"/>
                <a:gd name="csY1188" fmla="*/ 225592 h 1411454"/>
                <a:gd name="csX1189" fmla="*/ 770021 w 1049003"/>
                <a:gd name="csY1189" fmla="*/ 226344 h 1411454"/>
                <a:gd name="csX1190" fmla="*/ 766261 w 1049003"/>
                <a:gd name="csY1190" fmla="*/ 223336 h 1411454"/>
                <a:gd name="csX1191" fmla="*/ 766261 w 1049003"/>
                <a:gd name="csY1191" fmla="*/ 219576 h 1411454"/>
                <a:gd name="csX1192" fmla="*/ 768517 w 1049003"/>
                <a:gd name="csY1192" fmla="*/ 216568 h 1411454"/>
                <a:gd name="csX1193" fmla="*/ 771525 w 1049003"/>
                <a:gd name="csY1193" fmla="*/ 215817 h 1411454"/>
                <a:gd name="csX1194" fmla="*/ 770773 w 1049003"/>
                <a:gd name="csY1194" fmla="*/ 216568 h 1411454"/>
                <a:gd name="csX1195" fmla="*/ 770021 w 1049003"/>
                <a:gd name="csY1195" fmla="*/ 218072 h 1411454"/>
                <a:gd name="csX1196" fmla="*/ 768517 w 1049003"/>
                <a:gd name="csY1196" fmla="*/ 221080 h 1411454"/>
                <a:gd name="csX1197" fmla="*/ 770773 w 1049003"/>
                <a:gd name="csY1197" fmla="*/ 219576 h 1411454"/>
                <a:gd name="csX1198" fmla="*/ 773029 w 1049003"/>
                <a:gd name="csY1198" fmla="*/ 218824 h 1411454"/>
                <a:gd name="csX1199" fmla="*/ 775285 w 1049003"/>
                <a:gd name="csY1199" fmla="*/ 219576 h 1411454"/>
                <a:gd name="csX1200" fmla="*/ 776037 w 1049003"/>
                <a:gd name="csY1200" fmla="*/ 222584 h 1411454"/>
                <a:gd name="csX1201" fmla="*/ 779045 w 1049003"/>
                <a:gd name="csY1201" fmla="*/ 221832 h 1411454"/>
                <a:gd name="csX1202" fmla="*/ 785061 w 1049003"/>
                <a:gd name="csY1202" fmla="*/ 224088 h 1411454"/>
                <a:gd name="csX1203" fmla="*/ 787317 w 1049003"/>
                <a:gd name="csY1203" fmla="*/ 222584 h 1411454"/>
                <a:gd name="csX1204" fmla="*/ 786564 w 1049003"/>
                <a:gd name="csY1204" fmla="*/ 221832 h 1411454"/>
                <a:gd name="csX1205" fmla="*/ 784309 w 1049003"/>
                <a:gd name="csY1205" fmla="*/ 221832 h 1411454"/>
                <a:gd name="csX1206" fmla="*/ 784309 w 1049003"/>
                <a:gd name="csY1206" fmla="*/ 220328 h 1411454"/>
                <a:gd name="csX1207" fmla="*/ 785061 w 1049003"/>
                <a:gd name="csY1207" fmla="*/ 218072 h 1411454"/>
                <a:gd name="csX1208" fmla="*/ 786564 w 1049003"/>
                <a:gd name="csY1208" fmla="*/ 216568 h 1411454"/>
                <a:gd name="csX1209" fmla="*/ 786564 w 1049003"/>
                <a:gd name="csY1209" fmla="*/ 219576 h 1411454"/>
                <a:gd name="csX1210" fmla="*/ 788068 w 1049003"/>
                <a:gd name="csY1210" fmla="*/ 218072 h 1411454"/>
                <a:gd name="csX1211" fmla="*/ 788068 w 1049003"/>
                <a:gd name="csY1211" fmla="*/ 215817 h 1411454"/>
                <a:gd name="csX1212" fmla="*/ 787317 w 1049003"/>
                <a:gd name="csY1212" fmla="*/ 214313 h 1411454"/>
                <a:gd name="csX1213" fmla="*/ 785061 w 1049003"/>
                <a:gd name="csY1213" fmla="*/ 212809 h 1411454"/>
                <a:gd name="csX1214" fmla="*/ 788068 w 1049003"/>
                <a:gd name="csY1214" fmla="*/ 209049 h 1411454"/>
                <a:gd name="csX1215" fmla="*/ 790324 w 1049003"/>
                <a:gd name="csY1215" fmla="*/ 210553 h 1411454"/>
                <a:gd name="csX1216" fmla="*/ 791076 w 1049003"/>
                <a:gd name="csY1216" fmla="*/ 213561 h 1411454"/>
                <a:gd name="csX1217" fmla="*/ 790324 w 1049003"/>
                <a:gd name="csY1217" fmla="*/ 218072 h 1411454"/>
                <a:gd name="csX1218" fmla="*/ 792580 w 1049003"/>
                <a:gd name="csY1218" fmla="*/ 218072 h 1411454"/>
                <a:gd name="csX1219" fmla="*/ 794084 w 1049003"/>
                <a:gd name="csY1219" fmla="*/ 222584 h 1411454"/>
                <a:gd name="csX1220" fmla="*/ 795588 w 1049003"/>
                <a:gd name="csY1220" fmla="*/ 224088 h 1411454"/>
                <a:gd name="csX1221" fmla="*/ 794836 w 1049003"/>
                <a:gd name="csY1221" fmla="*/ 226344 h 1411454"/>
                <a:gd name="csX1222" fmla="*/ 796340 w 1049003"/>
                <a:gd name="csY1222" fmla="*/ 225592 h 1411454"/>
                <a:gd name="csX1223" fmla="*/ 797092 w 1049003"/>
                <a:gd name="csY1223" fmla="*/ 224840 h 1411454"/>
                <a:gd name="csX1224" fmla="*/ 797844 w 1049003"/>
                <a:gd name="csY1224" fmla="*/ 223336 h 1411454"/>
                <a:gd name="csX1225" fmla="*/ 798596 w 1049003"/>
                <a:gd name="csY1225" fmla="*/ 221832 h 1411454"/>
                <a:gd name="csX1226" fmla="*/ 800100 w 1049003"/>
                <a:gd name="csY1226" fmla="*/ 224088 h 1411454"/>
                <a:gd name="csX1227" fmla="*/ 800852 w 1049003"/>
                <a:gd name="csY1227" fmla="*/ 227096 h 1411454"/>
                <a:gd name="csX1228" fmla="*/ 802356 w 1049003"/>
                <a:gd name="csY1228" fmla="*/ 225592 h 1411454"/>
                <a:gd name="csX1229" fmla="*/ 802356 w 1049003"/>
                <a:gd name="csY1229" fmla="*/ 224088 h 1411454"/>
                <a:gd name="csX1230" fmla="*/ 801604 w 1049003"/>
                <a:gd name="csY1230" fmla="*/ 221080 h 1411454"/>
                <a:gd name="csX1231" fmla="*/ 799348 w 1049003"/>
                <a:gd name="csY1231" fmla="*/ 216568 h 1411454"/>
                <a:gd name="csX1232" fmla="*/ 800852 w 1049003"/>
                <a:gd name="csY1232" fmla="*/ 216568 h 1411454"/>
                <a:gd name="csX1233" fmla="*/ 806116 w 1049003"/>
                <a:gd name="csY1233" fmla="*/ 218072 h 1411454"/>
                <a:gd name="csX1234" fmla="*/ 806116 w 1049003"/>
                <a:gd name="csY1234" fmla="*/ 216568 h 1411454"/>
                <a:gd name="csX1235" fmla="*/ 803860 w 1049003"/>
                <a:gd name="csY1235" fmla="*/ 216568 h 1411454"/>
                <a:gd name="csX1236" fmla="*/ 801604 w 1049003"/>
                <a:gd name="csY1236" fmla="*/ 215065 h 1411454"/>
                <a:gd name="csX1237" fmla="*/ 800852 w 1049003"/>
                <a:gd name="csY1237" fmla="*/ 212809 h 1411454"/>
                <a:gd name="csX1238" fmla="*/ 800100 w 1049003"/>
                <a:gd name="csY1238" fmla="*/ 210553 h 1411454"/>
                <a:gd name="csX1239" fmla="*/ 800852 w 1049003"/>
                <a:gd name="csY1239" fmla="*/ 210553 h 1411454"/>
                <a:gd name="csX1240" fmla="*/ 801604 w 1049003"/>
                <a:gd name="csY1240" fmla="*/ 212057 h 1411454"/>
                <a:gd name="csX1241" fmla="*/ 803108 w 1049003"/>
                <a:gd name="csY1241" fmla="*/ 212809 h 1411454"/>
                <a:gd name="csX1242" fmla="*/ 804612 w 1049003"/>
                <a:gd name="csY1242" fmla="*/ 212809 h 1411454"/>
                <a:gd name="csX1243" fmla="*/ 806868 w 1049003"/>
                <a:gd name="csY1243" fmla="*/ 212809 h 1411454"/>
                <a:gd name="csX1244" fmla="*/ 804612 w 1049003"/>
                <a:gd name="csY1244" fmla="*/ 210553 h 1411454"/>
                <a:gd name="csX1245" fmla="*/ 797844 w 1049003"/>
                <a:gd name="csY1245" fmla="*/ 206793 h 1411454"/>
                <a:gd name="csX1246" fmla="*/ 795588 w 1049003"/>
                <a:gd name="csY1246" fmla="*/ 203033 h 1411454"/>
                <a:gd name="csX1247" fmla="*/ 796340 w 1049003"/>
                <a:gd name="csY1247" fmla="*/ 200777 h 1411454"/>
                <a:gd name="csX1248" fmla="*/ 797844 w 1049003"/>
                <a:gd name="csY1248" fmla="*/ 198521 h 1411454"/>
                <a:gd name="csX1249" fmla="*/ 798596 w 1049003"/>
                <a:gd name="csY1249" fmla="*/ 197017 h 1411454"/>
                <a:gd name="csX1250" fmla="*/ 798596 w 1049003"/>
                <a:gd name="csY1250" fmla="*/ 195513 h 1411454"/>
                <a:gd name="csX1251" fmla="*/ 800852 w 1049003"/>
                <a:gd name="csY1251" fmla="*/ 194761 h 1411454"/>
                <a:gd name="csX1252" fmla="*/ 802356 w 1049003"/>
                <a:gd name="csY1252" fmla="*/ 194761 h 1411454"/>
                <a:gd name="csX1253" fmla="*/ 804612 w 1049003"/>
                <a:gd name="csY1253" fmla="*/ 194761 h 1411454"/>
                <a:gd name="csX1254" fmla="*/ 807620 w 1049003"/>
                <a:gd name="csY1254" fmla="*/ 194009 h 1411454"/>
                <a:gd name="csX1255" fmla="*/ 811380 w 1049003"/>
                <a:gd name="csY1255" fmla="*/ 194761 h 1411454"/>
                <a:gd name="csX1256" fmla="*/ 814387 w 1049003"/>
                <a:gd name="csY1256" fmla="*/ 195513 h 1411454"/>
                <a:gd name="csX1257" fmla="*/ 818147 w 1049003"/>
                <a:gd name="csY1257" fmla="*/ 195513 h 1411454"/>
                <a:gd name="csX1258" fmla="*/ 821907 w 1049003"/>
                <a:gd name="csY1258" fmla="*/ 195513 h 1411454"/>
                <a:gd name="csX1259" fmla="*/ 831683 w 1049003"/>
                <a:gd name="csY1259" fmla="*/ 199273 h 1411454"/>
                <a:gd name="csX1260" fmla="*/ 839202 w 1049003"/>
                <a:gd name="csY1260" fmla="*/ 200777 h 1411454"/>
                <a:gd name="csX1261" fmla="*/ 851234 w 1049003"/>
                <a:gd name="csY1261" fmla="*/ 206793 h 1411454"/>
                <a:gd name="csX1262" fmla="*/ 867026 w 1049003"/>
                <a:gd name="csY1262" fmla="*/ 212809 h 1411454"/>
                <a:gd name="csX1263" fmla="*/ 878305 w 1049003"/>
                <a:gd name="csY1263" fmla="*/ 216568 h 1411454"/>
                <a:gd name="csX1264" fmla="*/ 882065 w 1049003"/>
                <a:gd name="csY1264" fmla="*/ 218072 h 1411454"/>
                <a:gd name="csX1265" fmla="*/ 887329 w 1049003"/>
                <a:gd name="csY1265" fmla="*/ 220328 h 1411454"/>
                <a:gd name="csX1266" fmla="*/ 891089 w 1049003"/>
                <a:gd name="csY1266" fmla="*/ 222584 h 1411454"/>
                <a:gd name="csX1267" fmla="*/ 896353 w 1049003"/>
                <a:gd name="csY1267" fmla="*/ 225592 h 1411454"/>
                <a:gd name="csX1268" fmla="*/ 897105 w 1049003"/>
                <a:gd name="csY1268" fmla="*/ 226344 h 1411454"/>
                <a:gd name="csX1269" fmla="*/ 897857 w 1049003"/>
                <a:gd name="csY1269" fmla="*/ 226344 h 1411454"/>
                <a:gd name="csX1270" fmla="*/ 903873 w 1049003"/>
                <a:gd name="csY1270" fmla="*/ 227848 h 1411454"/>
                <a:gd name="csX1271" fmla="*/ 904624 w 1049003"/>
                <a:gd name="csY1271" fmla="*/ 228600 h 1411454"/>
                <a:gd name="csX1272" fmla="*/ 913648 w 1049003"/>
                <a:gd name="csY1272" fmla="*/ 227848 h 1411454"/>
                <a:gd name="csX1273" fmla="*/ 915152 w 1049003"/>
                <a:gd name="csY1273" fmla="*/ 228600 h 1411454"/>
                <a:gd name="csX1274" fmla="*/ 915904 w 1049003"/>
                <a:gd name="csY1274" fmla="*/ 229352 h 1411454"/>
                <a:gd name="csX1275" fmla="*/ 916656 w 1049003"/>
                <a:gd name="csY1275" fmla="*/ 230856 h 1411454"/>
                <a:gd name="csX1276" fmla="*/ 917408 w 1049003"/>
                <a:gd name="csY1276" fmla="*/ 230856 h 1411454"/>
                <a:gd name="csX1277" fmla="*/ 918912 w 1049003"/>
                <a:gd name="csY1277" fmla="*/ 232360 h 1411454"/>
                <a:gd name="csX1278" fmla="*/ 925679 w 1049003"/>
                <a:gd name="csY1278" fmla="*/ 240632 h 1411454"/>
                <a:gd name="csX1279" fmla="*/ 933199 w 1049003"/>
                <a:gd name="csY1279" fmla="*/ 245143 h 1411454"/>
                <a:gd name="csX1280" fmla="*/ 935455 w 1049003"/>
                <a:gd name="csY1280" fmla="*/ 245895 h 1411454"/>
                <a:gd name="csX1281" fmla="*/ 936959 w 1049003"/>
                <a:gd name="csY1281" fmla="*/ 245895 h 1411454"/>
                <a:gd name="csX1282" fmla="*/ 939215 w 1049003"/>
                <a:gd name="csY1282" fmla="*/ 246647 h 1411454"/>
                <a:gd name="csX1283" fmla="*/ 940719 w 1049003"/>
                <a:gd name="csY1283" fmla="*/ 246647 h 1411454"/>
                <a:gd name="csX1284" fmla="*/ 942975 w 1049003"/>
                <a:gd name="csY1284" fmla="*/ 246647 h 1411454"/>
                <a:gd name="csX1285" fmla="*/ 947487 w 1049003"/>
                <a:gd name="csY1285" fmla="*/ 244391 h 1411454"/>
                <a:gd name="csX1286" fmla="*/ 947487 w 1049003"/>
                <a:gd name="csY1286" fmla="*/ 247399 h 1411454"/>
                <a:gd name="csX1287" fmla="*/ 946735 w 1049003"/>
                <a:gd name="csY1287" fmla="*/ 249655 h 1411454"/>
                <a:gd name="csX1288" fmla="*/ 945231 w 1049003"/>
                <a:gd name="csY1288" fmla="*/ 249655 h 1411454"/>
                <a:gd name="csX1289" fmla="*/ 942975 w 1049003"/>
                <a:gd name="csY1289" fmla="*/ 248903 h 1411454"/>
                <a:gd name="csX1290" fmla="*/ 943727 w 1049003"/>
                <a:gd name="csY1290" fmla="*/ 252663 h 1411454"/>
                <a:gd name="csX1291" fmla="*/ 945983 w 1049003"/>
                <a:gd name="csY1291" fmla="*/ 254167 h 1411454"/>
                <a:gd name="csX1292" fmla="*/ 948991 w 1049003"/>
                <a:gd name="csY1292" fmla="*/ 254919 h 1411454"/>
                <a:gd name="csX1293" fmla="*/ 951999 w 1049003"/>
                <a:gd name="csY1293" fmla="*/ 257175 h 1411454"/>
                <a:gd name="csX1294" fmla="*/ 953503 w 1049003"/>
                <a:gd name="csY1294" fmla="*/ 256423 h 1411454"/>
                <a:gd name="csX1295" fmla="*/ 956511 w 1049003"/>
                <a:gd name="csY1295" fmla="*/ 254919 h 1411454"/>
                <a:gd name="csX1296" fmla="*/ 957262 w 1049003"/>
                <a:gd name="csY1296" fmla="*/ 254167 h 1411454"/>
                <a:gd name="csX1297" fmla="*/ 958766 w 1049003"/>
                <a:gd name="csY1297" fmla="*/ 254919 h 1411454"/>
                <a:gd name="csX1298" fmla="*/ 959518 w 1049003"/>
                <a:gd name="csY1298" fmla="*/ 257175 h 1411454"/>
                <a:gd name="csX1299" fmla="*/ 963278 w 1049003"/>
                <a:gd name="csY1299" fmla="*/ 257927 h 1411454"/>
                <a:gd name="csX1300" fmla="*/ 980574 w 1049003"/>
                <a:gd name="csY1300" fmla="*/ 258679 h 1411454"/>
                <a:gd name="csX1301" fmla="*/ 982077 w 1049003"/>
                <a:gd name="csY1301" fmla="*/ 259431 h 1411454"/>
                <a:gd name="csX1302" fmla="*/ 982830 w 1049003"/>
                <a:gd name="csY1302" fmla="*/ 261687 h 1411454"/>
                <a:gd name="csX1303" fmla="*/ 981326 w 1049003"/>
                <a:gd name="csY1303" fmla="*/ 264695 h 1411454"/>
                <a:gd name="csX1304" fmla="*/ 980574 w 1049003"/>
                <a:gd name="csY1304" fmla="*/ 266951 h 1411454"/>
                <a:gd name="csX1305" fmla="*/ 985086 w 1049003"/>
                <a:gd name="csY1305" fmla="*/ 265447 h 1411454"/>
                <a:gd name="csX1306" fmla="*/ 985086 w 1049003"/>
                <a:gd name="csY1306" fmla="*/ 266199 h 1411454"/>
                <a:gd name="csX1307" fmla="*/ 984334 w 1049003"/>
                <a:gd name="csY1307" fmla="*/ 269959 h 1411454"/>
                <a:gd name="csX1308" fmla="*/ 985837 w 1049003"/>
                <a:gd name="csY1308" fmla="*/ 269959 h 1411454"/>
                <a:gd name="csX1309" fmla="*/ 985837 w 1049003"/>
                <a:gd name="csY1309" fmla="*/ 267703 h 1411454"/>
                <a:gd name="csX1310" fmla="*/ 987341 w 1049003"/>
                <a:gd name="csY1310" fmla="*/ 266199 h 1411454"/>
                <a:gd name="csX1311" fmla="*/ 988845 w 1049003"/>
                <a:gd name="csY1311" fmla="*/ 265447 h 1411454"/>
                <a:gd name="csX1312" fmla="*/ 989597 w 1049003"/>
                <a:gd name="csY1312" fmla="*/ 264695 h 1411454"/>
                <a:gd name="csX1313" fmla="*/ 991854 w 1049003"/>
                <a:gd name="csY1313" fmla="*/ 266199 h 1411454"/>
                <a:gd name="csX1314" fmla="*/ 994109 w 1049003"/>
                <a:gd name="csY1314" fmla="*/ 266199 h 1411454"/>
                <a:gd name="csX1315" fmla="*/ 997117 w 1049003"/>
                <a:gd name="csY1315" fmla="*/ 266199 h 1411454"/>
                <a:gd name="csX1316" fmla="*/ 998621 w 1049003"/>
                <a:gd name="csY1316" fmla="*/ 264695 h 1411454"/>
                <a:gd name="csX1317" fmla="*/ 1008397 w 1049003"/>
                <a:gd name="csY1317" fmla="*/ 264695 h 1411454"/>
                <a:gd name="csX1318" fmla="*/ 1008397 w 1049003"/>
                <a:gd name="csY1318" fmla="*/ 265447 h 1411454"/>
                <a:gd name="csX1319" fmla="*/ 1007645 w 1049003"/>
                <a:gd name="csY1319" fmla="*/ 265447 h 1411454"/>
                <a:gd name="csX1320" fmla="*/ 1008397 w 1049003"/>
                <a:gd name="csY1320" fmla="*/ 267703 h 1411454"/>
                <a:gd name="csX1321" fmla="*/ 1008397 w 1049003"/>
                <a:gd name="csY1321" fmla="*/ 268455 h 1411454"/>
                <a:gd name="csX1322" fmla="*/ 1010653 w 1049003"/>
                <a:gd name="csY1322" fmla="*/ 267703 h 1411454"/>
                <a:gd name="csX1323" fmla="*/ 1013660 w 1049003"/>
                <a:gd name="csY1323" fmla="*/ 267703 h 1411454"/>
                <a:gd name="csX1324" fmla="*/ 1016669 w 1049003"/>
                <a:gd name="csY1324" fmla="*/ 268455 h 1411454"/>
                <a:gd name="csX1325" fmla="*/ 1017420 w 1049003"/>
                <a:gd name="csY1325" fmla="*/ 268455 h 1411454"/>
                <a:gd name="csX1326" fmla="*/ 1018173 w 1049003"/>
                <a:gd name="csY1326" fmla="*/ 266199 h 1411454"/>
                <a:gd name="csX1327" fmla="*/ 1020428 w 1049003"/>
                <a:gd name="csY1327" fmla="*/ 266199 h 1411454"/>
                <a:gd name="csX1328" fmla="*/ 1025692 w 1049003"/>
                <a:gd name="csY1328" fmla="*/ 269959 h 1411454"/>
                <a:gd name="csX1329" fmla="*/ 1027948 w 1049003"/>
                <a:gd name="csY1329" fmla="*/ 270711 h 1411454"/>
                <a:gd name="csX1330" fmla="*/ 1029452 w 1049003"/>
                <a:gd name="csY1330" fmla="*/ 269959 h 1411454"/>
                <a:gd name="csX1331" fmla="*/ 1030204 w 1049003"/>
                <a:gd name="csY1331" fmla="*/ 268455 h 1411454"/>
                <a:gd name="csX1332" fmla="*/ 1030204 w 1049003"/>
                <a:gd name="csY1332" fmla="*/ 262439 h 1411454"/>
                <a:gd name="csX1333" fmla="*/ 1030204 w 1049003"/>
                <a:gd name="csY1333" fmla="*/ 260183 h 1411454"/>
                <a:gd name="csX1334" fmla="*/ 1027948 w 1049003"/>
                <a:gd name="csY1334" fmla="*/ 261687 h 1411454"/>
                <a:gd name="csX1335" fmla="*/ 1027196 w 1049003"/>
                <a:gd name="csY1335" fmla="*/ 261687 h 1411454"/>
                <a:gd name="csX1336" fmla="*/ 1025692 w 1049003"/>
                <a:gd name="csY1336" fmla="*/ 259431 h 1411454"/>
                <a:gd name="csX1337" fmla="*/ 1020428 w 1049003"/>
                <a:gd name="csY1337" fmla="*/ 257175 h 1411454"/>
                <a:gd name="csX1338" fmla="*/ 1018924 w 1049003"/>
                <a:gd name="csY1338" fmla="*/ 255671 h 1411454"/>
                <a:gd name="csX1339" fmla="*/ 1019676 w 1049003"/>
                <a:gd name="csY1339" fmla="*/ 253415 h 1411454"/>
                <a:gd name="csX1340" fmla="*/ 1021932 w 1049003"/>
                <a:gd name="csY1340" fmla="*/ 252663 h 1411454"/>
                <a:gd name="csX1341" fmla="*/ 1036220 w 1049003"/>
                <a:gd name="csY1341" fmla="*/ 253415 h 1411454"/>
                <a:gd name="csX1342" fmla="*/ 1045243 w 1049003"/>
                <a:gd name="csY1342" fmla="*/ 254167 h 1411454"/>
                <a:gd name="csX1343" fmla="*/ 1048252 w 1049003"/>
                <a:gd name="csY1343" fmla="*/ 254167 h 1411454"/>
                <a:gd name="csX1344" fmla="*/ 1044492 w 1049003"/>
                <a:gd name="csY1344" fmla="*/ 259431 h 1411454"/>
                <a:gd name="csX1345" fmla="*/ 1043739 w 1049003"/>
                <a:gd name="csY1345" fmla="*/ 261687 h 1411454"/>
                <a:gd name="csX1346" fmla="*/ 1042988 w 1049003"/>
                <a:gd name="csY1346" fmla="*/ 270711 h 1411454"/>
                <a:gd name="csX1347" fmla="*/ 1042235 w 1049003"/>
                <a:gd name="csY1347" fmla="*/ 270711 h 1411454"/>
                <a:gd name="csX1348" fmla="*/ 1040732 w 1049003"/>
                <a:gd name="csY1348" fmla="*/ 269959 h 1411454"/>
                <a:gd name="csX1349" fmla="*/ 1040732 w 1049003"/>
                <a:gd name="csY1349" fmla="*/ 272966 h 1411454"/>
                <a:gd name="csX1350" fmla="*/ 1042235 w 1049003"/>
                <a:gd name="csY1350" fmla="*/ 277478 h 1411454"/>
                <a:gd name="csX1351" fmla="*/ 1042988 w 1049003"/>
                <a:gd name="csY1351" fmla="*/ 279734 h 1411454"/>
                <a:gd name="csX1352" fmla="*/ 1043739 w 1049003"/>
                <a:gd name="csY1352" fmla="*/ 281238 h 1411454"/>
                <a:gd name="csX1353" fmla="*/ 1047499 w 1049003"/>
                <a:gd name="csY1353" fmla="*/ 283494 h 1411454"/>
                <a:gd name="csX1354" fmla="*/ 1049003 w 1049003"/>
                <a:gd name="csY1354" fmla="*/ 284998 h 1411454"/>
                <a:gd name="csX1355" fmla="*/ 1049003 w 1049003"/>
                <a:gd name="csY1355" fmla="*/ 288006 h 1411454"/>
                <a:gd name="csX1356" fmla="*/ 1048252 w 1049003"/>
                <a:gd name="csY1356" fmla="*/ 290262 h 1411454"/>
                <a:gd name="csX1357" fmla="*/ 1046748 w 1049003"/>
                <a:gd name="csY1357" fmla="*/ 292518 h 1411454"/>
                <a:gd name="csX1358" fmla="*/ 1045995 w 1049003"/>
                <a:gd name="csY1358" fmla="*/ 294774 h 1411454"/>
                <a:gd name="csX1359" fmla="*/ 1045243 w 1049003"/>
                <a:gd name="csY1359" fmla="*/ 298534 h 1411454"/>
                <a:gd name="csX1360" fmla="*/ 1044492 w 1049003"/>
                <a:gd name="csY1360" fmla="*/ 300038 h 1411454"/>
                <a:gd name="csX1361" fmla="*/ 1041484 w 1049003"/>
                <a:gd name="csY1361" fmla="*/ 303045 h 1411454"/>
                <a:gd name="csX1362" fmla="*/ 1039228 w 1049003"/>
                <a:gd name="csY1362" fmla="*/ 306805 h 1411454"/>
                <a:gd name="csX1363" fmla="*/ 1036972 w 1049003"/>
                <a:gd name="csY1363" fmla="*/ 309061 h 1411454"/>
                <a:gd name="csX1364" fmla="*/ 1032460 w 1049003"/>
                <a:gd name="csY1364" fmla="*/ 311317 h 1411454"/>
                <a:gd name="csX1365" fmla="*/ 1030956 w 1049003"/>
                <a:gd name="csY1365" fmla="*/ 313573 h 1411454"/>
                <a:gd name="csX1366" fmla="*/ 1028700 w 1049003"/>
                <a:gd name="csY1366" fmla="*/ 320341 h 1411454"/>
                <a:gd name="csX1367" fmla="*/ 1028700 w 1049003"/>
                <a:gd name="csY1367" fmla="*/ 321845 h 1411454"/>
                <a:gd name="csX1368" fmla="*/ 1027948 w 1049003"/>
                <a:gd name="csY1368" fmla="*/ 322597 h 1411454"/>
                <a:gd name="csX1369" fmla="*/ 1025692 w 1049003"/>
                <a:gd name="csY1369" fmla="*/ 322597 h 1411454"/>
                <a:gd name="csX1370" fmla="*/ 1024940 w 1049003"/>
                <a:gd name="csY1370" fmla="*/ 323349 h 1411454"/>
                <a:gd name="csX1371" fmla="*/ 1023436 w 1049003"/>
                <a:gd name="csY1371" fmla="*/ 324101 h 1411454"/>
                <a:gd name="csX1372" fmla="*/ 1023436 w 1049003"/>
                <a:gd name="csY1372" fmla="*/ 325605 h 1411454"/>
                <a:gd name="csX1373" fmla="*/ 1022684 w 1049003"/>
                <a:gd name="csY1373" fmla="*/ 326357 h 1411454"/>
                <a:gd name="csX1374" fmla="*/ 1021932 w 1049003"/>
                <a:gd name="csY1374" fmla="*/ 328613 h 1411454"/>
                <a:gd name="csX1375" fmla="*/ 1020428 w 1049003"/>
                <a:gd name="csY1375" fmla="*/ 330117 h 1411454"/>
                <a:gd name="csX1376" fmla="*/ 1004637 w 1049003"/>
                <a:gd name="csY1376" fmla="*/ 334628 h 1411454"/>
                <a:gd name="csX1377" fmla="*/ 1003133 w 1049003"/>
                <a:gd name="csY1377" fmla="*/ 335380 h 1411454"/>
                <a:gd name="csX1378" fmla="*/ 1003885 w 1049003"/>
                <a:gd name="csY1378" fmla="*/ 336884 h 1411454"/>
                <a:gd name="csX1379" fmla="*/ 1006141 w 1049003"/>
                <a:gd name="csY1379" fmla="*/ 338388 h 1411454"/>
                <a:gd name="csX1380" fmla="*/ 1006141 w 1049003"/>
                <a:gd name="csY1380" fmla="*/ 339140 h 1411454"/>
                <a:gd name="csX1381" fmla="*/ 1006141 w 1049003"/>
                <a:gd name="csY1381" fmla="*/ 340644 h 1411454"/>
                <a:gd name="csX1382" fmla="*/ 994109 w 1049003"/>
                <a:gd name="csY1382" fmla="*/ 355684 h 1411454"/>
                <a:gd name="csX1383" fmla="*/ 988094 w 1049003"/>
                <a:gd name="csY1383" fmla="*/ 360947 h 1411454"/>
                <a:gd name="csX1384" fmla="*/ 983582 w 1049003"/>
                <a:gd name="csY1384" fmla="*/ 360947 h 1411454"/>
                <a:gd name="csX1385" fmla="*/ 981326 w 1049003"/>
                <a:gd name="csY1385" fmla="*/ 362451 h 1411454"/>
                <a:gd name="csX1386" fmla="*/ 979070 w 1049003"/>
                <a:gd name="csY1386" fmla="*/ 362451 h 1411454"/>
                <a:gd name="csX1387" fmla="*/ 971550 w 1049003"/>
                <a:gd name="csY1387" fmla="*/ 362451 h 1411454"/>
                <a:gd name="csX1388" fmla="*/ 967790 w 1049003"/>
                <a:gd name="csY1388" fmla="*/ 363203 h 1411454"/>
                <a:gd name="csX1389" fmla="*/ 967038 w 1049003"/>
                <a:gd name="csY1389" fmla="*/ 363203 h 1411454"/>
                <a:gd name="csX1390" fmla="*/ 965534 w 1049003"/>
                <a:gd name="csY1390" fmla="*/ 363203 h 1411454"/>
                <a:gd name="csX1391" fmla="*/ 964782 w 1049003"/>
                <a:gd name="csY1391" fmla="*/ 363203 h 1411454"/>
                <a:gd name="csX1392" fmla="*/ 964030 w 1049003"/>
                <a:gd name="csY1392" fmla="*/ 363955 h 1411454"/>
                <a:gd name="csX1393" fmla="*/ 962526 w 1049003"/>
                <a:gd name="csY1393" fmla="*/ 365459 h 1411454"/>
                <a:gd name="csX1394" fmla="*/ 961022 w 1049003"/>
                <a:gd name="csY1394" fmla="*/ 365459 h 1411454"/>
                <a:gd name="csX1395" fmla="*/ 958015 w 1049003"/>
                <a:gd name="csY1395" fmla="*/ 365459 h 1411454"/>
                <a:gd name="csX1396" fmla="*/ 956511 w 1049003"/>
                <a:gd name="csY1396" fmla="*/ 365459 h 1411454"/>
                <a:gd name="csX1397" fmla="*/ 955007 w 1049003"/>
                <a:gd name="csY1397" fmla="*/ 366211 h 1411454"/>
                <a:gd name="csX1398" fmla="*/ 953503 w 1049003"/>
                <a:gd name="csY1398" fmla="*/ 366963 h 1411454"/>
                <a:gd name="csX1399" fmla="*/ 951999 w 1049003"/>
                <a:gd name="csY1399" fmla="*/ 367715 h 1411454"/>
                <a:gd name="csX1400" fmla="*/ 950495 w 1049003"/>
                <a:gd name="csY1400" fmla="*/ 367715 h 1411454"/>
                <a:gd name="csX1401" fmla="*/ 948991 w 1049003"/>
                <a:gd name="csY1401" fmla="*/ 366211 h 1411454"/>
                <a:gd name="csX1402" fmla="*/ 948239 w 1049003"/>
                <a:gd name="csY1402" fmla="*/ 364707 h 1411454"/>
                <a:gd name="csX1403" fmla="*/ 946735 w 1049003"/>
                <a:gd name="csY1403" fmla="*/ 363203 h 1411454"/>
                <a:gd name="csX1404" fmla="*/ 945231 w 1049003"/>
                <a:gd name="csY1404" fmla="*/ 363203 h 1411454"/>
                <a:gd name="csX1405" fmla="*/ 944479 w 1049003"/>
                <a:gd name="csY1405" fmla="*/ 363955 h 1411454"/>
                <a:gd name="csX1406" fmla="*/ 942975 w 1049003"/>
                <a:gd name="csY1406" fmla="*/ 367715 h 1411454"/>
                <a:gd name="csX1407" fmla="*/ 942223 w 1049003"/>
                <a:gd name="csY1407" fmla="*/ 369219 h 1411454"/>
                <a:gd name="csX1408" fmla="*/ 939967 w 1049003"/>
                <a:gd name="csY1408" fmla="*/ 371475 h 1411454"/>
                <a:gd name="csX1409" fmla="*/ 936959 w 1049003"/>
                <a:gd name="csY1409" fmla="*/ 378243 h 1411454"/>
                <a:gd name="csX1410" fmla="*/ 933951 w 1049003"/>
                <a:gd name="csY1410" fmla="*/ 381251 h 1411454"/>
                <a:gd name="csX1411" fmla="*/ 925679 w 1049003"/>
                <a:gd name="csY1411" fmla="*/ 388018 h 1411454"/>
                <a:gd name="csX1412" fmla="*/ 920416 w 1049003"/>
                <a:gd name="csY1412" fmla="*/ 397042 h 1411454"/>
                <a:gd name="csX1413" fmla="*/ 918912 w 1049003"/>
                <a:gd name="csY1413" fmla="*/ 400802 h 1411454"/>
                <a:gd name="csX1414" fmla="*/ 919664 w 1049003"/>
                <a:gd name="csY1414" fmla="*/ 403058 h 1411454"/>
                <a:gd name="csX1415" fmla="*/ 920416 w 1049003"/>
                <a:gd name="csY1415" fmla="*/ 414338 h 1411454"/>
                <a:gd name="csX1416" fmla="*/ 918912 w 1049003"/>
                <a:gd name="csY1416" fmla="*/ 416594 h 1411454"/>
                <a:gd name="csX1417" fmla="*/ 915152 w 1049003"/>
                <a:gd name="csY1417" fmla="*/ 421105 h 1411454"/>
                <a:gd name="csX1418" fmla="*/ 913648 w 1049003"/>
                <a:gd name="csY1418" fmla="*/ 424113 h 1411454"/>
                <a:gd name="csX1419" fmla="*/ 913648 w 1049003"/>
                <a:gd name="csY1419" fmla="*/ 427121 h 1411454"/>
                <a:gd name="csX1420" fmla="*/ 912144 w 1049003"/>
                <a:gd name="csY1420" fmla="*/ 430129 h 1411454"/>
                <a:gd name="csX1421" fmla="*/ 911392 w 1049003"/>
                <a:gd name="csY1421" fmla="*/ 433137 h 1411454"/>
                <a:gd name="csX1422" fmla="*/ 909888 w 1049003"/>
                <a:gd name="csY1422" fmla="*/ 434641 h 1411454"/>
                <a:gd name="csX1423" fmla="*/ 905377 w 1049003"/>
                <a:gd name="csY1423" fmla="*/ 438401 h 1411454"/>
                <a:gd name="csX1424" fmla="*/ 903873 w 1049003"/>
                <a:gd name="csY1424" fmla="*/ 438401 h 1411454"/>
                <a:gd name="csX1425" fmla="*/ 902368 w 1049003"/>
                <a:gd name="csY1425" fmla="*/ 439905 h 1411454"/>
                <a:gd name="csX1426" fmla="*/ 901617 w 1049003"/>
                <a:gd name="csY1426" fmla="*/ 441409 h 1411454"/>
                <a:gd name="csX1427" fmla="*/ 900864 w 1049003"/>
                <a:gd name="csY1427" fmla="*/ 442913 h 1411454"/>
                <a:gd name="csX1428" fmla="*/ 894097 w 1049003"/>
                <a:gd name="csY1428" fmla="*/ 449680 h 1411454"/>
                <a:gd name="csX1429" fmla="*/ 891841 w 1049003"/>
                <a:gd name="csY1429" fmla="*/ 452688 h 1411454"/>
                <a:gd name="csX1430" fmla="*/ 891841 w 1049003"/>
                <a:gd name="csY1430" fmla="*/ 454192 h 1411454"/>
                <a:gd name="csX1431" fmla="*/ 891089 w 1049003"/>
                <a:gd name="csY1431" fmla="*/ 459456 h 1411454"/>
                <a:gd name="csX1432" fmla="*/ 890337 w 1049003"/>
                <a:gd name="csY1432" fmla="*/ 460208 h 1411454"/>
                <a:gd name="csX1433" fmla="*/ 888833 w 1049003"/>
                <a:gd name="csY1433" fmla="*/ 462464 h 1411454"/>
                <a:gd name="csX1434" fmla="*/ 888081 w 1049003"/>
                <a:gd name="csY1434" fmla="*/ 463216 h 1411454"/>
                <a:gd name="csX1435" fmla="*/ 885825 w 1049003"/>
                <a:gd name="csY1435" fmla="*/ 468480 h 1411454"/>
                <a:gd name="csX1436" fmla="*/ 884321 w 1049003"/>
                <a:gd name="csY1436" fmla="*/ 469232 h 1411454"/>
                <a:gd name="csX1437" fmla="*/ 883569 w 1049003"/>
                <a:gd name="csY1437" fmla="*/ 469984 h 1411454"/>
                <a:gd name="csX1438" fmla="*/ 880561 w 1049003"/>
                <a:gd name="csY1438" fmla="*/ 471488 h 1411454"/>
                <a:gd name="csX1439" fmla="*/ 877553 w 1049003"/>
                <a:gd name="csY1439" fmla="*/ 473743 h 1411454"/>
                <a:gd name="csX1440" fmla="*/ 872290 w 1049003"/>
                <a:gd name="csY1440" fmla="*/ 480511 h 1411454"/>
                <a:gd name="csX1441" fmla="*/ 870785 w 1049003"/>
                <a:gd name="csY1441" fmla="*/ 482767 h 1411454"/>
                <a:gd name="csX1442" fmla="*/ 871538 w 1049003"/>
                <a:gd name="csY1442" fmla="*/ 490287 h 1411454"/>
                <a:gd name="csX1443" fmla="*/ 871538 w 1049003"/>
                <a:gd name="csY1443" fmla="*/ 493295 h 1411454"/>
                <a:gd name="csX1444" fmla="*/ 873041 w 1049003"/>
                <a:gd name="csY1444" fmla="*/ 496303 h 1411454"/>
                <a:gd name="csX1445" fmla="*/ 874545 w 1049003"/>
                <a:gd name="csY1445" fmla="*/ 503070 h 1411454"/>
                <a:gd name="csX1446" fmla="*/ 876801 w 1049003"/>
                <a:gd name="csY1446" fmla="*/ 506078 h 1411454"/>
                <a:gd name="csX1447" fmla="*/ 879057 w 1049003"/>
                <a:gd name="csY1447" fmla="*/ 504574 h 1411454"/>
                <a:gd name="csX1448" fmla="*/ 881313 w 1049003"/>
                <a:gd name="csY1448" fmla="*/ 505326 h 1411454"/>
                <a:gd name="csX1449" fmla="*/ 882817 w 1049003"/>
                <a:gd name="csY1449" fmla="*/ 506078 h 1411454"/>
                <a:gd name="csX1450" fmla="*/ 885073 w 1049003"/>
                <a:gd name="csY1450" fmla="*/ 507582 h 1411454"/>
                <a:gd name="csX1451" fmla="*/ 886577 w 1049003"/>
                <a:gd name="csY1451" fmla="*/ 510590 h 1411454"/>
                <a:gd name="csX1452" fmla="*/ 887329 w 1049003"/>
                <a:gd name="csY1452" fmla="*/ 516606 h 1411454"/>
                <a:gd name="csX1453" fmla="*/ 889585 w 1049003"/>
                <a:gd name="csY1453" fmla="*/ 519614 h 1411454"/>
                <a:gd name="csX1454" fmla="*/ 890337 w 1049003"/>
                <a:gd name="csY1454" fmla="*/ 522622 h 1411454"/>
                <a:gd name="csX1455" fmla="*/ 889585 w 1049003"/>
                <a:gd name="csY1455" fmla="*/ 526382 h 1411454"/>
                <a:gd name="csX1456" fmla="*/ 888081 w 1049003"/>
                <a:gd name="csY1456" fmla="*/ 533149 h 1411454"/>
                <a:gd name="csX1457" fmla="*/ 885073 w 1049003"/>
                <a:gd name="csY1457" fmla="*/ 539917 h 1411454"/>
                <a:gd name="csX1458" fmla="*/ 884321 w 1049003"/>
                <a:gd name="csY1458" fmla="*/ 540669 h 1411454"/>
                <a:gd name="csX1459" fmla="*/ 882817 w 1049003"/>
                <a:gd name="csY1459" fmla="*/ 543677 h 1411454"/>
                <a:gd name="csX1460" fmla="*/ 880561 w 1049003"/>
                <a:gd name="csY1460" fmla="*/ 545181 h 1411454"/>
                <a:gd name="csX1461" fmla="*/ 876801 w 1049003"/>
                <a:gd name="csY1461" fmla="*/ 546685 h 1411454"/>
                <a:gd name="csX1462" fmla="*/ 877553 w 1049003"/>
                <a:gd name="csY1462" fmla="*/ 549693 h 1411454"/>
                <a:gd name="csX1463" fmla="*/ 879809 w 1049003"/>
                <a:gd name="csY1463" fmla="*/ 554957 h 1411454"/>
                <a:gd name="csX1464" fmla="*/ 880561 w 1049003"/>
                <a:gd name="csY1464" fmla="*/ 557965 h 1411454"/>
                <a:gd name="csX1465" fmla="*/ 879057 w 1049003"/>
                <a:gd name="csY1465" fmla="*/ 559469 h 1411454"/>
                <a:gd name="csX1466" fmla="*/ 877553 w 1049003"/>
                <a:gd name="csY1466" fmla="*/ 561724 h 1411454"/>
                <a:gd name="csX1467" fmla="*/ 876801 w 1049003"/>
                <a:gd name="csY1467" fmla="*/ 564732 h 1411454"/>
                <a:gd name="csX1468" fmla="*/ 877553 w 1049003"/>
                <a:gd name="csY1468" fmla="*/ 566988 h 1411454"/>
                <a:gd name="csX1469" fmla="*/ 879809 w 1049003"/>
                <a:gd name="csY1469" fmla="*/ 569244 h 1411454"/>
                <a:gd name="csX1470" fmla="*/ 882065 w 1049003"/>
                <a:gd name="csY1470" fmla="*/ 570748 h 1411454"/>
                <a:gd name="csX1471" fmla="*/ 883569 w 1049003"/>
                <a:gd name="csY1471" fmla="*/ 572252 h 1411454"/>
                <a:gd name="csX1472" fmla="*/ 885825 w 1049003"/>
                <a:gd name="csY1472" fmla="*/ 578268 h 1411454"/>
                <a:gd name="csX1473" fmla="*/ 887329 w 1049003"/>
                <a:gd name="csY1473" fmla="*/ 583532 h 1411454"/>
                <a:gd name="csX1474" fmla="*/ 887329 w 1049003"/>
                <a:gd name="csY1474" fmla="*/ 584284 h 1411454"/>
                <a:gd name="csX1475" fmla="*/ 890337 w 1049003"/>
                <a:gd name="csY1475" fmla="*/ 585788 h 1411454"/>
                <a:gd name="csX1476" fmla="*/ 891089 w 1049003"/>
                <a:gd name="csY1476" fmla="*/ 587292 h 1411454"/>
                <a:gd name="csX1477" fmla="*/ 891841 w 1049003"/>
                <a:gd name="csY1477" fmla="*/ 588795 h 1411454"/>
                <a:gd name="csX1478" fmla="*/ 891841 w 1049003"/>
                <a:gd name="csY1478" fmla="*/ 590299 h 1411454"/>
                <a:gd name="csX1479" fmla="*/ 891089 w 1049003"/>
                <a:gd name="csY1479" fmla="*/ 591803 h 1411454"/>
                <a:gd name="csX1480" fmla="*/ 891089 w 1049003"/>
                <a:gd name="csY1480" fmla="*/ 593307 h 1411454"/>
                <a:gd name="csX1481" fmla="*/ 891841 w 1049003"/>
                <a:gd name="csY1481" fmla="*/ 595563 h 1411454"/>
                <a:gd name="csX1482" fmla="*/ 894097 w 1049003"/>
                <a:gd name="csY1482" fmla="*/ 600827 h 1411454"/>
                <a:gd name="csX1483" fmla="*/ 894097 w 1049003"/>
                <a:gd name="csY1483" fmla="*/ 603835 h 1411454"/>
                <a:gd name="csX1484" fmla="*/ 894849 w 1049003"/>
                <a:gd name="csY1484" fmla="*/ 613611 h 1411454"/>
                <a:gd name="csX1485" fmla="*/ 895601 w 1049003"/>
                <a:gd name="csY1485" fmla="*/ 615867 h 1411454"/>
                <a:gd name="csX1486" fmla="*/ 899360 w 1049003"/>
                <a:gd name="csY1486" fmla="*/ 622634 h 1411454"/>
                <a:gd name="csX1487" fmla="*/ 899360 w 1049003"/>
                <a:gd name="csY1487" fmla="*/ 625642 h 1411454"/>
                <a:gd name="csX1488" fmla="*/ 898609 w 1049003"/>
                <a:gd name="csY1488" fmla="*/ 627898 h 1411454"/>
                <a:gd name="csX1489" fmla="*/ 896353 w 1049003"/>
                <a:gd name="csY1489" fmla="*/ 630906 h 1411454"/>
                <a:gd name="csX1490" fmla="*/ 895601 w 1049003"/>
                <a:gd name="csY1490" fmla="*/ 632410 h 1411454"/>
                <a:gd name="csX1491" fmla="*/ 894849 w 1049003"/>
                <a:gd name="csY1491" fmla="*/ 634666 h 1411454"/>
                <a:gd name="csX1492" fmla="*/ 894849 w 1049003"/>
                <a:gd name="csY1492" fmla="*/ 635418 h 1411454"/>
                <a:gd name="csX1493" fmla="*/ 895601 w 1049003"/>
                <a:gd name="csY1493" fmla="*/ 639178 h 1411454"/>
                <a:gd name="csX1494" fmla="*/ 894849 w 1049003"/>
                <a:gd name="csY1494" fmla="*/ 645945 h 1411454"/>
                <a:gd name="csX1495" fmla="*/ 892593 w 1049003"/>
                <a:gd name="csY1495" fmla="*/ 650457 h 1411454"/>
                <a:gd name="csX1496" fmla="*/ 882817 w 1049003"/>
                <a:gd name="csY1496" fmla="*/ 657977 h 1411454"/>
                <a:gd name="csX1497" fmla="*/ 881313 w 1049003"/>
                <a:gd name="csY1497" fmla="*/ 659481 h 1411454"/>
                <a:gd name="csX1498" fmla="*/ 878305 w 1049003"/>
                <a:gd name="csY1498" fmla="*/ 664745 h 1411454"/>
                <a:gd name="csX1499" fmla="*/ 877553 w 1049003"/>
                <a:gd name="csY1499" fmla="*/ 667001 h 1411454"/>
                <a:gd name="csX1500" fmla="*/ 873794 w 1049003"/>
                <a:gd name="csY1500" fmla="*/ 670009 h 1411454"/>
                <a:gd name="csX1501" fmla="*/ 872290 w 1049003"/>
                <a:gd name="csY1501" fmla="*/ 671513 h 1411454"/>
                <a:gd name="csX1502" fmla="*/ 866274 w 1049003"/>
                <a:gd name="csY1502" fmla="*/ 684296 h 1411454"/>
                <a:gd name="csX1503" fmla="*/ 864770 w 1049003"/>
                <a:gd name="csY1503" fmla="*/ 685800 h 1411454"/>
                <a:gd name="csX1504" fmla="*/ 864018 w 1049003"/>
                <a:gd name="csY1504" fmla="*/ 686552 h 1411454"/>
                <a:gd name="csX1505" fmla="*/ 862514 w 1049003"/>
                <a:gd name="csY1505" fmla="*/ 688808 h 1411454"/>
                <a:gd name="csX1506" fmla="*/ 861010 w 1049003"/>
                <a:gd name="csY1506" fmla="*/ 690312 h 1411454"/>
                <a:gd name="csX1507" fmla="*/ 859506 w 1049003"/>
                <a:gd name="csY1507" fmla="*/ 690312 h 1411454"/>
                <a:gd name="csX1508" fmla="*/ 857250 w 1049003"/>
                <a:gd name="csY1508" fmla="*/ 690312 h 1411454"/>
                <a:gd name="csX1509" fmla="*/ 855746 w 1049003"/>
                <a:gd name="csY1509" fmla="*/ 691064 h 1411454"/>
                <a:gd name="csX1510" fmla="*/ 854242 w 1049003"/>
                <a:gd name="csY1510" fmla="*/ 693320 h 1411454"/>
                <a:gd name="csX1511" fmla="*/ 854242 w 1049003"/>
                <a:gd name="csY1511" fmla="*/ 695576 h 1411454"/>
                <a:gd name="csX1512" fmla="*/ 854994 w 1049003"/>
                <a:gd name="csY1512" fmla="*/ 697832 h 1411454"/>
                <a:gd name="csX1513" fmla="*/ 855746 w 1049003"/>
                <a:gd name="csY1513" fmla="*/ 700088 h 1411454"/>
                <a:gd name="csX1514" fmla="*/ 855746 w 1049003"/>
                <a:gd name="csY1514" fmla="*/ 700840 h 1411454"/>
                <a:gd name="csX1515" fmla="*/ 854994 w 1049003"/>
                <a:gd name="csY1515" fmla="*/ 702343 h 1411454"/>
                <a:gd name="csX1516" fmla="*/ 854994 w 1049003"/>
                <a:gd name="csY1516" fmla="*/ 703847 h 1411454"/>
                <a:gd name="csX1517" fmla="*/ 854994 w 1049003"/>
                <a:gd name="csY1517" fmla="*/ 704599 h 1411454"/>
                <a:gd name="csX1518" fmla="*/ 856498 w 1049003"/>
                <a:gd name="csY1518" fmla="*/ 706103 h 1411454"/>
                <a:gd name="csX1519" fmla="*/ 857250 w 1049003"/>
                <a:gd name="csY1519" fmla="*/ 706855 h 1411454"/>
                <a:gd name="csX1520" fmla="*/ 856498 w 1049003"/>
                <a:gd name="csY1520" fmla="*/ 709111 h 1411454"/>
                <a:gd name="csX1521" fmla="*/ 855746 w 1049003"/>
                <a:gd name="csY1521" fmla="*/ 709863 h 1411454"/>
                <a:gd name="csX1522" fmla="*/ 854994 w 1049003"/>
                <a:gd name="csY1522" fmla="*/ 711367 h 1411454"/>
                <a:gd name="csX1523" fmla="*/ 853490 w 1049003"/>
                <a:gd name="csY1523" fmla="*/ 712871 h 1411454"/>
                <a:gd name="csX1524" fmla="*/ 853490 w 1049003"/>
                <a:gd name="csY1524" fmla="*/ 715879 h 1411454"/>
                <a:gd name="csX1525" fmla="*/ 854242 w 1049003"/>
                <a:gd name="csY1525" fmla="*/ 727159 h 1411454"/>
                <a:gd name="csX1526" fmla="*/ 855746 w 1049003"/>
                <a:gd name="csY1526" fmla="*/ 730167 h 1411454"/>
                <a:gd name="csX1527" fmla="*/ 855746 w 1049003"/>
                <a:gd name="csY1527" fmla="*/ 731671 h 1411454"/>
                <a:gd name="csX1528" fmla="*/ 854242 w 1049003"/>
                <a:gd name="csY1528" fmla="*/ 734678 h 1411454"/>
                <a:gd name="csX1529" fmla="*/ 853490 w 1049003"/>
                <a:gd name="csY1529" fmla="*/ 736182 h 1411454"/>
                <a:gd name="csX1530" fmla="*/ 853490 w 1049003"/>
                <a:gd name="csY1530" fmla="*/ 739190 h 1411454"/>
                <a:gd name="csX1531" fmla="*/ 854242 w 1049003"/>
                <a:gd name="csY1531" fmla="*/ 742198 h 1411454"/>
                <a:gd name="csX1532" fmla="*/ 855746 w 1049003"/>
                <a:gd name="csY1532" fmla="*/ 745206 h 1411454"/>
                <a:gd name="csX1533" fmla="*/ 859506 w 1049003"/>
                <a:gd name="csY1533" fmla="*/ 751222 h 1411454"/>
                <a:gd name="csX1534" fmla="*/ 860258 w 1049003"/>
                <a:gd name="csY1534" fmla="*/ 753478 h 1411454"/>
                <a:gd name="csX1535" fmla="*/ 859506 w 1049003"/>
                <a:gd name="csY1535" fmla="*/ 755734 h 1411454"/>
                <a:gd name="csX1536" fmla="*/ 858002 w 1049003"/>
                <a:gd name="csY1536" fmla="*/ 758741 h 1411454"/>
                <a:gd name="csX1537" fmla="*/ 859506 w 1049003"/>
                <a:gd name="csY1537" fmla="*/ 760997 h 1411454"/>
                <a:gd name="csX1538" fmla="*/ 861762 w 1049003"/>
                <a:gd name="csY1538" fmla="*/ 765509 h 1411454"/>
                <a:gd name="csX1539" fmla="*/ 863266 w 1049003"/>
                <a:gd name="csY1539" fmla="*/ 767013 h 1411454"/>
                <a:gd name="csX1540" fmla="*/ 864770 w 1049003"/>
                <a:gd name="csY1540" fmla="*/ 767765 h 1411454"/>
                <a:gd name="csX1541" fmla="*/ 867778 w 1049003"/>
                <a:gd name="csY1541" fmla="*/ 768517 h 1411454"/>
                <a:gd name="csX1542" fmla="*/ 869281 w 1049003"/>
                <a:gd name="csY1542" fmla="*/ 769269 h 1411454"/>
                <a:gd name="csX1543" fmla="*/ 870034 w 1049003"/>
                <a:gd name="csY1543" fmla="*/ 770021 h 1411454"/>
                <a:gd name="csX1544" fmla="*/ 870785 w 1049003"/>
                <a:gd name="csY1544" fmla="*/ 773029 h 1411454"/>
                <a:gd name="csX1545" fmla="*/ 873041 w 1049003"/>
                <a:gd name="csY1545" fmla="*/ 775285 h 1411454"/>
                <a:gd name="csX1546" fmla="*/ 873794 w 1049003"/>
                <a:gd name="csY1546" fmla="*/ 777541 h 1411454"/>
                <a:gd name="csX1547" fmla="*/ 874545 w 1049003"/>
                <a:gd name="csY1547" fmla="*/ 779045 h 1411454"/>
                <a:gd name="csX1548" fmla="*/ 876049 w 1049003"/>
                <a:gd name="csY1548" fmla="*/ 779797 h 1411454"/>
                <a:gd name="csX1549" fmla="*/ 878305 w 1049003"/>
                <a:gd name="csY1549" fmla="*/ 779797 h 1411454"/>
                <a:gd name="csX1550" fmla="*/ 879057 w 1049003"/>
                <a:gd name="csY1550" fmla="*/ 781301 h 1411454"/>
                <a:gd name="csX1551" fmla="*/ 881313 w 1049003"/>
                <a:gd name="csY1551" fmla="*/ 783557 h 1411454"/>
                <a:gd name="csX1552" fmla="*/ 883569 w 1049003"/>
                <a:gd name="csY1552" fmla="*/ 785061 h 1411454"/>
                <a:gd name="csX1553" fmla="*/ 890337 w 1049003"/>
                <a:gd name="csY1553" fmla="*/ 787317 h 1411454"/>
                <a:gd name="csX1554" fmla="*/ 891841 w 1049003"/>
                <a:gd name="csY1554" fmla="*/ 789572 h 1411454"/>
                <a:gd name="csX1555" fmla="*/ 891841 w 1049003"/>
                <a:gd name="csY1555" fmla="*/ 800852 h 1411454"/>
                <a:gd name="csX1556" fmla="*/ 893345 w 1049003"/>
                <a:gd name="csY1556" fmla="*/ 801604 h 1411454"/>
                <a:gd name="csX1557" fmla="*/ 894097 w 1049003"/>
                <a:gd name="csY1557" fmla="*/ 802356 h 1411454"/>
                <a:gd name="csX1558" fmla="*/ 894849 w 1049003"/>
                <a:gd name="csY1558" fmla="*/ 802356 h 1411454"/>
                <a:gd name="csX1559" fmla="*/ 895601 w 1049003"/>
                <a:gd name="csY1559" fmla="*/ 804612 h 1411454"/>
                <a:gd name="csX1560" fmla="*/ 891841 w 1049003"/>
                <a:gd name="csY1560" fmla="*/ 806868 h 1411454"/>
                <a:gd name="csX1561" fmla="*/ 891089 w 1049003"/>
                <a:gd name="csY1561" fmla="*/ 808372 h 1411454"/>
                <a:gd name="csX1562" fmla="*/ 888833 w 1049003"/>
                <a:gd name="csY1562" fmla="*/ 817396 h 1411454"/>
                <a:gd name="csX1563" fmla="*/ 889585 w 1049003"/>
                <a:gd name="csY1563" fmla="*/ 818899 h 1411454"/>
                <a:gd name="csX1564" fmla="*/ 891089 w 1049003"/>
                <a:gd name="csY1564" fmla="*/ 822659 h 1411454"/>
                <a:gd name="csX1565" fmla="*/ 891089 w 1049003"/>
                <a:gd name="csY1565" fmla="*/ 824163 h 1411454"/>
                <a:gd name="csX1566" fmla="*/ 890337 w 1049003"/>
                <a:gd name="csY1566" fmla="*/ 825667 h 1411454"/>
                <a:gd name="csX1567" fmla="*/ 889585 w 1049003"/>
                <a:gd name="csY1567" fmla="*/ 826419 h 1411454"/>
                <a:gd name="csX1568" fmla="*/ 888833 w 1049003"/>
                <a:gd name="csY1568" fmla="*/ 826419 h 1411454"/>
                <a:gd name="csX1569" fmla="*/ 888081 w 1049003"/>
                <a:gd name="csY1569" fmla="*/ 827171 h 1411454"/>
                <a:gd name="csX1570" fmla="*/ 888081 w 1049003"/>
                <a:gd name="csY1570" fmla="*/ 836195 h 1411454"/>
                <a:gd name="csX1571" fmla="*/ 887329 w 1049003"/>
                <a:gd name="csY1571" fmla="*/ 839203 h 1411454"/>
                <a:gd name="csX1572" fmla="*/ 886577 w 1049003"/>
                <a:gd name="csY1572" fmla="*/ 840707 h 1411454"/>
                <a:gd name="csX1573" fmla="*/ 883569 w 1049003"/>
                <a:gd name="csY1573" fmla="*/ 842963 h 1411454"/>
                <a:gd name="csX1574" fmla="*/ 882817 w 1049003"/>
                <a:gd name="csY1574" fmla="*/ 844467 h 1411454"/>
                <a:gd name="csX1575" fmla="*/ 882817 w 1049003"/>
                <a:gd name="csY1575" fmla="*/ 845970 h 1411454"/>
                <a:gd name="csX1576" fmla="*/ 882817 w 1049003"/>
                <a:gd name="csY1576" fmla="*/ 848978 h 1411454"/>
                <a:gd name="csX1577" fmla="*/ 882065 w 1049003"/>
                <a:gd name="csY1577" fmla="*/ 852738 h 1411454"/>
                <a:gd name="csX1578" fmla="*/ 880561 w 1049003"/>
                <a:gd name="csY1578" fmla="*/ 854994 h 1411454"/>
                <a:gd name="csX1579" fmla="*/ 872290 w 1049003"/>
                <a:gd name="csY1579" fmla="*/ 864018 h 1411454"/>
                <a:gd name="csX1580" fmla="*/ 870034 w 1049003"/>
                <a:gd name="csY1580" fmla="*/ 866274 h 1411454"/>
                <a:gd name="csX1581" fmla="*/ 867026 w 1049003"/>
                <a:gd name="csY1581" fmla="*/ 867778 h 1411454"/>
                <a:gd name="csX1582" fmla="*/ 863266 w 1049003"/>
                <a:gd name="csY1582" fmla="*/ 867026 h 1411454"/>
                <a:gd name="csX1583" fmla="*/ 861010 w 1049003"/>
                <a:gd name="csY1583" fmla="*/ 867026 h 1411454"/>
                <a:gd name="csX1584" fmla="*/ 858002 w 1049003"/>
                <a:gd name="csY1584" fmla="*/ 866274 h 1411454"/>
                <a:gd name="csX1585" fmla="*/ 854994 w 1049003"/>
                <a:gd name="csY1585" fmla="*/ 867778 h 1411454"/>
                <a:gd name="csX1586" fmla="*/ 851986 w 1049003"/>
                <a:gd name="csY1586" fmla="*/ 868530 h 1411454"/>
                <a:gd name="csX1587" fmla="*/ 848979 w 1049003"/>
                <a:gd name="csY1587" fmla="*/ 869282 h 1411454"/>
                <a:gd name="csX1588" fmla="*/ 845970 w 1049003"/>
                <a:gd name="csY1588" fmla="*/ 869282 h 1411454"/>
                <a:gd name="csX1589" fmla="*/ 842962 w 1049003"/>
                <a:gd name="csY1589" fmla="*/ 867026 h 1411454"/>
                <a:gd name="csX1590" fmla="*/ 839202 w 1049003"/>
                <a:gd name="csY1590" fmla="*/ 865522 h 1411454"/>
                <a:gd name="csX1591" fmla="*/ 835443 w 1049003"/>
                <a:gd name="csY1591" fmla="*/ 867026 h 1411454"/>
                <a:gd name="csX1592" fmla="*/ 830179 w 1049003"/>
                <a:gd name="csY1592" fmla="*/ 870786 h 1411454"/>
                <a:gd name="csX1593" fmla="*/ 827171 w 1049003"/>
                <a:gd name="csY1593" fmla="*/ 872290 h 1411454"/>
                <a:gd name="csX1594" fmla="*/ 824163 w 1049003"/>
                <a:gd name="csY1594" fmla="*/ 873042 h 1411454"/>
                <a:gd name="csX1595" fmla="*/ 817396 w 1049003"/>
                <a:gd name="csY1595" fmla="*/ 873042 h 1411454"/>
                <a:gd name="csX1596" fmla="*/ 813636 w 1049003"/>
                <a:gd name="csY1596" fmla="*/ 873794 h 1411454"/>
                <a:gd name="csX1597" fmla="*/ 811380 w 1049003"/>
                <a:gd name="csY1597" fmla="*/ 875297 h 1411454"/>
                <a:gd name="csX1598" fmla="*/ 809876 w 1049003"/>
                <a:gd name="csY1598" fmla="*/ 877553 h 1411454"/>
                <a:gd name="csX1599" fmla="*/ 806868 w 1049003"/>
                <a:gd name="csY1599" fmla="*/ 879057 h 1411454"/>
                <a:gd name="csX1600" fmla="*/ 805364 w 1049003"/>
                <a:gd name="csY1600" fmla="*/ 879057 h 1411454"/>
                <a:gd name="csX1601" fmla="*/ 799348 w 1049003"/>
                <a:gd name="csY1601" fmla="*/ 879057 h 1411454"/>
                <a:gd name="csX1602" fmla="*/ 797844 w 1049003"/>
                <a:gd name="csY1602" fmla="*/ 878305 h 1411454"/>
                <a:gd name="csX1603" fmla="*/ 796340 w 1049003"/>
                <a:gd name="csY1603" fmla="*/ 877553 h 1411454"/>
                <a:gd name="csX1604" fmla="*/ 794836 w 1049003"/>
                <a:gd name="csY1604" fmla="*/ 876801 h 1411454"/>
                <a:gd name="csX1605" fmla="*/ 792580 w 1049003"/>
                <a:gd name="csY1605" fmla="*/ 873042 h 1411454"/>
                <a:gd name="csX1606" fmla="*/ 791828 w 1049003"/>
                <a:gd name="csY1606" fmla="*/ 871537 h 1411454"/>
                <a:gd name="csX1607" fmla="*/ 790324 w 1049003"/>
                <a:gd name="csY1607" fmla="*/ 870786 h 1411454"/>
                <a:gd name="csX1608" fmla="*/ 787317 w 1049003"/>
                <a:gd name="csY1608" fmla="*/ 870034 h 1411454"/>
                <a:gd name="csX1609" fmla="*/ 786564 w 1049003"/>
                <a:gd name="csY1609" fmla="*/ 870034 h 1411454"/>
                <a:gd name="csX1610" fmla="*/ 785813 w 1049003"/>
                <a:gd name="csY1610" fmla="*/ 868530 h 1411454"/>
                <a:gd name="csX1611" fmla="*/ 785813 w 1049003"/>
                <a:gd name="csY1611" fmla="*/ 867026 h 1411454"/>
                <a:gd name="csX1612" fmla="*/ 785061 w 1049003"/>
                <a:gd name="csY1612" fmla="*/ 865522 h 1411454"/>
                <a:gd name="csX1613" fmla="*/ 783557 w 1049003"/>
                <a:gd name="csY1613" fmla="*/ 864770 h 1411454"/>
                <a:gd name="csX1614" fmla="*/ 780549 w 1049003"/>
                <a:gd name="csY1614" fmla="*/ 864770 h 1411454"/>
                <a:gd name="csX1615" fmla="*/ 779797 w 1049003"/>
                <a:gd name="csY1615" fmla="*/ 864770 h 1411454"/>
                <a:gd name="csX1616" fmla="*/ 779045 w 1049003"/>
                <a:gd name="csY1616" fmla="*/ 864018 h 1411454"/>
                <a:gd name="csX1617" fmla="*/ 770773 w 1049003"/>
                <a:gd name="csY1617" fmla="*/ 859506 h 1411454"/>
                <a:gd name="csX1618" fmla="*/ 771525 w 1049003"/>
                <a:gd name="csY1618" fmla="*/ 859506 h 1411454"/>
                <a:gd name="csX1619" fmla="*/ 767013 w 1049003"/>
                <a:gd name="csY1619" fmla="*/ 857250 h 1411454"/>
                <a:gd name="csX1620" fmla="*/ 761749 w 1049003"/>
                <a:gd name="csY1620" fmla="*/ 857250 h 1411454"/>
                <a:gd name="csX1621" fmla="*/ 749718 w 1049003"/>
                <a:gd name="csY1621" fmla="*/ 858002 h 1411454"/>
                <a:gd name="csX1622" fmla="*/ 748966 w 1049003"/>
                <a:gd name="csY1622" fmla="*/ 858002 h 1411454"/>
                <a:gd name="csX1623" fmla="*/ 748214 w 1049003"/>
                <a:gd name="csY1623" fmla="*/ 858002 h 1411454"/>
                <a:gd name="csX1624" fmla="*/ 746710 w 1049003"/>
                <a:gd name="csY1624" fmla="*/ 858002 h 1411454"/>
                <a:gd name="csX1625" fmla="*/ 745958 w 1049003"/>
                <a:gd name="csY1625" fmla="*/ 858754 h 1411454"/>
                <a:gd name="csX1626" fmla="*/ 743702 w 1049003"/>
                <a:gd name="csY1626" fmla="*/ 861762 h 1411454"/>
                <a:gd name="csX1627" fmla="*/ 742950 w 1049003"/>
                <a:gd name="csY1627" fmla="*/ 861762 h 1411454"/>
                <a:gd name="csX1628" fmla="*/ 739942 w 1049003"/>
                <a:gd name="csY1628" fmla="*/ 862514 h 1411454"/>
                <a:gd name="csX1629" fmla="*/ 736934 w 1049003"/>
                <a:gd name="csY1629" fmla="*/ 864018 h 1411454"/>
                <a:gd name="csX1630" fmla="*/ 733174 w 1049003"/>
                <a:gd name="csY1630" fmla="*/ 865522 h 1411454"/>
                <a:gd name="csX1631" fmla="*/ 727159 w 1049003"/>
                <a:gd name="csY1631" fmla="*/ 867026 h 1411454"/>
                <a:gd name="csX1632" fmla="*/ 724903 w 1049003"/>
                <a:gd name="csY1632" fmla="*/ 866274 h 1411454"/>
                <a:gd name="csX1633" fmla="*/ 724903 w 1049003"/>
                <a:gd name="csY1633" fmla="*/ 864770 h 1411454"/>
                <a:gd name="csX1634" fmla="*/ 723399 w 1049003"/>
                <a:gd name="csY1634" fmla="*/ 864018 h 1411454"/>
                <a:gd name="csX1635" fmla="*/ 721895 w 1049003"/>
                <a:gd name="csY1635" fmla="*/ 863266 h 1411454"/>
                <a:gd name="csX1636" fmla="*/ 719639 w 1049003"/>
                <a:gd name="csY1636" fmla="*/ 866274 h 1411454"/>
                <a:gd name="csX1637" fmla="*/ 718887 w 1049003"/>
                <a:gd name="csY1637" fmla="*/ 866274 h 1411454"/>
                <a:gd name="csX1638" fmla="*/ 716631 w 1049003"/>
                <a:gd name="csY1638" fmla="*/ 867026 h 1411454"/>
                <a:gd name="csX1639" fmla="*/ 712119 w 1049003"/>
                <a:gd name="csY1639" fmla="*/ 867778 h 1411454"/>
                <a:gd name="csX1640" fmla="*/ 710615 w 1049003"/>
                <a:gd name="csY1640" fmla="*/ 868530 h 1411454"/>
                <a:gd name="csX1641" fmla="*/ 709863 w 1049003"/>
                <a:gd name="csY1641" fmla="*/ 870786 h 1411454"/>
                <a:gd name="csX1642" fmla="*/ 709111 w 1049003"/>
                <a:gd name="csY1642" fmla="*/ 875297 h 1411454"/>
                <a:gd name="csX1643" fmla="*/ 708359 w 1049003"/>
                <a:gd name="csY1643" fmla="*/ 876801 h 1411454"/>
                <a:gd name="csX1644" fmla="*/ 704599 w 1049003"/>
                <a:gd name="csY1644" fmla="*/ 874546 h 1411454"/>
                <a:gd name="csX1645" fmla="*/ 704599 w 1049003"/>
                <a:gd name="csY1645" fmla="*/ 873794 h 1411454"/>
                <a:gd name="csX1646" fmla="*/ 703095 w 1049003"/>
                <a:gd name="csY1646" fmla="*/ 874546 h 1411454"/>
                <a:gd name="csX1647" fmla="*/ 701591 w 1049003"/>
                <a:gd name="csY1647" fmla="*/ 875297 h 1411454"/>
                <a:gd name="csX1648" fmla="*/ 700840 w 1049003"/>
                <a:gd name="csY1648" fmla="*/ 876801 h 1411454"/>
                <a:gd name="csX1649" fmla="*/ 702344 w 1049003"/>
                <a:gd name="csY1649" fmla="*/ 877553 h 1411454"/>
                <a:gd name="csX1650" fmla="*/ 703847 w 1049003"/>
                <a:gd name="csY1650" fmla="*/ 879057 h 1411454"/>
                <a:gd name="csX1651" fmla="*/ 703847 w 1049003"/>
                <a:gd name="csY1651" fmla="*/ 880561 h 1411454"/>
                <a:gd name="csX1652" fmla="*/ 703847 w 1049003"/>
                <a:gd name="csY1652" fmla="*/ 881313 h 1411454"/>
                <a:gd name="csX1653" fmla="*/ 701591 w 1049003"/>
                <a:gd name="csY1653" fmla="*/ 881313 h 1411454"/>
                <a:gd name="csX1654" fmla="*/ 700840 w 1049003"/>
                <a:gd name="csY1654" fmla="*/ 880561 h 1411454"/>
                <a:gd name="csX1655" fmla="*/ 701591 w 1049003"/>
                <a:gd name="csY1655" fmla="*/ 879809 h 1411454"/>
                <a:gd name="csX1656" fmla="*/ 699336 w 1049003"/>
                <a:gd name="csY1656" fmla="*/ 881313 h 1411454"/>
                <a:gd name="csX1657" fmla="*/ 696327 w 1049003"/>
                <a:gd name="csY1657" fmla="*/ 884321 h 1411454"/>
                <a:gd name="csX1658" fmla="*/ 694824 w 1049003"/>
                <a:gd name="csY1658" fmla="*/ 885073 h 1411454"/>
                <a:gd name="csX1659" fmla="*/ 693320 w 1049003"/>
                <a:gd name="csY1659" fmla="*/ 885825 h 1411454"/>
                <a:gd name="csX1660" fmla="*/ 693320 w 1049003"/>
                <a:gd name="csY1660" fmla="*/ 886577 h 1411454"/>
                <a:gd name="csX1661" fmla="*/ 692568 w 1049003"/>
                <a:gd name="csY1661" fmla="*/ 890337 h 1411454"/>
                <a:gd name="csX1662" fmla="*/ 692568 w 1049003"/>
                <a:gd name="csY1662" fmla="*/ 891841 h 1411454"/>
                <a:gd name="csX1663" fmla="*/ 691816 w 1049003"/>
                <a:gd name="csY1663" fmla="*/ 892593 h 1411454"/>
                <a:gd name="csX1664" fmla="*/ 691064 w 1049003"/>
                <a:gd name="csY1664" fmla="*/ 892593 h 1411454"/>
                <a:gd name="csX1665" fmla="*/ 689560 w 1049003"/>
                <a:gd name="csY1665" fmla="*/ 893345 h 1411454"/>
                <a:gd name="csX1666" fmla="*/ 688056 w 1049003"/>
                <a:gd name="csY1666" fmla="*/ 897857 h 1411454"/>
                <a:gd name="csX1667" fmla="*/ 686552 w 1049003"/>
                <a:gd name="csY1667" fmla="*/ 899361 h 1411454"/>
                <a:gd name="csX1668" fmla="*/ 682792 w 1049003"/>
                <a:gd name="csY1668" fmla="*/ 902368 h 1411454"/>
                <a:gd name="csX1669" fmla="*/ 682040 w 1049003"/>
                <a:gd name="csY1669" fmla="*/ 903120 h 1411454"/>
                <a:gd name="csX1670" fmla="*/ 680536 w 1049003"/>
                <a:gd name="csY1670" fmla="*/ 903120 h 1411454"/>
                <a:gd name="csX1671" fmla="*/ 679032 w 1049003"/>
                <a:gd name="csY1671" fmla="*/ 903872 h 1411454"/>
                <a:gd name="csX1672" fmla="*/ 674521 w 1049003"/>
                <a:gd name="csY1672" fmla="*/ 916656 h 1411454"/>
                <a:gd name="csX1673" fmla="*/ 673016 w 1049003"/>
                <a:gd name="csY1673" fmla="*/ 918912 h 1411454"/>
                <a:gd name="csX1674" fmla="*/ 671512 w 1049003"/>
                <a:gd name="csY1674" fmla="*/ 919664 h 1411454"/>
                <a:gd name="csX1675" fmla="*/ 667001 w 1049003"/>
                <a:gd name="csY1675" fmla="*/ 919664 h 1411454"/>
                <a:gd name="csX1676" fmla="*/ 663993 w 1049003"/>
                <a:gd name="csY1676" fmla="*/ 920416 h 1411454"/>
                <a:gd name="csX1677" fmla="*/ 661737 w 1049003"/>
                <a:gd name="csY1677" fmla="*/ 921920 h 1411454"/>
                <a:gd name="csX1678" fmla="*/ 657225 w 1049003"/>
                <a:gd name="csY1678" fmla="*/ 922672 h 1411454"/>
                <a:gd name="csX1679" fmla="*/ 649705 w 1049003"/>
                <a:gd name="csY1679" fmla="*/ 925680 h 1411454"/>
                <a:gd name="csX1680" fmla="*/ 642186 w 1049003"/>
                <a:gd name="csY1680" fmla="*/ 930192 h 1411454"/>
                <a:gd name="csX1681" fmla="*/ 639178 w 1049003"/>
                <a:gd name="csY1681" fmla="*/ 934703 h 1411454"/>
                <a:gd name="csX1682" fmla="*/ 637674 w 1049003"/>
                <a:gd name="csY1682" fmla="*/ 936207 h 1411454"/>
                <a:gd name="csX1683" fmla="*/ 630906 w 1049003"/>
                <a:gd name="csY1683" fmla="*/ 940719 h 1411454"/>
                <a:gd name="csX1684" fmla="*/ 626394 w 1049003"/>
                <a:gd name="csY1684" fmla="*/ 947487 h 1411454"/>
                <a:gd name="csX1685" fmla="*/ 624138 w 1049003"/>
                <a:gd name="csY1685" fmla="*/ 950495 h 1411454"/>
                <a:gd name="csX1686" fmla="*/ 623386 w 1049003"/>
                <a:gd name="csY1686" fmla="*/ 948991 h 1411454"/>
                <a:gd name="csX1687" fmla="*/ 618874 w 1049003"/>
                <a:gd name="csY1687" fmla="*/ 951999 h 1411454"/>
                <a:gd name="csX1688" fmla="*/ 616618 w 1049003"/>
                <a:gd name="csY1688" fmla="*/ 954255 h 1411454"/>
                <a:gd name="csX1689" fmla="*/ 615114 w 1049003"/>
                <a:gd name="csY1689" fmla="*/ 956511 h 1411454"/>
                <a:gd name="csX1690" fmla="*/ 613610 w 1049003"/>
                <a:gd name="csY1690" fmla="*/ 961023 h 1411454"/>
                <a:gd name="csX1691" fmla="*/ 612859 w 1049003"/>
                <a:gd name="csY1691" fmla="*/ 962526 h 1411454"/>
                <a:gd name="csX1692" fmla="*/ 609851 w 1049003"/>
                <a:gd name="csY1692" fmla="*/ 964030 h 1411454"/>
                <a:gd name="csX1693" fmla="*/ 606091 w 1049003"/>
                <a:gd name="csY1693" fmla="*/ 960271 h 1411454"/>
                <a:gd name="csX1694" fmla="*/ 603835 w 1049003"/>
                <a:gd name="csY1694" fmla="*/ 958766 h 1411454"/>
                <a:gd name="csX1695" fmla="*/ 602331 w 1049003"/>
                <a:gd name="csY1695" fmla="*/ 958766 h 1411454"/>
                <a:gd name="csX1696" fmla="*/ 600827 w 1049003"/>
                <a:gd name="csY1696" fmla="*/ 960271 h 1411454"/>
                <a:gd name="csX1697" fmla="*/ 598571 w 1049003"/>
                <a:gd name="csY1697" fmla="*/ 960271 h 1411454"/>
                <a:gd name="csX1698" fmla="*/ 596315 w 1049003"/>
                <a:gd name="csY1698" fmla="*/ 960271 h 1411454"/>
                <a:gd name="csX1699" fmla="*/ 594059 w 1049003"/>
                <a:gd name="csY1699" fmla="*/ 958766 h 1411454"/>
                <a:gd name="csX1700" fmla="*/ 588044 w 1049003"/>
                <a:gd name="csY1700" fmla="*/ 963278 h 1411454"/>
                <a:gd name="csX1701" fmla="*/ 587291 w 1049003"/>
                <a:gd name="csY1701" fmla="*/ 964030 h 1411454"/>
                <a:gd name="csX1702" fmla="*/ 586540 w 1049003"/>
                <a:gd name="csY1702" fmla="*/ 966286 h 1411454"/>
                <a:gd name="csX1703" fmla="*/ 584284 w 1049003"/>
                <a:gd name="csY1703" fmla="*/ 966286 h 1411454"/>
                <a:gd name="csX1704" fmla="*/ 582780 w 1049003"/>
                <a:gd name="csY1704" fmla="*/ 966286 h 1411454"/>
                <a:gd name="csX1705" fmla="*/ 582028 w 1049003"/>
                <a:gd name="csY1705" fmla="*/ 967038 h 1411454"/>
                <a:gd name="csX1706" fmla="*/ 581276 w 1049003"/>
                <a:gd name="csY1706" fmla="*/ 970046 h 1411454"/>
                <a:gd name="csX1707" fmla="*/ 580524 w 1049003"/>
                <a:gd name="csY1707" fmla="*/ 970798 h 1411454"/>
                <a:gd name="csX1708" fmla="*/ 574508 w 1049003"/>
                <a:gd name="csY1708" fmla="*/ 973054 h 1411454"/>
                <a:gd name="csX1709" fmla="*/ 565484 w 1049003"/>
                <a:gd name="csY1709" fmla="*/ 977566 h 1411454"/>
                <a:gd name="csX1710" fmla="*/ 562476 w 1049003"/>
                <a:gd name="csY1710" fmla="*/ 978318 h 1411454"/>
                <a:gd name="csX1711" fmla="*/ 551197 w 1049003"/>
                <a:gd name="csY1711" fmla="*/ 980574 h 1411454"/>
                <a:gd name="csX1712" fmla="*/ 539917 w 1049003"/>
                <a:gd name="csY1712" fmla="*/ 985086 h 1411454"/>
                <a:gd name="csX1713" fmla="*/ 533901 w 1049003"/>
                <a:gd name="csY1713" fmla="*/ 986590 h 1411454"/>
                <a:gd name="csX1714" fmla="*/ 524126 w 1049003"/>
                <a:gd name="csY1714" fmla="*/ 986590 h 1411454"/>
                <a:gd name="csX1715" fmla="*/ 521118 w 1049003"/>
                <a:gd name="csY1715" fmla="*/ 988093 h 1411454"/>
                <a:gd name="csX1716" fmla="*/ 512846 w 1049003"/>
                <a:gd name="csY1716" fmla="*/ 994861 h 1411454"/>
                <a:gd name="csX1717" fmla="*/ 500814 w 1049003"/>
                <a:gd name="csY1717" fmla="*/ 1001629 h 1411454"/>
                <a:gd name="csX1718" fmla="*/ 494799 w 1049003"/>
                <a:gd name="csY1718" fmla="*/ 1006141 h 1411454"/>
                <a:gd name="csX1719" fmla="*/ 491791 w 1049003"/>
                <a:gd name="csY1719" fmla="*/ 1012157 h 1411454"/>
                <a:gd name="csX1720" fmla="*/ 489535 w 1049003"/>
                <a:gd name="csY1720" fmla="*/ 1023436 h 1411454"/>
                <a:gd name="csX1721" fmla="*/ 486527 w 1049003"/>
                <a:gd name="csY1721" fmla="*/ 1030204 h 1411454"/>
                <a:gd name="csX1722" fmla="*/ 486527 w 1049003"/>
                <a:gd name="csY1722" fmla="*/ 1033212 h 1411454"/>
                <a:gd name="csX1723" fmla="*/ 485775 w 1049003"/>
                <a:gd name="csY1723" fmla="*/ 1033964 h 1411454"/>
                <a:gd name="csX1724" fmla="*/ 484271 w 1049003"/>
                <a:gd name="csY1724" fmla="*/ 1034716 h 1411454"/>
                <a:gd name="csX1725" fmla="*/ 484271 w 1049003"/>
                <a:gd name="csY1725" fmla="*/ 1036220 h 1411454"/>
                <a:gd name="csX1726" fmla="*/ 485023 w 1049003"/>
                <a:gd name="csY1726" fmla="*/ 1036972 h 1411454"/>
                <a:gd name="csX1727" fmla="*/ 485023 w 1049003"/>
                <a:gd name="csY1727" fmla="*/ 1038476 h 1411454"/>
                <a:gd name="csX1728" fmla="*/ 484271 w 1049003"/>
                <a:gd name="csY1728" fmla="*/ 1043740 h 1411454"/>
                <a:gd name="csX1729" fmla="*/ 483519 w 1049003"/>
                <a:gd name="csY1729" fmla="*/ 1042236 h 1411454"/>
                <a:gd name="csX1730" fmla="*/ 483519 w 1049003"/>
                <a:gd name="csY1730" fmla="*/ 1045243 h 1411454"/>
                <a:gd name="csX1731" fmla="*/ 482767 w 1049003"/>
                <a:gd name="csY1731" fmla="*/ 1047500 h 1411454"/>
                <a:gd name="csX1732" fmla="*/ 482015 w 1049003"/>
                <a:gd name="csY1732" fmla="*/ 1049755 h 1411454"/>
                <a:gd name="csX1733" fmla="*/ 483519 w 1049003"/>
                <a:gd name="csY1733" fmla="*/ 1052011 h 1411454"/>
                <a:gd name="csX1734" fmla="*/ 483519 w 1049003"/>
                <a:gd name="csY1734" fmla="*/ 1052763 h 1411454"/>
                <a:gd name="csX1735" fmla="*/ 482015 w 1049003"/>
                <a:gd name="csY1735" fmla="*/ 1054267 h 1411454"/>
                <a:gd name="csX1736" fmla="*/ 482767 w 1049003"/>
                <a:gd name="csY1736" fmla="*/ 1055019 h 1411454"/>
                <a:gd name="csX1737" fmla="*/ 484271 w 1049003"/>
                <a:gd name="csY1737" fmla="*/ 1055771 h 1411454"/>
                <a:gd name="csX1738" fmla="*/ 484271 w 1049003"/>
                <a:gd name="csY1738" fmla="*/ 1057275 h 1411454"/>
                <a:gd name="csX1739" fmla="*/ 483519 w 1049003"/>
                <a:gd name="csY1739" fmla="*/ 1058027 h 1411454"/>
                <a:gd name="csX1740" fmla="*/ 482015 w 1049003"/>
                <a:gd name="csY1740" fmla="*/ 1058779 h 1411454"/>
                <a:gd name="csX1741" fmla="*/ 481263 w 1049003"/>
                <a:gd name="csY1741" fmla="*/ 1060283 h 1411454"/>
                <a:gd name="csX1742" fmla="*/ 481263 w 1049003"/>
                <a:gd name="csY1742" fmla="*/ 1067803 h 1411454"/>
                <a:gd name="csX1743" fmla="*/ 479007 w 1049003"/>
                <a:gd name="csY1743" fmla="*/ 1079082 h 1411454"/>
                <a:gd name="csX1744" fmla="*/ 478255 w 1049003"/>
                <a:gd name="csY1744" fmla="*/ 1080586 h 1411454"/>
                <a:gd name="csX1745" fmla="*/ 476752 w 1049003"/>
                <a:gd name="csY1745" fmla="*/ 1082090 h 1411454"/>
                <a:gd name="csX1746" fmla="*/ 475999 w 1049003"/>
                <a:gd name="csY1746" fmla="*/ 1082842 h 1411454"/>
                <a:gd name="csX1747" fmla="*/ 473743 w 1049003"/>
                <a:gd name="csY1747" fmla="*/ 1088858 h 1411454"/>
                <a:gd name="csX1748" fmla="*/ 473743 w 1049003"/>
                <a:gd name="csY1748" fmla="*/ 1089610 h 1411454"/>
                <a:gd name="csX1749" fmla="*/ 471488 w 1049003"/>
                <a:gd name="csY1749" fmla="*/ 1091114 h 1411454"/>
                <a:gd name="csX1750" fmla="*/ 468480 w 1049003"/>
                <a:gd name="csY1750" fmla="*/ 1093370 h 1411454"/>
                <a:gd name="csX1751" fmla="*/ 467728 w 1049003"/>
                <a:gd name="csY1751" fmla="*/ 1094122 h 1411454"/>
                <a:gd name="csX1752" fmla="*/ 467728 w 1049003"/>
                <a:gd name="csY1752" fmla="*/ 1094874 h 1411454"/>
                <a:gd name="csX1753" fmla="*/ 466975 w 1049003"/>
                <a:gd name="csY1753" fmla="*/ 1097130 h 1411454"/>
                <a:gd name="csX1754" fmla="*/ 466975 w 1049003"/>
                <a:gd name="csY1754" fmla="*/ 1098634 h 1411454"/>
                <a:gd name="csX1755" fmla="*/ 466975 w 1049003"/>
                <a:gd name="csY1755" fmla="*/ 1101642 h 1411454"/>
                <a:gd name="csX1756" fmla="*/ 466975 w 1049003"/>
                <a:gd name="csY1756" fmla="*/ 1103146 h 1411454"/>
                <a:gd name="csX1757" fmla="*/ 462464 w 1049003"/>
                <a:gd name="csY1757" fmla="*/ 1111417 h 1411454"/>
                <a:gd name="csX1758" fmla="*/ 461712 w 1049003"/>
                <a:gd name="csY1758" fmla="*/ 1112921 h 1411454"/>
                <a:gd name="csX1759" fmla="*/ 460208 w 1049003"/>
                <a:gd name="csY1759" fmla="*/ 1113673 h 1411454"/>
                <a:gd name="csX1760" fmla="*/ 457952 w 1049003"/>
                <a:gd name="csY1760" fmla="*/ 1116681 h 1411454"/>
                <a:gd name="csX1761" fmla="*/ 454944 w 1049003"/>
                <a:gd name="csY1761" fmla="*/ 1121945 h 1411454"/>
                <a:gd name="csX1762" fmla="*/ 454944 w 1049003"/>
                <a:gd name="csY1762" fmla="*/ 1134728 h 1411454"/>
                <a:gd name="csX1763" fmla="*/ 452688 w 1049003"/>
                <a:gd name="csY1763" fmla="*/ 1141496 h 1411454"/>
                <a:gd name="csX1764" fmla="*/ 448176 w 1049003"/>
                <a:gd name="csY1764" fmla="*/ 1145256 h 1411454"/>
                <a:gd name="csX1765" fmla="*/ 448176 w 1049003"/>
                <a:gd name="csY1765" fmla="*/ 1146008 h 1411454"/>
                <a:gd name="csX1766" fmla="*/ 451184 w 1049003"/>
                <a:gd name="csY1766" fmla="*/ 1146760 h 1411454"/>
                <a:gd name="csX1767" fmla="*/ 450432 w 1049003"/>
                <a:gd name="csY1767" fmla="*/ 1148264 h 1411454"/>
                <a:gd name="csX1768" fmla="*/ 446673 w 1049003"/>
                <a:gd name="csY1768" fmla="*/ 1151272 h 1411454"/>
                <a:gd name="csX1769" fmla="*/ 445920 w 1049003"/>
                <a:gd name="csY1769" fmla="*/ 1153528 h 1411454"/>
                <a:gd name="csX1770" fmla="*/ 443664 w 1049003"/>
                <a:gd name="csY1770" fmla="*/ 1159544 h 1411454"/>
                <a:gd name="csX1771" fmla="*/ 442160 w 1049003"/>
                <a:gd name="csY1771" fmla="*/ 1162551 h 1411454"/>
                <a:gd name="csX1772" fmla="*/ 440656 w 1049003"/>
                <a:gd name="csY1772" fmla="*/ 1164055 h 1411454"/>
                <a:gd name="csX1773" fmla="*/ 436897 w 1049003"/>
                <a:gd name="csY1773" fmla="*/ 1166311 h 1411454"/>
                <a:gd name="csX1774" fmla="*/ 436145 w 1049003"/>
                <a:gd name="csY1774" fmla="*/ 1166311 h 1411454"/>
                <a:gd name="csX1775" fmla="*/ 433889 w 1049003"/>
                <a:gd name="csY1775" fmla="*/ 1169319 h 1411454"/>
                <a:gd name="csX1776" fmla="*/ 433137 w 1049003"/>
                <a:gd name="csY1776" fmla="*/ 1170071 h 1411454"/>
                <a:gd name="csX1777" fmla="*/ 433137 w 1049003"/>
                <a:gd name="csY1777" fmla="*/ 1171575 h 1411454"/>
                <a:gd name="csX1778" fmla="*/ 432385 w 1049003"/>
                <a:gd name="csY1778" fmla="*/ 1172327 h 1411454"/>
                <a:gd name="csX1779" fmla="*/ 431633 w 1049003"/>
                <a:gd name="csY1779" fmla="*/ 1173079 h 1411454"/>
                <a:gd name="csX1780" fmla="*/ 429377 w 1049003"/>
                <a:gd name="csY1780" fmla="*/ 1173831 h 1411454"/>
                <a:gd name="csX1781" fmla="*/ 426369 w 1049003"/>
                <a:gd name="csY1781" fmla="*/ 1176839 h 1411454"/>
                <a:gd name="csX1782" fmla="*/ 424113 w 1049003"/>
                <a:gd name="csY1782" fmla="*/ 1180599 h 1411454"/>
                <a:gd name="csX1783" fmla="*/ 424113 w 1049003"/>
                <a:gd name="csY1783" fmla="*/ 1185111 h 1411454"/>
                <a:gd name="csX1784" fmla="*/ 421857 w 1049003"/>
                <a:gd name="csY1784" fmla="*/ 1186615 h 1411454"/>
                <a:gd name="csX1785" fmla="*/ 420353 w 1049003"/>
                <a:gd name="csY1785" fmla="*/ 1190375 h 1411454"/>
                <a:gd name="csX1786" fmla="*/ 418849 w 1049003"/>
                <a:gd name="csY1786" fmla="*/ 1194134 h 1411454"/>
                <a:gd name="csX1787" fmla="*/ 418097 w 1049003"/>
                <a:gd name="csY1787" fmla="*/ 1197894 h 1411454"/>
                <a:gd name="csX1788" fmla="*/ 418849 w 1049003"/>
                <a:gd name="csY1788" fmla="*/ 1201654 h 1411454"/>
                <a:gd name="csX1789" fmla="*/ 424113 w 1049003"/>
                <a:gd name="csY1789" fmla="*/ 1210678 h 1411454"/>
                <a:gd name="csX1790" fmla="*/ 424113 w 1049003"/>
                <a:gd name="csY1790" fmla="*/ 1213686 h 1411454"/>
                <a:gd name="csX1791" fmla="*/ 425617 w 1049003"/>
                <a:gd name="csY1791" fmla="*/ 1216694 h 1411454"/>
                <a:gd name="csX1792" fmla="*/ 424865 w 1049003"/>
                <a:gd name="csY1792" fmla="*/ 1227221 h 1411454"/>
                <a:gd name="csX1793" fmla="*/ 425617 w 1049003"/>
                <a:gd name="csY1793" fmla="*/ 1230229 h 1411454"/>
                <a:gd name="csX1794" fmla="*/ 426369 w 1049003"/>
                <a:gd name="csY1794" fmla="*/ 1232485 h 1411454"/>
                <a:gd name="csX1795" fmla="*/ 427873 w 1049003"/>
                <a:gd name="csY1795" fmla="*/ 1234741 h 1411454"/>
                <a:gd name="csX1796" fmla="*/ 429377 w 1049003"/>
                <a:gd name="csY1796" fmla="*/ 1236245 h 1411454"/>
                <a:gd name="csX1797" fmla="*/ 429377 w 1049003"/>
                <a:gd name="csY1797" fmla="*/ 1237749 h 1411454"/>
                <a:gd name="csX1798" fmla="*/ 428625 w 1049003"/>
                <a:gd name="csY1798" fmla="*/ 1238501 h 1411454"/>
                <a:gd name="csX1799" fmla="*/ 428625 w 1049003"/>
                <a:gd name="csY1799" fmla="*/ 1239253 h 1411454"/>
                <a:gd name="csX1800" fmla="*/ 429377 w 1049003"/>
                <a:gd name="csY1800" fmla="*/ 1239253 h 1411454"/>
                <a:gd name="csX1801" fmla="*/ 429377 w 1049003"/>
                <a:gd name="csY1801" fmla="*/ 1240757 h 1411454"/>
                <a:gd name="csX1802" fmla="*/ 429377 w 1049003"/>
                <a:gd name="csY1802" fmla="*/ 1254292 h 1411454"/>
                <a:gd name="csX1803" fmla="*/ 430881 w 1049003"/>
                <a:gd name="csY1803" fmla="*/ 1259556 h 1411454"/>
                <a:gd name="csX1804" fmla="*/ 435393 w 1049003"/>
                <a:gd name="csY1804" fmla="*/ 1264068 h 1411454"/>
                <a:gd name="csX1805" fmla="*/ 439905 w 1049003"/>
                <a:gd name="csY1805" fmla="*/ 1266324 h 1411454"/>
                <a:gd name="csX1806" fmla="*/ 441409 w 1049003"/>
                <a:gd name="csY1806" fmla="*/ 1266324 h 1411454"/>
                <a:gd name="csX1807" fmla="*/ 442913 w 1049003"/>
                <a:gd name="csY1807" fmla="*/ 1269332 h 1411454"/>
                <a:gd name="csX1808" fmla="*/ 444416 w 1049003"/>
                <a:gd name="csY1808" fmla="*/ 1271588 h 1411454"/>
                <a:gd name="csX1809" fmla="*/ 445169 w 1049003"/>
                <a:gd name="csY1809" fmla="*/ 1274595 h 1411454"/>
                <a:gd name="csX1810" fmla="*/ 445920 w 1049003"/>
                <a:gd name="csY1810" fmla="*/ 1279859 h 1411454"/>
                <a:gd name="csX1811" fmla="*/ 445169 w 1049003"/>
                <a:gd name="csY1811" fmla="*/ 1282115 h 1411454"/>
                <a:gd name="csX1812" fmla="*/ 444416 w 1049003"/>
                <a:gd name="csY1812" fmla="*/ 1285123 h 1411454"/>
                <a:gd name="csX1813" fmla="*/ 442913 w 1049003"/>
                <a:gd name="csY1813" fmla="*/ 1288131 h 1411454"/>
                <a:gd name="csX1814" fmla="*/ 441409 w 1049003"/>
                <a:gd name="csY1814" fmla="*/ 1288883 h 1411454"/>
                <a:gd name="csX1815" fmla="*/ 439905 w 1049003"/>
                <a:gd name="csY1815" fmla="*/ 1290387 h 1411454"/>
                <a:gd name="csX1816" fmla="*/ 439153 w 1049003"/>
                <a:gd name="csY1816" fmla="*/ 1294899 h 1411454"/>
                <a:gd name="csX1817" fmla="*/ 439905 w 1049003"/>
                <a:gd name="csY1817" fmla="*/ 1301667 h 1411454"/>
                <a:gd name="csX1818" fmla="*/ 438401 w 1049003"/>
                <a:gd name="csY1818" fmla="*/ 1315202 h 1411454"/>
                <a:gd name="csX1819" fmla="*/ 438401 w 1049003"/>
                <a:gd name="csY1819" fmla="*/ 1321970 h 1411454"/>
                <a:gd name="csX1820" fmla="*/ 440656 w 1049003"/>
                <a:gd name="csY1820" fmla="*/ 1327986 h 1411454"/>
                <a:gd name="csX1821" fmla="*/ 438401 w 1049003"/>
                <a:gd name="csY1821" fmla="*/ 1331746 h 1411454"/>
                <a:gd name="csX1822" fmla="*/ 436897 w 1049003"/>
                <a:gd name="csY1822" fmla="*/ 1336257 h 1411454"/>
                <a:gd name="csX1823" fmla="*/ 435393 w 1049003"/>
                <a:gd name="csY1823" fmla="*/ 1346785 h 1411454"/>
                <a:gd name="csX1824" fmla="*/ 436897 w 1049003"/>
                <a:gd name="csY1824" fmla="*/ 1357313 h 1411454"/>
                <a:gd name="csX1825" fmla="*/ 436145 w 1049003"/>
                <a:gd name="csY1825" fmla="*/ 1362576 h 1411454"/>
                <a:gd name="csX1826" fmla="*/ 431633 w 1049003"/>
                <a:gd name="csY1826" fmla="*/ 1364832 h 1411454"/>
                <a:gd name="csX1827" fmla="*/ 430129 w 1049003"/>
                <a:gd name="csY1827" fmla="*/ 1366336 h 1411454"/>
                <a:gd name="csX1828" fmla="*/ 430129 w 1049003"/>
                <a:gd name="csY1828" fmla="*/ 1369344 h 1411454"/>
                <a:gd name="csX1829" fmla="*/ 430129 w 1049003"/>
                <a:gd name="csY1829" fmla="*/ 1372352 h 1411454"/>
                <a:gd name="csX1830" fmla="*/ 430129 w 1049003"/>
                <a:gd name="csY1830" fmla="*/ 1375360 h 1411454"/>
                <a:gd name="csX1831" fmla="*/ 422609 w 1049003"/>
                <a:gd name="csY1831" fmla="*/ 1387392 h 1411454"/>
                <a:gd name="csX1832" fmla="*/ 421857 w 1049003"/>
                <a:gd name="csY1832" fmla="*/ 1390399 h 1411454"/>
                <a:gd name="csX1833" fmla="*/ 423361 w 1049003"/>
                <a:gd name="csY1833" fmla="*/ 1391151 h 1411454"/>
                <a:gd name="csX1834" fmla="*/ 424113 w 1049003"/>
                <a:gd name="csY1834" fmla="*/ 1394159 h 1411454"/>
                <a:gd name="csX1835" fmla="*/ 424865 w 1049003"/>
                <a:gd name="csY1835" fmla="*/ 1394911 h 1411454"/>
                <a:gd name="csX1836" fmla="*/ 424865 w 1049003"/>
                <a:gd name="csY1836" fmla="*/ 1396415 h 1411454"/>
                <a:gd name="csX1837" fmla="*/ 424865 w 1049003"/>
                <a:gd name="csY1837" fmla="*/ 1398671 h 1411454"/>
                <a:gd name="csX1838" fmla="*/ 423361 w 1049003"/>
                <a:gd name="csY1838" fmla="*/ 1403183 h 1411454"/>
                <a:gd name="csX1839" fmla="*/ 423361 w 1049003"/>
                <a:gd name="csY1839" fmla="*/ 1406191 h 1411454"/>
                <a:gd name="csX1840" fmla="*/ 423361 w 1049003"/>
                <a:gd name="csY1840" fmla="*/ 1411455 h 1411454"/>
                <a:gd name="csX1841" fmla="*/ 414337 w 1049003"/>
                <a:gd name="csY1841" fmla="*/ 1406943 h 1411454"/>
                <a:gd name="csX1842" fmla="*/ 411330 w 1049003"/>
                <a:gd name="csY1842" fmla="*/ 1405439 h 1411454"/>
                <a:gd name="csX1843" fmla="*/ 409826 w 1049003"/>
                <a:gd name="csY1843" fmla="*/ 1403935 h 1411454"/>
                <a:gd name="csX1844" fmla="*/ 404562 w 1049003"/>
                <a:gd name="csY1844" fmla="*/ 1396415 h 1411454"/>
                <a:gd name="csX1845" fmla="*/ 402306 w 1049003"/>
                <a:gd name="csY1845" fmla="*/ 1394159 h 1411454"/>
                <a:gd name="csX1846" fmla="*/ 386515 w 1049003"/>
                <a:gd name="csY1846" fmla="*/ 1389648 h 1411454"/>
                <a:gd name="csX1847" fmla="*/ 382755 w 1049003"/>
                <a:gd name="csY1847" fmla="*/ 1388896 h 1411454"/>
                <a:gd name="csX1848" fmla="*/ 382003 w 1049003"/>
                <a:gd name="csY1848" fmla="*/ 1388896 h 1411454"/>
                <a:gd name="csX1849" fmla="*/ 372227 w 1049003"/>
                <a:gd name="csY1849" fmla="*/ 1391151 h 1411454"/>
                <a:gd name="csX1850" fmla="*/ 370723 w 1049003"/>
                <a:gd name="csY1850" fmla="*/ 1391151 h 1411454"/>
                <a:gd name="csX1851" fmla="*/ 369219 w 1049003"/>
                <a:gd name="csY1851" fmla="*/ 1391151 h 1411454"/>
                <a:gd name="csX1852" fmla="*/ 365459 w 1049003"/>
                <a:gd name="csY1852" fmla="*/ 1390399 h 1411454"/>
                <a:gd name="csX1853" fmla="*/ 363203 w 1049003"/>
                <a:gd name="csY1853" fmla="*/ 1389648 h 1411454"/>
                <a:gd name="csX1854" fmla="*/ 362451 w 1049003"/>
                <a:gd name="csY1854" fmla="*/ 1388896 h 1411454"/>
                <a:gd name="csX1855" fmla="*/ 359443 w 1049003"/>
                <a:gd name="csY1855" fmla="*/ 1382880 h 1411454"/>
                <a:gd name="csX1856" fmla="*/ 357939 w 1049003"/>
                <a:gd name="csY1856" fmla="*/ 1380624 h 1411454"/>
                <a:gd name="csX1857" fmla="*/ 354932 w 1049003"/>
                <a:gd name="csY1857" fmla="*/ 1379120 h 1411454"/>
                <a:gd name="csX1858" fmla="*/ 353428 w 1049003"/>
                <a:gd name="csY1858" fmla="*/ 1376864 h 1411454"/>
                <a:gd name="csX1859" fmla="*/ 351172 w 1049003"/>
                <a:gd name="csY1859" fmla="*/ 1371600 h 1411454"/>
                <a:gd name="csX1860" fmla="*/ 350420 w 1049003"/>
                <a:gd name="csY1860" fmla="*/ 1370096 h 1411454"/>
                <a:gd name="csX1861" fmla="*/ 348916 w 1049003"/>
                <a:gd name="csY1861" fmla="*/ 1369344 h 1411454"/>
                <a:gd name="csX1862" fmla="*/ 345156 w 1049003"/>
                <a:gd name="csY1862" fmla="*/ 1365584 h 1411454"/>
                <a:gd name="csX1863" fmla="*/ 344404 w 1049003"/>
                <a:gd name="csY1863" fmla="*/ 1364832 h 1411454"/>
                <a:gd name="csX1864" fmla="*/ 344404 w 1049003"/>
                <a:gd name="csY1864" fmla="*/ 1364080 h 1411454"/>
                <a:gd name="csX1865" fmla="*/ 343652 w 1049003"/>
                <a:gd name="csY1865" fmla="*/ 1363328 h 1411454"/>
                <a:gd name="csX1866" fmla="*/ 343652 w 1049003"/>
                <a:gd name="csY1866" fmla="*/ 1362576 h 1411454"/>
                <a:gd name="csX1867" fmla="*/ 343652 w 1049003"/>
                <a:gd name="csY1867" fmla="*/ 1361824 h 1411454"/>
                <a:gd name="csX1868" fmla="*/ 344404 w 1049003"/>
                <a:gd name="csY1868" fmla="*/ 1358817 h 1411454"/>
                <a:gd name="csX1869" fmla="*/ 345156 w 1049003"/>
                <a:gd name="csY1869" fmla="*/ 1354305 h 1411454"/>
                <a:gd name="csX1870" fmla="*/ 345156 w 1049003"/>
                <a:gd name="csY1870" fmla="*/ 1352049 h 1411454"/>
                <a:gd name="csX1871" fmla="*/ 344404 w 1049003"/>
                <a:gd name="csY1871" fmla="*/ 1349793 h 1411454"/>
                <a:gd name="csX1872" fmla="*/ 342148 w 1049003"/>
                <a:gd name="csY1872" fmla="*/ 1344529 h 1411454"/>
                <a:gd name="csX1873" fmla="*/ 339892 w 1049003"/>
                <a:gd name="csY1873" fmla="*/ 1342273 h 1411454"/>
                <a:gd name="csX1874" fmla="*/ 338388 w 1049003"/>
                <a:gd name="csY1874" fmla="*/ 1340769 h 1411454"/>
                <a:gd name="csX1875" fmla="*/ 327860 w 1049003"/>
                <a:gd name="csY1875" fmla="*/ 1334001 h 1411454"/>
                <a:gd name="csX1876" fmla="*/ 321093 w 1049003"/>
                <a:gd name="csY1876" fmla="*/ 1327986 h 1411454"/>
                <a:gd name="csX1877" fmla="*/ 319589 w 1049003"/>
                <a:gd name="csY1877" fmla="*/ 1327234 h 1411454"/>
                <a:gd name="csX1878" fmla="*/ 318085 w 1049003"/>
                <a:gd name="csY1878" fmla="*/ 1326482 h 1411454"/>
                <a:gd name="csX1879" fmla="*/ 317333 w 1049003"/>
                <a:gd name="csY1879" fmla="*/ 1326482 h 1411454"/>
                <a:gd name="csX1880" fmla="*/ 315077 w 1049003"/>
                <a:gd name="csY1880" fmla="*/ 1324978 h 1411454"/>
                <a:gd name="csX1881" fmla="*/ 314325 w 1049003"/>
                <a:gd name="csY1881" fmla="*/ 1324226 h 1411454"/>
                <a:gd name="csX1882" fmla="*/ 313573 w 1049003"/>
                <a:gd name="csY1882" fmla="*/ 1323474 h 1411454"/>
                <a:gd name="csX1883" fmla="*/ 313573 w 1049003"/>
                <a:gd name="csY1883" fmla="*/ 1319714 h 1411454"/>
                <a:gd name="csX1884" fmla="*/ 313573 w 1049003"/>
                <a:gd name="csY1884" fmla="*/ 1318210 h 1411454"/>
                <a:gd name="csX1885" fmla="*/ 313573 w 1049003"/>
                <a:gd name="csY1885" fmla="*/ 1315954 h 1411454"/>
                <a:gd name="csX1886" fmla="*/ 314325 w 1049003"/>
                <a:gd name="csY1886" fmla="*/ 1313698 h 1411454"/>
                <a:gd name="csX1887" fmla="*/ 315077 w 1049003"/>
                <a:gd name="csY1887" fmla="*/ 1312194 h 1411454"/>
                <a:gd name="csX1888" fmla="*/ 315829 w 1049003"/>
                <a:gd name="csY1888" fmla="*/ 1312194 h 1411454"/>
                <a:gd name="csX1889" fmla="*/ 316581 w 1049003"/>
                <a:gd name="csY1889" fmla="*/ 1311442 h 1411454"/>
                <a:gd name="csX1890" fmla="*/ 317333 w 1049003"/>
                <a:gd name="csY1890" fmla="*/ 1310690 h 1411454"/>
                <a:gd name="csX1891" fmla="*/ 318837 w 1049003"/>
                <a:gd name="csY1891" fmla="*/ 1310690 h 1411454"/>
                <a:gd name="csX1892" fmla="*/ 320341 w 1049003"/>
                <a:gd name="csY1892" fmla="*/ 1310690 h 1411454"/>
                <a:gd name="csX1893" fmla="*/ 321093 w 1049003"/>
                <a:gd name="csY1893" fmla="*/ 1310690 h 1411454"/>
                <a:gd name="csX1894" fmla="*/ 321845 w 1049003"/>
                <a:gd name="csY1894" fmla="*/ 1310690 h 1411454"/>
                <a:gd name="csX1895" fmla="*/ 322597 w 1049003"/>
                <a:gd name="csY1895" fmla="*/ 1309938 h 1411454"/>
                <a:gd name="csX1896" fmla="*/ 323349 w 1049003"/>
                <a:gd name="csY1896" fmla="*/ 1309938 h 1411454"/>
                <a:gd name="csX1897" fmla="*/ 324100 w 1049003"/>
                <a:gd name="csY1897" fmla="*/ 1309186 h 1411454"/>
                <a:gd name="csX1898" fmla="*/ 324853 w 1049003"/>
                <a:gd name="csY1898" fmla="*/ 1307682 h 1411454"/>
                <a:gd name="csX1899" fmla="*/ 326357 w 1049003"/>
                <a:gd name="csY1899" fmla="*/ 1303171 h 1411454"/>
                <a:gd name="csX1900" fmla="*/ 326357 w 1049003"/>
                <a:gd name="csY1900" fmla="*/ 1302419 h 1411454"/>
                <a:gd name="csX1901" fmla="*/ 327109 w 1049003"/>
                <a:gd name="csY1901" fmla="*/ 1300915 h 1411454"/>
                <a:gd name="csX1902" fmla="*/ 327860 w 1049003"/>
                <a:gd name="csY1902" fmla="*/ 1299411 h 1411454"/>
                <a:gd name="csX1903" fmla="*/ 330868 w 1049003"/>
                <a:gd name="csY1903" fmla="*/ 1296403 h 1411454"/>
                <a:gd name="csX1904" fmla="*/ 333124 w 1049003"/>
                <a:gd name="csY1904" fmla="*/ 1294899 h 1411454"/>
                <a:gd name="csX1905" fmla="*/ 333877 w 1049003"/>
                <a:gd name="csY1905" fmla="*/ 1294147 h 1411454"/>
                <a:gd name="csX1906" fmla="*/ 334628 w 1049003"/>
                <a:gd name="csY1906" fmla="*/ 1293395 h 1411454"/>
                <a:gd name="csX1907" fmla="*/ 334628 w 1049003"/>
                <a:gd name="csY1907" fmla="*/ 1292643 h 1411454"/>
                <a:gd name="csX1908" fmla="*/ 334628 w 1049003"/>
                <a:gd name="csY1908" fmla="*/ 1291139 h 1411454"/>
                <a:gd name="csX1909" fmla="*/ 334628 w 1049003"/>
                <a:gd name="csY1909" fmla="*/ 1290387 h 1411454"/>
                <a:gd name="csX1910" fmla="*/ 333877 w 1049003"/>
                <a:gd name="csY1910" fmla="*/ 1288131 h 1411454"/>
                <a:gd name="csX1911" fmla="*/ 333124 w 1049003"/>
                <a:gd name="csY1911" fmla="*/ 1287379 h 1411454"/>
                <a:gd name="csX1912" fmla="*/ 332372 w 1049003"/>
                <a:gd name="csY1912" fmla="*/ 1286627 h 1411454"/>
                <a:gd name="csX1913" fmla="*/ 330868 w 1049003"/>
                <a:gd name="csY1913" fmla="*/ 1285123 h 1411454"/>
                <a:gd name="csX1914" fmla="*/ 329364 w 1049003"/>
                <a:gd name="csY1914" fmla="*/ 1284371 h 1411454"/>
                <a:gd name="csX1915" fmla="*/ 326357 w 1049003"/>
                <a:gd name="csY1915" fmla="*/ 1283619 h 1411454"/>
                <a:gd name="csX1916" fmla="*/ 314325 w 1049003"/>
                <a:gd name="csY1916" fmla="*/ 1279107 h 1411454"/>
                <a:gd name="csX1917" fmla="*/ 301541 w 1049003"/>
                <a:gd name="csY1917" fmla="*/ 1271588 h 1411454"/>
                <a:gd name="csX1918" fmla="*/ 295526 w 1049003"/>
                <a:gd name="csY1918" fmla="*/ 1267076 h 1411454"/>
                <a:gd name="csX1919" fmla="*/ 293270 w 1049003"/>
                <a:gd name="csY1919" fmla="*/ 1264820 h 1411454"/>
                <a:gd name="csX1920" fmla="*/ 290262 w 1049003"/>
                <a:gd name="csY1920" fmla="*/ 1258804 h 1411454"/>
                <a:gd name="csX1921" fmla="*/ 289510 w 1049003"/>
                <a:gd name="csY1921" fmla="*/ 1258052 h 1411454"/>
                <a:gd name="csX1922" fmla="*/ 289510 w 1049003"/>
                <a:gd name="csY1922" fmla="*/ 1256548 h 1411454"/>
                <a:gd name="csX1923" fmla="*/ 289510 w 1049003"/>
                <a:gd name="csY1923" fmla="*/ 1252036 h 1411454"/>
                <a:gd name="csX1924" fmla="*/ 290262 w 1049003"/>
                <a:gd name="csY1924" fmla="*/ 1246021 h 1411454"/>
                <a:gd name="csX1925" fmla="*/ 289510 w 1049003"/>
                <a:gd name="csY1925" fmla="*/ 1244517 h 1411454"/>
                <a:gd name="csX1926" fmla="*/ 288006 w 1049003"/>
                <a:gd name="csY1926" fmla="*/ 1236245 h 1411454"/>
                <a:gd name="csX1927" fmla="*/ 287254 w 1049003"/>
                <a:gd name="csY1927" fmla="*/ 1234741 h 1411454"/>
                <a:gd name="csX1928" fmla="*/ 281238 w 1049003"/>
                <a:gd name="csY1928" fmla="*/ 1225717 h 1411454"/>
                <a:gd name="csX1929" fmla="*/ 280486 w 1049003"/>
                <a:gd name="csY1929" fmla="*/ 1224965 h 1411454"/>
                <a:gd name="csX1930" fmla="*/ 272966 w 1049003"/>
                <a:gd name="csY1930" fmla="*/ 1219701 h 1411454"/>
                <a:gd name="csX1931" fmla="*/ 272215 w 1049003"/>
                <a:gd name="csY1931" fmla="*/ 1219701 h 1411454"/>
                <a:gd name="csX1932" fmla="*/ 269959 w 1049003"/>
                <a:gd name="csY1932" fmla="*/ 1218949 h 1411454"/>
                <a:gd name="csX1933" fmla="*/ 268455 w 1049003"/>
                <a:gd name="csY1933" fmla="*/ 1218949 h 1411454"/>
                <a:gd name="csX1934" fmla="*/ 261687 w 1049003"/>
                <a:gd name="csY1934" fmla="*/ 1219701 h 1411454"/>
                <a:gd name="csX1935" fmla="*/ 259431 w 1049003"/>
                <a:gd name="csY1935" fmla="*/ 1218949 h 1411454"/>
                <a:gd name="csX1936" fmla="*/ 257927 w 1049003"/>
                <a:gd name="csY1936" fmla="*/ 1218949 h 1411454"/>
                <a:gd name="csX1937" fmla="*/ 256423 w 1049003"/>
                <a:gd name="csY1937" fmla="*/ 1218197 h 1411454"/>
                <a:gd name="csX1938" fmla="*/ 254919 w 1049003"/>
                <a:gd name="csY1938" fmla="*/ 1217445 h 1411454"/>
                <a:gd name="csX1939" fmla="*/ 252663 w 1049003"/>
                <a:gd name="csY1939" fmla="*/ 1215190 h 1411454"/>
                <a:gd name="csX1940" fmla="*/ 251159 w 1049003"/>
                <a:gd name="csY1940" fmla="*/ 1214438 h 1411454"/>
                <a:gd name="csX1941" fmla="*/ 251159 w 1049003"/>
                <a:gd name="csY1941" fmla="*/ 1212934 h 1411454"/>
                <a:gd name="csX1942" fmla="*/ 251159 w 1049003"/>
                <a:gd name="csY1942" fmla="*/ 1212182 h 1411454"/>
                <a:gd name="csX1943" fmla="*/ 251911 w 1049003"/>
                <a:gd name="csY1943" fmla="*/ 1210678 h 1411454"/>
                <a:gd name="csX1944" fmla="*/ 252663 w 1049003"/>
                <a:gd name="csY1944" fmla="*/ 1209174 h 1411454"/>
                <a:gd name="csX1945" fmla="*/ 252663 w 1049003"/>
                <a:gd name="csY1945" fmla="*/ 1207670 h 1411454"/>
                <a:gd name="csX1946" fmla="*/ 253415 w 1049003"/>
                <a:gd name="csY1946" fmla="*/ 1206918 h 1411454"/>
                <a:gd name="csX1947" fmla="*/ 253415 w 1049003"/>
                <a:gd name="csY1947" fmla="*/ 1206166 h 1411454"/>
                <a:gd name="csX1948" fmla="*/ 254167 w 1049003"/>
                <a:gd name="csY1948" fmla="*/ 1205414 h 1411454"/>
                <a:gd name="csX1949" fmla="*/ 257175 w 1049003"/>
                <a:gd name="csY1949" fmla="*/ 1202406 h 1411454"/>
                <a:gd name="csX1950" fmla="*/ 259431 w 1049003"/>
                <a:gd name="csY1950" fmla="*/ 1200150 h 1411454"/>
                <a:gd name="csX1951" fmla="*/ 261687 w 1049003"/>
                <a:gd name="csY1951" fmla="*/ 1197894 h 1411454"/>
                <a:gd name="csX1952" fmla="*/ 263191 w 1049003"/>
                <a:gd name="csY1952" fmla="*/ 1195638 h 1411454"/>
                <a:gd name="csX1953" fmla="*/ 264695 w 1049003"/>
                <a:gd name="csY1953" fmla="*/ 1194886 h 1411454"/>
                <a:gd name="csX1954" fmla="*/ 266199 w 1049003"/>
                <a:gd name="csY1954" fmla="*/ 1192630 h 1411454"/>
                <a:gd name="csX1955" fmla="*/ 266951 w 1049003"/>
                <a:gd name="csY1955" fmla="*/ 1191878 h 1411454"/>
                <a:gd name="csX1956" fmla="*/ 269959 w 1049003"/>
                <a:gd name="csY1956" fmla="*/ 1189623 h 1411454"/>
                <a:gd name="csX1957" fmla="*/ 270711 w 1049003"/>
                <a:gd name="csY1957" fmla="*/ 1188871 h 1411454"/>
                <a:gd name="csX1958" fmla="*/ 271462 w 1049003"/>
                <a:gd name="csY1958" fmla="*/ 1188118 h 1411454"/>
                <a:gd name="csX1959" fmla="*/ 273719 w 1049003"/>
                <a:gd name="csY1959" fmla="*/ 1187366 h 1411454"/>
                <a:gd name="csX1960" fmla="*/ 276726 w 1049003"/>
                <a:gd name="csY1960" fmla="*/ 1184359 h 1411454"/>
                <a:gd name="csX1961" fmla="*/ 278230 w 1049003"/>
                <a:gd name="csY1961" fmla="*/ 1182855 h 1411454"/>
                <a:gd name="csX1962" fmla="*/ 278230 w 1049003"/>
                <a:gd name="csY1962" fmla="*/ 1182103 h 1411454"/>
                <a:gd name="csX1963" fmla="*/ 278982 w 1049003"/>
                <a:gd name="csY1963" fmla="*/ 1181351 h 1411454"/>
                <a:gd name="csX1964" fmla="*/ 278982 w 1049003"/>
                <a:gd name="csY1964" fmla="*/ 1180599 h 1411454"/>
                <a:gd name="csX1965" fmla="*/ 278982 w 1049003"/>
                <a:gd name="csY1965" fmla="*/ 1179847 h 1411454"/>
                <a:gd name="csX1966" fmla="*/ 275222 w 1049003"/>
                <a:gd name="csY1966" fmla="*/ 1169319 h 1411454"/>
                <a:gd name="csX1967" fmla="*/ 275222 w 1049003"/>
                <a:gd name="csY1967" fmla="*/ 1168567 h 1411454"/>
                <a:gd name="csX1968" fmla="*/ 275974 w 1049003"/>
                <a:gd name="csY1968" fmla="*/ 1167815 h 1411454"/>
                <a:gd name="csX1969" fmla="*/ 278230 w 1049003"/>
                <a:gd name="csY1969" fmla="*/ 1162551 h 1411454"/>
                <a:gd name="csX1970" fmla="*/ 278982 w 1049003"/>
                <a:gd name="csY1970" fmla="*/ 1161799 h 1411454"/>
                <a:gd name="csX1971" fmla="*/ 278982 w 1049003"/>
                <a:gd name="csY1971" fmla="*/ 1158040 h 1411454"/>
                <a:gd name="csX1972" fmla="*/ 279734 w 1049003"/>
                <a:gd name="csY1972" fmla="*/ 1156536 h 1411454"/>
                <a:gd name="csX1973" fmla="*/ 279734 w 1049003"/>
                <a:gd name="csY1973" fmla="*/ 1155784 h 1411454"/>
                <a:gd name="csX1974" fmla="*/ 280486 w 1049003"/>
                <a:gd name="csY1974" fmla="*/ 1152024 h 1411454"/>
                <a:gd name="csX1975" fmla="*/ 281990 w 1049003"/>
                <a:gd name="csY1975" fmla="*/ 1144504 h 1411454"/>
                <a:gd name="csX1976" fmla="*/ 283494 w 1049003"/>
                <a:gd name="csY1976" fmla="*/ 1139240 h 1411454"/>
                <a:gd name="csX1977" fmla="*/ 284998 w 1049003"/>
                <a:gd name="csY1977" fmla="*/ 1137736 h 1411454"/>
                <a:gd name="csX1978" fmla="*/ 287254 w 1049003"/>
                <a:gd name="csY1978" fmla="*/ 1133224 h 1411454"/>
                <a:gd name="csX1979" fmla="*/ 287254 w 1049003"/>
                <a:gd name="csY1979" fmla="*/ 1130968 h 1411454"/>
                <a:gd name="csX1980" fmla="*/ 288006 w 1049003"/>
                <a:gd name="csY1980" fmla="*/ 1130217 h 1411454"/>
                <a:gd name="csX1981" fmla="*/ 288758 w 1049003"/>
                <a:gd name="csY1981" fmla="*/ 1128713 h 1411454"/>
                <a:gd name="csX1982" fmla="*/ 290262 w 1049003"/>
                <a:gd name="csY1982" fmla="*/ 1127209 h 1411454"/>
                <a:gd name="csX1983" fmla="*/ 294774 w 1049003"/>
                <a:gd name="csY1983" fmla="*/ 1122697 h 1411454"/>
                <a:gd name="csX1984" fmla="*/ 295526 w 1049003"/>
                <a:gd name="csY1984" fmla="*/ 1122697 h 1411454"/>
                <a:gd name="csX1985" fmla="*/ 306053 w 1049003"/>
                <a:gd name="csY1985" fmla="*/ 1118185 h 1411454"/>
                <a:gd name="csX1986" fmla="*/ 315077 w 1049003"/>
                <a:gd name="csY1986" fmla="*/ 1116681 h 1411454"/>
                <a:gd name="csX1987" fmla="*/ 315829 w 1049003"/>
                <a:gd name="csY1987" fmla="*/ 1116681 h 1411454"/>
                <a:gd name="csX1988" fmla="*/ 319589 w 1049003"/>
                <a:gd name="csY1988" fmla="*/ 1116681 h 1411454"/>
                <a:gd name="csX1989" fmla="*/ 321093 w 1049003"/>
                <a:gd name="csY1989" fmla="*/ 1116681 h 1411454"/>
                <a:gd name="csX1990" fmla="*/ 324853 w 1049003"/>
                <a:gd name="csY1990" fmla="*/ 1116681 h 1411454"/>
                <a:gd name="csX1991" fmla="*/ 339140 w 1049003"/>
                <a:gd name="csY1991" fmla="*/ 1116681 h 1411454"/>
                <a:gd name="csX1992" fmla="*/ 339892 w 1049003"/>
                <a:gd name="csY1992" fmla="*/ 1116681 h 1411454"/>
                <a:gd name="csX1993" fmla="*/ 340644 w 1049003"/>
                <a:gd name="csY1993" fmla="*/ 1116681 h 1411454"/>
                <a:gd name="csX1994" fmla="*/ 340644 w 1049003"/>
                <a:gd name="csY1994" fmla="*/ 1115929 h 1411454"/>
                <a:gd name="csX1995" fmla="*/ 340644 w 1049003"/>
                <a:gd name="csY1995" fmla="*/ 1115177 h 1411454"/>
                <a:gd name="csX1996" fmla="*/ 340644 w 1049003"/>
                <a:gd name="csY1996" fmla="*/ 1114425 h 1411454"/>
                <a:gd name="csX1997" fmla="*/ 338388 w 1049003"/>
                <a:gd name="csY1997" fmla="*/ 1112921 h 1411454"/>
                <a:gd name="csX1998" fmla="*/ 337636 w 1049003"/>
                <a:gd name="csY1998" fmla="*/ 1112921 h 1411454"/>
                <a:gd name="csX1999" fmla="*/ 337636 w 1049003"/>
                <a:gd name="csY1999" fmla="*/ 1112169 h 1411454"/>
                <a:gd name="csX2000" fmla="*/ 336884 w 1049003"/>
                <a:gd name="csY2000" fmla="*/ 1111417 h 1411454"/>
                <a:gd name="csX2001" fmla="*/ 335380 w 1049003"/>
                <a:gd name="csY2001" fmla="*/ 1108409 h 1411454"/>
                <a:gd name="csX2002" fmla="*/ 333877 w 1049003"/>
                <a:gd name="csY2002" fmla="*/ 1106153 h 1411454"/>
                <a:gd name="csX2003" fmla="*/ 333124 w 1049003"/>
                <a:gd name="csY2003" fmla="*/ 1104649 h 1411454"/>
                <a:gd name="csX2004" fmla="*/ 333124 w 1049003"/>
                <a:gd name="csY2004" fmla="*/ 1103146 h 1411454"/>
                <a:gd name="csX2005" fmla="*/ 333124 w 1049003"/>
                <a:gd name="csY2005" fmla="*/ 1102394 h 1411454"/>
                <a:gd name="csX2006" fmla="*/ 333877 w 1049003"/>
                <a:gd name="csY2006" fmla="*/ 1102394 h 1411454"/>
                <a:gd name="csX2007" fmla="*/ 336132 w 1049003"/>
                <a:gd name="csY2007" fmla="*/ 1101642 h 1411454"/>
                <a:gd name="csX2008" fmla="*/ 336884 w 1049003"/>
                <a:gd name="csY2008" fmla="*/ 1100889 h 1411454"/>
                <a:gd name="csX2009" fmla="*/ 336884 w 1049003"/>
                <a:gd name="csY2009" fmla="*/ 1100138 h 1411454"/>
                <a:gd name="csX2010" fmla="*/ 337636 w 1049003"/>
                <a:gd name="csY2010" fmla="*/ 1100138 h 1411454"/>
                <a:gd name="csX2011" fmla="*/ 337636 w 1049003"/>
                <a:gd name="csY2011" fmla="*/ 1099386 h 1411454"/>
                <a:gd name="csX2012" fmla="*/ 338388 w 1049003"/>
                <a:gd name="csY2012" fmla="*/ 1098634 h 1411454"/>
                <a:gd name="csX2013" fmla="*/ 338388 w 1049003"/>
                <a:gd name="csY2013" fmla="*/ 1093370 h 1411454"/>
                <a:gd name="csX2014" fmla="*/ 339140 w 1049003"/>
                <a:gd name="csY2014" fmla="*/ 1091866 h 1411454"/>
                <a:gd name="csX2015" fmla="*/ 340644 w 1049003"/>
                <a:gd name="csY2015" fmla="*/ 1088106 h 1411454"/>
                <a:gd name="csX2016" fmla="*/ 341396 w 1049003"/>
                <a:gd name="csY2016" fmla="*/ 1086602 h 1411454"/>
                <a:gd name="csX2017" fmla="*/ 340644 w 1049003"/>
                <a:gd name="csY2017" fmla="*/ 1085850 h 1411454"/>
                <a:gd name="csX2018" fmla="*/ 340644 w 1049003"/>
                <a:gd name="csY2018" fmla="*/ 1085098 h 1411454"/>
                <a:gd name="csX2019" fmla="*/ 339892 w 1049003"/>
                <a:gd name="csY2019" fmla="*/ 1083594 h 1411454"/>
                <a:gd name="csX2020" fmla="*/ 339140 w 1049003"/>
                <a:gd name="csY2020" fmla="*/ 1082090 h 1411454"/>
                <a:gd name="csX2021" fmla="*/ 338388 w 1049003"/>
                <a:gd name="csY2021" fmla="*/ 1081338 h 1411454"/>
                <a:gd name="csX2022" fmla="*/ 339140 w 1049003"/>
                <a:gd name="csY2022" fmla="*/ 1080586 h 1411454"/>
                <a:gd name="csX2023" fmla="*/ 339892 w 1049003"/>
                <a:gd name="csY2023" fmla="*/ 1079082 h 1411454"/>
                <a:gd name="csX2024" fmla="*/ 339892 w 1049003"/>
                <a:gd name="csY2024" fmla="*/ 1078330 h 1411454"/>
                <a:gd name="csX2025" fmla="*/ 341396 w 1049003"/>
                <a:gd name="csY2025" fmla="*/ 1074570 h 1411454"/>
                <a:gd name="csX2026" fmla="*/ 342148 w 1049003"/>
                <a:gd name="csY2026" fmla="*/ 1071563 h 1411454"/>
                <a:gd name="csX2027" fmla="*/ 342148 w 1049003"/>
                <a:gd name="csY2027" fmla="*/ 1070811 h 1411454"/>
                <a:gd name="csX2028" fmla="*/ 342900 w 1049003"/>
                <a:gd name="csY2028" fmla="*/ 1070059 h 1411454"/>
                <a:gd name="csX2029" fmla="*/ 343652 w 1049003"/>
                <a:gd name="csY2029" fmla="*/ 1068555 h 1411454"/>
                <a:gd name="csX2030" fmla="*/ 344404 w 1049003"/>
                <a:gd name="csY2030" fmla="*/ 1067803 h 1411454"/>
                <a:gd name="csX2031" fmla="*/ 344404 w 1049003"/>
                <a:gd name="csY2031" fmla="*/ 1066299 h 1411454"/>
                <a:gd name="csX2032" fmla="*/ 344404 w 1049003"/>
                <a:gd name="csY2032" fmla="*/ 1064795 h 1411454"/>
                <a:gd name="csX2033" fmla="*/ 343652 w 1049003"/>
                <a:gd name="csY2033" fmla="*/ 1061787 h 1411454"/>
                <a:gd name="csX2034" fmla="*/ 342900 w 1049003"/>
                <a:gd name="csY2034" fmla="*/ 1060283 h 1411454"/>
                <a:gd name="csX2035" fmla="*/ 342148 w 1049003"/>
                <a:gd name="csY2035" fmla="*/ 1053515 h 1411454"/>
                <a:gd name="csX2036" fmla="*/ 341396 w 1049003"/>
                <a:gd name="csY2036" fmla="*/ 1051259 h 1411454"/>
                <a:gd name="csX2037" fmla="*/ 340644 w 1049003"/>
                <a:gd name="csY2037" fmla="*/ 1050507 h 1411454"/>
                <a:gd name="csX2038" fmla="*/ 332372 w 1049003"/>
                <a:gd name="csY2038" fmla="*/ 1046747 h 1411454"/>
                <a:gd name="csX2039" fmla="*/ 331620 w 1049003"/>
                <a:gd name="csY2039" fmla="*/ 1045995 h 1411454"/>
                <a:gd name="csX2040" fmla="*/ 330868 w 1049003"/>
                <a:gd name="csY2040" fmla="*/ 1045243 h 1411454"/>
                <a:gd name="csX2041" fmla="*/ 328613 w 1049003"/>
                <a:gd name="csY2041" fmla="*/ 1042236 h 1411454"/>
                <a:gd name="csX2042" fmla="*/ 328613 w 1049003"/>
                <a:gd name="csY2042" fmla="*/ 1041484 h 1411454"/>
                <a:gd name="csX2043" fmla="*/ 327860 w 1049003"/>
                <a:gd name="csY2043" fmla="*/ 1040732 h 1411454"/>
                <a:gd name="csX2044" fmla="*/ 327109 w 1049003"/>
                <a:gd name="csY2044" fmla="*/ 1040732 h 1411454"/>
                <a:gd name="csX2045" fmla="*/ 326357 w 1049003"/>
                <a:gd name="csY2045" fmla="*/ 1040732 h 1411454"/>
                <a:gd name="csX2046" fmla="*/ 325605 w 1049003"/>
                <a:gd name="csY2046" fmla="*/ 1039980 h 1411454"/>
                <a:gd name="csX2047" fmla="*/ 324100 w 1049003"/>
                <a:gd name="csY2047" fmla="*/ 1039980 h 1411454"/>
                <a:gd name="csX2048" fmla="*/ 323349 w 1049003"/>
                <a:gd name="csY2048" fmla="*/ 1039980 h 1411454"/>
                <a:gd name="csX2049" fmla="*/ 322597 w 1049003"/>
                <a:gd name="csY2049" fmla="*/ 1040732 h 1411454"/>
                <a:gd name="csX2050" fmla="*/ 321845 w 1049003"/>
                <a:gd name="csY2050" fmla="*/ 1040732 h 1411454"/>
                <a:gd name="csX2051" fmla="*/ 321093 w 1049003"/>
                <a:gd name="csY2051" fmla="*/ 1041484 h 1411454"/>
                <a:gd name="csX2052" fmla="*/ 320341 w 1049003"/>
                <a:gd name="csY2052" fmla="*/ 1041484 h 1411454"/>
                <a:gd name="csX2053" fmla="*/ 318837 w 1049003"/>
                <a:gd name="csY2053" fmla="*/ 1042236 h 1411454"/>
                <a:gd name="csX2054" fmla="*/ 317333 w 1049003"/>
                <a:gd name="csY2054" fmla="*/ 1042236 h 1411454"/>
                <a:gd name="csX2055" fmla="*/ 307557 w 1049003"/>
                <a:gd name="csY2055" fmla="*/ 1042988 h 1411454"/>
                <a:gd name="csX2056" fmla="*/ 302294 w 1049003"/>
                <a:gd name="csY2056" fmla="*/ 1044491 h 1411454"/>
                <a:gd name="csX2057" fmla="*/ 300789 w 1049003"/>
                <a:gd name="csY2057" fmla="*/ 1045243 h 1411454"/>
                <a:gd name="csX2058" fmla="*/ 300038 w 1049003"/>
                <a:gd name="csY2058" fmla="*/ 1045995 h 1411454"/>
                <a:gd name="csX2059" fmla="*/ 299285 w 1049003"/>
                <a:gd name="csY2059" fmla="*/ 1046747 h 1411454"/>
                <a:gd name="csX2060" fmla="*/ 298534 w 1049003"/>
                <a:gd name="csY2060" fmla="*/ 1046747 h 1411454"/>
                <a:gd name="csX2061" fmla="*/ 297030 w 1049003"/>
                <a:gd name="csY2061" fmla="*/ 1047500 h 1411454"/>
                <a:gd name="csX2062" fmla="*/ 289510 w 1049003"/>
                <a:gd name="csY2062" fmla="*/ 1049003 h 1411454"/>
                <a:gd name="csX2063" fmla="*/ 288758 w 1049003"/>
                <a:gd name="csY2063" fmla="*/ 1049003 h 1411454"/>
                <a:gd name="csX2064" fmla="*/ 287254 w 1049003"/>
                <a:gd name="csY2064" fmla="*/ 1049003 h 1411454"/>
                <a:gd name="csX2065" fmla="*/ 283494 w 1049003"/>
                <a:gd name="csY2065" fmla="*/ 1049755 h 1411454"/>
                <a:gd name="csX2066" fmla="*/ 282742 w 1049003"/>
                <a:gd name="csY2066" fmla="*/ 1049755 h 1411454"/>
                <a:gd name="csX2067" fmla="*/ 281990 w 1049003"/>
                <a:gd name="csY2067" fmla="*/ 1050507 h 1411454"/>
                <a:gd name="csX2068" fmla="*/ 281238 w 1049003"/>
                <a:gd name="csY2068" fmla="*/ 1051259 h 1411454"/>
                <a:gd name="csX2069" fmla="*/ 280486 w 1049003"/>
                <a:gd name="csY2069" fmla="*/ 1052011 h 1411454"/>
                <a:gd name="csX2070" fmla="*/ 279734 w 1049003"/>
                <a:gd name="csY2070" fmla="*/ 1052011 h 1411454"/>
                <a:gd name="csX2071" fmla="*/ 278230 w 1049003"/>
                <a:gd name="csY2071" fmla="*/ 1052011 h 1411454"/>
                <a:gd name="csX2072" fmla="*/ 277478 w 1049003"/>
                <a:gd name="csY2072" fmla="*/ 1052011 h 1411454"/>
                <a:gd name="csX2073" fmla="*/ 275222 w 1049003"/>
                <a:gd name="csY2073" fmla="*/ 1054267 h 1411454"/>
                <a:gd name="csX2074" fmla="*/ 274470 w 1049003"/>
                <a:gd name="csY2074" fmla="*/ 1055019 h 1411454"/>
                <a:gd name="csX2075" fmla="*/ 272966 w 1049003"/>
                <a:gd name="csY2075" fmla="*/ 1055771 h 1411454"/>
                <a:gd name="csX2076" fmla="*/ 272215 w 1049003"/>
                <a:gd name="csY2076" fmla="*/ 1057275 h 1411454"/>
                <a:gd name="csX2077" fmla="*/ 269959 w 1049003"/>
                <a:gd name="csY2077" fmla="*/ 1059531 h 1411454"/>
                <a:gd name="csX2078" fmla="*/ 269959 w 1049003"/>
                <a:gd name="csY2078" fmla="*/ 1060283 h 1411454"/>
                <a:gd name="csX2079" fmla="*/ 269207 w 1049003"/>
                <a:gd name="csY2079" fmla="*/ 1060283 h 1411454"/>
                <a:gd name="csX2080" fmla="*/ 266199 w 1049003"/>
                <a:gd name="csY2080" fmla="*/ 1061787 h 1411454"/>
                <a:gd name="csX2081" fmla="*/ 263191 w 1049003"/>
                <a:gd name="csY2081" fmla="*/ 1062539 h 1411454"/>
                <a:gd name="csX2082" fmla="*/ 262439 w 1049003"/>
                <a:gd name="csY2082" fmla="*/ 1062539 h 1411454"/>
                <a:gd name="csX2083" fmla="*/ 261687 w 1049003"/>
                <a:gd name="csY2083" fmla="*/ 1062539 h 1411454"/>
                <a:gd name="csX2084" fmla="*/ 260183 w 1049003"/>
                <a:gd name="csY2084" fmla="*/ 1061787 h 1411454"/>
                <a:gd name="csX2085" fmla="*/ 259431 w 1049003"/>
                <a:gd name="csY2085" fmla="*/ 1060283 h 1411454"/>
                <a:gd name="csX2086" fmla="*/ 258679 w 1049003"/>
                <a:gd name="csY2086" fmla="*/ 1059531 h 1411454"/>
                <a:gd name="csX2087" fmla="*/ 257927 w 1049003"/>
                <a:gd name="csY2087" fmla="*/ 1058027 h 1411454"/>
                <a:gd name="csX2088" fmla="*/ 257927 w 1049003"/>
                <a:gd name="csY2088" fmla="*/ 1056523 h 1411454"/>
                <a:gd name="csX2089" fmla="*/ 257175 w 1049003"/>
                <a:gd name="csY2089" fmla="*/ 1055019 h 1411454"/>
                <a:gd name="csX2090" fmla="*/ 256423 w 1049003"/>
                <a:gd name="csY2090" fmla="*/ 1054267 h 1411454"/>
                <a:gd name="csX2091" fmla="*/ 255671 w 1049003"/>
                <a:gd name="csY2091" fmla="*/ 1053515 h 1411454"/>
                <a:gd name="csX2092" fmla="*/ 254919 w 1049003"/>
                <a:gd name="csY2092" fmla="*/ 1053515 h 1411454"/>
                <a:gd name="csX2093" fmla="*/ 252663 w 1049003"/>
                <a:gd name="csY2093" fmla="*/ 1052763 h 1411454"/>
                <a:gd name="csX2094" fmla="*/ 251911 w 1049003"/>
                <a:gd name="csY2094" fmla="*/ 1052011 h 1411454"/>
                <a:gd name="csX2095" fmla="*/ 251159 w 1049003"/>
                <a:gd name="csY2095" fmla="*/ 1050507 h 1411454"/>
                <a:gd name="csX2096" fmla="*/ 249655 w 1049003"/>
                <a:gd name="csY2096" fmla="*/ 1047500 h 1411454"/>
                <a:gd name="csX2097" fmla="*/ 248903 w 1049003"/>
                <a:gd name="csY2097" fmla="*/ 1045243 h 1411454"/>
                <a:gd name="csX2098" fmla="*/ 240632 w 1049003"/>
                <a:gd name="csY2098" fmla="*/ 1033964 h 1411454"/>
                <a:gd name="csX2099" fmla="*/ 239880 w 1049003"/>
                <a:gd name="csY2099" fmla="*/ 1033212 h 1411454"/>
                <a:gd name="csX2100" fmla="*/ 239880 w 1049003"/>
                <a:gd name="csY2100" fmla="*/ 1032460 h 1411454"/>
                <a:gd name="csX2101" fmla="*/ 236120 w 1049003"/>
                <a:gd name="csY2101" fmla="*/ 1030956 h 1411454"/>
                <a:gd name="csX2102" fmla="*/ 234616 w 1049003"/>
                <a:gd name="csY2102" fmla="*/ 1030204 h 1411454"/>
                <a:gd name="csX2103" fmla="*/ 232360 w 1049003"/>
                <a:gd name="csY2103" fmla="*/ 1027196 h 1411454"/>
                <a:gd name="csX2104" fmla="*/ 229352 w 1049003"/>
                <a:gd name="csY2104" fmla="*/ 1021180 h 1411454"/>
                <a:gd name="csX2105" fmla="*/ 228600 w 1049003"/>
                <a:gd name="csY2105" fmla="*/ 1018924 h 1411454"/>
                <a:gd name="csX2106" fmla="*/ 227848 w 1049003"/>
                <a:gd name="csY2106" fmla="*/ 1017421 h 1411454"/>
                <a:gd name="csX2107" fmla="*/ 227096 w 1049003"/>
                <a:gd name="csY2107" fmla="*/ 1016669 h 1411454"/>
                <a:gd name="csX2108" fmla="*/ 226344 w 1049003"/>
                <a:gd name="csY2108" fmla="*/ 1016669 h 1411454"/>
                <a:gd name="csX2109" fmla="*/ 225592 w 1049003"/>
                <a:gd name="csY2109" fmla="*/ 1016669 h 1411454"/>
                <a:gd name="csX2110" fmla="*/ 224088 w 1049003"/>
                <a:gd name="csY2110" fmla="*/ 1016669 h 1411454"/>
                <a:gd name="csX2111" fmla="*/ 223336 w 1049003"/>
                <a:gd name="csY2111" fmla="*/ 1015917 h 1411454"/>
                <a:gd name="csX2112" fmla="*/ 222584 w 1049003"/>
                <a:gd name="csY2112" fmla="*/ 1015917 h 1411454"/>
                <a:gd name="csX2113" fmla="*/ 221832 w 1049003"/>
                <a:gd name="csY2113" fmla="*/ 1015165 h 1411454"/>
                <a:gd name="csX2114" fmla="*/ 221080 w 1049003"/>
                <a:gd name="csY2114" fmla="*/ 1014412 h 1411454"/>
                <a:gd name="csX2115" fmla="*/ 221080 w 1049003"/>
                <a:gd name="csY2115" fmla="*/ 1013661 h 1411454"/>
                <a:gd name="csX2116" fmla="*/ 221080 w 1049003"/>
                <a:gd name="csY2116" fmla="*/ 1012909 h 1411454"/>
                <a:gd name="csX2117" fmla="*/ 221080 w 1049003"/>
                <a:gd name="csY2117" fmla="*/ 1012157 h 1411454"/>
                <a:gd name="csX2118" fmla="*/ 221080 w 1049003"/>
                <a:gd name="csY2118" fmla="*/ 1010653 h 1411454"/>
                <a:gd name="csX2119" fmla="*/ 221080 w 1049003"/>
                <a:gd name="csY2119" fmla="*/ 1009901 h 1411454"/>
                <a:gd name="csX2120" fmla="*/ 220328 w 1049003"/>
                <a:gd name="csY2120" fmla="*/ 1009149 h 1411454"/>
                <a:gd name="csX2121" fmla="*/ 218824 w 1049003"/>
                <a:gd name="csY2121" fmla="*/ 1008397 h 1411454"/>
                <a:gd name="csX2122" fmla="*/ 218824 w 1049003"/>
                <a:gd name="csY2122" fmla="*/ 1007645 h 1411454"/>
                <a:gd name="csX2123" fmla="*/ 218072 w 1049003"/>
                <a:gd name="csY2123" fmla="*/ 1006893 h 1411454"/>
                <a:gd name="csX2124" fmla="*/ 218824 w 1049003"/>
                <a:gd name="csY2124" fmla="*/ 1006141 h 1411454"/>
                <a:gd name="csX2125" fmla="*/ 219576 w 1049003"/>
                <a:gd name="csY2125" fmla="*/ 1004637 h 1411454"/>
                <a:gd name="csX2126" fmla="*/ 218824 w 1049003"/>
                <a:gd name="csY2126" fmla="*/ 1004637 h 1411454"/>
                <a:gd name="csX2127" fmla="*/ 216568 w 1049003"/>
                <a:gd name="csY2127" fmla="*/ 1000877 h 1411454"/>
                <a:gd name="csX2128" fmla="*/ 215817 w 1049003"/>
                <a:gd name="csY2128" fmla="*/ 1000125 h 1411454"/>
                <a:gd name="csX2129" fmla="*/ 215064 w 1049003"/>
                <a:gd name="csY2129" fmla="*/ 1000125 h 1411454"/>
                <a:gd name="csX2130" fmla="*/ 214313 w 1049003"/>
                <a:gd name="csY2130" fmla="*/ 1000125 h 1411454"/>
                <a:gd name="csX2131" fmla="*/ 214313 w 1049003"/>
                <a:gd name="csY2131" fmla="*/ 1000877 h 1411454"/>
                <a:gd name="csX2132" fmla="*/ 214313 w 1049003"/>
                <a:gd name="csY2132" fmla="*/ 1002381 h 1411454"/>
                <a:gd name="csX2133" fmla="*/ 214313 w 1049003"/>
                <a:gd name="csY2133" fmla="*/ 1003133 h 1411454"/>
                <a:gd name="csX2134" fmla="*/ 214313 w 1049003"/>
                <a:gd name="csY2134" fmla="*/ 1003885 h 1411454"/>
                <a:gd name="csX2135" fmla="*/ 213561 w 1049003"/>
                <a:gd name="csY2135" fmla="*/ 1004637 h 1411454"/>
                <a:gd name="csX2136" fmla="*/ 212808 w 1049003"/>
                <a:gd name="csY2136" fmla="*/ 1004637 h 1411454"/>
                <a:gd name="csX2137" fmla="*/ 212057 w 1049003"/>
                <a:gd name="csY2137" fmla="*/ 1003885 h 1411454"/>
                <a:gd name="csX2138" fmla="*/ 211304 w 1049003"/>
                <a:gd name="csY2138" fmla="*/ 1003133 h 1411454"/>
                <a:gd name="csX2139" fmla="*/ 211304 w 1049003"/>
                <a:gd name="csY2139" fmla="*/ 1002381 h 1411454"/>
                <a:gd name="csX2140" fmla="*/ 211304 w 1049003"/>
                <a:gd name="csY2140" fmla="*/ 1001629 h 1411454"/>
                <a:gd name="csX2141" fmla="*/ 211304 w 1049003"/>
                <a:gd name="csY2141" fmla="*/ 1000877 h 1411454"/>
                <a:gd name="csX2142" fmla="*/ 210553 w 1049003"/>
                <a:gd name="csY2142" fmla="*/ 999373 h 1411454"/>
                <a:gd name="csX2143" fmla="*/ 209049 w 1049003"/>
                <a:gd name="csY2143" fmla="*/ 994109 h 1411454"/>
                <a:gd name="csX2144" fmla="*/ 208297 w 1049003"/>
                <a:gd name="csY2144" fmla="*/ 992605 h 1411454"/>
                <a:gd name="csX2145" fmla="*/ 207545 w 1049003"/>
                <a:gd name="csY2145" fmla="*/ 991853 h 1411454"/>
                <a:gd name="csX2146" fmla="*/ 206793 w 1049003"/>
                <a:gd name="csY2146" fmla="*/ 991853 h 1411454"/>
                <a:gd name="csX2147" fmla="*/ 204537 w 1049003"/>
                <a:gd name="csY2147" fmla="*/ 991853 h 1411454"/>
                <a:gd name="csX2148" fmla="*/ 203785 w 1049003"/>
                <a:gd name="csY2148" fmla="*/ 991853 h 1411454"/>
                <a:gd name="csX2149" fmla="*/ 202281 w 1049003"/>
                <a:gd name="csY2149" fmla="*/ 991101 h 1411454"/>
                <a:gd name="csX2150" fmla="*/ 202281 w 1049003"/>
                <a:gd name="csY2150" fmla="*/ 990349 h 1411454"/>
                <a:gd name="csX2151" fmla="*/ 203033 w 1049003"/>
                <a:gd name="csY2151" fmla="*/ 988845 h 1411454"/>
                <a:gd name="csX2152" fmla="*/ 203033 w 1049003"/>
                <a:gd name="csY2152" fmla="*/ 987342 h 1411454"/>
                <a:gd name="csX2153" fmla="*/ 202281 w 1049003"/>
                <a:gd name="csY2153" fmla="*/ 985086 h 1411454"/>
                <a:gd name="csX2154" fmla="*/ 201529 w 1049003"/>
                <a:gd name="csY2154" fmla="*/ 984334 h 1411454"/>
                <a:gd name="csX2155" fmla="*/ 200777 w 1049003"/>
                <a:gd name="csY2155" fmla="*/ 984334 h 1411454"/>
                <a:gd name="csX2156" fmla="*/ 198521 w 1049003"/>
                <a:gd name="csY2156" fmla="*/ 984334 h 1411454"/>
                <a:gd name="csX2157" fmla="*/ 197769 w 1049003"/>
                <a:gd name="csY2157" fmla="*/ 984334 h 1411454"/>
                <a:gd name="csX2158" fmla="*/ 197017 w 1049003"/>
                <a:gd name="csY2158" fmla="*/ 984334 h 1411454"/>
                <a:gd name="csX2159" fmla="*/ 196265 w 1049003"/>
                <a:gd name="csY2159" fmla="*/ 985086 h 1411454"/>
                <a:gd name="csX2160" fmla="*/ 195513 w 1049003"/>
                <a:gd name="csY2160" fmla="*/ 985086 h 1411454"/>
                <a:gd name="csX2161" fmla="*/ 194761 w 1049003"/>
                <a:gd name="csY2161" fmla="*/ 985086 h 1411454"/>
                <a:gd name="csX2162" fmla="*/ 193257 w 1049003"/>
                <a:gd name="csY2162" fmla="*/ 983582 h 1411454"/>
                <a:gd name="csX2163" fmla="*/ 191753 w 1049003"/>
                <a:gd name="csY2163" fmla="*/ 982830 h 1411454"/>
                <a:gd name="csX2164" fmla="*/ 190249 w 1049003"/>
                <a:gd name="csY2164" fmla="*/ 978318 h 1411454"/>
                <a:gd name="csX2165" fmla="*/ 189497 w 1049003"/>
                <a:gd name="csY2165" fmla="*/ 978318 h 1411454"/>
                <a:gd name="csX2166" fmla="*/ 189497 w 1049003"/>
                <a:gd name="csY2166" fmla="*/ 977566 h 1411454"/>
                <a:gd name="csX2167" fmla="*/ 188745 w 1049003"/>
                <a:gd name="csY2167" fmla="*/ 973054 h 1411454"/>
                <a:gd name="csX2168" fmla="*/ 188745 w 1049003"/>
                <a:gd name="csY2168" fmla="*/ 972302 h 1411454"/>
                <a:gd name="csX2169" fmla="*/ 187993 w 1049003"/>
                <a:gd name="csY2169" fmla="*/ 971550 h 1411454"/>
                <a:gd name="csX2170" fmla="*/ 187242 w 1049003"/>
                <a:gd name="csY2170" fmla="*/ 971550 h 1411454"/>
                <a:gd name="csX2171" fmla="*/ 186489 w 1049003"/>
                <a:gd name="csY2171" fmla="*/ 970798 h 1411454"/>
                <a:gd name="csX2172" fmla="*/ 185738 w 1049003"/>
                <a:gd name="csY2172" fmla="*/ 970798 h 1411454"/>
                <a:gd name="csX2173" fmla="*/ 181978 w 1049003"/>
                <a:gd name="csY2173" fmla="*/ 971550 h 1411454"/>
                <a:gd name="csX2174" fmla="*/ 178970 w 1049003"/>
                <a:gd name="csY2174" fmla="*/ 971550 h 1411454"/>
                <a:gd name="csX2175" fmla="*/ 178218 w 1049003"/>
                <a:gd name="csY2175" fmla="*/ 972302 h 1411454"/>
                <a:gd name="csX2176" fmla="*/ 176714 w 1049003"/>
                <a:gd name="csY2176" fmla="*/ 972302 h 1411454"/>
                <a:gd name="csX2177" fmla="*/ 174458 w 1049003"/>
                <a:gd name="csY2177" fmla="*/ 970798 h 1411454"/>
                <a:gd name="csX2178" fmla="*/ 178970 w 1049003"/>
                <a:gd name="csY2178" fmla="*/ 967038 h 1411454"/>
                <a:gd name="csX2179" fmla="*/ 184985 w 1049003"/>
                <a:gd name="csY2179" fmla="*/ 964782 h 1411454"/>
                <a:gd name="csX2180" fmla="*/ 189497 w 1049003"/>
                <a:gd name="csY2180" fmla="*/ 961023 h 1411454"/>
                <a:gd name="csX2181" fmla="*/ 191753 w 1049003"/>
                <a:gd name="csY2181" fmla="*/ 955007 h 1411454"/>
                <a:gd name="csX2182" fmla="*/ 190249 w 1049003"/>
                <a:gd name="csY2182" fmla="*/ 948991 h 1411454"/>
                <a:gd name="csX2183" fmla="*/ 185738 w 1049003"/>
                <a:gd name="csY2183" fmla="*/ 945983 h 1411454"/>
                <a:gd name="csX2184" fmla="*/ 180474 w 1049003"/>
                <a:gd name="csY2184" fmla="*/ 944479 h 1411454"/>
                <a:gd name="csX2185" fmla="*/ 174458 w 1049003"/>
                <a:gd name="csY2185" fmla="*/ 943727 h 1411454"/>
                <a:gd name="csX2186" fmla="*/ 172202 w 1049003"/>
                <a:gd name="csY2186" fmla="*/ 945983 h 1411454"/>
                <a:gd name="csX2187" fmla="*/ 169194 w 1049003"/>
                <a:gd name="csY2187" fmla="*/ 948991 h 1411454"/>
                <a:gd name="csX2188" fmla="*/ 166186 w 1049003"/>
                <a:gd name="csY2188" fmla="*/ 950495 h 1411454"/>
                <a:gd name="csX2189" fmla="*/ 163930 w 1049003"/>
                <a:gd name="csY2189" fmla="*/ 942975 h 1411454"/>
                <a:gd name="csX2190" fmla="*/ 160923 w 1049003"/>
                <a:gd name="csY2190" fmla="*/ 940719 h 1411454"/>
                <a:gd name="csX2191" fmla="*/ 155659 w 1049003"/>
                <a:gd name="csY2191" fmla="*/ 937711 h 1411454"/>
                <a:gd name="csX2192" fmla="*/ 151147 w 1049003"/>
                <a:gd name="csY2192" fmla="*/ 932447 h 1411454"/>
                <a:gd name="csX2193" fmla="*/ 154155 w 1049003"/>
                <a:gd name="csY2193" fmla="*/ 927936 h 1411454"/>
                <a:gd name="csX2194" fmla="*/ 160170 w 1049003"/>
                <a:gd name="csY2194" fmla="*/ 925680 h 1411454"/>
                <a:gd name="csX2195" fmla="*/ 166938 w 1049003"/>
                <a:gd name="csY2195" fmla="*/ 927184 h 1411454"/>
                <a:gd name="csX2196" fmla="*/ 175210 w 1049003"/>
                <a:gd name="csY2196" fmla="*/ 913648 h 1411454"/>
                <a:gd name="csX2197" fmla="*/ 185738 w 1049003"/>
                <a:gd name="csY2197" fmla="*/ 904625 h 1411454"/>
                <a:gd name="csX2198" fmla="*/ 187242 w 1049003"/>
                <a:gd name="csY2198" fmla="*/ 900865 h 1411454"/>
                <a:gd name="csX2199" fmla="*/ 187993 w 1049003"/>
                <a:gd name="csY2199" fmla="*/ 897857 h 1411454"/>
                <a:gd name="csX2200" fmla="*/ 190249 w 1049003"/>
                <a:gd name="csY2200" fmla="*/ 888833 h 1411454"/>
                <a:gd name="csX2201" fmla="*/ 190249 w 1049003"/>
                <a:gd name="csY2201" fmla="*/ 887329 h 1411454"/>
                <a:gd name="csX2202" fmla="*/ 191002 w 1049003"/>
                <a:gd name="csY2202" fmla="*/ 885825 h 1411454"/>
                <a:gd name="csX2203" fmla="*/ 190249 w 1049003"/>
                <a:gd name="csY2203" fmla="*/ 885073 h 1411454"/>
                <a:gd name="csX2204" fmla="*/ 189497 w 1049003"/>
                <a:gd name="csY2204" fmla="*/ 883569 h 1411454"/>
                <a:gd name="csX2205" fmla="*/ 188745 w 1049003"/>
                <a:gd name="csY2205" fmla="*/ 882817 h 1411454"/>
                <a:gd name="csX2206" fmla="*/ 188745 w 1049003"/>
                <a:gd name="csY2206" fmla="*/ 881313 h 1411454"/>
                <a:gd name="csX2207" fmla="*/ 188745 w 1049003"/>
                <a:gd name="csY2207" fmla="*/ 880561 h 1411454"/>
                <a:gd name="csX2208" fmla="*/ 188745 w 1049003"/>
                <a:gd name="csY2208" fmla="*/ 870786 h 1411454"/>
                <a:gd name="csX2209" fmla="*/ 189497 w 1049003"/>
                <a:gd name="csY2209" fmla="*/ 867026 h 1411454"/>
                <a:gd name="csX2210" fmla="*/ 191753 w 1049003"/>
                <a:gd name="csY2210" fmla="*/ 862514 h 1411454"/>
                <a:gd name="csX2211" fmla="*/ 190249 w 1049003"/>
                <a:gd name="csY2211" fmla="*/ 857250 h 1411454"/>
                <a:gd name="csX2212" fmla="*/ 191002 w 1049003"/>
                <a:gd name="csY2212" fmla="*/ 851234 h 1411454"/>
                <a:gd name="csX2213" fmla="*/ 194761 w 1049003"/>
                <a:gd name="csY2213" fmla="*/ 841459 h 1411454"/>
                <a:gd name="csX2214" fmla="*/ 195513 w 1049003"/>
                <a:gd name="csY2214" fmla="*/ 835443 h 1411454"/>
                <a:gd name="csX2215" fmla="*/ 195513 w 1049003"/>
                <a:gd name="csY2215" fmla="*/ 833187 h 1411454"/>
                <a:gd name="csX2216" fmla="*/ 197017 w 1049003"/>
                <a:gd name="csY2216" fmla="*/ 830931 h 1411454"/>
                <a:gd name="csX2217" fmla="*/ 200777 w 1049003"/>
                <a:gd name="csY2217" fmla="*/ 826419 h 1411454"/>
                <a:gd name="csX2218" fmla="*/ 202281 w 1049003"/>
                <a:gd name="csY2218" fmla="*/ 823411 h 1411454"/>
                <a:gd name="csX2219" fmla="*/ 200025 w 1049003"/>
                <a:gd name="csY2219" fmla="*/ 820403 h 1411454"/>
                <a:gd name="csX2220" fmla="*/ 200025 w 1049003"/>
                <a:gd name="csY2220" fmla="*/ 816643 h 1411454"/>
                <a:gd name="csX2221" fmla="*/ 203033 w 1049003"/>
                <a:gd name="csY2221" fmla="*/ 809124 h 1411454"/>
                <a:gd name="csX2222" fmla="*/ 201529 w 1049003"/>
                <a:gd name="csY2222" fmla="*/ 803860 h 1411454"/>
                <a:gd name="csX2223" fmla="*/ 206793 w 1049003"/>
                <a:gd name="csY2223" fmla="*/ 792580 h 1411454"/>
                <a:gd name="csX2224" fmla="*/ 207545 w 1049003"/>
                <a:gd name="csY2224" fmla="*/ 786565 h 1411454"/>
                <a:gd name="csX2225" fmla="*/ 206041 w 1049003"/>
                <a:gd name="csY2225" fmla="*/ 783557 h 1411454"/>
                <a:gd name="csX2226" fmla="*/ 201529 w 1049003"/>
                <a:gd name="csY2226" fmla="*/ 778293 h 1411454"/>
                <a:gd name="csX2227" fmla="*/ 200777 w 1049003"/>
                <a:gd name="csY2227" fmla="*/ 775285 h 1411454"/>
                <a:gd name="csX2228" fmla="*/ 200777 w 1049003"/>
                <a:gd name="csY2228" fmla="*/ 772277 h 1411454"/>
                <a:gd name="csX2229" fmla="*/ 199273 w 1049003"/>
                <a:gd name="csY2229" fmla="*/ 766261 h 1411454"/>
                <a:gd name="csX2230" fmla="*/ 199273 w 1049003"/>
                <a:gd name="csY2230" fmla="*/ 746710 h 1411454"/>
                <a:gd name="csX2231" fmla="*/ 200777 w 1049003"/>
                <a:gd name="csY2231" fmla="*/ 736934 h 1411454"/>
                <a:gd name="csX2232" fmla="*/ 200777 w 1049003"/>
                <a:gd name="csY2232" fmla="*/ 730919 h 1411454"/>
                <a:gd name="csX2233" fmla="*/ 200777 w 1049003"/>
                <a:gd name="csY2233" fmla="*/ 729415 h 1411454"/>
                <a:gd name="csX2234" fmla="*/ 199273 w 1049003"/>
                <a:gd name="csY2234" fmla="*/ 727159 h 1411454"/>
                <a:gd name="csX2235" fmla="*/ 198521 w 1049003"/>
                <a:gd name="csY2235" fmla="*/ 724903 h 1411454"/>
                <a:gd name="csX2236" fmla="*/ 197017 w 1049003"/>
                <a:gd name="csY2236" fmla="*/ 722647 h 1411454"/>
                <a:gd name="csX2237" fmla="*/ 197017 w 1049003"/>
                <a:gd name="csY2237" fmla="*/ 721143 h 1411454"/>
                <a:gd name="csX2238" fmla="*/ 197017 w 1049003"/>
                <a:gd name="csY2238" fmla="*/ 718887 h 1411454"/>
                <a:gd name="csX2239" fmla="*/ 196265 w 1049003"/>
                <a:gd name="csY2239" fmla="*/ 718135 h 1411454"/>
                <a:gd name="csX2240" fmla="*/ 195513 w 1049003"/>
                <a:gd name="csY2240" fmla="*/ 716631 h 1411454"/>
                <a:gd name="csX2241" fmla="*/ 194761 w 1049003"/>
                <a:gd name="csY2241" fmla="*/ 715127 h 1411454"/>
                <a:gd name="csX2242" fmla="*/ 191002 w 1049003"/>
                <a:gd name="csY2242" fmla="*/ 712119 h 1411454"/>
                <a:gd name="csX2243" fmla="*/ 190249 w 1049003"/>
                <a:gd name="csY2243" fmla="*/ 711367 h 1411454"/>
                <a:gd name="csX2244" fmla="*/ 192505 w 1049003"/>
                <a:gd name="csY2244" fmla="*/ 688056 h 1411454"/>
                <a:gd name="csX2245" fmla="*/ 188745 w 1049003"/>
                <a:gd name="csY2245" fmla="*/ 678280 h 1411454"/>
                <a:gd name="csX2246" fmla="*/ 185738 w 1049003"/>
                <a:gd name="csY2246" fmla="*/ 674521 h 1411454"/>
                <a:gd name="csX2247" fmla="*/ 182730 w 1049003"/>
                <a:gd name="csY2247" fmla="*/ 671513 h 1411454"/>
                <a:gd name="csX2248" fmla="*/ 179722 w 1049003"/>
                <a:gd name="csY2248" fmla="*/ 670761 h 1411454"/>
                <a:gd name="csX2249" fmla="*/ 173706 w 1049003"/>
                <a:gd name="csY2249" fmla="*/ 670009 h 1411454"/>
                <a:gd name="csX2250" fmla="*/ 171450 w 1049003"/>
                <a:gd name="csY2250" fmla="*/ 668505 h 1411454"/>
                <a:gd name="csX2251" fmla="*/ 168442 w 1049003"/>
                <a:gd name="csY2251" fmla="*/ 666249 h 1411454"/>
                <a:gd name="csX2252" fmla="*/ 154155 w 1049003"/>
                <a:gd name="csY2252" fmla="*/ 657977 h 1411454"/>
                <a:gd name="csX2253" fmla="*/ 151899 w 1049003"/>
                <a:gd name="csY2253" fmla="*/ 657225 h 1411454"/>
                <a:gd name="csX2254" fmla="*/ 148891 w 1049003"/>
                <a:gd name="csY2254" fmla="*/ 656473 h 1411454"/>
                <a:gd name="csX2255" fmla="*/ 142875 w 1049003"/>
                <a:gd name="csY2255" fmla="*/ 657977 h 1411454"/>
                <a:gd name="csX2256" fmla="*/ 139867 w 1049003"/>
                <a:gd name="csY2256" fmla="*/ 657977 h 1411454"/>
                <a:gd name="csX2257" fmla="*/ 136859 w 1049003"/>
                <a:gd name="csY2257" fmla="*/ 656473 h 1411454"/>
                <a:gd name="csX2258" fmla="*/ 134603 w 1049003"/>
                <a:gd name="csY2258" fmla="*/ 654969 h 1411454"/>
                <a:gd name="csX2259" fmla="*/ 133851 w 1049003"/>
                <a:gd name="csY2259" fmla="*/ 651961 h 1411454"/>
                <a:gd name="csX2260" fmla="*/ 133851 w 1049003"/>
                <a:gd name="csY2260" fmla="*/ 644442 h 1411454"/>
                <a:gd name="csX2261" fmla="*/ 133099 w 1049003"/>
                <a:gd name="csY2261" fmla="*/ 641434 h 1411454"/>
                <a:gd name="csX2262" fmla="*/ 130844 w 1049003"/>
                <a:gd name="csY2262" fmla="*/ 638426 h 1411454"/>
                <a:gd name="csX2263" fmla="*/ 127836 w 1049003"/>
                <a:gd name="csY2263" fmla="*/ 636922 h 1411454"/>
                <a:gd name="csX2264" fmla="*/ 121820 w 1049003"/>
                <a:gd name="csY2264" fmla="*/ 634666 h 1411454"/>
                <a:gd name="csX2265" fmla="*/ 115804 w 1049003"/>
                <a:gd name="csY2265" fmla="*/ 633914 h 1411454"/>
                <a:gd name="csX2266" fmla="*/ 112044 w 1049003"/>
                <a:gd name="csY2266" fmla="*/ 633914 h 1411454"/>
                <a:gd name="csX2267" fmla="*/ 109788 w 1049003"/>
                <a:gd name="csY2267" fmla="*/ 634666 h 1411454"/>
                <a:gd name="csX2268" fmla="*/ 106028 w 1049003"/>
                <a:gd name="csY2268" fmla="*/ 637674 h 1411454"/>
                <a:gd name="csX2269" fmla="*/ 102268 w 1049003"/>
                <a:gd name="csY2269" fmla="*/ 639178 h 1411454"/>
                <a:gd name="csX2270" fmla="*/ 95501 w 1049003"/>
                <a:gd name="csY2270" fmla="*/ 639178 h 1411454"/>
                <a:gd name="csX2271" fmla="*/ 88733 w 1049003"/>
                <a:gd name="csY2271" fmla="*/ 637674 h 1411454"/>
                <a:gd name="csX2272" fmla="*/ 64670 w 1049003"/>
                <a:gd name="csY2272" fmla="*/ 626394 h 1411454"/>
                <a:gd name="csX2273" fmla="*/ 62414 w 1049003"/>
                <a:gd name="csY2273" fmla="*/ 624138 h 1411454"/>
                <a:gd name="csX2274" fmla="*/ 61662 w 1049003"/>
                <a:gd name="csY2274" fmla="*/ 624138 h 1411454"/>
                <a:gd name="csX2275" fmla="*/ 60910 w 1049003"/>
                <a:gd name="csY2275" fmla="*/ 623386 h 1411454"/>
                <a:gd name="csX2276" fmla="*/ 49630 w 1049003"/>
                <a:gd name="csY2276" fmla="*/ 623386 h 1411454"/>
                <a:gd name="csX2277" fmla="*/ 42863 w 1049003"/>
                <a:gd name="csY2277" fmla="*/ 624890 h 1411454"/>
                <a:gd name="csX2278" fmla="*/ 36847 w 1049003"/>
                <a:gd name="csY2278" fmla="*/ 627146 h 1411454"/>
                <a:gd name="csX2279" fmla="*/ 31583 w 1049003"/>
                <a:gd name="csY2279" fmla="*/ 629402 h 1411454"/>
                <a:gd name="csX2280" fmla="*/ 30079 w 1049003"/>
                <a:gd name="csY2280" fmla="*/ 631658 h 1411454"/>
                <a:gd name="csX2281" fmla="*/ 28575 w 1049003"/>
                <a:gd name="csY2281" fmla="*/ 633914 h 1411454"/>
                <a:gd name="csX2282" fmla="*/ 24063 w 1049003"/>
                <a:gd name="csY2282" fmla="*/ 644442 h 1411454"/>
                <a:gd name="csX2283" fmla="*/ 23311 w 1049003"/>
                <a:gd name="csY2283" fmla="*/ 645193 h 1411454"/>
                <a:gd name="csX2284" fmla="*/ 21807 w 1049003"/>
                <a:gd name="csY2284" fmla="*/ 647449 h 1411454"/>
                <a:gd name="csX2285" fmla="*/ 20303 w 1049003"/>
                <a:gd name="csY2285" fmla="*/ 648201 h 1411454"/>
                <a:gd name="csX2286" fmla="*/ 19551 w 1049003"/>
                <a:gd name="csY2286" fmla="*/ 648201 h 1411454"/>
                <a:gd name="csX2287" fmla="*/ 18048 w 1049003"/>
                <a:gd name="csY2287" fmla="*/ 645193 h 1411454"/>
                <a:gd name="csX2288" fmla="*/ 15039 w 1049003"/>
                <a:gd name="csY2288" fmla="*/ 644442 h 1411454"/>
                <a:gd name="csX2289" fmla="*/ 9776 w 1049003"/>
                <a:gd name="csY2289" fmla="*/ 645193 h 1411454"/>
                <a:gd name="csX2290" fmla="*/ 8272 w 1049003"/>
                <a:gd name="csY2290" fmla="*/ 645945 h 1411454"/>
                <a:gd name="csX2291" fmla="*/ 3008 w 1049003"/>
                <a:gd name="csY2291" fmla="*/ 652713 h 1411454"/>
                <a:gd name="csX2292" fmla="*/ 642938 w 1049003"/>
                <a:gd name="csY2292" fmla="*/ 265447 h 1411454"/>
                <a:gd name="csX2293" fmla="*/ 641434 w 1049003"/>
                <a:gd name="csY2293" fmla="*/ 266199 h 1411454"/>
                <a:gd name="csX2294" fmla="*/ 639929 w 1049003"/>
                <a:gd name="csY2294" fmla="*/ 266951 h 1411454"/>
                <a:gd name="csX2295" fmla="*/ 639929 w 1049003"/>
                <a:gd name="csY2295" fmla="*/ 267703 h 1411454"/>
                <a:gd name="csX2296" fmla="*/ 639929 w 1049003"/>
                <a:gd name="csY2296" fmla="*/ 269959 h 1411454"/>
                <a:gd name="csX2297" fmla="*/ 641434 w 1049003"/>
                <a:gd name="csY2297" fmla="*/ 267703 h 1411454"/>
                <a:gd name="csX2298" fmla="*/ 645193 w 1049003"/>
                <a:gd name="csY2298" fmla="*/ 263191 h 1411454"/>
                <a:gd name="csX2299" fmla="*/ 644442 w 1049003"/>
                <a:gd name="csY2299" fmla="*/ 275222 h 1411454"/>
                <a:gd name="csX2300" fmla="*/ 643689 w 1049003"/>
                <a:gd name="csY2300" fmla="*/ 278230 h 1411454"/>
                <a:gd name="csX2301" fmla="*/ 642186 w 1049003"/>
                <a:gd name="csY2301" fmla="*/ 280486 h 1411454"/>
                <a:gd name="csX2302" fmla="*/ 641434 w 1049003"/>
                <a:gd name="csY2302" fmla="*/ 281990 h 1411454"/>
                <a:gd name="csX2303" fmla="*/ 642938 w 1049003"/>
                <a:gd name="csY2303" fmla="*/ 287254 h 1411454"/>
                <a:gd name="csX2304" fmla="*/ 639929 w 1049003"/>
                <a:gd name="csY2304" fmla="*/ 288758 h 1411454"/>
                <a:gd name="csX2305" fmla="*/ 636922 w 1049003"/>
                <a:gd name="csY2305" fmla="*/ 290262 h 1411454"/>
                <a:gd name="csX2306" fmla="*/ 633914 w 1049003"/>
                <a:gd name="csY2306" fmla="*/ 295526 h 1411454"/>
                <a:gd name="csX2307" fmla="*/ 629402 w 1049003"/>
                <a:gd name="csY2307" fmla="*/ 300038 h 1411454"/>
                <a:gd name="csX2308" fmla="*/ 629402 w 1049003"/>
                <a:gd name="csY2308" fmla="*/ 301542 h 1411454"/>
                <a:gd name="csX2309" fmla="*/ 628650 w 1049003"/>
                <a:gd name="csY2309" fmla="*/ 303045 h 1411454"/>
                <a:gd name="csX2310" fmla="*/ 628650 w 1049003"/>
                <a:gd name="csY2310" fmla="*/ 303797 h 1411454"/>
                <a:gd name="csX2311" fmla="*/ 627146 w 1049003"/>
                <a:gd name="csY2311" fmla="*/ 303797 h 1411454"/>
                <a:gd name="csX2312" fmla="*/ 627146 w 1049003"/>
                <a:gd name="csY2312" fmla="*/ 303045 h 1411454"/>
                <a:gd name="csX2313" fmla="*/ 627146 w 1049003"/>
                <a:gd name="csY2313" fmla="*/ 301542 h 1411454"/>
                <a:gd name="csX2314" fmla="*/ 626394 w 1049003"/>
                <a:gd name="csY2314" fmla="*/ 300789 h 1411454"/>
                <a:gd name="csX2315" fmla="*/ 626394 w 1049003"/>
                <a:gd name="csY2315" fmla="*/ 300038 h 1411454"/>
                <a:gd name="csX2316" fmla="*/ 626394 w 1049003"/>
                <a:gd name="csY2316" fmla="*/ 298534 h 1411454"/>
                <a:gd name="csX2317" fmla="*/ 628650 w 1049003"/>
                <a:gd name="csY2317" fmla="*/ 294774 h 1411454"/>
                <a:gd name="csX2318" fmla="*/ 629402 w 1049003"/>
                <a:gd name="csY2318" fmla="*/ 293270 h 1411454"/>
                <a:gd name="csX2319" fmla="*/ 630154 w 1049003"/>
                <a:gd name="csY2319" fmla="*/ 291766 h 1411454"/>
                <a:gd name="csX2320" fmla="*/ 630906 w 1049003"/>
                <a:gd name="csY2320" fmla="*/ 288006 h 1411454"/>
                <a:gd name="csX2321" fmla="*/ 632410 w 1049003"/>
                <a:gd name="csY2321" fmla="*/ 284246 h 1411454"/>
                <a:gd name="csX2322" fmla="*/ 632410 w 1049003"/>
                <a:gd name="csY2322" fmla="*/ 282742 h 1411454"/>
                <a:gd name="csX2323" fmla="*/ 632410 w 1049003"/>
                <a:gd name="csY2323" fmla="*/ 279734 h 1411454"/>
                <a:gd name="csX2324" fmla="*/ 629402 w 1049003"/>
                <a:gd name="csY2324" fmla="*/ 273719 h 1411454"/>
                <a:gd name="csX2325" fmla="*/ 629402 w 1049003"/>
                <a:gd name="csY2325" fmla="*/ 271463 h 1411454"/>
                <a:gd name="csX2326" fmla="*/ 629402 w 1049003"/>
                <a:gd name="csY2326" fmla="*/ 269207 h 1411454"/>
                <a:gd name="csX2327" fmla="*/ 630906 w 1049003"/>
                <a:gd name="csY2327" fmla="*/ 264695 h 1411454"/>
                <a:gd name="csX2328" fmla="*/ 635418 w 1049003"/>
                <a:gd name="csY2328" fmla="*/ 255671 h 1411454"/>
                <a:gd name="csX2329" fmla="*/ 638426 w 1049003"/>
                <a:gd name="csY2329" fmla="*/ 253415 h 1411454"/>
                <a:gd name="csX2330" fmla="*/ 645193 w 1049003"/>
                <a:gd name="csY2330" fmla="*/ 249655 h 1411454"/>
                <a:gd name="csX2331" fmla="*/ 644442 w 1049003"/>
                <a:gd name="csY2331" fmla="*/ 258679 h 1411454"/>
                <a:gd name="csX2332" fmla="*/ 642938 w 1049003"/>
                <a:gd name="csY2332" fmla="*/ 265447 h 1411454"/>
                <a:gd name="csX2333" fmla="*/ 1014413 w 1049003"/>
                <a:gd name="csY2333" fmla="*/ 249655 h 1411454"/>
                <a:gd name="csX2334" fmla="*/ 1015916 w 1049003"/>
                <a:gd name="csY2334" fmla="*/ 249655 h 1411454"/>
                <a:gd name="csX2335" fmla="*/ 1015165 w 1049003"/>
                <a:gd name="csY2335" fmla="*/ 251911 h 1411454"/>
                <a:gd name="csX2336" fmla="*/ 1015916 w 1049003"/>
                <a:gd name="csY2336" fmla="*/ 253415 h 1411454"/>
                <a:gd name="csX2337" fmla="*/ 1015916 w 1049003"/>
                <a:gd name="csY2337" fmla="*/ 254919 h 1411454"/>
                <a:gd name="csX2338" fmla="*/ 1016669 w 1049003"/>
                <a:gd name="csY2338" fmla="*/ 256423 h 1411454"/>
                <a:gd name="csX2339" fmla="*/ 1015916 w 1049003"/>
                <a:gd name="csY2339" fmla="*/ 257175 h 1411454"/>
                <a:gd name="csX2340" fmla="*/ 1014413 w 1049003"/>
                <a:gd name="csY2340" fmla="*/ 257175 h 1411454"/>
                <a:gd name="csX2341" fmla="*/ 1012909 w 1049003"/>
                <a:gd name="csY2341" fmla="*/ 257927 h 1411454"/>
                <a:gd name="csX2342" fmla="*/ 1009901 w 1049003"/>
                <a:gd name="csY2342" fmla="*/ 258679 h 1411454"/>
                <a:gd name="csX2343" fmla="*/ 1008397 w 1049003"/>
                <a:gd name="csY2343" fmla="*/ 257927 h 1411454"/>
                <a:gd name="csX2344" fmla="*/ 1006893 w 1049003"/>
                <a:gd name="csY2344" fmla="*/ 257175 h 1411454"/>
                <a:gd name="csX2345" fmla="*/ 1005389 w 1049003"/>
                <a:gd name="csY2345" fmla="*/ 256423 h 1411454"/>
                <a:gd name="csX2346" fmla="*/ 1007645 w 1049003"/>
                <a:gd name="csY2346" fmla="*/ 254919 h 1411454"/>
                <a:gd name="csX2347" fmla="*/ 1008397 w 1049003"/>
                <a:gd name="csY2347" fmla="*/ 254919 h 1411454"/>
                <a:gd name="csX2348" fmla="*/ 1008397 w 1049003"/>
                <a:gd name="csY2348" fmla="*/ 254167 h 1411454"/>
                <a:gd name="csX2349" fmla="*/ 1006141 w 1049003"/>
                <a:gd name="csY2349" fmla="*/ 253415 h 1411454"/>
                <a:gd name="csX2350" fmla="*/ 1004637 w 1049003"/>
                <a:gd name="csY2350" fmla="*/ 253415 h 1411454"/>
                <a:gd name="csX2351" fmla="*/ 1004637 w 1049003"/>
                <a:gd name="csY2351" fmla="*/ 251911 h 1411454"/>
                <a:gd name="csX2352" fmla="*/ 1005389 w 1049003"/>
                <a:gd name="csY2352" fmla="*/ 249655 h 1411454"/>
                <a:gd name="csX2353" fmla="*/ 1002381 w 1049003"/>
                <a:gd name="csY2353" fmla="*/ 250407 h 1411454"/>
                <a:gd name="csX2354" fmla="*/ 999373 w 1049003"/>
                <a:gd name="csY2354" fmla="*/ 249655 h 1411454"/>
                <a:gd name="csX2355" fmla="*/ 992605 w 1049003"/>
                <a:gd name="csY2355" fmla="*/ 245895 h 1411454"/>
                <a:gd name="csX2356" fmla="*/ 994861 w 1049003"/>
                <a:gd name="csY2356" fmla="*/ 245143 h 1411454"/>
                <a:gd name="csX2357" fmla="*/ 1006893 w 1049003"/>
                <a:gd name="csY2357" fmla="*/ 245895 h 1411454"/>
                <a:gd name="csX2358" fmla="*/ 1009901 w 1049003"/>
                <a:gd name="csY2358" fmla="*/ 246647 h 1411454"/>
                <a:gd name="csX2359" fmla="*/ 1012156 w 1049003"/>
                <a:gd name="csY2359" fmla="*/ 248903 h 1411454"/>
                <a:gd name="csX2360" fmla="*/ 1013660 w 1049003"/>
                <a:gd name="csY2360" fmla="*/ 251159 h 1411454"/>
                <a:gd name="csX2361" fmla="*/ 1014413 w 1049003"/>
                <a:gd name="csY2361" fmla="*/ 250407 h 1411454"/>
                <a:gd name="csX2362" fmla="*/ 1014413 w 1049003"/>
                <a:gd name="csY2362" fmla="*/ 249655 h 1411454"/>
                <a:gd name="csX2363" fmla="*/ 774533 w 1049003"/>
                <a:gd name="csY2363" fmla="*/ 181226 h 1411454"/>
                <a:gd name="csX2364" fmla="*/ 777541 w 1049003"/>
                <a:gd name="csY2364" fmla="*/ 181978 h 1411454"/>
                <a:gd name="csX2365" fmla="*/ 778293 w 1049003"/>
                <a:gd name="csY2365" fmla="*/ 183482 h 1411454"/>
                <a:gd name="csX2366" fmla="*/ 778293 w 1049003"/>
                <a:gd name="csY2366" fmla="*/ 186490 h 1411454"/>
                <a:gd name="csX2367" fmla="*/ 777541 w 1049003"/>
                <a:gd name="csY2367" fmla="*/ 188745 h 1411454"/>
                <a:gd name="csX2368" fmla="*/ 774533 w 1049003"/>
                <a:gd name="csY2368" fmla="*/ 191001 h 1411454"/>
                <a:gd name="csX2369" fmla="*/ 773781 w 1049003"/>
                <a:gd name="csY2369" fmla="*/ 194009 h 1411454"/>
                <a:gd name="csX2370" fmla="*/ 773781 w 1049003"/>
                <a:gd name="csY2370" fmla="*/ 197769 h 1411454"/>
                <a:gd name="csX2371" fmla="*/ 773781 w 1049003"/>
                <a:gd name="csY2371" fmla="*/ 200025 h 1411454"/>
                <a:gd name="csX2372" fmla="*/ 772277 w 1049003"/>
                <a:gd name="csY2372" fmla="*/ 201529 h 1411454"/>
                <a:gd name="csX2373" fmla="*/ 773029 w 1049003"/>
                <a:gd name="csY2373" fmla="*/ 203033 h 1411454"/>
                <a:gd name="csX2374" fmla="*/ 773029 w 1049003"/>
                <a:gd name="csY2374" fmla="*/ 203785 h 1411454"/>
                <a:gd name="csX2375" fmla="*/ 773029 w 1049003"/>
                <a:gd name="csY2375" fmla="*/ 204537 h 1411454"/>
                <a:gd name="csX2376" fmla="*/ 770021 w 1049003"/>
                <a:gd name="csY2376" fmla="*/ 203785 h 1411454"/>
                <a:gd name="csX2377" fmla="*/ 767013 w 1049003"/>
                <a:gd name="csY2377" fmla="*/ 203785 h 1411454"/>
                <a:gd name="csX2378" fmla="*/ 765509 w 1049003"/>
                <a:gd name="csY2378" fmla="*/ 203785 h 1411454"/>
                <a:gd name="csX2379" fmla="*/ 764757 w 1049003"/>
                <a:gd name="csY2379" fmla="*/ 205289 h 1411454"/>
                <a:gd name="csX2380" fmla="*/ 763253 w 1049003"/>
                <a:gd name="csY2380" fmla="*/ 205289 h 1411454"/>
                <a:gd name="csX2381" fmla="*/ 762502 w 1049003"/>
                <a:gd name="csY2381" fmla="*/ 206041 h 1411454"/>
                <a:gd name="csX2382" fmla="*/ 762502 w 1049003"/>
                <a:gd name="csY2382" fmla="*/ 207545 h 1411454"/>
                <a:gd name="csX2383" fmla="*/ 761749 w 1049003"/>
                <a:gd name="csY2383" fmla="*/ 207545 h 1411454"/>
                <a:gd name="csX2384" fmla="*/ 759493 w 1049003"/>
                <a:gd name="csY2384" fmla="*/ 207545 h 1411454"/>
                <a:gd name="csX2385" fmla="*/ 758742 w 1049003"/>
                <a:gd name="csY2385" fmla="*/ 206793 h 1411454"/>
                <a:gd name="csX2386" fmla="*/ 757238 w 1049003"/>
                <a:gd name="csY2386" fmla="*/ 205289 h 1411454"/>
                <a:gd name="csX2387" fmla="*/ 757238 w 1049003"/>
                <a:gd name="csY2387" fmla="*/ 204537 h 1411454"/>
                <a:gd name="csX2388" fmla="*/ 757989 w 1049003"/>
                <a:gd name="csY2388" fmla="*/ 203033 h 1411454"/>
                <a:gd name="csX2389" fmla="*/ 758742 w 1049003"/>
                <a:gd name="csY2389" fmla="*/ 200025 h 1411454"/>
                <a:gd name="csX2390" fmla="*/ 757989 w 1049003"/>
                <a:gd name="csY2390" fmla="*/ 197017 h 1411454"/>
                <a:gd name="csX2391" fmla="*/ 757989 w 1049003"/>
                <a:gd name="csY2391" fmla="*/ 194009 h 1411454"/>
                <a:gd name="csX2392" fmla="*/ 759493 w 1049003"/>
                <a:gd name="csY2392" fmla="*/ 191753 h 1411454"/>
                <a:gd name="csX2393" fmla="*/ 760998 w 1049003"/>
                <a:gd name="csY2393" fmla="*/ 187242 h 1411454"/>
                <a:gd name="csX2394" fmla="*/ 763253 w 1049003"/>
                <a:gd name="csY2394" fmla="*/ 184986 h 1411454"/>
                <a:gd name="csX2395" fmla="*/ 765509 w 1049003"/>
                <a:gd name="csY2395" fmla="*/ 183482 h 1411454"/>
                <a:gd name="csX2396" fmla="*/ 768517 w 1049003"/>
                <a:gd name="csY2396" fmla="*/ 182730 h 1411454"/>
                <a:gd name="csX2397" fmla="*/ 770021 w 1049003"/>
                <a:gd name="csY2397" fmla="*/ 181978 h 1411454"/>
                <a:gd name="csX2398" fmla="*/ 773029 w 1049003"/>
                <a:gd name="csY2398" fmla="*/ 181978 h 1411454"/>
                <a:gd name="csX2399" fmla="*/ 774533 w 1049003"/>
                <a:gd name="csY2399" fmla="*/ 181226 h 1411454"/>
                <a:gd name="csX2400" fmla="*/ 582780 w 1049003"/>
                <a:gd name="csY2400" fmla="*/ 33087 h 1411454"/>
                <a:gd name="csX2401" fmla="*/ 585035 w 1049003"/>
                <a:gd name="csY2401" fmla="*/ 34591 h 1411454"/>
                <a:gd name="csX2402" fmla="*/ 585035 w 1049003"/>
                <a:gd name="csY2402" fmla="*/ 36847 h 1411454"/>
                <a:gd name="csX2403" fmla="*/ 584284 w 1049003"/>
                <a:gd name="csY2403" fmla="*/ 41359 h 1411454"/>
                <a:gd name="csX2404" fmla="*/ 582780 w 1049003"/>
                <a:gd name="csY2404" fmla="*/ 41359 h 1411454"/>
                <a:gd name="csX2405" fmla="*/ 582028 w 1049003"/>
                <a:gd name="csY2405" fmla="*/ 40607 h 1411454"/>
                <a:gd name="csX2406" fmla="*/ 581276 w 1049003"/>
                <a:gd name="csY2406" fmla="*/ 39103 h 1411454"/>
                <a:gd name="csX2407" fmla="*/ 579772 w 1049003"/>
                <a:gd name="csY2407" fmla="*/ 38351 h 1411454"/>
                <a:gd name="csX2408" fmla="*/ 579020 w 1049003"/>
                <a:gd name="csY2408" fmla="*/ 38351 h 1411454"/>
                <a:gd name="csX2409" fmla="*/ 579020 w 1049003"/>
                <a:gd name="csY2409" fmla="*/ 39103 h 1411454"/>
                <a:gd name="csX2410" fmla="*/ 579772 w 1049003"/>
                <a:gd name="csY2410" fmla="*/ 40607 h 1411454"/>
                <a:gd name="csX2411" fmla="*/ 580524 w 1049003"/>
                <a:gd name="csY2411" fmla="*/ 41359 h 1411454"/>
                <a:gd name="csX2412" fmla="*/ 582028 w 1049003"/>
                <a:gd name="csY2412" fmla="*/ 42111 h 1411454"/>
                <a:gd name="csX2413" fmla="*/ 580524 w 1049003"/>
                <a:gd name="csY2413" fmla="*/ 42863 h 1411454"/>
                <a:gd name="csX2414" fmla="*/ 579772 w 1049003"/>
                <a:gd name="csY2414" fmla="*/ 44367 h 1411454"/>
                <a:gd name="csX2415" fmla="*/ 578268 w 1049003"/>
                <a:gd name="csY2415" fmla="*/ 45118 h 1411454"/>
                <a:gd name="csX2416" fmla="*/ 577516 w 1049003"/>
                <a:gd name="csY2416" fmla="*/ 46622 h 1411454"/>
                <a:gd name="csX2417" fmla="*/ 576764 w 1049003"/>
                <a:gd name="csY2417" fmla="*/ 47374 h 1411454"/>
                <a:gd name="csX2418" fmla="*/ 575260 w 1049003"/>
                <a:gd name="csY2418" fmla="*/ 48126 h 1411454"/>
                <a:gd name="csX2419" fmla="*/ 573756 w 1049003"/>
                <a:gd name="csY2419" fmla="*/ 48126 h 1411454"/>
                <a:gd name="csX2420" fmla="*/ 572252 w 1049003"/>
                <a:gd name="csY2420" fmla="*/ 47374 h 1411454"/>
                <a:gd name="csX2421" fmla="*/ 572252 w 1049003"/>
                <a:gd name="csY2421" fmla="*/ 51134 h 1411454"/>
                <a:gd name="csX2422" fmla="*/ 569244 w 1049003"/>
                <a:gd name="csY2422" fmla="*/ 51886 h 1411454"/>
                <a:gd name="csX2423" fmla="*/ 566236 w 1049003"/>
                <a:gd name="csY2423" fmla="*/ 51134 h 1411454"/>
                <a:gd name="csX2424" fmla="*/ 563980 w 1049003"/>
                <a:gd name="csY2424" fmla="*/ 48878 h 1411454"/>
                <a:gd name="csX2425" fmla="*/ 562476 w 1049003"/>
                <a:gd name="csY2425" fmla="*/ 46622 h 1411454"/>
                <a:gd name="csX2426" fmla="*/ 562476 w 1049003"/>
                <a:gd name="csY2426" fmla="*/ 43614 h 1411454"/>
                <a:gd name="csX2427" fmla="*/ 563229 w 1049003"/>
                <a:gd name="csY2427" fmla="*/ 40607 h 1411454"/>
                <a:gd name="csX2428" fmla="*/ 563980 w 1049003"/>
                <a:gd name="csY2428" fmla="*/ 39103 h 1411454"/>
                <a:gd name="csX2429" fmla="*/ 566236 w 1049003"/>
                <a:gd name="csY2429" fmla="*/ 39855 h 1411454"/>
                <a:gd name="csX2430" fmla="*/ 566988 w 1049003"/>
                <a:gd name="csY2430" fmla="*/ 41359 h 1411454"/>
                <a:gd name="csX2431" fmla="*/ 567740 w 1049003"/>
                <a:gd name="csY2431" fmla="*/ 42863 h 1411454"/>
                <a:gd name="csX2432" fmla="*/ 566988 w 1049003"/>
                <a:gd name="csY2432" fmla="*/ 45118 h 1411454"/>
                <a:gd name="csX2433" fmla="*/ 569244 w 1049003"/>
                <a:gd name="csY2433" fmla="*/ 40607 h 1411454"/>
                <a:gd name="csX2434" fmla="*/ 569996 w 1049003"/>
                <a:gd name="csY2434" fmla="*/ 37599 h 1411454"/>
                <a:gd name="csX2435" fmla="*/ 567740 w 1049003"/>
                <a:gd name="csY2435" fmla="*/ 36095 h 1411454"/>
                <a:gd name="csX2436" fmla="*/ 568492 w 1049003"/>
                <a:gd name="csY2436" fmla="*/ 34591 h 1411454"/>
                <a:gd name="csX2437" fmla="*/ 569244 w 1049003"/>
                <a:gd name="csY2437" fmla="*/ 32335 h 1411454"/>
                <a:gd name="csX2438" fmla="*/ 570748 w 1049003"/>
                <a:gd name="csY2438" fmla="*/ 30831 h 1411454"/>
                <a:gd name="csX2439" fmla="*/ 574508 w 1049003"/>
                <a:gd name="csY2439" fmla="*/ 33087 h 1411454"/>
                <a:gd name="csX2440" fmla="*/ 576012 w 1049003"/>
                <a:gd name="csY2440" fmla="*/ 32335 h 1411454"/>
                <a:gd name="csX2441" fmla="*/ 576764 w 1049003"/>
                <a:gd name="csY2441" fmla="*/ 31583 h 1411454"/>
                <a:gd name="csX2442" fmla="*/ 578268 w 1049003"/>
                <a:gd name="csY2442" fmla="*/ 30831 h 1411454"/>
                <a:gd name="csX2443" fmla="*/ 579020 w 1049003"/>
                <a:gd name="csY2443" fmla="*/ 30831 h 1411454"/>
                <a:gd name="csX2444" fmla="*/ 580524 w 1049003"/>
                <a:gd name="csY2444" fmla="*/ 31583 h 1411454"/>
                <a:gd name="csX2445" fmla="*/ 582780 w 1049003"/>
                <a:gd name="csY2445" fmla="*/ 33087 h 1411454"/>
                <a:gd name="csX2446" fmla="*/ 986590 w 1049003"/>
                <a:gd name="csY2446" fmla="*/ 248151 h 1411454"/>
                <a:gd name="csX2447" fmla="*/ 988094 w 1049003"/>
                <a:gd name="csY2447" fmla="*/ 249655 h 1411454"/>
                <a:gd name="csX2448" fmla="*/ 991101 w 1049003"/>
                <a:gd name="csY2448" fmla="*/ 252663 h 1411454"/>
                <a:gd name="csX2449" fmla="*/ 995613 w 1049003"/>
                <a:gd name="csY2449" fmla="*/ 253415 h 1411454"/>
                <a:gd name="csX2450" fmla="*/ 998621 w 1049003"/>
                <a:gd name="csY2450" fmla="*/ 254919 h 1411454"/>
                <a:gd name="csX2451" fmla="*/ 1001629 w 1049003"/>
                <a:gd name="csY2451" fmla="*/ 257927 h 1411454"/>
                <a:gd name="csX2452" fmla="*/ 1004637 w 1049003"/>
                <a:gd name="csY2452" fmla="*/ 258679 h 1411454"/>
                <a:gd name="csX2453" fmla="*/ 1004637 w 1049003"/>
                <a:gd name="csY2453" fmla="*/ 260183 h 1411454"/>
                <a:gd name="csX2454" fmla="*/ 1000877 w 1049003"/>
                <a:gd name="csY2454" fmla="*/ 260183 h 1411454"/>
                <a:gd name="csX2455" fmla="*/ 994861 w 1049003"/>
                <a:gd name="csY2455" fmla="*/ 259431 h 1411454"/>
                <a:gd name="csX2456" fmla="*/ 992605 w 1049003"/>
                <a:gd name="csY2456" fmla="*/ 257927 h 1411454"/>
                <a:gd name="csX2457" fmla="*/ 988094 w 1049003"/>
                <a:gd name="csY2457" fmla="*/ 255671 h 1411454"/>
                <a:gd name="csX2458" fmla="*/ 982830 w 1049003"/>
                <a:gd name="csY2458" fmla="*/ 254919 h 1411454"/>
                <a:gd name="csX2459" fmla="*/ 982077 w 1049003"/>
                <a:gd name="csY2459" fmla="*/ 252663 h 1411454"/>
                <a:gd name="csX2460" fmla="*/ 982077 w 1049003"/>
                <a:gd name="csY2460" fmla="*/ 248903 h 1411454"/>
                <a:gd name="csX2461" fmla="*/ 982830 w 1049003"/>
                <a:gd name="csY2461" fmla="*/ 246647 h 1411454"/>
                <a:gd name="csX2462" fmla="*/ 984334 w 1049003"/>
                <a:gd name="csY2462" fmla="*/ 246647 h 1411454"/>
                <a:gd name="csX2463" fmla="*/ 986590 w 1049003"/>
                <a:gd name="csY2463" fmla="*/ 248151 h 1411454"/>
                <a:gd name="csX2464" fmla="*/ 743702 w 1049003"/>
                <a:gd name="csY2464" fmla="*/ 212057 h 1411454"/>
                <a:gd name="csX2465" fmla="*/ 742950 w 1049003"/>
                <a:gd name="csY2465" fmla="*/ 210553 h 1411454"/>
                <a:gd name="csX2466" fmla="*/ 742198 w 1049003"/>
                <a:gd name="csY2466" fmla="*/ 209049 h 1411454"/>
                <a:gd name="csX2467" fmla="*/ 740694 w 1049003"/>
                <a:gd name="csY2467" fmla="*/ 207545 h 1411454"/>
                <a:gd name="csX2468" fmla="*/ 742198 w 1049003"/>
                <a:gd name="csY2468" fmla="*/ 206041 h 1411454"/>
                <a:gd name="csX2469" fmla="*/ 744454 w 1049003"/>
                <a:gd name="csY2469" fmla="*/ 205289 h 1411454"/>
                <a:gd name="csX2470" fmla="*/ 746710 w 1049003"/>
                <a:gd name="csY2470" fmla="*/ 205289 h 1411454"/>
                <a:gd name="csX2471" fmla="*/ 747462 w 1049003"/>
                <a:gd name="csY2471" fmla="*/ 206793 h 1411454"/>
                <a:gd name="csX2472" fmla="*/ 746710 w 1049003"/>
                <a:gd name="csY2472" fmla="*/ 209049 h 1411454"/>
                <a:gd name="csX2473" fmla="*/ 745958 w 1049003"/>
                <a:gd name="csY2473" fmla="*/ 212057 h 1411454"/>
                <a:gd name="csX2474" fmla="*/ 748214 w 1049003"/>
                <a:gd name="csY2474" fmla="*/ 212809 h 1411454"/>
                <a:gd name="csX2475" fmla="*/ 748214 w 1049003"/>
                <a:gd name="csY2475" fmla="*/ 212057 h 1411454"/>
                <a:gd name="csX2476" fmla="*/ 749718 w 1049003"/>
                <a:gd name="csY2476" fmla="*/ 210553 h 1411454"/>
                <a:gd name="csX2477" fmla="*/ 749718 w 1049003"/>
                <a:gd name="csY2477" fmla="*/ 209801 h 1411454"/>
                <a:gd name="csX2478" fmla="*/ 751974 w 1049003"/>
                <a:gd name="csY2478" fmla="*/ 208297 h 1411454"/>
                <a:gd name="csX2479" fmla="*/ 753478 w 1049003"/>
                <a:gd name="csY2479" fmla="*/ 208297 h 1411454"/>
                <a:gd name="csX2480" fmla="*/ 754982 w 1049003"/>
                <a:gd name="csY2480" fmla="*/ 211305 h 1411454"/>
                <a:gd name="csX2481" fmla="*/ 754230 w 1049003"/>
                <a:gd name="csY2481" fmla="*/ 212809 h 1411454"/>
                <a:gd name="csX2482" fmla="*/ 753478 w 1049003"/>
                <a:gd name="csY2482" fmla="*/ 215817 h 1411454"/>
                <a:gd name="csX2483" fmla="*/ 752726 w 1049003"/>
                <a:gd name="csY2483" fmla="*/ 218072 h 1411454"/>
                <a:gd name="csX2484" fmla="*/ 751222 w 1049003"/>
                <a:gd name="csY2484" fmla="*/ 219576 h 1411454"/>
                <a:gd name="csX2485" fmla="*/ 746710 w 1049003"/>
                <a:gd name="csY2485" fmla="*/ 221080 h 1411454"/>
                <a:gd name="csX2486" fmla="*/ 744454 w 1049003"/>
                <a:gd name="csY2486" fmla="*/ 221080 h 1411454"/>
                <a:gd name="csX2487" fmla="*/ 742198 w 1049003"/>
                <a:gd name="csY2487" fmla="*/ 220328 h 1411454"/>
                <a:gd name="csX2488" fmla="*/ 742198 w 1049003"/>
                <a:gd name="csY2488" fmla="*/ 218072 h 1411454"/>
                <a:gd name="csX2489" fmla="*/ 741446 w 1049003"/>
                <a:gd name="csY2489" fmla="*/ 215817 h 1411454"/>
                <a:gd name="csX2490" fmla="*/ 742950 w 1049003"/>
                <a:gd name="csY2490" fmla="*/ 213561 h 1411454"/>
                <a:gd name="csX2491" fmla="*/ 743702 w 1049003"/>
                <a:gd name="csY2491" fmla="*/ 212057 h 1411454"/>
                <a:gd name="csX2492" fmla="*/ 784309 w 1049003"/>
                <a:gd name="csY2492" fmla="*/ 197769 h 1411454"/>
                <a:gd name="csX2493" fmla="*/ 786564 w 1049003"/>
                <a:gd name="csY2493" fmla="*/ 197769 h 1411454"/>
                <a:gd name="csX2494" fmla="*/ 787317 w 1049003"/>
                <a:gd name="csY2494" fmla="*/ 199273 h 1411454"/>
                <a:gd name="csX2495" fmla="*/ 787317 w 1049003"/>
                <a:gd name="csY2495" fmla="*/ 202281 h 1411454"/>
                <a:gd name="csX2496" fmla="*/ 785061 w 1049003"/>
                <a:gd name="csY2496" fmla="*/ 204537 h 1411454"/>
                <a:gd name="csX2497" fmla="*/ 784309 w 1049003"/>
                <a:gd name="csY2497" fmla="*/ 206793 h 1411454"/>
                <a:gd name="csX2498" fmla="*/ 782804 w 1049003"/>
                <a:gd name="csY2498" fmla="*/ 207545 h 1411454"/>
                <a:gd name="csX2499" fmla="*/ 780549 w 1049003"/>
                <a:gd name="csY2499" fmla="*/ 206041 h 1411454"/>
                <a:gd name="csX2500" fmla="*/ 778293 w 1049003"/>
                <a:gd name="csY2500" fmla="*/ 205289 h 1411454"/>
                <a:gd name="csX2501" fmla="*/ 777541 w 1049003"/>
                <a:gd name="csY2501" fmla="*/ 203033 h 1411454"/>
                <a:gd name="csX2502" fmla="*/ 776789 w 1049003"/>
                <a:gd name="csY2502" fmla="*/ 201529 h 1411454"/>
                <a:gd name="csX2503" fmla="*/ 777541 w 1049003"/>
                <a:gd name="csY2503" fmla="*/ 200025 h 1411454"/>
                <a:gd name="csX2504" fmla="*/ 779797 w 1049003"/>
                <a:gd name="csY2504" fmla="*/ 199273 h 1411454"/>
                <a:gd name="csX2505" fmla="*/ 782053 w 1049003"/>
                <a:gd name="csY2505" fmla="*/ 198521 h 1411454"/>
                <a:gd name="csX2506" fmla="*/ 784309 w 1049003"/>
                <a:gd name="csY2506" fmla="*/ 197769 h 1411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  <a:cxn ang="0">
                  <a:pos x="csX2271" y="csY2271"/>
                </a:cxn>
                <a:cxn ang="0">
                  <a:pos x="csX2272" y="csY2272"/>
                </a:cxn>
                <a:cxn ang="0">
                  <a:pos x="csX2273" y="csY2273"/>
                </a:cxn>
                <a:cxn ang="0">
                  <a:pos x="csX2274" y="csY2274"/>
                </a:cxn>
                <a:cxn ang="0">
                  <a:pos x="csX2275" y="csY2275"/>
                </a:cxn>
                <a:cxn ang="0">
                  <a:pos x="csX2276" y="csY2276"/>
                </a:cxn>
                <a:cxn ang="0">
                  <a:pos x="csX2277" y="csY2277"/>
                </a:cxn>
                <a:cxn ang="0">
                  <a:pos x="csX2278" y="csY2278"/>
                </a:cxn>
                <a:cxn ang="0">
                  <a:pos x="csX2279" y="csY2279"/>
                </a:cxn>
                <a:cxn ang="0">
                  <a:pos x="csX2280" y="csY2280"/>
                </a:cxn>
                <a:cxn ang="0">
                  <a:pos x="csX2281" y="csY2281"/>
                </a:cxn>
                <a:cxn ang="0">
                  <a:pos x="csX2282" y="csY2282"/>
                </a:cxn>
                <a:cxn ang="0">
                  <a:pos x="csX2283" y="csY2283"/>
                </a:cxn>
                <a:cxn ang="0">
                  <a:pos x="csX2284" y="csY2284"/>
                </a:cxn>
                <a:cxn ang="0">
                  <a:pos x="csX2285" y="csY2285"/>
                </a:cxn>
                <a:cxn ang="0">
                  <a:pos x="csX2286" y="csY2286"/>
                </a:cxn>
                <a:cxn ang="0">
                  <a:pos x="csX2287" y="csY2287"/>
                </a:cxn>
                <a:cxn ang="0">
                  <a:pos x="csX2288" y="csY2288"/>
                </a:cxn>
                <a:cxn ang="0">
                  <a:pos x="csX2289" y="csY2289"/>
                </a:cxn>
                <a:cxn ang="0">
                  <a:pos x="csX2290" y="csY2290"/>
                </a:cxn>
                <a:cxn ang="0">
                  <a:pos x="csX2291" y="csY2291"/>
                </a:cxn>
                <a:cxn ang="0">
                  <a:pos x="csX2292" y="csY2292"/>
                </a:cxn>
                <a:cxn ang="0">
                  <a:pos x="csX2293" y="csY2293"/>
                </a:cxn>
                <a:cxn ang="0">
                  <a:pos x="csX2294" y="csY2294"/>
                </a:cxn>
                <a:cxn ang="0">
                  <a:pos x="csX2295" y="csY2295"/>
                </a:cxn>
                <a:cxn ang="0">
                  <a:pos x="csX2296" y="csY2296"/>
                </a:cxn>
                <a:cxn ang="0">
                  <a:pos x="csX2297" y="csY2297"/>
                </a:cxn>
                <a:cxn ang="0">
                  <a:pos x="csX2298" y="csY2298"/>
                </a:cxn>
                <a:cxn ang="0">
                  <a:pos x="csX2299" y="csY2299"/>
                </a:cxn>
                <a:cxn ang="0">
                  <a:pos x="csX2300" y="csY2300"/>
                </a:cxn>
                <a:cxn ang="0">
                  <a:pos x="csX2301" y="csY2301"/>
                </a:cxn>
                <a:cxn ang="0">
                  <a:pos x="csX2302" y="csY2302"/>
                </a:cxn>
                <a:cxn ang="0">
                  <a:pos x="csX2303" y="csY2303"/>
                </a:cxn>
                <a:cxn ang="0">
                  <a:pos x="csX2304" y="csY2304"/>
                </a:cxn>
                <a:cxn ang="0">
                  <a:pos x="csX2305" y="csY2305"/>
                </a:cxn>
                <a:cxn ang="0">
                  <a:pos x="csX2306" y="csY2306"/>
                </a:cxn>
                <a:cxn ang="0">
                  <a:pos x="csX2307" y="csY2307"/>
                </a:cxn>
                <a:cxn ang="0">
                  <a:pos x="csX2308" y="csY2308"/>
                </a:cxn>
                <a:cxn ang="0">
                  <a:pos x="csX2309" y="csY2309"/>
                </a:cxn>
                <a:cxn ang="0">
                  <a:pos x="csX2310" y="csY2310"/>
                </a:cxn>
                <a:cxn ang="0">
                  <a:pos x="csX2311" y="csY2311"/>
                </a:cxn>
                <a:cxn ang="0">
                  <a:pos x="csX2312" y="csY2312"/>
                </a:cxn>
                <a:cxn ang="0">
                  <a:pos x="csX2313" y="csY2313"/>
                </a:cxn>
                <a:cxn ang="0">
                  <a:pos x="csX2314" y="csY2314"/>
                </a:cxn>
                <a:cxn ang="0">
                  <a:pos x="csX2315" y="csY2315"/>
                </a:cxn>
                <a:cxn ang="0">
                  <a:pos x="csX2316" y="csY2316"/>
                </a:cxn>
                <a:cxn ang="0">
                  <a:pos x="csX2317" y="csY2317"/>
                </a:cxn>
                <a:cxn ang="0">
                  <a:pos x="csX2318" y="csY2318"/>
                </a:cxn>
                <a:cxn ang="0">
                  <a:pos x="csX2319" y="csY2319"/>
                </a:cxn>
                <a:cxn ang="0">
                  <a:pos x="csX2320" y="csY2320"/>
                </a:cxn>
                <a:cxn ang="0">
                  <a:pos x="csX2321" y="csY2321"/>
                </a:cxn>
                <a:cxn ang="0">
                  <a:pos x="csX2322" y="csY2322"/>
                </a:cxn>
                <a:cxn ang="0">
                  <a:pos x="csX2323" y="csY2323"/>
                </a:cxn>
                <a:cxn ang="0">
                  <a:pos x="csX2324" y="csY2324"/>
                </a:cxn>
                <a:cxn ang="0">
                  <a:pos x="csX2325" y="csY2325"/>
                </a:cxn>
                <a:cxn ang="0">
                  <a:pos x="csX2326" y="csY2326"/>
                </a:cxn>
                <a:cxn ang="0">
                  <a:pos x="csX2327" y="csY2327"/>
                </a:cxn>
                <a:cxn ang="0">
                  <a:pos x="csX2328" y="csY2328"/>
                </a:cxn>
                <a:cxn ang="0">
                  <a:pos x="csX2329" y="csY2329"/>
                </a:cxn>
                <a:cxn ang="0">
                  <a:pos x="csX2330" y="csY2330"/>
                </a:cxn>
                <a:cxn ang="0">
                  <a:pos x="csX2331" y="csY2331"/>
                </a:cxn>
                <a:cxn ang="0">
                  <a:pos x="csX2332" y="csY2332"/>
                </a:cxn>
                <a:cxn ang="0">
                  <a:pos x="csX2333" y="csY2333"/>
                </a:cxn>
                <a:cxn ang="0">
                  <a:pos x="csX2334" y="csY2334"/>
                </a:cxn>
                <a:cxn ang="0">
                  <a:pos x="csX2335" y="csY2335"/>
                </a:cxn>
                <a:cxn ang="0">
                  <a:pos x="csX2336" y="csY2336"/>
                </a:cxn>
                <a:cxn ang="0">
                  <a:pos x="csX2337" y="csY2337"/>
                </a:cxn>
                <a:cxn ang="0">
                  <a:pos x="csX2338" y="csY2338"/>
                </a:cxn>
                <a:cxn ang="0">
                  <a:pos x="csX2339" y="csY2339"/>
                </a:cxn>
                <a:cxn ang="0">
                  <a:pos x="csX2340" y="csY2340"/>
                </a:cxn>
                <a:cxn ang="0">
                  <a:pos x="csX2341" y="csY2341"/>
                </a:cxn>
                <a:cxn ang="0">
                  <a:pos x="csX2342" y="csY2342"/>
                </a:cxn>
                <a:cxn ang="0">
                  <a:pos x="csX2343" y="csY2343"/>
                </a:cxn>
                <a:cxn ang="0">
                  <a:pos x="csX2344" y="csY2344"/>
                </a:cxn>
                <a:cxn ang="0">
                  <a:pos x="csX2345" y="csY2345"/>
                </a:cxn>
                <a:cxn ang="0">
                  <a:pos x="csX2346" y="csY2346"/>
                </a:cxn>
                <a:cxn ang="0">
                  <a:pos x="csX2347" y="csY2347"/>
                </a:cxn>
                <a:cxn ang="0">
                  <a:pos x="csX2348" y="csY2348"/>
                </a:cxn>
                <a:cxn ang="0">
                  <a:pos x="csX2349" y="csY2349"/>
                </a:cxn>
                <a:cxn ang="0">
                  <a:pos x="csX2350" y="csY2350"/>
                </a:cxn>
                <a:cxn ang="0">
                  <a:pos x="csX2351" y="csY2351"/>
                </a:cxn>
                <a:cxn ang="0">
                  <a:pos x="csX2352" y="csY2352"/>
                </a:cxn>
                <a:cxn ang="0">
                  <a:pos x="csX2353" y="csY2353"/>
                </a:cxn>
                <a:cxn ang="0">
                  <a:pos x="csX2354" y="csY2354"/>
                </a:cxn>
                <a:cxn ang="0">
                  <a:pos x="csX2355" y="csY2355"/>
                </a:cxn>
                <a:cxn ang="0">
                  <a:pos x="csX2356" y="csY2356"/>
                </a:cxn>
                <a:cxn ang="0">
                  <a:pos x="csX2357" y="csY2357"/>
                </a:cxn>
                <a:cxn ang="0">
                  <a:pos x="csX2358" y="csY2358"/>
                </a:cxn>
                <a:cxn ang="0">
                  <a:pos x="csX2359" y="csY2359"/>
                </a:cxn>
                <a:cxn ang="0">
                  <a:pos x="csX2360" y="csY2360"/>
                </a:cxn>
                <a:cxn ang="0">
                  <a:pos x="csX2361" y="csY2361"/>
                </a:cxn>
                <a:cxn ang="0">
                  <a:pos x="csX2362" y="csY2362"/>
                </a:cxn>
                <a:cxn ang="0">
                  <a:pos x="csX2363" y="csY2363"/>
                </a:cxn>
                <a:cxn ang="0">
                  <a:pos x="csX2364" y="csY2364"/>
                </a:cxn>
                <a:cxn ang="0">
                  <a:pos x="csX2365" y="csY2365"/>
                </a:cxn>
                <a:cxn ang="0">
                  <a:pos x="csX2366" y="csY2366"/>
                </a:cxn>
                <a:cxn ang="0">
                  <a:pos x="csX2367" y="csY2367"/>
                </a:cxn>
                <a:cxn ang="0">
                  <a:pos x="csX2368" y="csY2368"/>
                </a:cxn>
                <a:cxn ang="0">
                  <a:pos x="csX2369" y="csY2369"/>
                </a:cxn>
                <a:cxn ang="0">
                  <a:pos x="csX2370" y="csY2370"/>
                </a:cxn>
                <a:cxn ang="0">
                  <a:pos x="csX2371" y="csY2371"/>
                </a:cxn>
                <a:cxn ang="0">
                  <a:pos x="csX2372" y="csY2372"/>
                </a:cxn>
                <a:cxn ang="0">
                  <a:pos x="csX2373" y="csY2373"/>
                </a:cxn>
                <a:cxn ang="0">
                  <a:pos x="csX2374" y="csY2374"/>
                </a:cxn>
                <a:cxn ang="0">
                  <a:pos x="csX2375" y="csY2375"/>
                </a:cxn>
                <a:cxn ang="0">
                  <a:pos x="csX2376" y="csY2376"/>
                </a:cxn>
                <a:cxn ang="0">
                  <a:pos x="csX2377" y="csY2377"/>
                </a:cxn>
                <a:cxn ang="0">
                  <a:pos x="csX2378" y="csY2378"/>
                </a:cxn>
                <a:cxn ang="0">
                  <a:pos x="csX2379" y="csY2379"/>
                </a:cxn>
                <a:cxn ang="0">
                  <a:pos x="csX2380" y="csY2380"/>
                </a:cxn>
                <a:cxn ang="0">
                  <a:pos x="csX2381" y="csY2381"/>
                </a:cxn>
                <a:cxn ang="0">
                  <a:pos x="csX2382" y="csY2382"/>
                </a:cxn>
                <a:cxn ang="0">
                  <a:pos x="csX2383" y="csY2383"/>
                </a:cxn>
                <a:cxn ang="0">
                  <a:pos x="csX2384" y="csY2384"/>
                </a:cxn>
                <a:cxn ang="0">
                  <a:pos x="csX2385" y="csY2385"/>
                </a:cxn>
                <a:cxn ang="0">
                  <a:pos x="csX2386" y="csY2386"/>
                </a:cxn>
                <a:cxn ang="0">
                  <a:pos x="csX2387" y="csY2387"/>
                </a:cxn>
                <a:cxn ang="0">
                  <a:pos x="csX2388" y="csY2388"/>
                </a:cxn>
                <a:cxn ang="0">
                  <a:pos x="csX2389" y="csY2389"/>
                </a:cxn>
                <a:cxn ang="0">
                  <a:pos x="csX2390" y="csY2390"/>
                </a:cxn>
                <a:cxn ang="0">
                  <a:pos x="csX2391" y="csY2391"/>
                </a:cxn>
                <a:cxn ang="0">
                  <a:pos x="csX2392" y="csY2392"/>
                </a:cxn>
                <a:cxn ang="0">
                  <a:pos x="csX2393" y="csY2393"/>
                </a:cxn>
                <a:cxn ang="0">
                  <a:pos x="csX2394" y="csY2394"/>
                </a:cxn>
                <a:cxn ang="0">
                  <a:pos x="csX2395" y="csY2395"/>
                </a:cxn>
                <a:cxn ang="0">
                  <a:pos x="csX2396" y="csY2396"/>
                </a:cxn>
                <a:cxn ang="0">
                  <a:pos x="csX2397" y="csY2397"/>
                </a:cxn>
                <a:cxn ang="0">
                  <a:pos x="csX2398" y="csY2398"/>
                </a:cxn>
                <a:cxn ang="0">
                  <a:pos x="csX2399" y="csY2399"/>
                </a:cxn>
                <a:cxn ang="0">
                  <a:pos x="csX2400" y="csY2400"/>
                </a:cxn>
                <a:cxn ang="0">
                  <a:pos x="csX2401" y="csY2401"/>
                </a:cxn>
                <a:cxn ang="0">
                  <a:pos x="csX2402" y="csY2402"/>
                </a:cxn>
                <a:cxn ang="0">
                  <a:pos x="csX2403" y="csY2403"/>
                </a:cxn>
                <a:cxn ang="0">
                  <a:pos x="csX2404" y="csY2404"/>
                </a:cxn>
                <a:cxn ang="0">
                  <a:pos x="csX2405" y="csY2405"/>
                </a:cxn>
                <a:cxn ang="0">
                  <a:pos x="csX2406" y="csY2406"/>
                </a:cxn>
                <a:cxn ang="0">
                  <a:pos x="csX2407" y="csY2407"/>
                </a:cxn>
                <a:cxn ang="0">
                  <a:pos x="csX2408" y="csY2408"/>
                </a:cxn>
                <a:cxn ang="0">
                  <a:pos x="csX2409" y="csY2409"/>
                </a:cxn>
                <a:cxn ang="0">
                  <a:pos x="csX2410" y="csY2410"/>
                </a:cxn>
                <a:cxn ang="0">
                  <a:pos x="csX2411" y="csY2411"/>
                </a:cxn>
                <a:cxn ang="0">
                  <a:pos x="csX2412" y="csY2412"/>
                </a:cxn>
                <a:cxn ang="0">
                  <a:pos x="csX2413" y="csY2413"/>
                </a:cxn>
                <a:cxn ang="0">
                  <a:pos x="csX2414" y="csY2414"/>
                </a:cxn>
                <a:cxn ang="0">
                  <a:pos x="csX2415" y="csY2415"/>
                </a:cxn>
                <a:cxn ang="0">
                  <a:pos x="csX2416" y="csY2416"/>
                </a:cxn>
                <a:cxn ang="0">
                  <a:pos x="csX2417" y="csY2417"/>
                </a:cxn>
                <a:cxn ang="0">
                  <a:pos x="csX2418" y="csY2418"/>
                </a:cxn>
                <a:cxn ang="0">
                  <a:pos x="csX2419" y="csY2419"/>
                </a:cxn>
                <a:cxn ang="0">
                  <a:pos x="csX2420" y="csY2420"/>
                </a:cxn>
                <a:cxn ang="0">
                  <a:pos x="csX2421" y="csY2421"/>
                </a:cxn>
                <a:cxn ang="0">
                  <a:pos x="csX2422" y="csY2422"/>
                </a:cxn>
                <a:cxn ang="0">
                  <a:pos x="csX2423" y="csY2423"/>
                </a:cxn>
                <a:cxn ang="0">
                  <a:pos x="csX2424" y="csY2424"/>
                </a:cxn>
                <a:cxn ang="0">
                  <a:pos x="csX2425" y="csY2425"/>
                </a:cxn>
                <a:cxn ang="0">
                  <a:pos x="csX2426" y="csY2426"/>
                </a:cxn>
                <a:cxn ang="0">
                  <a:pos x="csX2427" y="csY2427"/>
                </a:cxn>
                <a:cxn ang="0">
                  <a:pos x="csX2428" y="csY2428"/>
                </a:cxn>
                <a:cxn ang="0">
                  <a:pos x="csX2429" y="csY2429"/>
                </a:cxn>
                <a:cxn ang="0">
                  <a:pos x="csX2430" y="csY2430"/>
                </a:cxn>
                <a:cxn ang="0">
                  <a:pos x="csX2431" y="csY2431"/>
                </a:cxn>
                <a:cxn ang="0">
                  <a:pos x="csX2432" y="csY2432"/>
                </a:cxn>
                <a:cxn ang="0">
                  <a:pos x="csX2433" y="csY2433"/>
                </a:cxn>
                <a:cxn ang="0">
                  <a:pos x="csX2434" y="csY2434"/>
                </a:cxn>
                <a:cxn ang="0">
                  <a:pos x="csX2435" y="csY2435"/>
                </a:cxn>
                <a:cxn ang="0">
                  <a:pos x="csX2436" y="csY2436"/>
                </a:cxn>
                <a:cxn ang="0">
                  <a:pos x="csX2437" y="csY2437"/>
                </a:cxn>
                <a:cxn ang="0">
                  <a:pos x="csX2438" y="csY2438"/>
                </a:cxn>
                <a:cxn ang="0">
                  <a:pos x="csX2439" y="csY2439"/>
                </a:cxn>
                <a:cxn ang="0">
                  <a:pos x="csX2440" y="csY2440"/>
                </a:cxn>
                <a:cxn ang="0">
                  <a:pos x="csX2441" y="csY2441"/>
                </a:cxn>
                <a:cxn ang="0">
                  <a:pos x="csX2442" y="csY2442"/>
                </a:cxn>
                <a:cxn ang="0">
                  <a:pos x="csX2443" y="csY2443"/>
                </a:cxn>
                <a:cxn ang="0">
                  <a:pos x="csX2444" y="csY2444"/>
                </a:cxn>
                <a:cxn ang="0">
                  <a:pos x="csX2445" y="csY2445"/>
                </a:cxn>
                <a:cxn ang="0">
                  <a:pos x="csX2446" y="csY2446"/>
                </a:cxn>
                <a:cxn ang="0">
                  <a:pos x="csX2447" y="csY2447"/>
                </a:cxn>
                <a:cxn ang="0">
                  <a:pos x="csX2448" y="csY2448"/>
                </a:cxn>
                <a:cxn ang="0">
                  <a:pos x="csX2449" y="csY2449"/>
                </a:cxn>
                <a:cxn ang="0">
                  <a:pos x="csX2450" y="csY2450"/>
                </a:cxn>
                <a:cxn ang="0">
                  <a:pos x="csX2451" y="csY2451"/>
                </a:cxn>
                <a:cxn ang="0">
                  <a:pos x="csX2452" y="csY2452"/>
                </a:cxn>
                <a:cxn ang="0">
                  <a:pos x="csX2453" y="csY2453"/>
                </a:cxn>
                <a:cxn ang="0">
                  <a:pos x="csX2454" y="csY2454"/>
                </a:cxn>
                <a:cxn ang="0">
                  <a:pos x="csX2455" y="csY2455"/>
                </a:cxn>
                <a:cxn ang="0">
                  <a:pos x="csX2456" y="csY2456"/>
                </a:cxn>
                <a:cxn ang="0">
                  <a:pos x="csX2457" y="csY2457"/>
                </a:cxn>
                <a:cxn ang="0">
                  <a:pos x="csX2458" y="csY2458"/>
                </a:cxn>
                <a:cxn ang="0">
                  <a:pos x="csX2459" y="csY2459"/>
                </a:cxn>
                <a:cxn ang="0">
                  <a:pos x="csX2460" y="csY2460"/>
                </a:cxn>
                <a:cxn ang="0">
                  <a:pos x="csX2461" y="csY2461"/>
                </a:cxn>
                <a:cxn ang="0">
                  <a:pos x="csX2462" y="csY2462"/>
                </a:cxn>
                <a:cxn ang="0">
                  <a:pos x="csX2463" y="csY2463"/>
                </a:cxn>
                <a:cxn ang="0">
                  <a:pos x="csX2464" y="csY2464"/>
                </a:cxn>
                <a:cxn ang="0">
                  <a:pos x="csX2465" y="csY2465"/>
                </a:cxn>
                <a:cxn ang="0">
                  <a:pos x="csX2466" y="csY2466"/>
                </a:cxn>
                <a:cxn ang="0">
                  <a:pos x="csX2467" y="csY2467"/>
                </a:cxn>
                <a:cxn ang="0">
                  <a:pos x="csX2468" y="csY2468"/>
                </a:cxn>
                <a:cxn ang="0">
                  <a:pos x="csX2469" y="csY2469"/>
                </a:cxn>
                <a:cxn ang="0">
                  <a:pos x="csX2470" y="csY2470"/>
                </a:cxn>
                <a:cxn ang="0">
                  <a:pos x="csX2471" y="csY2471"/>
                </a:cxn>
                <a:cxn ang="0">
                  <a:pos x="csX2472" y="csY2472"/>
                </a:cxn>
                <a:cxn ang="0">
                  <a:pos x="csX2473" y="csY2473"/>
                </a:cxn>
                <a:cxn ang="0">
                  <a:pos x="csX2474" y="csY2474"/>
                </a:cxn>
                <a:cxn ang="0">
                  <a:pos x="csX2475" y="csY2475"/>
                </a:cxn>
                <a:cxn ang="0">
                  <a:pos x="csX2476" y="csY2476"/>
                </a:cxn>
                <a:cxn ang="0">
                  <a:pos x="csX2477" y="csY2477"/>
                </a:cxn>
                <a:cxn ang="0">
                  <a:pos x="csX2478" y="csY2478"/>
                </a:cxn>
                <a:cxn ang="0">
                  <a:pos x="csX2479" y="csY2479"/>
                </a:cxn>
                <a:cxn ang="0">
                  <a:pos x="csX2480" y="csY2480"/>
                </a:cxn>
                <a:cxn ang="0">
                  <a:pos x="csX2481" y="csY2481"/>
                </a:cxn>
                <a:cxn ang="0">
                  <a:pos x="csX2482" y="csY2482"/>
                </a:cxn>
                <a:cxn ang="0">
                  <a:pos x="csX2483" y="csY2483"/>
                </a:cxn>
                <a:cxn ang="0">
                  <a:pos x="csX2484" y="csY2484"/>
                </a:cxn>
                <a:cxn ang="0">
                  <a:pos x="csX2485" y="csY2485"/>
                </a:cxn>
                <a:cxn ang="0">
                  <a:pos x="csX2486" y="csY2486"/>
                </a:cxn>
                <a:cxn ang="0">
                  <a:pos x="csX2487" y="csY2487"/>
                </a:cxn>
                <a:cxn ang="0">
                  <a:pos x="csX2488" y="csY2488"/>
                </a:cxn>
                <a:cxn ang="0">
                  <a:pos x="csX2489" y="csY2489"/>
                </a:cxn>
                <a:cxn ang="0">
                  <a:pos x="csX2490" y="csY2490"/>
                </a:cxn>
                <a:cxn ang="0">
                  <a:pos x="csX2491" y="csY2491"/>
                </a:cxn>
                <a:cxn ang="0">
                  <a:pos x="csX2492" y="csY2492"/>
                </a:cxn>
                <a:cxn ang="0">
                  <a:pos x="csX2493" y="csY2493"/>
                </a:cxn>
                <a:cxn ang="0">
                  <a:pos x="csX2494" y="csY2494"/>
                </a:cxn>
                <a:cxn ang="0">
                  <a:pos x="csX2495" y="csY2495"/>
                </a:cxn>
                <a:cxn ang="0">
                  <a:pos x="csX2496" y="csY2496"/>
                </a:cxn>
                <a:cxn ang="0">
                  <a:pos x="csX2497" y="csY2497"/>
                </a:cxn>
                <a:cxn ang="0">
                  <a:pos x="csX2498" y="csY2498"/>
                </a:cxn>
                <a:cxn ang="0">
                  <a:pos x="csX2499" y="csY2499"/>
                </a:cxn>
                <a:cxn ang="0">
                  <a:pos x="csX2500" y="csY2500"/>
                </a:cxn>
                <a:cxn ang="0">
                  <a:pos x="csX2501" y="csY2501"/>
                </a:cxn>
                <a:cxn ang="0">
                  <a:pos x="csX2502" y="csY2502"/>
                </a:cxn>
                <a:cxn ang="0">
                  <a:pos x="csX2503" y="csY2503"/>
                </a:cxn>
                <a:cxn ang="0">
                  <a:pos x="csX2504" y="csY2504"/>
                </a:cxn>
                <a:cxn ang="0">
                  <a:pos x="csX2505" y="csY2505"/>
                </a:cxn>
                <a:cxn ang="0">
                  <a:pos x="csX2506" y="csY2506"/>
                </a:cxn>
              </a:cxnLst>
              <a:rect l="l" t="t" r="r" b="b"/>
              <a:pathLst>
                <a:path w="1049003" h="1411454">
                  <a:moveTo>
                    <a:pt x="3008" y="652713"/>
                  </a:moveTo>
                  <a:lnTo>
                    <a:pt x="0" y="651961"/>
                  </a:lnTo>
                  <a:lnTo>
                    <a:pt x="0" y="651209"/>
                  </a:lnTo>
                  <a:lnTo>
                    <a:pt x="1504" y="649705"/>
                  </a:lnTo>
                  <a:lnTo>
                    <a:pt x="73693" y="591051"/>
                  </a:lnTo>
                  <a:lnTo>
                    <a:pt x="142123" y="536909"/>
                  </a:lnTo>
                  <a:lnTo>
                    <a:pt x="144379" y="537661"/>
                  </a:lnTo>
                  <a:lnTo>
                    <a:pt x="145131" y="537661"/>
                  </a:lnTo>
                  <a:lnTo>
                    <a:pt x="145883" y="537661"/>
                  </a:lnTo>
                  <a:lnTo>
                    <a:pt x="148139" y="537661"/>
                  </a:lnTo>
                  <a:lnTo>
                    <a:pt x="150395" y="536909"/>
                  </a:lnTo>
                  <a:lnTo>
                    <a:pt x="151899" y="536157"/>
                  </a:lnTo>
                  <a:lnTo>
                    <a:pt x="152651" y="536157"/>
                  </a:lnTo>
                  <a:lnTo>
                    <a:pt x="153403" y="536909"/>
                  </a:lnTo>
                  <a:lnTo>
                    <a:pt x="153403" y="537661"/>
                  </a:lnTo>
                  <a:lnTo>
                    <a:pt x="154155" y="537661"/>
                  </a:lnTo>
                  <a:lnTo>
                    <a:pt x="154906" y="538413"/>
                  </a:lnTo>
                  <a:lnTo>
                    <a:pt x="157163" y="539165"/>
                  </a:lnTo>
                  <a:lnTo>
                    <a:pt x="157914" y="539165"/>
                  </a:lnTo>
                  <a:lnTo>
                    <a:pt x="161674" y="539165"/>
                  </a:lnTo>
                  <a:lnTo>
                    <a:pt x="163930" y="539165"/>
                  </a:lnTo>
                  <a:lnTo>
                    <a:pt x="164682" y="538413"/>
                  </a:lnTo>
                  <a:lnTo>
                    <a:pt x="175962" y="529390"/>
                  </a:lnTo>
                  <a:lnTo>
                    <a:pt x="178970" y="525630"/>
                  </a:lnTo>
                  <a:lnTo>
                    <a:pt x="179722" y="524878"/>
                  </a:lnTo>
                  <a:lnTo>
                    <a:pt x="180474" y="522622"/>
                  </a:lnTo>
                  <a:lnTo>
                    <a:pt x="180474" y="521870"/>
                  </a:lnTo>
                  <a:lnTo>
                    <a:pt x="181225" y="521118"/>
                  </a:lnTo>
                  <a:lnTo>
                    <a:pt x="183482" y="518862"/>
                  </a:lnTo>
                  <a:lnTo>
                    <a:pt x="184234" y="518110"/>
                  </a:lnTo>
                  <a:lnTo>
                    <a:pt x="184985" y="515854"/>
                  </a:lnTo>
                  <a:lnTo>
                    <a:pt x="185738" y="515102"/>
                  </a:lnTo>
                  <a:lnTo>
                    <a:pt x="189497" y="510590"/>
                  </a:lnTo>
                  <a:lnTo>
                    <a:pt x="190249" y="510590"/>
                  </a:lnTo>
                  <a:lnTo>
                    <a:pt x="190249" y="509838"/>
                  </a:lnTo>
                  <a:lnTo>
                    <a:pt x="191002" y="506830"/>
                  </a:lnTo>
                  <a:lnTo>
                    <a:pt x="193257" y="503070"/>
                  </a:lnTo>
                  <a:lnTo>
                    <a:pt x="194009" y="502318"/>
                  </a:lnTo>
                  <a:lnTo>
                    <a:pt x="194009" y="501567"/>
                  </a:lnTo>
                  <a:lnTo>
                    <a:pt x="194009" y="499311"/>
                  </a:lnTo>
                  <a:lnTo>
                    <a:pt x="194761" y="497807"/>
                  </a:lnTo>
                  <a:lnTo>
                    <a:pt x="195513" y="497055"/>
                  </a:lnTo>
                  <a:lnTo>
                    <a:pt x="198521" y="493295"/>
                  </a:lnTo>
                  <a:lnTo>
                    <a:pt x="200777" y="491039"/>
                  </a:lnTo>
                  <a:lnTo>
                    <a:pt x="206041" y="488031"/>
                  </a:lnTo>
                  <a:lnTo>
                    <a:pt x="207545" y="487279"/>
                  </a:lnTo>
                  <a:lnTo>
                    <a:pt x="208297" y="485023"/>
                  </a:lnTo>
                  <a:lnTo>
                    <a:pt x="208297" y="484271"/>
                  </a:lnTo>
                  <a:lnTo>
                    <a:pt x="208297" y="482767"/>
                  </a:lnTo>
                  <a:lnTo>
                    <a:pt x="208297" y="480511"/>
                  </a:lnTo>
                  <a:lnTo>
                    <a:pt x="209801" y="477503"/>
                  </a:lnTo>
                  <a:lnTo>
                    <a:pt x="212057" y="474495"/>
                  </a:lnTo>
                  <a:lnTo>
                    <a:pt x="213561" y="471488"/>
                  </a:lnTo>
                  <a:lnTo>
                    <a:pt x="211304" y="468480"/>
                  </a:lnTo>
                  <a:lnTo>
                    <a:pt x="213561" y="468480"/>
                  </a:lnTo>
                  <a:lnTo>
                    <a:pt x="213561" y="466224"/>
                  </a:lnTo>
                  <a:lnTo>
                    <a:pt x="213561" y="462464"/>
                  </a:lnTo>
                  <a:lnTo>
                    <a:pt x="215064" y="458704"/>
                  </a:lnTo>
                  <a:lnTo>
                    <a:pt x="216568" y="456448"/>
                  </a:lnTo>
                  <a:lnTo>
                    <a:pt x="217321" y="457200"/>
                  </a:lnTo>
                  <a:lnTo>
                    <a:pt x="219576" y="458704"/>
                  </a:lnTo>
                  <a:lnTo>
                    <a:pt x="220328" y="456448"/>
                  </a:lnTo>
                  <a:lnTo>
                    <a:pt x="221080" y="454944"/>
                  </a:lnTo>
                  <a:lnTo>
                    <a:pt x="222584" y="454192"/>
                  </a:lnTo>
                  <a:lnTo>
                    <a:pt x="224088" y="454944"/>
                  </a:lnTo>
                  <a:lnTo>
                    <a:pt x="233112" y="446672"/>
                  </a:lnTo>
                  <a:lnTo>
                    <a:pt x="236120" y="441409"/>
                  </a:lnTo>
                  <a:lnTo>
                    <a:pt x="239880" y="437649"/>
                  </a:lnTo>
                  <a:lnTo>
                    <a:pt x="242136" y="436145"/>
                  </a:lnTo>
                  <a:lnTo>
                    <a:pt x="246647" y="433137"/>
                  </a:lnTo>
                  <a:lnTo>
                    <a:pt x="248903" y="431633"/>
                  </a:lnTo>
                  <a:lnTo>
                    <a:pt x="251911" y="427873"/>
                  </a:lnTo>
                  <a:lnTo>
                    <a:pt x="253415" y="422609"/>
                  </a:lnTo>
                  <a:lnTo>
                    <a:pt x="255671" y="409074"/>
                  </a:lnTo>
                  <a:lnTo>
                    <a:pt x="256423" y="404562"/>
                  </a:lnTo>
                  <a:lnTo>
                    <a:pt x="257175" y="401554"/>
                  </a:lnTo>
                  <a:lnTo>
                    <a:pt x="257175" y="400050"/>
                  </a:lnTo>
                  <a:lnTo>
                    <a:pt x="256423" y="397794"/>
                  </a:lnTo>
                  <a:lnTo>
                    <a:pt x="256423" y="397042"/>
                  </a:lnTo>
                  <a:lnTo>
                    <a:pt x="256423" y="395538"/>
                  </a:lnTo>
                  <a:lnTo>
                    <a:pt x="257927" y="394034"/>
                  </a:lnTo>
                  <a:lnTo>
                    <a:pt x="257927" y="392530"/>
                  </a:lnTo>
                  <a:lnTo>
                    <a:pt x="257927" y="389522"/>
                  </a:lnTo>
                  <a:lnTo>
                    <a:pt x="257927" y="388018"/>
                  </a:lnTo>
                  <a:lnTo>
                    <a:pt x="258679" y="388018"/>
                  </a:lnTo>
                  <a:lnTo>
                    <a:pt x="259431" y="386515"/>
                  </a:lnTo>
                  <a:lnTo>
                    <a:pt x="260183" y="385763"/>
                  </a:lnTo>
                  <a:lnTo>
                    <a:pt x="260183" y="385011"/>
                  </a:lnTo>
                  <a:lnTo>
                    <a:pt x="259431" y="384259"/>
                  </a:lnTo>
                  <a:lnTo>
                    <a:pt x="259431" y="382755"/>
                  </a:lnTo>
                  <a:lnTo>
                    <a:pt x="259431" y="382003"/>
                  </a:lnTo>
                  <a:lnTo>
                    <a:pt x="259431" y="381251"/>
                  </a:lnTo>
                  <a:lnTo>
                    <a:pt x="260183" y="379747"/>
                  </a:lnTo>
                  <a:lnTo>
                    <a:pt x="260935" y="379747"/>
                  </a:lnTo>
                  <a:lnTo>
                    <a:pt x="263943" y="378995"/>
                  </a:lnTo>
                  <a:lnTo>
                    <a:pt x="264695" y="378995"/>
                  </a:lnTo>
                  <a:lnTo>
                    <a:pt x="263943" y="376739"/>
                  </a:lnTo>
                  <a:lnTo>
                    <a:pt x="265447" y="375987"/>
                  </a:lnTo>
                  <a:lnTo>
                    <a:pt x="266951" y="375235"/>
                  </a:lnTo>
                  <a:lnTo>
                    <a:pt x="268455" y="374483"/>
                  </a:lnTo>
                  <a:lnTo>
                    <a:pt x="269207" y="372979"/>
                  </a:lnTo>
                  <a:lnTo>
                    <a:pt x="268455" y="370723"/>
                  </a:lnTo>
                  <a:lnTo>
                    <a:pt x="268455" y="369971"/>
                  </a:lnTo>
                  <a:lnTo>
                    <a:pt x="270711" y="369219"/>
                  </a:lnTo>
                  <a:lnTo>
                    <a:pt x="269959" y="367715"/>
                  </a:lnTo>
                  <a:lnTo>
                    <a:pt x="270711" y="366211"/>
                  </a:lnTo>
                  <a:lnTo>
                    <a:pt x="272966" y="362451"/>
                  </a:lnTo>
                  <a:lnTo>
                    <a:pt x="272215" y="360947"/>
                  </a:lnTo>
                  <a:lnTo>
                    <a:pt x="271462" y="359443"/>
                  </a:lnTo>
                  <a:lnTo>
                    <a:pt x="271462" y="356436"/>
                  </a:lnTo>
                  <a:lnTo>
                    <a:pt x="272215" y="354932"/>
                  </a:lnTo>
                  <a:lnTo>
                    <a:pt x="274470" y="353428"/>
                  </a:lnTo>
                  <a:lnTo>
                    <a:pt x="274470" y="352676"/>
                  </a:lnTo>
                  <a:lnTo>
                    <a:pt x="275222" y="352676"/>
                  </a:lnTo>
                  <a:lnTo>
                    <a:pt x="276726" y="351172"/>
                  </a:lnTo>
                  <a:lnTo>
                    <a:pt x="279734" y="348164"/>
                  </a:lnTo>
                  <a:lnTo>
                    <a:pt x="281990" y="345908"/>
                  </a:lnTo>
                  <a:lnTo>
                    <a:pt x="283494" y="345156"/>
                  </a:lnTo>
                  <a:lnTo>
                    <a:pt x="284998" y="345156"/>
                  </a:lnTo>
                  <a:lnTo>
                    <a:pt x="285750" y="345156"/>
                  </a:lnTo>
                  <a:lnTo>
                    <a:pt x="287254" y="345156"/>
                  </a:lnTo>
                  <a:lnTo>
                    <a:pt x="289510" y="345156"/>
                  </a:lnTo>
                  <a:lnTo>
                    <a:pt x="290262" y="344404"/>
                  </a:lnTo>
                  <a:lnTo>
                    <a:pt x="291014" y="342900"/>
                  </a:lnTo>
                  <a:lnTo>
                    <a:pt x="291766" y="339892"/>
                  </a:lnTo>
                  <a:lnTo>
                    <a:pt x="292518" y="338388"/>
                  </a:lnTo>
                  <a:lnTo>
                    <a:pt x="293270" y="336884"/>
                  </a:lnTo>
                  <a:lnTo>
                    <a:pt x="296278" y="335380"/>
                  </a:lnTo>
                  <a:lnTo>
                    <a:pt x="297781" y="333876"/>
                  </a:lnTo>
                  <a:lnTo>
                    <a:pt x="297781" y="333124"/>
                  </a:lnTo>
                  <a:lnTo>
                    <a:pt x="297781" y="332372"/>
                  </a:lnTo>
                  <a:lnTo>
                    <a:pt x="297781" y="331620"/>
                  </a:lnTo>
                  <a:lnTo>
                    <a:pt x="297781" y="330868"/>
                  </a:lnTo>
                  <a:lnTo>
                    <a:pt x="299285" y="330868"/>
                  </a:lnTo>
                  <a:lnTo>
                    <a:pt x="300038" y="330117"/>
                  </a:lnTo>
                  <a:lnTo>
                    <a:pt x="300038" y="329365"/>
                  </a:lnTo>
                  <a:lnTo>
                    <a:pt x="300789" y="328613"/>
                  </a:lnTo>
                  <a:lnTo>
                    <a:pt x="299285" y="328613"/>
                  </a:lnTo>
                  <a:lnTo>
                    <a:pt x="298534" y="327861"/>
                  </a:lnTo>
                  <a:lnTo>
                    <a:pt x="298534" y="326357"/>
                  </a:lnTo>
                  <a:lnTo>
                    <a:pt x="299285" y="324853"/>
                  </a:lnTo>
                  <a:lnTo>
                    <a:pt x="303045" y="324101"/>
                  </a:lnTo>
                  <a:lnTo>
                    <a:pt x="305301" y="321845"/>
                  </a:lnTo>
                  <a:lnTo>
                    <a:pt x="306805" y="318837"/>
                  </a:lnTo>
                  <a:lnTo>
                    <a:pt x="303798" y="318837"/>
                  </a:lnTo>
                  <a:lnTo>
                    <a:pt x="303798" y="317333"/>
                  </a:lnTo>
                  <a:lnTo>
                    <a:pt x="306053" y="316581"/>
                  </a:lnTo>
                  <a:lnTo>
                    <a:pt x="304549" y="316581"/>
                  </a:lnTo>
                  <a:lnTo>
                    <a:pt x="306053" y="315829"/>
                  </a:lnTo>
                  <a:lnTo>
                    <a:pt x="307557" y="315829"/>
                  </a:lnTo>
                  <a:lnTo>
                    <a:pt x="308309" y="316581"/>
                  </a:lnTo>
                  <a:lnTo>
                    <a:pt x="309061" y="317333"/>
                  </a:lnTo>
                  <a:lnTo>
                    <a:pt x="309813" y="315077"/>
                  </a:lnTo>
                  <a:lnTo>
                    <a:pt x="314325" y="309061"/>
                  </a:lnTo>
                  <a:lnTo>
                    <a:pt x="315829" y="298534"/>
                  </a:lnTo>
                  <a:lnTo>
                    <a:pt x="316581" y="297030"/>
                  </a:lnTo>
                  <a:lnTo>
                    <a:pt x="318085" y="296278"/>
                  </a:lnTo>
                  <a:lnTo>
                    <a:pt x="318085" y="295526"/>
                  </a:lnTo>
                  <a:lnTo>
                    <a:pt x="318837" y="294774"/>
                  </a:lnTo>
                  <a:lnTo>
                    <a:pt x="318837" y="293270"/>
                  </a:lnTo>
                  <a:lnTo>
                    <a:pt x="316581" y="281990"/>
                  </a:lnTo>
                  <a:lnTo>
                    <a:pt x="317333" y="278230"/>
                  </a:lnTo>
                  <a:lnTo>
                    <a:pt x="321093" y="280486"/>
                  </a:lnTo>
                  <a:lnTo>
                    <a:pt x="321093" y="278230"/>
                  </a:lnTo>
                  <a:lnTo>
                    <a:pt x="321093" y="276726"/>
                  </a:lnTo>
                  <a:lnTo>
                    <a:pt x="321845" y="275974"/>
                  </a:lnTo>
                  <a:lnTo>
                    <a:pt x="323349" y="274470"/>
                  </a:lnTo>
                  <a:lnTo>
                    <a:pt x="324100" y="273719"/>
                  </a:lnTo>
                  <a:lnTo>
                    <a:pt x="326357" y="272966"/>
                  </a:lnTo>
                  <a:lnTo>
                    <a:pt x="327860" y="272215"/>
                  </a:lnTo>
                  <a:lnTo>
                    <a:pt x="328613" y="272215"/>
                  </a:lnTo>
                  <a:lnTo>
                    <a:pt x="327860" y="270711"/>
                  </a:lnTo>
                  <a:lnTo>
                    <a:pt x="327109" y="270711"/>
                  </a:lnTo>
                  <a:lnTo>
                    <a:pt x="325605" y="270711"/>
                  </a:lnTo>
                  <a:lnTo>
                    <a:pt x="324853" y="269959"/>
                  </a:lnTo>
                  <a:lnTo>
                    <a:pt x="324100" y="267703"/>
                  </a:lnTo>
                  <a:lnTo>
                    <a:pt x="324100" y="265447"/>
                  </a:lnTo>
                  <a:lnTo>
                    <a:pt x="323349" y="264695"/>
                  </a:lnTo>
                  <a:lnTo>
                    <a:pt x="321093" y="265447"/>
                  </a:lnTo>
                  <a:lnTo>
                    <a:pt x="314325" y="254919"/>
                  </a:lnTo>
                  <a:lnTo>
                    <a:pt x="315077" y="251911"/>
                  </a:lnTo>
                  <a:lnTo>
                    <a:pt x="321093" y="246647"/>
                  </a:lnTo>
                  <a:lnTo>
                    <a:pt x="322597" y="242888"/>
                  </a:lnTo>
                  <a:lnTo>
                    <a:pt x="324100" y="244391"/>
                  </a:lnTo>
                  <a:lnTo>
                    <a:pt x="324853" y="243640"/>
                  </a:lnTo>
                  <a:lnTo>
                    <a:pt x="325605" y="243640"/>
                  </a:lnTo>
                  <a:lnTo>
                    <a:pt x="329364" y="240632"/>
                  </a:lnTo>
                  <a:lnTo>
                    <a:pt x="330117" y="240632"/>
                  </a:lnTo>
                  <a:lnTo>
                    <a:pt x="332372" y="240632"/>
                  </a:lnTo>
                  <a:lnTo>
                    <a:pt x="333124" y="240632"/>
                  </a:lnTo>
                  <a:lnTo>
                    <a:pt x="336132" y="239128"/>
                  </a:lnTo>
                  <a:lnTo>
                    <a:pt x="336884" y="237624"/>
                  </a:lnTo>
                  <a:lnTo>
                    <a:pt x="338388" y="236120"/>
                  </a:lnTo>
                  <a:lnTo>
                    <a:pt x="340644" y="230856"/>
                  </a:lnTo>
                  <a:lnTo>
                    <a:pt x="340644" y="230104"/>
                  </a:lnTo>
                  <a:lnTo>
                    <a:pt x="339892" y="229352"/>
                  </a:lnTo>
                  <a:lnTo>
                    <a:pt x="339892" y="227848"/>
                  </a:lnTo>
                  <a:lnTo>
                    <a:pt x="340644" y="226344"/>
                  </a:lnTo>
                  <a:lnTo>
                    <a:pt x="341396" y="226344"/>
                  </a:lnTo>
                  <a:lnTo>
                    <a:pt x="345156" y="225592"/>
                  </a:lnTo>
                  <a:lnTo>
                    <a:pt x="346660" y="225592"/>
                  </a:lnTo>
                  <a:lnTo>
                    <a:pt x="348164" y="224840"/>
                  </a:lnTo>
                  <a:lnTo>
                    <a:pt x="349668" y="223336"/>
                  </a:lnTo>
                  <a:lnTo>
                    <a:pt x="350420" y="220328"/>
                  </a:lnTo>
                  <a:lnTo>
                    <a:pt x="350420" y="215065"/>
                  </a:lnTo>
                  <a:lnTo>
                    <a:pt x="349668" y="209049"/>
                  </a:lnTo>
                  <a:lnTo>
                    <a:pt x="349668" y="205289"/>
                  </a:lnTo>
                  <a:lnTo>
                    <a:pt x="351172" y="204537"/>
                  </a:lnTo>
                  <a:lnTo>
                    <a:pt x="351924" y="203785"/>
                  </a:lnTo>
                  <a:lnTo>
                    <a:pt x="352676" y="203033"/>
                  </a:lnTo>
                  <a:lnTo>
                    <a:pt x="353428" y="201529"/>
                  </a:lnTo>
                  <a:lnTo>
                    <a:pt x="353428" y="200777"/>
                  </a:lnTo>
                  <a:lnTo>
                    <a:pt x="353428" y="198521"/>
                  </a:lnTo>
                  <a:lnTo>
                    <a:pt x="352676" y="198521"/>
                  </a:lnTo>
                  <a:lnTo>
                    <a:pt x="351172" y="199273"/>
                  </a:lnTo>
                  <a:lnTo>
                    <a:pt x="349668" y="200025"/>
                  </a:lnTo>
                  <a:lnTo>
                    <a:pt x="348164" y="200025"/>
                  </a:lnTo>
                  <a:lnTo>
                    <a:pt x="346660" y="200777"/>
                  </a:lnTo>
                  <a:lnTo>
                    <a:pt x="346660" y="200025"/>
                  </a:lnTo>
                  <a:lnTo>
                    <a:pt x="347412" y="197769"/>
                  </a:lnTo>
                  <a:lnTo>
                    <a:pt x="351924" y="192505"/>
                  </a:lnTo>
                  <a:lnTo>
                    <a:pt x="351924" y="190249"/>
                  </a:lnTo>
                  <a:lnTo>
                    <a:pt x="352676" y="187242"/>
                  </a:lnTo>
                  <a:lnTo>
                    <a:pt x="353428" y="183482"/>
                  </a:lnTo>
                  <a:lnTo>
                    <a:pt x="350420" y="181226"/>
                  </a:lnTo>
                  <a:lnTo>
                    <a:pt x="350420" y="180474"/>
                  </a:lnTo>
                  <a:lnTo>
                    <a:pt x="352676" y="179722"/>
                  </a:lnTo>
                  <a:lnTo>
                    <a:pt x="354179" y="179722"/>
                  </a:lnTo>
                  <a:lnTo>
                    <a:pt x="355683" y="181226"/>
                  </a:lnTo>
                  <a:lnTo>
                    <a:pt x="357939" y="181226"/>
                  </a:lnTo>
                  <a:lnTo>
                    <a:pt x="359443" y="181226"/>
                  </a:lnTo>
                  <a:lnTo>
                    <a:pt x="361699" y="178218"/>
                  </a:lnTo>
                  <a:lnTo>
                    <a:pt x="363203" y="177466"/>
                  </a:lnTo>
                  <a:lnTo>
                    <a:pt x="361699" y="177466"/>
                  </a:lnTo>
                  <a:lnTo>
                    <a:pt x="366211" y="174458"/>
                  </a:lnTo>
                  <a:lnTo>
                    <a:pt x="369971" y="169946"/>
                  </a:lnTo>
                  <a:lnTo>
                    <a:pt x="372979" y="164682"/>
                  </a:lnTo>
                  <a:lnTo>
                    <a:pt x="375987" y="151899"/>
                  </a:lnTo>
                  <a:lnTo>
                    <a:pt x="381251" y="139115"/>
                  </a:lnTo>
                  <a:lnTo>
                    <a:pt x="382755" y="132347"/>
                  </a:lnTo>
                  <a:lnTo>
                    <a:pt x="382755" y="126332"/>
                  </a:lnTo>
                  <a:lnTo>
                    <a:pt x="382755" y="125580"/>
                  </a:lnTo>
                  <a:lnTo>
                    <a:pt x="382003" y="124076"/>
                  </a:lnTo>
                  <a:lnTo>
                    <a:pt x="382003" y="123324"/>
                  </a:lnTo>
                  <a:lnTo>
                    <a:pt x="382003" y="121820"/>
                  </a:lnTo>
                  <a:lnTo>
                    <a:pt x="383507" y="120316"/>
                  </a:lnTo>
                  <a:lnTo>
                    <a:pt x="383507" y="119564"/>
                  </a:lnTo>
                  <a:lnTo>
                    <a:pt x="383507" y="116556"/>
                  </a:lnTo>
                  <a:lnTo>
                    <a:pt x="382755" y="114300"/>
                  </a:lnTo>
                  <a:lnTo>
                    <a:pt x="380499" y="112796"/>
                  </a:lnTo>
                  <a:lnTo>
                    <a:pt x="377491" y="112044"/>
                  </a:lnTo>
                  <a:lnTo>
                    <a:pt x="371475" y="113548"/>
                  </a:lnTo>
                  <a:lnTo>
                    <a:pt x="369219" y="113548"/>
                  </a:lnTo>
                  <a:lnTo>
                    <a:pt x="368467" y="110540"/>
                  </a:lnTo>
                  <a:lnTo>
                    <a:pt x="366963" y="103772"/>
                  </a:lnTo>
                  <a:lnTo>
                    <a:pt x="367715" y="102268"/>
                  </a:lnTo>
                  <a:lnTo>
                    <a:pt x="369219" y="102268"/>
                  </a:lnTo>
                  <a:lnTo>
                    <a:pt x="372227" y="102268"/>
                  </a:lnTo>
                  <a:lnTo>
                    <a:pt x="378243" y="101516"/>
                  </a:lnTo>
                  <a:lnTo>
                    <a:pt x="380499" y="100013"/>
                  </a:lnTo>
                  <a:lnTo>
                    <a:pt x="382003" y="97757"/>
                  </a:lnTo>
                  <a:lnTo>
                    <a:pt x="382003" y="96253"/>
                  </a:lnTo>
                  <a:lnTo>
                    <a:pt x="384258" y="95501"/>
                  </a:lnTo>
                  <a:lnTo>
                    <a:pt x="385011" y="94749"/>
                  </a:lnTo>
                  <a:lnTo>
                    <a:pt x="385011" y="87981"/>
                  </a:lnTo>
                  <a:lnTo>
                    <a:pt x="384258" y="85725"/>
                  </a:lnTo>
                  <a:lnTo>
                    <a:pt x="384258" y="84221"/>
                  </a:lnTo>
                  <a:lnTo>
                    <a:pt x="385011" y="82717"/>
                  </a:lnTo>
                  <a:lnTo>
                    <a:pt x="385762" y="81213"/>
                  </a:lnTo>
                  <a:lnTo>
                    <a:pt x="387266" y="80461"/>
                  </a:lnTo>
                  <a:lnTo>
                    <a:pt x="388018" y="78957"/>
                  </a:lnTo>
                  <a:lnTo>
                    <a:pt x="386515" y="74445"/>
                  </a:lnTo>
                  <a:lnTo>
                    <a:pt x="385011" y="65422"/>
                  </a:lnTo>
                  <a:lnTo>
                    <a:pt x="385762" y="62414"/>
                  </a:lnTo>
                  <a:lnTo>
                    <a:pt x="389522" y="57902"/>
                  </a:lnTo>
                  <a:lnTo>
                    <a:pt x="390275" y="54142"/>
                  </a:lnTo>
                  <a:lnTo>
                    <a:pt x="391026" y="51134"/>
                  </a:lnTo>
                  <a:lnTo>
                    <a:pt x="395538" y="47374"/>
                  </a:lnTo>
                  <a:lnTo>
                    <a:pt x="396290" y="44367"/>
                  </a:lnTo>
                  <a:lnTo>
                    <a:pt x="394786" y="42863"/>
                  </a:lnTo>
                  <a:lnTo>
                    <a:pt x="391026" y="39855"/>
                  </a:lnTo>
                  <a:lnTo>
                    <a:pt x="390275" y="37599"/>
                  </a:lnTo>
                  <a:lnTo>
                    <a:pt x="390275" y="36095"/>
                  </a:lnTo>
                  <a:lnTo>
                    <a:pt x="391778" y="34591"/>
                  </a:lnTo>
                  <a:lnTo>
                    <a:pt x="392530" y="33839"/>
                  </a:lnTo>
                  <a:lnTo>
                    <a:pt x="393282" y="33087"/>
                  </a:lnTo>
                  <a:lnTo>
                    <a:pt x="393282" y="31583"/>
                  </a:lnTo>
                  <a:lnTo>
                    <a:pt x="393282" y="30079"/>
                  </a:lnTo>
                  <a:lnTo>
                    <a:pt x="394034" y="28575"/>
                  </a:lnTo>
                  <a:lnTo>
                    <a:pt x="394786" y="27071"/>
                  </a:lnTo>
                  <a:lnTo>
                    <a:pt x="396290" y="25567"/>
                  </a:lnTo>
                  <a:lnTo>
                    <a:pt x="402306" y="23311"/>
                  </a:lnTo>
                  <a:lnTo>
                    <a:pt x="404562" y="22559"/>
                  </a:lnTo>
                  <a:lnTo>
                    <a:pt x="405314" y="20303"/>
                  </a:lnTo>
                  <a:lnTo>
                    <a:pt x="407570" y="16544"/>
                  </a:lnTo>
                  <a:lnTo>
                    <a:pt x="409074" y="18047"/>
                  </a:lnTo>
                  <a:lnTo>
                    <a:pt x="409074" y="20303"/>
                  </a:lnTo>
                  <a:lnTo>
                    <a:pt x="408322" y="21807"/>
                  </a:lnTo>
                  <a:lnTo>
                    <a:pt x="407570" y="23311"/>
                  </a:lnTo>
                  <a:lnTo>
                    <a:pt x="410577" y="22559"/>
                  </a:lnTo>
                  <a:lnTo>
                    <a:pt x="410577" y="19551"/>
                  </a:lnTo>
                  <a:lnTo>
                    <a:pt x="409826" y="16544"/>
                  </a:lnTo>
                  <a:lnTo>
                    <a:pt x="409826" y="14288"/>
                  </a:lnTo>
                  <a:lnTo>
                    <a:pt x="410577" y="12784"/>
                  </a:lnTo>
                  <a:lnTo>
                    <a:pt x="411330" y="11280"/>
                  </a:lnTo>
                  <a:lnTo>
                    <a:pt x="412834" y="9024"/>
                  </a:lnTo>
                  <a:lnTo>
                    <a:pt x="412834" y="6016"/>
                  </a:lnTo>
                  <a:lnTo>
                    <a:pt x="413586" y="6016"/>
                  </a:lnTo>
                  <a:lnTo>
                    <a:pt x="413586" y="6768"/>
                  </a:lnTo>
                  <a:lnTo>
                    <a:pt x="414337" y="6768"/>
                  </a:lnTo>
                  <a:lnTo>
                    <a:pt x="414337" y="7520"/>
                  </a:lnTo>
                  <a:lnTo>
                    <a:pt x="415090" y="8272"/>
                  </a:lnTo>
                  <a:lnTo>
                    <a:pt x="416594" y="7520"/>
                  </a:lnTo>
                  <a:lnTo>
                    <a:pt x="415841" y="3760"/>
                  </a:lnTo>
                  <a:lnTo>
                    <a:pt x="416594" y="2256"/>
                  </a:lnTo>
                  <a:lnTo>
                    <a:pt x="418097" y="0"/>
                  </a:lnTo>
                  <a:lnTo>
                    <a:pt x="420353" y="1504"/>
                  </a:lnTo>
                  <a:lnTo>
                    <a:pt x="420353" y="3008"/>
                  </a:lnTo>
                  <a:lnTo>
                    <a:pt x="421105" y="4512"/>
                  </a:lnTo>
                  <a:lnTo>
                    <a:pt x="419601" y="5264"/>
                  </a:lnTo>
                  <a:lnTo>
                    <a:pt x="418849" y="5264"/>
                  </a:lnTo>
                  <a:lnTo>
                    <a:pt x="421105" y="8272"/>
                  </a:lnTo>
                  <a:lnTo>
                    <a:pt x="419601" y="8272"/>
                  </a:lnTo>
                  <a:lnTo>
                    <a:pt x="418849" y="9776"/>
                  </a:lnTo>
                  <a:lnTo>
                    <a:pt x="418097" y="13536"/>
                  </a:lnTo>
                  <a:lnTo>
                    <a:pt x="419601" y="12784"/>
                  </a:lnTo>
                  <a:lnTo>
                    <a:pt x="421105" y="12032"/>
                  </a:lnTo>
                  <a:lnTo>
                    <a:pt x="421857" y="12784"/>
                  </a:lnTo>
                  <a:lnTo>
                    <a:pt x="423361" y="13536"/>
                  </a:lnTo>
                  <a:lnTo>
                    <a:pt x="421105" y="13536"/>
                  </a:lnTo>
                  <a:lnTo>
                    <a:pt x="415090" y="15039"/>
                  </a:lnTo>
                  <a:lnTo>
                    <a:pt x="415090" y="21055"/>
                  </a:lnTo>
                  <a:lnTo>
                    <a:pt x="415841" y="22559"/>
                  </a:lnTo>
                  <a:lnTo>
                    <a:pt x="417345" y="22559"/>
                  </a:lnTo>
                  <a:lnTo>
                    <a:pt x="419601" y="22559"/>
                  </a:lnTo>
                  <a:lnTo>
                    <a:pt x="421105" y="23311"/>
                  </a:lnTo>
                  <a:lnTo>
                    <a:pt x="421857" y="24815"/>
                  </a:lnTo>
                  <a:lnTo>
                    <a:pt x="421857" y="27823"/>
                  </a:lnTo>
                  <a:lnTo>
                    <a:pt x="423361" y="30079"/>
                  </a:lnTo>
                  <a:lnTo>
                    <a:pt x="424113" y="29327"/>
                  </a:lnTo>
                  <a:lnTo>
                    <a:pt x="424865" y="27823"/>
                  </a:lnTo>
                  <a:lnTo>
                    <a:pt x="424865" y="27071"/>
                  </a:lnTo>
                  <a:lnTo>
                    <a:pt x="424113" y="25567"/>
                  </a:lnTo>
                  <a:lnTo>
                    <a:pt x="424865" y="25567"/>
                  </a:lnTo>
                  <a:lnTo>
                    <a:pt x="425617" y="25567"/>
                  </a:lnTo>
                  <a:lnTo>
                    <a:pt x="425617" y="24815"/>
                  </a:lnTo>
                  <a:lnTo>
                    <a:pt x="426369" y="24815"/>
                  </a:lnTo>
                  <a:lnTo>
                    <a:pt x="425617" y="22559"/>
                  </a:lnTo>
                  <a:lnTo>
                    <a:pt x="427121" y="18047"/>
                  </a:lnTo>
                  <a:lnTo>
                    <a:pt x="428625" y="12784"/>
                  </a:lnTo>
                  <a:lnTo>
                    <a:pt x="431633" y="5264"/>
                  </a:lnTo>
                  <a:lnTo>
                    <a:pt x="435393" y="1504"/>
                  </a:lnTo>
                  <a:lnTo>
                    <a:pt x="437649" y="2256"/>
                  </a:lnTo>
                  <a:lnTo>
                    <a:pt x="437649" y="6768"/>
                  </a:lnTo>
                  <a:lnTo>
                    <a:pt x="432385" y="12784"/>
                  </a:lnTo>
                  <a:lnTo>
                    <a:pt x="431633" y="15039"/>
                  </a:lnTo>
                  <a:lnTo>
                    <a:pt x="430129" y="17295"/>
                  </a:lnTo>
                  <a:lnTo>
                    <a:pt x="429377" y="18047"/>
                  </a:lnTo>
                  <a:lnTo>
                    <a:pt x="429377" y="21807"/>
                  </a:lnTo>
                  <a:lnTo>
                    <a:pt x="429377" y="23311"/>
                  </a:lnTo>
                  <a:lnTo>
                    <a:pt x="430881" y="19551"/>
                  </a:lnTo>
                  <a:lnTo>
                    <a:pt x="431633" y="18047"/>
                  </a:lnTo>
                  <a:lnTo>
                    <a:pt x="433137" y="16544"/>
                  </a:lnTo>
                  <a:lnTo>
                    <a:pt x="433137" y="18799"/>
                  </a:lnTo>
                  <a:lnTo>
                    <a:pt x="432385" y="19551"/>
                  </a:lnTo>
                  <a:lnTo>
                    <a:pt x="434641" y="22559"/>
                  </a:lnTo>
                  <a:lnTo>
                    <a:pt x="433137" y="24815"/>
                  </a:lnTo>
                  <a:lnTo>
                    <a:pt x="430881" y="27823"/>
                  </a:lnTo>
                  <a:lnTo>
                    <a:pt x="430129" y="30831"/>
                  </a:lnTo>
                  <a:lnTo>
                    <a:pt x="434641" y="27071"/>
                  </a:lnTo>
                  <a:lnTo>
                    <a:pt x="435393" y="27071"/>
                  </a:lnTo>
                  <a:lnTo>
                    <a:pt x="435393" y="27823"/>
                  </a:lnTo>
                  <a:lnTo>
                    <a:pt x="435393" y="28575"/>
                  </a:lnTo>
                  <a:lnTo>
                    <a:pt x="435393" y="30079"/>
                  </a:lnTo>
                  <a:lnTo>
                    <a:pt x="435393" y="30831"/>
                  </a:lnTo>
                  <a:lnTo>
                    <a:pt x="434641" y="31583"/>
                  </a:lnTo>
                  <a:lnTo>
                    <a:pt x="433137" y="33839"/>
                  </a:lnTo>
                  <a:lnTo>
                    <a:pt x="432385" y="34591"/>
                  </a:lnTo>
                  <a:lnTo>
                    <a:pt x="436145" y="33087"/>
                  </a:lnTo>
                  <a:lnTo>
                    <a:pt x="438401" y="30831"/>
                  </a:lnTo>
                  <a:lnTo>
                    <a:pt x="439905" y="27071"/>
                  </a:lnTo>
                  <a:lnTo>
                    <a:pt x="439905" y="22559"/>
                  </a:lnTo>
                  <a:lnTo>
                    <a:pt x="441409" y="24815"/>
                  </a:lnTo>
                  <a:lnTo>
                    <a:pt x="442160" y="28575"/>
                  </a:lnTo>
                  <a:lnTo>
                    <a:pt x="442160" y="31583"/>
                  </a:lnTo>
                  <a:lnTo>
                    <a:pt x="441409" y="33087"/>
                  </a:lnTo>
                  <a:lnTo>
                    <a:pt x="439153" y="33839"/>
                  </a:lnTo>
                  <a:lnTo>
                    <a:pt x="439905" y="36847"/>
                  </a:lnTo>
                  <a:lnTo>
                    <a:pt x="442160" y="39855"/>
                  </a:lnTo>
                  <a:lnTo>
                    <a:pt x="443664" y="41359"/>
                  </a:lnTo>
                  <a:lnTo>
                    <a:pt x="442160" y="36847"/>
                  </a:lnTo>
                  <a:lnTo>
                    <a:pt x="443664" y="33087"/>
                  </a:lnTo>
                  <a:lnTo>
                    <a:pt x="446673" y="32335"/>
                  </a:lnTo>
                  <a:lnTo>
                    <a:pt x="448176" y="33839"/>
                  </a:lnTo>
                  <a:lnTo>
                    <a:pt x="449680" y="31583"/>
                  </a:lnTo>
                  <a:lnTo>
                    <a:pt x="450432" y="26319"/>
                  </a:lnTo>
                  <a:lnTo>
                    <a:pt x="451184" y="23311"/>
                  </a:lnTo>
                  <a:lnTo>
                    <a:pt x="453440" y="22559"/>
                  </a:lnTo>
                  <a:lnTo>
                    <a:pt x="457200" y="12032"/>
                  </a:lnTo>
                  <a:lnTo>
                    <a:pt x="460208" y="12032"/>
                  </a:lnTo>
                  <a:lnTo>
                    <a:pt x="460960" y="15791"/>
                  </a:lnTo>
                  <a:lnTo>
                    <a:pt x="456448" y="26319"/>
                  </a:lnTo>
                  <a:lnTo>
                    <a:pt x="455696" y="30079"/>
                  </a:lnTo>
                  <a:lnTo>
                    <a:pt x="456448" y="30079"/>
                  </a:lnTo>
                  <a:lnTo>
                    <a:pt x="456448" y="29327"/>
                  </a:lnTo>
                  <a:lnTo>
                    <a:pt x="457200" y="27823"/>
                  </a:lnTo>
                  <a:lnTo>
                    <a:pt x="460208" y="25567"/>
                  </a:lnTo>
                  <a:lnTo>
                    <a:pt x="462464" y="22559"/>
                  </a:lnTo>
                  <a:lnTo>
                    <a:pt x="463968" y="23311"/>
                  </a:lnTo>
                  <a:lnTo>
                    <a:pt x="463968" y="26319"/>
                  </a:lnTo>
                  <a:lnTo>
                    <a:pt x="464720" y="28575"/>
                  </a:lnTo>
                  <a:lnTo>
                    <a:pt x="464720" y="30831"/>
                  </a:lnTo>
                  <a:lnTo>
                    <a:pt x="466224" y="32335"/>
                  </a:lnTo>
                  <a:lnTo>
                    <a:pt x="467728" y="33087"/>
                  </a:lnTo>
                  <a:lnTo>
                    <a:pt x="466975" y="36095"/>
                  </a:lnTo>
                  <a:lnTo>
                    <a:pt x="467728" y="36847"/>
                  </a:lnTo>
                  <a:lnTo>
                    <a:pt x="467728" y="39855"/>
                  </a:lnTo>
                  <a:lnTo>
                    <a:pt x="466975" y="42111"/>
                  </a:lnTo>
                  <a:lnTo>
                    <a:pt x="466224" y="44367"/>
                  </a:lnTo>
                  <a:lnTo>
                    <a:pt x="465472" y="45118"/>
                  </a:lnTo>
                  <a:lnTo>
                    <a:pt x="463968" y="47374"/>
                  </a:lnTo>
                  <a:lnTo>
                    <a:pt x="469232" y="48126"/>
                  </a:lnTo>
                  <a:lnTo>
                    <a:pt x="470735" y="47374"/>
                  </a:lnTo>
                  <a:lnTo>
                    <a:pt x="472239" y="45870"/>
                  </a:lnTo>
                  <a:lnTo>
                    <a:pt x="472992" y="44367"/>
                  </a:lnTo>
                  <a:lnTo>
                    <a:pt x="473743" y="42111"/>
                  </a:lnTo>
                  <a:lnTo>
                    <a:pt x="474495" y="40607"/>
                  </a:lnTo>
                  <a:lnTo>
                    <a:pt x="473743" y="38351"/>
                  </a:lnTo>
                  <a:lnTo>
                    <a:pt x="472239" y="36847"/>
                  </a:lnTo>
                  <a:lnTo>
                    <a:pt x="472992" y="34591"/>
                  </a:lnTo>
                  <a:lnTo>
                    <a:pt x="474495" y="33839"/>
                  </a:lnTo>
                  <a:lnTo>
                    <a:pt x="475999" y="33087"/>
                  </a:lnTo>
                  <a:lnTo>
                    <a:pt x="478255" y="33087"/>
                  </a:lnTo>
                  <a:lnTo>
                    <a:pt x="479007" y="34591"/>
                  </a:lnTo>
                  <a:lnTo>
                    <a:pt x="478255" y="35343"/>
                  </a:lnTo>
                  <a:lnTo>
                    <a:pt x="475999" y="36095"/>
                  </a:lnTo>
                  <a:lnTo>
                    <a:pt x="476752" y="36095"/>
                  </a:lnTo>
                  <a:lnTo>
                    <a:pt x="476752" y="36847"/>
                  </a:lnTo>
                  <a:lnTo>
                    <a:pt x="477503" y="36847"/>
                  </a:lnTo>
                  <a:lnTo>
                    <a:pt x="478255" y="36847"/>
                  </a:lnTo>
                  <a:lnTo>
                    <a:pt x="477503" y="38351"/>
                  </a:lnTo>
                  <a:lnTo>
                    <a:pt x="477503" y="39103"/>
                  </a:lnTo>
                  <a:lnTo>
                    <a:pt x="477503" y="40607"/>
                  </a:lnTo>
                  <a:lnTo>
                    <a:pt x="478255" y="41359"/>
                  </a:lnTo>
                  <a:lnTo>
                    <a:pt x="482015" y="34591"/>
                  </a:lnTo>
                  <a:lnTo>
                    <a:pt x="484271" y="32335"/>
                  </a:lnTo>
                  <a:lnTo>
                    <a:pt x="486527" y="34591"/>
                  </a:lnTo>
                  <a:lnTo>
                    <a:pt x="484271" y="34591"/>
                  </a:lnTo>
                  <a:lnTo>
                    <a:pt x="483519" y="35343"/>
                  </a:lnTo>
                  <a:lnTo>
                    <a:pt x="482767" y="36847"/>
                  </a:lnTo>
                  <a:lnTo>
                    <a:pt x="483519" y="39103"/>
                  </a:lnTo>
                  <a:lnTo>
                    <a:pt x="484271" y="38351"/>
                  </a:lnTo>
                  <a:lnTo>
                    <a:pt x="485775" y="38351"/>
                  </a:lnTo>
                  <a:lnTo>
                    <a:pt x="486527" y="38351"/>
                  </a:lnTo>
                  <a:lnTo>
                    <a:pt x="485023" y="39855"/>
                  </a:lnTo>
                  <a:lnTo>
                    <a:pt x="484271" y="41359"/>
                  </a:lnTo>
                  <a:lnTo>
                    <a:pt x="483519" y="42863"/>
                  </a:lnTo>
                  <a:lnTo>
                    <a:pt x="483519" y="45118"/>
                  </a:lnTo>
                  <a:lnTo>
                    <a:pt x="485023" y="44367"/>
                  </a:lnTo>
                  <a:lnTo>
                    <a:pt x="485775" y="42863"/>
                  </a:lnTo>
                  <a:lnTo>
                    <a:pt x="487279" y="40607"/>
                  </a:lnTo>
                  <a:lnTo>
                    <a:pt x="487279" y="39103"/>
                  </a:lnTo>
                  <a:lnTo>
                    <a:pt x="488783" y="39103"/>
                  </a:lnTo>
                  <a:lnTo>
                    <a:pt x="488783" y="45118"/>
                  </a:lnTo>
                  <a:lnTo>
                    <a:pt x="488783" y="46622"/>
                  </a:lnTo>
                  <a:lnTo>
                    <a:pt x="487279" y="50382"/>
                  </a:lnTo>
                  <a:lnTo>
                    <a:pt x="486527" y="53390"/>
                  </a:lnTo>
                  <a:lnTo>
                    <a:pt x="486527" y="54894"/>
                  </a:lnTo>
                  <a:lnTo>
                    <a:pt x="488783" y="52638"/>
                  </a:lnTo>
                  <a:lnTo>
                    <a:pt x="495551" y="45118"/>
                  </a:lnTo>
                  <a:lnTo>
                    <a:pt x="495551" y="43614"/>
                  </a:lnTo>
                  <a:lnTo>
                    <a:pt x="495551" y="42111"/>
                  </a:lnTo>
                  <a:lnTo>
                    <a:pt x="495551" y="40607"/>
                  </a:lnTo>
                  <a:lnTo>
                    <a:pt x="497054" y="39103"/>
                  </a:lnTo>
                  <a:lnTo>
                    <a:pt x="497807" y="38351"/>
                  </a:lnTo>
                  <a:lnTo>
                    <a:pt x="503071" y="36095"/>
                  </a:lnTo>
                  <a:lnTo>
                    <a:pt x="498558" y="36095"/>
                  </a:lnTo>
                  <a:lnTo>
                    <a:pt x="501567" y="35343"/>
                  </a:lnTo>
                  <a:lnTo>
                    <a:pt x="503822" y="35343"/>
                  </a:lnTo>
                  <a:lnTo>
                    <a:pt x="504574" y="36847"/>
                  </a:lnTo>
                  <a:lnTo>
                    <a:pt x="505326" y="39855"/>
                  </a:lnTo>
                  <a:lnTo>
                    <a:pt x="504574" y="41359"/>
                  </a:lnTo>
                  <a:lnTo>
                    <a:pt x="504574" y="43614"/>
                  </a:lnTo>
                  <a:lnTo>
                    <a:pt x="503822" y="45118"/>
                  </a:lnTo>
                  <a:lnTo>
                    <a:pt x="503071" y="45118"/>
                  </a:lnTo>
                  <a:lnTo>
                    <a:pt x="500814" y="45118"/>
                  </a:lnTo>
                  <a:lnTo>
                    <a:pt x="500063" y="45870"/>
                  </a:lnTo>
                  <a:lnTo>
                    <a:pt x="496303" y="47374"/>
                  </a:lnTo>
                  <a:lnTo>
                    <a:pt x="495551" y="47374"/>
                  </a:lnTo>
                  <a:lnTo>
                    <a:pt x="494799" y="48878"/>
                  </a:lnTo>
                  <a:lnTo>
                    <a:pt x="494799" y="49630"/>
                  </a:lnTo>
                  <a:lnTo>
                    <a:pt x="494799" y="51134"/>
                  </a:lnTo>
                  <a:lnTo>
                    <a:pt x="494799" y="52638"/>
                  </a:lnTo>
                  <a:lnTo>
                    <a:pt x="493295" y="57150"/>
                  </a:lnTo>
                  <a:lnTo>
                    <a:pt x="492543" y="59406"/>
                  </a:lnTo>
                  <a:lnTo>
                    <a:pt x="494047" y="61662"/>
                  </a:lnTo>
                  <a:lnTo>
                    <a:pt x="490287" y="60910"/>
                  </a:lnTo>
                  <a:lnTo>
                    <a:pt x="488031" y="62414"/>
                  </a:lnTo>
                  <a:lnTo>
                    <a:pt x="484271" y="66174"/>
                  </a:lnTo>
                  <a:lnTo>
                    <a:pt x="486527" y="66174"/>
                  </a:lnTo>
                  <a:lnTo>
                    <a:pt x="487279" y="65422"/>
                  </a:lnTo>
                  <a:lnTo>
                    <a:pt x="488031" y="63918"/>
                  </a:lnTo>
                  <a:lnTo>
                    <a:pt x="488783" y="61662"/>
                  </a:lnTo>
                  <a:lnTo>
                    <a:pt x="490287" y="63166"/>
                  </a:lnTo>
                  <a:lnTo>
                    <a:pt x="491791" y="64670"/>
                  </a:lnTo>
                  <a:lnTo>
                    <a:pt x="491039" y="66174"/>
                  </a:lnTo>
                  <a:lnTo>
                    <a:pt x="489535" y="68430"/>
                  </a:lnTo>
                  <a:lnTo>
                    <a:pt x="491039" y="68430"/>
                  </a:lnTo>
                  <a:lnTo>
                    <a:pt x="492543" y="67678"/>
                  </a:lnTo>
                  <a:lnTo>
                    <a:pt x="493295" y="67678"/>
                  </a:lnTo>
                  <a:lnTo>
                    <a:pt x="494047" y="66174"/>
                  </a:lnTo>
                  <a:lnTo>
                    <a:pt x="496303" y="67678"/>
                  </a:lnTo>
                  <a:lnTo>
                    <a:pt x="497054" y="69934"/>
                  </a:lnTo>
                  <a:lnTo>
                    <a:pt x="496303" y="72190"/>
                  </a:lnTo>
                  <a:lnTo>
                    <a:pt x="497054" y="74445"/>
                  </a:lnTo>
                  <a:lnTo>
                    <a:pt x="498558" y="71438"/>
                  </a:lnTo>
                  <a:lnTo>
                    <a:pt x="498558" y="68430"/>
                  </a:lnTo>
                  <a:lnTo>
                    <a:pt x="497807" y="61662"/>
                  </a:lnTo>
                  <a:lnTo>
                    <a:pt x="498558" y="60158"/>
                  </a:lnTo>
                  <a:lnTo>
                    <a:pt x="499311" y="58654"/>
                  </a:lnTo>
                  <a:lnTo>
                    <a:pt x="500814" y="57150"/>
                  </a:lnTo>
                  <a:lnTo>
                    <a:pt x="502318" y="56398"/>
                  </a:lnTo>
                  <a:lnTo>
                    <a:pt x="503071" y="57150"/>
                  </a:lnTo>
                  <a:lnTo>
                    <a:pt x="503071" y="59406"/>
                  </a:lnTo>
                  <a:lnTo>
                    <a:pt x="502318" y="60910"/>
                  </a:lnTo>
                  <a:lnTo>
                    <a:pt x="500814" y="61662"/>
                  </a:lnTo>
                  <a:lnTo>
                    <a:pt x="502318" y="61662"/>
                  </a:lnTo>
                  <a:lnTo>
                    <a:pt x="504574" y="59406"/>
                  </a:lnTo>
                  <a:lnTo>
                    <a:pt x="505326" y="58654"/>
                  </a:lnTo>
                  <a:lnTo>
                    <a:pt x="506078" y="57902"/>
                  </a:lnTo>
                  <a:lnTo>
                    <a:pt x="508334" y="54142"/>
                  </a:lnTo>
                  <a:lnTo>
                    <a:pt x="509086" y="51134"/>
                  </a:lnTo>
                  <a:lnTo>
                    <a:pt x="512846" y="44367"/>
                  </a:lnTo>
                  <a:lnTo>
                    <a:pt x="512846" y="42863"/>
                  </a:lnTo>
                  <a:lnTo>
                    <a:pt x="512094" y="40607"/>
                  </a:lnTo>
                  <a:lnTo>
                    <a:pt x="514350" y="39103"/>
                  </a:lnTo>
                  <a:lnTo>
                    <a:pt x="517358" y="39103"/>
                  </a:lnTo>
                  <a:lnTo>
                    <a:pt x="519614" y="41359"/>
                  </a:lnTo>
                  <a:lnTo>
                    <a:pt x="520366" y="42863"/>
                  </a:lnTo>
                  <a:lnTo>
                    <a:pt x="521870" y="54894"/>
                  </a:lnTo>
                  <a:lnTo>
                    <a:pt x="520366" y="54142"/>
                  </a:lnTo>
                  <a:lnTo>
                    <a:pt x="519614" y="53390"/>
                  </a:lnTo>
                  <a:lnTo>
                    <a:pt x="518110" y="57902"/>
                  </a:lnTo>
                  <a:lnTo>
                    <a:pt x="515102" y="60158"/>
                  </a:lnTo>
                  <a:lnTo>
                    <a:pt x="511342" y="62414"/>
                  </a:lnTo>
                  <a:lnTo>
                    <a:pt x="507582" y="65422"/>
                  </a:lnTo>
                  <a:lnTo>
                    <a:pt x="508334" y="66174"/>
                  </a:lnTo>
                  <a:lnTo>
                    <a:pt x="509086" y="64670"/>
                  </a:lnTo>
                  <a:lnTo>
                    <a:pt x="510590" y="63166"/>
                  </a:lnTo>
                  <a:lnTo>
                    <a:pt x="512094" y="63166"/>
                  </a:lnTo>
                  <a:lnTo>
                    <a:pt x="513598" y="63918"/>
                  </a:lnTo>
                  <a:lnTo>
                    <a:pt x="512094" y="66174"/>
                  </a:lnTo>
                  <a:lnTo>
                    <a:pt x="511342" y="68430"/>
                  </a:lnTo>
                  <a:lnTo>
                    <a:pt x="510590" y="70686"/>
                  </a:lnTo>
                  <a:lnTo>
                    <a:pt x="510590" y="72942"/>
                  </a:lnTo>
                  <a:lnTo>
                    <a:pt x="509086" y="73693"/>
                  </a:lnTo>
                  <a:lnTo>
                    <a:pt x="506830" y="74445"/>
                  </a:lnTo>
                  <a:lnTo>
                    <a:pt x="506078" y="76701"/>
                  </a:lnTo>
                  <a:lnTo>
                    <a:pt x="507582" y="79709"/>
                  </a:lnTo>
                  <a:lnTo>
                    <a:pt x="508334" y="77453"/>
                  </a:lnTo>
                  <a:lnTo>
                    <a:pt x="508334" y="75949"/>
                  </a:lnTo>
                  <a:lnTo>
                    <a:pt x="508334" y="74445"/>
                  </a:lnTo>
                  <a:lnTo>
                    <a:pt x="513598" y="76701"/>
                  </a:lnTo>
                  <a:lnTo>
                    <a:pt x="515102" y="80461"/>
                  </a:lnTo>
                  <a:lnTo>
                    <a:pt x="514350" y="84221"/>
                  </a:lnTo>
                  <a:lnTo>
                    <a:pt x="512846" y="90989"/>
                  </a:lnTo>
                  <a:lnTo>
                    <a:pt x="512094" y="93245"/>
                  </a:lnTo>
                  <a:lnTo>
                    <a:pt x="511342" y="95501"/>
                  </a:lnTo>
                  <a:lnTo>
                    <a:pt x="511342" y="98509"/>
                  </a:lnTo>
                  <a:lnTo>
                    <a:pt x="512094" y="100765"/>
                  </a:lnTo>
                  <a:lnTo>
                    <a:pt x="513598" y="102268"/>
                  </a:lnTo>
                  <a:lnTo>
                    <a:pt x="515102" y="103772"/>
                  </a:lnTo>
                  <a:lnTo>
                    <a:pt x="517358" y="104524"/>
                  </a:lnTo>
                  <a:lnTo>
                    <a:pt x="523374" y="103020"/>
                  </a:lnTo>
                  <a:lnTo>
                    <a:pt x="525630" y="100765"/>
                  </a:lnTo>
                  <a:lnTo>
                    <a:pt x="524878" y="98509"/>
                  </a:lnTo>
                  <a:lnTo>
                    <a:pt x="527133" y="97005"/>
                  </a:lnTo>
                  <a:lnTo>
                    <a:pt x="532397" y="95501"/>
                  </a:lnTo>
                  <a:lnTo>
                    <a:pt x="533150" y="93997"/>
                  </a:lnTo>
                  <a:lnTo>
                    <a:pt x="532397" y="90989"/>
                  </a:lnTo>
                  <a:lnTo>
                    <a:pt x="528637" y="86477"/>
                  </a:lnTo>
                  <a:lnTo>
                    <a:pt x="527886" y="83469"/>
                  </a:lnTo>
                  <a:lnTo>
                    <a:pt x="529390" y="79709"/>
                  </a:lnTo>
                  <a:lnTo>
                    <a:pt x="532397" y="74445"/>
                  </a:lnTo>
                  <a:lnTo>
                    <a:pt x="535405" y="71438"/>
                  </a:lnTo>
                  <a:lnTo>
                    <a:pt x="539165" y="71438"/>
                  </a:lnTo>
                  <a:lnTo>
                    <a:pt x="539917" y="67678"/>
                  </a:lnTo>
                  <a:lnTo>
                    <a:pt x="542173" y="64670"/>
                  </a:lnTo>
                  <a:lnTo>
                    <a:pt x="544429" y="64670"/>
                  </a:lnTo>
                  <a:lnTo>
                    <a:pt x="545933" y="68430"/>
                  </a:lnTo>
                  <a:lnTo>
                    <a:pt x="546685" y="68430"/>
                  </a:lnTo>
                  <a:lnTo>
                    <a:pt x="547437" y="65422"/>
                  </a:lnTo>
                  <a:lnTo>
                    <a:pt x="548941" y="63918"/>
                  </a:lnTo>
                  <a:lnTo>
                    <a:pt x="551197" y="63166"/>
                  </a:lnTo>
                  <a:lnTo>
                    <a:pt x="551949" y="62414"/>
                  </a:lnTo>
                  <a:lnTo>
                    <a:pt x="552701" y="62414"/>
                  </a:lnTo>
                  <a:lnTo>
                    <a:pt x="554205" y="63166"/>
                  </a:lnTo>
                  <a:lnTo>
                    <a:pt x="554205" y="64670"/>
                  </a:lnTo>
                  <a:lnTo>
                    <a:pt x="550445" y="65422"/>
                  </a:lnTo>
                  <a:lnTo>
                    <a:pt x="554957" y="64670"/>
                  </a:lnTo>
                  <a:lnTo>
                    <a:pt x="555709" y="63166"/>
                  </a:lnTo>
                  <a:lnTo>
                    <a:pt x="555709" y="60158"/>
                  </a:lnTo>
                  <a:lnTo>
                    <a:pt x="557212" y="56398"/>
                  </a:lnTo>
                  <a:lnTo>
                    <a:pt x="557212" y="62414"/>
                  </a:lnTo>
                  <a:lnTo>
                    <a:pt x="557965" y="63918"/>
                  </a:lnTo>
                  <a:lnTo>
                    <a:pt x="558716" y="64670"/>
                  </a:lnTo>
                  <a:lnTo>
                    <a:pt x="560972" y="65422"/>
                  </a:lnTo>
                  <a:lnTo>
                    <a:pt x="562476" y="66174"/>
                  </a:lnTo>
                  <a:lnTo>
                    <a:pt x="563980" y="65422"/>
                  </a:lnTo>
                  <a:lnTo>
                    <a:pt x="565484" y="66174"/>
                  </a:lnTo>
                  <a:lnTo>
                    <a:pt x="566988" y="69182"/>
                  </a:lnTo>
                  <a:lnTo>
                    <a:pt x="566988" y="71438"/>
                  </a:lnTo>
                  <a:lnTo>
                    <a:pt x="563229" y="69934"/>
                  </a:lnTo>
                  <a:lnTo>
                    <a:pt x="565484" y="72190"/>
                  </a:lnTo>
                  <a:lnTo>
                    <a:pt x="566988" y="72942"/>
                  </a:lnTo>
                  <a:lnTo>
                    <a:pt x="569244" y="72942"/>
                  </a:lnTo>
                  <a:lnTo>
                    <a:pt x="571500" y="74445"/>
                  </a:lnTo>
                  <a:lnTo>
                    <a:pt x="571500" y="75197"/>
                  </a:lnTo>
                  <a:lnTo>
                    <a:pt x="569244" y="76701"/>
                  </a:lnTo>
                  <a:lnTo>
                    <a:pt x="565484" y="77453"/>
                  </a:lnTo>
                  <a:lnTo>
                    <a:pt x="563229" y="79709"/>
                  </a:lnTo>
                  <a:lnTo>
                    <a:pt x="563229" y="82717"/>
                  </a:lnTo>
                  <a:lnTo>
                    <a:pt x="563980" y="82717"/>
                  </a:lnTo>
                  <a:lnTo>
                    <a:pt x="565484" y="79709"/>
                  </a:lnTo>
                  <a:lnTo>
                    <a:pt x="566988" y="79709"/>
                  </a:lnTo>
                  <a:lnTo>
                    <a:pt x="571500" y="81965"/>
                  </a:lnTo>
                  <a:lnTo>
                    <a:pt x="570748" y="79709"/>
                  </a:lnTo>
                  <a:lnTo>
                    <a:pt x="571500" y="77453"/>
                  </a:lnTo>
                  <a:lnTo>
                    <a:pt x="573004" y="75197"/>
                  </a:lnTo>
                  <a:lnTo>
                    <a:pt x="573756" y="72190"/>
                  </a:lnTo>
                  <a:lnTo>
                    <a:pt x="573756" y="67678"/>
                  </a:lnTo>
                  <a:lnTo>
                    <a:pt x="574508" y="66174"/>
                  </a:lnTo>
                  <a:lnTo>
                    <a:pt x="577516" y="66174"/>
                  </a:lnTo>
                  <a:lnTo>
                    <a:pt x="577516" y="65422"/>
                  </a:lnTo>
                  <a:lnTo>
                    <a:pt x="576764" y="65422"/>
                  </a:lnTo>
                  <a:lnTo>
                    <a:pt x="576764" y="63918"/>
                  </a:lnTo>
                  <a:lnTo>
                    <a:pt x="579020" y="62414"/>
                  </a:lnTo>
                  <a:lnTo>
                    <a:pt x="582780" y="60910"/>
                  </a:lnTo>
                  <a:lnTo>
                    <a:pt x="585035" y="58654"/>
                  </a:lnTo>
                  <a:lnTo>
                    <a:pt x="585788" y="56398"/>
                  </a:lnTo>
                  <a:lnTo>
                    <a:pt x="586540" y="55646"/>
                  </a:lnTo>
                  <a:lnTo>
                    <a:pt x="587291" y="56398"/>
                  </a:lnTo>
                  <a:lnTo>
                    <a:pt x="588795" y="57902"/>
                  </a:lnTo>
                  <a:lnTo>
                    <a:pt x="588795" y="59406"/>
                  </a:lnTo>
                  <a:lnTo>
                    <a:pt x="589548" y="63918"/>
                  </a:lnTo>
                  <a:lnTo>
                    <a:pt x="588795" y="65422"/>
                  </a:lnTo>
                  <a:lnTo>
                    <a:pt x="588044" y="66174"/>
                  </a:lnTo>
                  <a:lnTo>
                    <a:pt x="585788" y="66926"/>
                  </a:lnTo>
                  <a:lnTo>
                    <a:pt x="584284" y="68430"/>
                  </a:lnTo>
                  <a:lnTo>
                    <a:pt x="582780" y="69182"/>
                  </a:lnTo>
                  <a:lnTo>
                    <a:pt x="582028" y="71438"/>
                  </a:lnTo>
                  <a:lnTo>
                    <a:pt x="579772" y="74445"/>
                  </a:lnTo>
                  <a:lnTo>
                    <a:pt x="579020" y="76701"/>
                  </a:lnTo>
                  <a:lnTo>
                    <a:pt x="579020" y="79709"/>
                  </a:lnTo>
                  <a:lnTo>
                    <a:pt x="579772" y="82717"/>
                  </a:lnTo>
                  <a:lnTo>
                    <a:pt x="577516" y="82717"/>
                  </a:lnTo>
                  <a:lnTo>
                    <a:pt x="575260" y="81965"/>
                  </a:lnTo>
                  <a:lnTo>
                    <a:pt x="573756" y="82717"/>
                  </a:lnTo>
                  <a:lnTo>
                    <a:pt x="576012" y="84221"/>
                  </a:lnTo>
                  <a:lnTo>
                    <a:pt x="578268" y="87229"/>
                  </a:lnTo>
                  <a:lnTo>
                    <a:pt x="579772" y="89485"/>
                  </a:lnTo>
                  <a:lnTo>
                    <a:pt x="576764" y="90989"/>
                  </a:lnTo>
                  <a:lnTo>
                    <a:pt x="579020" y="91741"/>
                  </a:lnTo>
                  <a:lnTo>
                    <a:pt x="579772" y="90989"/>
                  </a:lnTo>
                  <a:lnTo>
                    <a:pt x="581276" y="86477"/>
                  </a:lnTo>
                  <a:lnTo>
                    <a:pt x="581276" y="84973"/>
                  </a:lnTo>
                  <a:lnTo>
                    <a:pt x="582028" y="84221"/>
                  </a:lnTo>
                  <a:lnTo>
                    <a:pt x="584284" y="82717"/>
                  </a:lnTo>
                  <a:lnTo>
                    <a:pt x="585788" y="84973"/>
                  </a:lnTo>
                  <a:lnTo>
                    <a:pt x="587291" y="87229"/>
                  </a:lnTo>
                  <a:lnTo>
                    <a:pt x="589548" y="88733"/>
                  </a:lnTo>
                  <a:lnTo>
                    <a:pt x="592555" y="87981"/>
                  </a:lnTo>
                  <a:lnTo>
                    <a:pt x="589548" y="87229"/>
                  </a:lnTo>
                  <a:lnTo>
                    <a:pt x="589548" y="84973"/>
                  </a:lnTo>
                  <a:lnTo>
                    <a:pt x="590299" y="82717"/>
                  </a:lnTo>
                  <a:lnTo>
                    <a:pt x="591051" y="80461"/>
                  </a:lnTo>
                  <a:lnTo>
                    <a:pt x="590299" y="80461"/>
                  </a:lnTo>
                  <a:lnTo>
                    <a:pt x="590299" y="79709"/>
                  </a:lnTo>
                  <a:lnTo>
                    <a:pt x="591051" y="78957"/>
                  </a:lnTo>
                  <a:lnTo>
                    <a:pt x="591051" y="78205"/>
                  </a:lnTo>
                  <a:lnTo>
                    <a:pt x="591051" y="77453"/>
                  </a:lnTo>
                  <a:lnTo>
                    <a:pt x="593307" y="78957"/>
                  </a:lnTo>
                  <a:lnTo>
                    <a:pt x="594811" y="81213"/>
                  </a:lnTo>
                  <a:lnTo>
                    <a:pt x="595563" y="84221"/>
                  </a:lnTo>
                  <a:lnTo>
                    <a:pt x="595563" y="87229"/>
                  </a:lnTo>
                  <a:lnTo>
                    <a:pt x="596315" y="84221"/>
                  </a:lnTo>
                  <a:lnTo>
                    <a:pt x="596315" y="82717"/>
                  </a:lnTo>
                  <a:lnTo>
                    <a:pt x="597819" y="85725"/>
                  </a:lnTo>
                  <a:lnTo>
                    <a:pt x="597819" y="87229"/>
                  </a:lnTo>
                  <a:lnTo>
                    <a:pt x="596315" y="88733"/>
                  </a:lnTo>
                  <a:lnTo>
                    <a:pt x="595563" y="90237"/>
                  </a:lnTo>
                  <a:lnTo>
                    <a:pt x="595563" y="91741"/>
                  </a:lnTo>
                  <a:lnTo>
                    <a:pt x="598571" y="93997"/>
                  </a:lnTo>
                  <a:lnTo>
                    <a:pt x="599323" y="95501"/>
                  </a:lnTo>
                  <a:lnTo>
                    <a:pt x="596315" y="98509"/>
                  </a:lnTo>
                  <a:lnTo>
                    <a:pt x="597819" y="99261"/>
                  </a:lnTo>
                  <a:lnTo>
                    <a:pt x="600075" y="100765"/>
                  </a:lnTo>
                  <a:lnTo>
                    <a:pt x="600827" y="101516"/>
                  </a:lnTo>
                  <a:lnTo>
                    <a:pt x="599323" y="103772"/>
                  </a:lnTo>
                  <a:lnTo>
                    <a:pt x="597819" y="104524"/>
                  </a:lnTo>
                  <a:lnTo>
                    <a:pt x="596315" y="105276"/>
                  </a:lnTo>
                  <a:lnTo>
                    <a:pt x="595563" y="105276"/>
                  </a:lnTo>
                  <a:lnTo>
                    <a:pt x="593307" y="105276"/>
                  </a:lnTo>
                  <a:lnTo>
                    <a:pt x="593307" y="106028"/>
                  </a:lnTo>
                  <a:lnTo>
                    <a:pt x="593307" y="106780"/>
                  </a:lnTo>
                  <a:lnTo>
                    <a:pt x="594059" y="107532"/>
                  </a:lnTo>
                  <a:lnTo>
                    <a:pt x="600827" y="103772"/>
                  </a:lnTo>
                  <a:lnTo>
                    <a:pt x="601579" y="102268"/>
                  </a:lnTo>
                  <a:lnTo>
                    <a:pt x="600827" y="98509"/>
                  </a:lnTo>
                  <a:lnTo>
                    <a:pt x="605339" y="100765"/>
                  </a:lnTo>
                  <a:lnTo>
                    <a:pt x="608347" y="101516"/>
                  </a:lnTo>
                  <a:lnTo>
                    <a:pt x="610603" y="100765"/>
                  </a:lnTo>
                  <a:lnTo>
                    <a:pt x="609099" y="105276"/>
                  </a:lnTo>
                  <a:lnTo>
                    <a:pt x="604587" y="109036"/>
                  </a:lnTo>
                  <a:lnTo>
                    <a:pt x="595563" y="113548"/>
                  </a:lnTo>
                  <a:lnTo>
                    <a:pt x="595563" y="115052"/>
                  </a:lnTo>
                  <a:lnTo>
                    <a:pt x="597819" y="114300"/>
                  </a:lnTo>
                  <a:lnTo>
                    <a:pt x="603083" y="113548"/>
                  </a:lnTo>
                  <a:lnTo>
                    <a:pt x="605339" y="112044"/>
                  </a:lnTo>
                  <a:lnTo>
                    <a:pt x="607595" y="110540"/>
                  </a:lnTo>
                  <a:lnTo>
                    <a:pt x="608347" y="111292"/>
                  </a:lnTo>
                  <a:lnTo>
                    <a:pt x="609099" y="113548"/>
                  </a:lnTo>
                  <a:lnTo>
                    <a:pt x="610603" y="115052"/>
                  </a:lnTo>
                  <a:lnTo>
                    <a:pt x="615114" y="114300"/>
                  </a:lnTo>
                  <a:lnTo>
                    <a:pt x="617370" y="110540"/>
                  </a:lnTo>
                  <a:lnTo>
                    <a:pt x="618874" y="105276"/>
                  </a:lnTo>
                  <a:lnTo>
                    <a:pt x="618874" y="100765"/>
                  </a:lnTo>
                  <a:lnTo>
                    <a:pt x="627146" y="104524"/>
                  </a:lnTo>
                  <a:lnTo>
                    <a:pt x="624890" y="106028"/>
                  </a:lnTo>
                  <a:lnTo>
                    <a:pt x="623386" y="107532"/>
                  </a:lnTo>
                  <a:lnTo>
                    <a:pt x="621882" y="109036"/>
                  </a:lnTo>
                  <a:lnTo>
                    <a:pt x="621130" y="112044"/>
                  </a:lnTo>
                  <a:lnTo>
                    <a:pt x="621130" y="114300"/>
                  </a:lnTo>
                  <a:lnTo>
                    <a:pt x="621130" y="116556"/>
                  </a:lnTo>
                  <a:lnTo>
                    <a:pt x="620378" y="117308"/>
                  </a:lnTo>
                  <a:lnTo>
                    <a:pt x="618123" y="118060"/>
                  </a:lnTo>
                  <a:lnTo>
                    <a:pt x="618123" y="118812"/>
                  </a:lnTo>
                  <a:lnTo>
                    <a:pt x="619627" y="118812"/>
                  </a:lnTo>
                  <a:lnTo>
                    <a:pt x="621882" y="117308"/>
                  </a:lnTo>
                  <a:lnTo>
                    <a:pt x="624138" y="116556"/>
                  </a:lnTo>
                  <a:lnTo>
                    <a:pt x="625642" y="117308"/>
                  </a:lnTo>
                  <a:lnTo>
                    <a:pt x="626394" y="118812"/>
                  </a:lnTo>
                  <a:lnTo>
                    <a:pt x="627146" y="119564"/>
                  </a:lnTo>
                  <a:lnTo>
                    <a:pt x="627146" y="120316"/>
                  </a:lnTo>
                  <a:lnTo>
                    <a:pt x="628650" y="118812"/>
                  </a:lnTo>
                  <a:lnTo>
                    <a:pt x="628650" y="117308"/>
                  </a:lnTo>
                  <a:lnTo>
                    <a:pt x="629402" y="115804"/>
                  </a:lnTo>
                  <a:lnTo>
                    <a:pt x="630906" y="115052"/>
                  </a:lnTo>
                  <a:lnTo>
                    <a:pt x="632410" y="115804"/>
                  </a:lnTo>
                  <a:lnTo>
                    <a:pt x="632410" y="117308"/>
                  </a:lnTo>
                  <a:lnTo>
                    <a:pt x="631658" y="119564"/>
                  </a:lnTo>
                  <a:lnTo>
                    <a:pt x="630906" y="121068"/>
                  </a:lnTo>
                  <a:lnTo>
                    <a:pt x="631658" y="121820"/>
                  </a:lnTo>
                  <a:lnTo>
                    <a:pt x="633162" y="120316"/>
                  </a:lnTo>
                  <a:lnTo>
                    <a:pt x="633914" y="119564"/>
                  </a:lnTo>
                  <a:lnTo>
                    <a:pt x="635418" y="118812"/>
                  </a:lnTo>
                  <a:lnTo>
                    <a:pt x="636170" y="116556"/>
                  </a:lnTo>
                  <a:lnTo>
                    <a:pt x="636922" y="117308"/>
                  </a:lnTo>
                  <a:lnTo>
                    <a:pt x="637674" y="118060"/>
                  </a:lnTo>
                  <a:lnTo>
                    <a:pt x="638426" y="118812"/>
                  </a:lnTo>
                  <a:lnTo>
                    <a:pt x="639178" y="120316"/>
                  </a:lnTo>
                  <a:lnTo>
                    <a:pt x="636922" y="122572"/>
                  </a:lnTo>
                  <a:lnTo>
                    <a:pt x="630154" y="126332"/>
                  </a:lnTo>
                  <a:lnTo>
                    <a:pt x="628650" y="128588"/>
                  </a:lnTo>
                  <a:lnTo>
                    <a:pt x="631658" y="127836"/>
                  </a:lnTo>
                  <a:lnTo>
                    <a:pt x="636922" y="127084"/>
                  </a:lnTo>
                  <a:lnTo>
                    <a:pt x="639178" y="127084"/>
                  </a:lnTo>
                  <a:lnTo>
                    <a:pt x="640682" y="128588"/>
                  </a:lnTo>
                  <a:lnTo>
                    <a:pt x="641434" y="130843"/>
                  </a:lnTo>
                  <a:lnTo>
                    <a:pt x="642186" y="133851"/>
                  </a:lnTo>
                  <a:lnTo>
                    <a:pt x="642186" y="136107"/>
                  </a:lnTo>
                  <a:lnTo>
                    <a:pt x="642186" y="137611"/>
                  </a:lnTo>
                  <a:lnTo>
                    <a:pt x="643689" y="139867"/>
                  </a:lnTo>
                  <a:lnTo>
                    <a:pt x="644442" y="141371"/>
                  </a:lnTo>
                  <a:lnTo>
                    <a:pt x="643689" y="142875"/>
                  </a:lnTo>
                  <a:lnTo>
                    <a:pt x="642938" y="143627"/>
                  </a:lnTo>
                  <a:lnTo>
                    <a:pt x="642186" y="143627"/>
                  </a:lnTo>
                  <a:lnTo>
                    <a:pt x="642186" y="144379"/>
                  </a:lnTo>
                  <a:lnTo>
                    <a:pt x="640682" y="145883"/>
                  </a:lnTo>
                  <a:lnTo>
                    <a:pt x="637674" y="145883"/>
                  </a:lnTo>
                  <a:lnTo>
                    <a:pt x="634666" y="145883"/>
                  </a:lnTo>
                  <a:lnTo>
                    <a:pt x="632410" y="145131"/>
                  </a:lnTo>
                  <a:lnTo>
                    <a:pt x="630906" y="146635"/>
                  </a:lnTo>
                  <a:lnTo>
                    <a:pt x="628650" y="148139"/>
                  </a:lnTo>
                  <a:lnTo>
                    <a:pt x="624890" y="148891"/>
                  </a:lnTo>
                  <a:lnTo>
                    <a:pt x="625642" y="149643"/>
                  </a:lnTo>
                  <a:lnTo>
                    <a:pt x="626394" y="149643"/>
                  </a:lnTo>
                  <a:lnTo>
                    <a:pt x="627146" y="149643"/>
                  </a:lnTo>
                  <a:lnTo>
                    <a:pt x="627146" y="150395"/>
                  </a:lnTo>
                  <a:lnTo>
                    <a:pt x="630154" y="148891"/>
                  </a:lnTo>
                  <a:lnTo>
                    <a:pt x="633162" y="147387"/>
                  </a:lnTo>
                  <a:lnTo>
                    <a:pt x="636170" y="147387"/>
                  </a:lnTo>
                  <a:lnTo>
                    <a:pt x="639178" y="148139"/>
                  </a:lnTo>
                  <a:lnTo>
                    <a:pt x="641434" y="148139"/>
                  </a:lnTo>
                  <a:lnTo>
                    <a:pt x="642938" y="148891"/>
                  </a:lnTo>
                  <a:lnTo>
                    <a:pt x="642938" y="150395"/>
                  </a:lnTo>
                  <a:lnTo>
                    <a:pt x="642186" y="151147"/>
                  </a:lnTo>
                  <a:lnTo>
                    <a:pt x="636922" y="155659"/>
                  </a:lnTo>
                  <a:lnTo>
                    <a:pt x="633914" y="156411"/>
                  </a:lnTo>
                  <a:lnTo>
                    <a:pt x="630154" y="161674"/>
                  </a:lnTo>
                  <a:lnTo>
                    <a:pt x="625642" y="166186"/>
                  </a:lnTo>
                  <a:lnTo>
                    <a:pt x="621130" y="166186"/>
                  </a:lnTo>
                  <a:lnTo>
                    <a:pt x="620378" y="166938"/>
                  </a:lnTo>
                  <a:lnTo>
                    <a:pt x="622634" y="167690"/>
                  </a:lnTo>
                  <a:lnTo>
                    <a:pt x="624890" y="167690"/>
                  </a:lnTo>
                  <a:lnTo>
                    <a:pt x="626394" y="166938"/>
                  </a:lnTo>
                  <a:lnTo>
                    <a:pt x="627146" y="166938"/>
                  </a:lnTo>
                  <a:lnTo>
                    <a:pt x="628650" y="168442"/>
                  </a:lnTo>
                  <a:lnTo>
                    <a:pt x="627898" y="169946"/>
                  </a:lnTo>
                  <a:lnTo>
                    <a:pt x="624890" y="172202"/>
                  </a:lnTo>
                  <a:lnTo>
                    <a:pt x="618874" y="178218"/>
                  </a:lnTo>
                  <a:lnTo>
                    <a:pt x="615867" y="179722"/>
                  </a:lnTo>
                  <a:lnTo>
                    <a:pt x="610603" y="178970"/>
                  </a:lnTo>
                  <a:lnTo>
                    <a:pt x="612107" y="180474"/>
                  </a:lnTo>
                  <a:lnTo>
                    <a:pt x="612107" y="181226"/>
                  </a:lnTo>
                  <a:lnTo>
                    <a:pt x="612859" y="183482"/>
                  </a:lnTo>
                  <a:lnTo>
                    <a:pt x="606843" y="181978"/>
                  </a:lnTo>
                  <a:lnTo>
                    <a:pt x="604587" y="181226"/>
                  </a:lnTo>
                  <a:lnTo>
                    <a:pt x="601579" y="182730"/>
                  </a:lnTo>
                  <a:lnTo>
                    <a:pt x="599323" y="184986"/>
                  </a:lnTo>
                  <a:lnTo>
                    <a:pt x="597067" y="186490"/>
                  </a:lnTo>
                  <a:lnTo>
                    <a:pt x="593307" y="185738"/>
                  </a:lnTo>
                  <a:lnTo>
                    <a:pt x="596315" y="187242"/>
                  </a:lnTo>
                  <a:lnTo>
                    <a:pt x="603083" y="184986"/>
                  </a:lnTo>
                  <a:lnTo>
                    <a:pt x="609099" y="183482"/>
                  </a:lnTo>
                  <a:lnTo>
                    <a:pt x="610603" y="188745"/>
                  </a:lnTo>
                  <a:lnTo>
                    <a:pt x="612107" y="188745"/>
                  </a:lnTo>
                  <a:lnTo>
                    <a:pt x="612859" y="186490"/>
                  </a:lnTo>
                  <a:lnTo>
                    <a:pt x="615114" y="184986"/>
                  </a:lnTo>
                  <a:lnTo>
                    <a:pt x="617370" y="184234"/>
                  </a:lnTo>
                  <a:lnTo>
                    <a:pt x="618123" y="185738"/>
                  </a:lnTo>
                  <a:lnTo>
                    <a:pt x="618123" y="187993"/>
                  </a:lnTo>
                  <a:lnTo>
                    <a:pt x="616618" y="189497"/>
                  </a:lnTo>
                  <a:lnTo>
                    <a:pt x="615867" y="190249"/>
                  </a:lnTo>
                  <a:lnTo>
                    <a:pt x="615114" y="191753"/>
                  </a:lnTo>
                  <a:lnTo>
                    <a:pt x="613610" y="195513"/>
                  </a:lnTo>
                  <a:lnTo>
                    <a:pt x="613610" y="196265"/>
                  </a:lnTo>
                  <a:lnTo>
                    <a:pt x="611355" y="197769"/>
                  </a:lnTo>
                  <a:lnTo>
                    <a:pt x="610603" y="199273"/>
                  </a:lnTo>
                  <a:lnTo>
                    <a:pt x="609851" y="203033"/>
                  </a:lnTo>
                  <a:lnTo>
                    <a:pt x="609099" y="204537"/>
                  </a:lnTo>
                  <a:lnTo>
                    <a:pt x="609851" y="205289"/>
                  </a:lnTo>
                  <a:lnTo>
                    <a:pt x="610603" y="203785"/>
                  </a:lnTo>
                  <a:lnTo>
                    <a:pt x="610603" y="202281"/>
                  </a:lnTo>
                  <a:lnTo>
                    <a:pt x="612107" y="200777"/>
                  </a:lnTo>
                  <a:lnTo>
                    <a:pt x="615867" y="197769"/>
                  </a:lnTo>
                  <a:lnTo>
                    <a:pt x="617370" y="197017"/>
                  </a:lnTo>
                  <a:lnTo>
                    <a:pt x="618123" y="198521"/>
                  </a:lnTo>
                  <a:lnTo>
                    <a:pt x="617370" y="204537"/>
                  </a:lnTo>
                  <a:lnTo>
                    <a:pt x="617370" y="206793"/>
                  </a:lnTo>
                  <a:lnTo>
                    <a:pt x="618874" y="208297"/>
                  </a:lnTo>
                  <a:lnTo>
                    <a:pt x="618874" y="206793"/>
                  </a:lnTo>
                  <a:lnTo>
                    <a:pt x="618874" y="205289"/>
                  </a:lnTo>
                  <a:lnTo>
                    <a:pt x="618874" y="203033"/>
                  </a:lnTo>
                  <a:lnTo>
                    <a:pt x="620378" y="200025"/>
                  </a:lnTo>
                  <a:lnTo>
                    <a:pt x="620378" y="198521"/>
                  </a:lnTo>
                  <a:lnTo>
                    <a:pt x="619627" y="197769"/>
                  </a:lnTo>
                  <a:lnTo>
                    <a:pt x="618874" y="196265"/>
                  </a:lnTo>
                  <a:lnTo>
                    <a:pt x="619627" y="193257"/>
                  </a:lnTo>
                  <a:lnTo>
                    <a:pt x="619627" y="190249"/>
                  </a:lnTo>
                  <a:lnTo>
                    <a:pt x="620378" y="187242"/>
                  </a:lnTo>
                  <a:lnTo>
                    <a:pt x="622634" y="184234"/>
                  </a:lnTo>
                  <a:lnTo>
                    <a:pt x="629402" y="178218"/>
                  </a:lnTo>
                  <a:lnTo>
                    <a:pt x="630906" y="177466"/>
                  </a:lnTo>
                  <a:lnTo>
                    <a:pt x="633162" y="176714"/>
                  </a:lnTo>
                  <a:lnTo>
                    <a:pt x="633914" y="175962"/>
                  </a:lnTo>
                  <a:lnTo>
                    <a:pt x="636170" y="174458"/>
                  </a:lnTo>
                  <a:lnTo>
                    <a:pt x="635418" y="174458"/>
                  </a:lnTo>
                  <a:lnTo>
                    <a:pt x="636170" y="172202"/>
                  </a:lnTo>
                  <a:lnTo>
                    <a:pt x="636170" y="171450"/>
                  </a:lnTo>
                  <a:lnTo>
                    <a:pt x="636922" y="170698"/>
                  </a:lnTo>
                  <a:lnTo>
                    <a:pt x="637674" y="169946"/>
                  </a:lnTo>
                  <a:lnTo>
                    <a:pt x="642938" y="165434"/>
                  </a:lnTo>
                  <a:lnTo>
                    <a:pt x="648201" y="165434"/>
                  </a:lnTo>
                  <a:lnTo>
                    <a:pt x="653465" y="167690"/>
                  </a:lnTo>
                  <a:lnTo>
                    <a:pt x="657977" y="172954"/>
                  </a:lnTo>
                  <a:lnTo>
                    <a:pt x="658729" y="176714"/>
                  </a:lnTo>
                  <a:lnTo>
                    <a:pt x="659481" y="178970"/>
                  </a:lnTo>
                  <a:lnTo>
                    <a:pt x="659481" y="184986"/>
                  </a:lnTo>
                  <a:lnTo>
                    <a:pt x="660233" y="184986"/>
                  </a:lnTo>
                  <a:lnTo>
                    <a:pt x="662489" y="187993"/>
                  </a:lnTo>
                  <a:lnTo>
                    <a:pt x="662489" y="188745"/>
                  </a:lnTo>
                  <a:lnTo>
                    <a:pt x="663241" y="190249"/>
                  </a:lnTo>
                  <a:lnTo>
                    <a:pt x="663241" y="194009"/>
                  </a:lnTo>
                  <a:lnTo>
                    <a:pt x="661737" y="200777"/>
                  </a:lnTo>
                  <a:lnTo>
                    <a:pt x="660233" y="203033"/>
                  </a:lnTo>
                  <a:lnTo>
                    <a:pt x="657977" y="204537"/>
                  </a:lnTo>
                  <a:lnTo>
                    <a:pt x="652713" y="205289"/>
                  </a:lnTo>
                  <a:lnTo>
                    <a:pt x="649705" y="205289"/>
                  </a:lnTo>
                  <a:lnTo>
                    <a:pt x="645946" y="204537"/>
                  </a:lnTo>
                  <a:lnTo>
                    <a:pt x="645193" y="203033"/>
                  </a:lnTo>
                  <a:lnTo>
                    <a:pt x="643689" y="201529"/>
                  </a:lnTo>
                  <a:lnTo>
                    <a:pt x="642938" y="200777"/>
                  </a:lnTo>
                  <a:lnTo>
                    <a:pt x="642186" y="200777"/>
                  </a:lnTo>
                  <a:lnTo>
                    <a:pt x="641434" y="200025"/>
                  </a:lnTo>
                  <a:lnTo>
                    <a:pt x="640682" y="199273"/>
                  </a:lnTo>
                  <a:lnTo>
                    <a:pt x="639929" y="199273"/>
                  </a:lnTo>
                  <a:lnTo>
                    <a:pt x="639178" y="200025"/>
                  </a:lnTo>
                  <a:lnTo>
                    <a:pt x="636922" y="200777"/>
                  </a:lnTo>
                  <a:lnTo>
                    <a:pt x="634666" y="202281"/>
                  </a:lnTo>
                  <a:lnTo>
                    <a:pt x="633162" y="204537"/>
                  </a:lnTo>
                  <a:lnTo>
                    <a:pt x="631658" y="206041"/>
                  </a:lnTo>
                  <a:lnTo>
                    <a:pt x="638426" y="202281"/>
                  </a:lnTo>
                  <a:lnTo>
                    <a:pt x="641434" y="202281"/>
                  </a:lnTo>
                  <a:lnTo>
                    <a:pt x="642186" y="206793"/>
                  </a:lnTo>
                  <a:lnTo>
                    <a:pt x="640682" y="214313"/>
                  </a:lnTo>
                  <a:lnTo>
                    <a:pt x="639178" y="218824"/>
                  </a:lnTo>
                  <a:lnTo>
                    <a:pt x="636922" y="221832"/>
                  </a:lnTo>
                  <a:lnTo>
                    <a:pt x="635418" y="222584"/>
                  </a:lnTo>
                  <a:lnTo>
                    <a:pt x="633914" y="221832"/>
                  </a:lnTo>
                  <a:lnTo>
                    <a:pt x="632410" y="222584"/>
                  </a:lnTo>
                  <a:lnTo>
                    <a:pt x="630906" y="224088"/>
                  </a:lnTo>
                  <a:lnTo>
                    <a:pt x="628650" y="228600"/>
                  </a:lnTo>
                  <a:lnTo>
                    <a:pt x="627898" y="229352"/>
                  </a:lnTo>
                  <a:lnTo>
                    <a:pt x="624890" y="229352"/>
                  </a:lnTo>
                  <a:lnTo>
                    <a:pt x="621882" y="230856"/>
                  </a:lnTo>
                  <a:lnTo>
                    <a:pt x="618874" y="233112"/>
                  </a:lnTo>
                  <a:lnTo>
                    <a:pt x="618123" y="235368"/>
                  </a:lnTo>
                  <a:lnTo>
                    <a:pt x="620378" y="233112"/>
                  </a:lnTo>
                  <a:lnTo>
                    <a:pt x="627146" y="230104"/>
                  </a:lnTo>
                  <a:lnTo>
                    <a:pt x="630154" y="228600"/>
                  </a:lnTo>
                  <a:lnTo>
                    <a:pt x="631658" y="227096"/>
                  </a:lnTo>
                  <a:lnTo>
                    <a:pt x="632410" y="225592"/>
                  </a:lnTo>
                  <a:lnTo>
                    <a:pt x="633162" y="224088"/>
                  </a:lnTo>
                  <a:lnTo>
                    <a:pt x="635418" y="224088"/>
                  </a:lnTo>
                  <a:lnTo>
                    <a:pt x="636170" y="224840"/>
                  </a:lnTo>
                  <a:lnTo>
                    <a:pt x="635418" y="226344"/>
                  </a:lnTo>
                  <a:lnTo>
                    <a:pt x="634666" y="228600"/>
                  </a:lnTo>
                  <a:lnTo>
                    <a:pt x="633914" y="229352"/>
                  </a:lnTo>
                  <a:lnTo>
                    <a:pt x="626394" y="244391"/>
                  </a:lnTo>
                  <a:lnTo>
                    <a:pt x="622634" y="248903"/>
                  </a:lnTo>
                  <a:lnTo>
                    <a:pt x="623386" y="250407"/>
                  </a:lnTo>
                  <a:lnTo>
                    <a:pt x="623386" y="251911"/>
                  </a:lnTo>
                  <a:lnTo>
                    <a:pt x="621130" y="256423"/>
                  </a:lnTo>
                  <a:lnTo>
                    <a:pt x="620378" y="259431"/>
                  </a:lnTo>
                  <a:lnTo>
                    <a:pt x="619627" y="262439"/>
                  </a:lnTo>
                  <a:lnTo>
                    <a:pt x="620378" y="269207"/>
                  </a:lnTo>
                  <a:lnTo>
                    <a:pt x="619627" y="272966"/>
                  </a:lnTo>
                  <a:lnTo>
                    <a:pt x="614363" y="281990"/>
                  </a:lnTo>
                  <a:lnTo>
                    <a:pt x="613610" y="283494"/>
                  </a:lnTo>
                  <a:lnTo>
                    <a:pt x="614363" y="288006"/>
                  </a:lnTo>
                  <a:lnTo>
                    <a:pt x="613610" y="289510"/>
                  </a:lnTo>
                  <a:lnTo>
                    <a:pt x="612859" y="292518"/>
                  </a:lnTo>
                  <a:lnTo>
                    <a:pt x="612859" y="294022"/>
                  </a:lnTo>
                  <a:lnTo>
                    <a:pt x="614363" y="297030"/>
                  </a:lnTo>
                  <a:lnTo>
                    <a:pt x="617370" y="297782"/>
                  </a:lnTo>
                  <a:lnTo>
                    <a:pt x="621130" y="297782"/>
                  </a:lnTo>
                  <a:lnTo>
                    <a:pt x="623386" y="298534"/>
                  </a:lnTo>
                  <a:lnTo>
                    <a:pt x="624138" y="302294"/>
                  </a:lnTo>
                  <a:lnTo>
                    <a:pt x="621130" y="305301"/>
                  </a:lnTo>
                  <a:lnTo>
                    <a:pt x="618123" y="307557"/>
                  </a:lnTo>
                  <a:lnTo>
                    <a:pt x="615867" y="309813"/>
                  </a:lnTo>
                  <a:lnTo>
                    <a:pt x="615867" y="312069"/>
                  </a:lnTo>
                  <a:lnTo>
                    <a:pt x="614363" y="312821"/>
                  </a:lnTo>
                  <a:lnTo>
                    <a:pt x="612107" y="314325"/>
                  </a:lnTo>
                  <a:lnTo>
                    <a:pt x="610603" y="315077"/>
                  </a:lnTo>
                  <a:lnTo>
                    <a:pt x="610603" y="316581"/>
                  </a:lnTo>
                  <a:lnTo>
                    <a:pt x="609099" y="320341"/>
                  </a:lnTo>
                  <a:lnTo>
                    <a:pt x="609099" y="321845"/>
                  </a:lnTo>
                  <a:lnTo>
                    <a:pt x="606091" y="323349"/>
                  </a:lnTo>
                  <a:lnTo>
                    <a:pt x="602331" y="324101"/>
                  </a:lnTo>
                  <a:lnTo>
                    <a:pt x="599323" y="324853"/>
                  </a:lnTo>
                  <a:lnTo>
                    <a:pt x="598571" y="327109"/>
                  </a:lnTo>
                  <a:lnTo>
                    <a:pt x="598571" y="330117"/>
                  </a:lnTo>
                  <a:lnTo>
                    <a:pt x="600075" y="333124"/>
                  </a:lnTo>
                  <a:lnTo>
                    <a:pt x="600827" y="335380"/>
                  </a:lnTo>
                  <a:lnTo>
                    <a:pt x="603083" y="338388"/>
                  </a:lnTo>
                  <a:lnTo>
                    <a:pt x="597819" y="340644"/>
                  </a:lnTo>
                  <a:lnTo>
                    <a:pt x="603083" y="341396"/>
                  </a:lnTo>
                  <a:lnTo>
                    <a:pt x="603835" y="339140"/>
                  </a:lnTo>
                  <a:lnTo>
                    <a:pt x="603083" y="330868"/>
                  </a:lnTo>
                  <a:lnTo>
                    <a:pt x="603835" y="327861"/>
                  </a:lnTo>
                  <a:lnTo>
                    <a:pt x="605339" y="326357"/>
                  </a:lnTo>
                  <a:lnTo>
                    <a:pt x="608347" y="324853"/>
                  </a:lnTo>
                  <a:lnTo>
                    <a:pt x="615114" y="324101"/>
                  </a:lnTo>
                  <a:lnTo>
                    <a:pt x="618123" y="322597"/>
                  </a:lnTo>
                  <a:lnTo>
                    <a:pt x="620378" y="320341"/>
                  </a:lnTo>
                  <a:lnTo>
                    <a:pt x="622634" y="317333"/>
                  </a:lnTo>
                  <a:lnTo>
                    <a:pt x="624890" y="312069"/>
                  </a:lnTo>
                  <a:lnTo>
                    <a:pt x="627146" y="310565"/>
                  </a:lnTo>
                  <a:lnTo>
                    <a:pt x="630906" y="310565"/>
                  </a:lnTo>
                  <a:lnTo>
                    <a:pt x="637674" y="300038"/>
                  </a:lnTo>
                  <a:lnTo>
                    <a:pt x="645193" y="296278"/>
                  </a:lnTo>
                  <a:lnTo>
                    <a:pt x="645946" y="294774"/>
                  </a:lnTo>
                  <a:lnTo>
                    <a:pt x="647449" y="292518"/>
                  </a:lnTo>
                  <a:lnTo>
                    <a:pt x="652713" y="287254"/>
                  </a:lnTo>
                  <a:lnTo>
                    <a:pt x="653465" y="284998"/>
                  </a:lnTo>
                  <a:lnTo>
                    <a:pt x="654969" y="281990"/>
                  </a:lnTo>
                  <a:lnTo>
                    <a:pt x="656473" y="278230"/>
                  </a:lnTo>
                  <a:lnTo>
                    <a:pt x="656473" y="275222"/>
                  </a:lnTo>
                  <a:lnTo>
                    <a:pt x="656473" y="268455"/>
                  </a:lnTo>
                  <a:lnTo>
                    <a:pt x="656473" y="265447"/>
                  </a:lnTo>
                  <a:lnTo>
                    <a:pt x="658729" y="263191"/>
                  </a:lnTo>
                  <a:lnTo>
                    <a:pt x="657977" y="263191"/>
                  </a:lnTo>
                  <a:lnTo>
                    <a:pt x="657977" y="262439"/>
                  </a:lnTo>
                  <a:lnTo>
                    <a:pt x="657225" y="261687"/>
                  </a:lnTo>
                  <a:lnTo>
                    <a:pt x="656473" y="261687"/>
                  </a:lnTo>
                  <a:lnTo>
                    <a:pt x="661737" y="244391"/>
                  </a:lnTo>
                  <a:lnTo>
                    <a:pt x="662489" y="238376"/>
                  </a:lnTo>
                  <a:lnTo>
                    <a:pt x="663241" y="239880"/>
                  </a:lnTo>
                  <a:lnTo>
                    <a:pt x="663993" y="240632"/>
                  </a:lnTo>
                  <a:lnTo>
                    <a:pt x="663993" y="242136"/>
                  </a:lnTo>
                  <a:lnTo>
                    <a:pt x="663993" y="243640"/>
                  </a:lnTo>
                  <a:lnTo>
                    <a:pt x="664745" y="243640"/>
                  </a:lnTo>
                  <a:lnTo>
                    <a:pt x="662489" y="226344"/>
                  </a:lnTo>
                  <a:lnTo>
                    <a:pt x="663993" y="224840"/>
                  </a:lnTo>
                  <a:lnTo>
                    <a:pt x="664745" y="223336"/>
                  </a:lnTo>
                  <a:lnTo>
                    <a:pt x="665497" y="222584"/>
                  </a:lnTo>
                  <a:lnTo>
                    <a:pt x="668505" y="222584"/>
                  </a:lnTo>
                  <a:lnTo>
                    <a:pt x="670761" y="224088"/>
                  </a:lnTo>
                  <a:lnTo>
                    <a:pt x="672265" y="226344"/>
                  </a:lnTo>
                  <a:lnTo>
                    <a:pt x="674521" y="230856"/>
                  </a:lnTo>
                  <a:lnTo>
                    <a:pt x="674521" y="227096"/>
                  </a:lnTo>
                  <a:lnTo>
                    <a:pt x="673768" y="224840"/>
                  </a:lnTo>
                  <a:lnTo>
                    <a:pt x="672265" y="224088"/>
                  </a:lnTo>
                  <a:lnTo>
                    <a:pt x="673016" y="222584"/>
                  </a:lnTo>
                  <a:lnTo>
                    <a:pt x="672265" y="220328"/>
                  </a:lnTo>
                  <a:lnTo>
                    <a:pt x="672265" y="218072"/>
                  </a:lnTo>
                  <a:lnTo>
                    <a:pt x="673768" y="215817"/>
                  </a:lnTo>
                  <a:lnTo>
                    <a:pt x="676025" y="215065"/>
                  </a:lnTo>
                  <a:lnTo>
                    <a:pt x="685048" y="214313"/>
                  </a:lnTo>
                  <a:lnTo>
                    <a:pt x="700840" y="206041"/>
                  </a:lnTo>
                  <a:lnTo>
                    <a:pt x="705351" y="206041"/>
                  </a:lnTo>
                  <a:lnTo>
                    <a:pt x="706855" y="203785"/>
                  </a:lnTo>
                  <a:lnTo>
                    <a:pt x="709863" y="203785"/>
                  </a:lnTo>
                  <a:lnTo>
                    <a:pt x="712871" y="206041"/>
                  </a:lnTo>
                  <a:lnTo>
                    <a:pt x="713623" y="210553"/>
                  </a:lnTo>
                  <a:lnTo>
                    <a:pt x="711367" y="209801"/>
                  </a:lnTo>
                  <a:lnTo>
                    <a:pt x="707607" y="209801"/>
                  </a:lnTo>
                  <a:lnTo>
                    <a:pt x="703847" y="210553"/>
                  </a:lnTo>
                  <a:lnTo>
                    <a:pt x="703095" y="212809"/>
                  </a:lnTo>
                  <a:lnTo>
                    <a:pt x="707607" y="212809"/>
                  </a:lnTo>
                  <a:lnTo>
                    <a:pt x="708359" y="213561"/>
                  </a:lnTo>
                  <a:lnTo>
                    <a:pt x="709111" y="215065"/>
                  </a:lnTo>
                  <a:lnTo>
                    <a:pt x="709111" y="218072"/>
                  </a:lnTo>
                  <a:lnTo>
                    <a:pt x="709863" y="219576"/>
                  </a:lnTo>
                  <a:lnTo>
                    <a:pt x="709863" y="218072"/>
                  </a:lnTo>
                  <a:lnTo>
                    <a:pt x="709863" y="217320"/>
                  </a:lnTo>
                  <a:lnTo>
                    <a:pt x="710615" y="214313"/>
                  </a:lnTo>
                  <a:lnTo>
                    <a:pt x="711367" y="214313"/>
                  </a:lnTo>
                  <a:lnTo>
                    <a:pt x="712871" y="218072"/>
                  </a:lnTo>
                  <a:lnTo>
                    <a:pt x="712871" y="221080"/>
                  </a:lnTo>
                  <a:lnTo>
                    <a:pt x="712119" y="224088"/>
                  </a:lnTo>
                  <a:lnTo>
                    <a:pt x="710615" y="227096"/>
                  </a:lnTo>
                  <a:lnTo>
                    <a:pt x="708359" y="227096"/>
                  </a:lnTo>
                  <a:lnTo>
                    <a:pt x="705351" y="227848"/>
                  </a:lnTo>
                  <a:lnTo>
                    <a:pt x="703095" y="230856"/>
                  </a:lnTo>
                  <a:lnTo>
                    <a:pt x="702344" y="231608"/>
                  </a:lnTo>
                  <a:lnTo>
                    <a:pt x="701591" y="231608"/>
                  </a:lnTo>
                  <a:lnTo>
                    <a:pt x="700087" y="232360"/>
                  </a:lnTo>
                  <a:lnTo>
                    <a:pt x="699336" y="233112"/>
                  </a:lnTo>
                  <a:lnTo>
                    <a:pt x="701591" y="234616"/>
                  </a:lnTo>
                  <a:lnTo>
                    <a:pt x="701591" y="237624"/>
                  </a:lnTo>
                  <a:lnTo>
                    <a:pt x="697080" y="245143"/>
                  </a:lnTo>
                  <a:lnTo>
                    <a:pt x="694824" y="246647"/>
                  </a:lnTo>
                  <a:lnTo>
                    <a:pt x="692568" y="247399"/>
                  </a:lnTo>
                  <a:lnTo>
                    <a:pt x="691064" y="248151"/>
                  </a:lnTo>
                  <a:lnTo>
                    <a:pt x="688808" y="247399"/>
                  </a:lnTo>
                  <a:lnTo>
                    <a:pt x="688056" y="247399"/>
                  </a:lnTo>
                  <a:lnTo>
                    <a:pt x="685800" y="244391"/>
                  </a:lnTo>
                  <a:lnTo>
                    <a:pt x="686552" y="247399"/>
                  </a:lnTo>
                  <a:lnTo>
                    <a:pt x="686552" y="248151"/>
                  </a:lnTo>
                  <a:lnTo>
                    <a:pt x="688056" y="248903"/>
                  </a:lnTo>
                  <a:lnTo>
                    <a:pt x="685800" y="250407"/>
                  </a:lnTo>
                  <a:lnTo>
                    <a:pt x="682040" y="251911"/>
                  </a:lnTo>
                  <a:lnTo>
                    <a:pt x="679784" y="252663"/>
                  </a:lnTo>
                  <a:lnTo>
                    <a:pt x="676025" y="256423"/>
                  </a:lnTo>
                  <a:lnTo>
                    <a:pt x="674521" y="257175"/>
                  </a:lnTo>
                  <a:lnTo>
                    <a:pt x="670761" y="258679"/>
                  </a:lnTo>
                  <a:lnTo>
                    <a:pt x="667001" y="262439"/>
                  </a:lnTo>
                  <a:lnTo>
                    <a:pt x="665497" y="266199"/>
                  </a:lnTo>
                  <a:lnTo>
                    <a:pt x="667753" y="268455"/>
                  </a:lnTo>
                  <a:lnTo>
                    <a:pt x="668505" y="265447"/>
                  </a:lnTo>
                  <a:lnTo>
                    <a:pt x="669257" y="262439"/>
                  </a:lnTo>
                  <a:lnTo>
                    <a:pt x="670761" y="260935"/>
                  </a:lnTo>
                  <a:lnTo>
                    <a:pt x="673016" y="263191"/>
                  </a:lnTo>
                  <a:lnTo>
                    <a:pt x="671512" y="266199"/>
                  </a:lnTo>
                  <a:lnTo>
                    <a:pt x="670761" y="266951"/>
                  </a:lnTo>
                  <a:lnTo>
                    <a:pt x="670761" y="267703"/>
                  </a:lnTo>
                  <a:lnTo>
                    <a:pt x="673016" y="269959"/>
                  </a:lnTo>
                  <a:lnTo>
                    <a:pt x="674521" y="265447"/>
                  </a:lnTo>
                  <a:lnTo>
                    <a:pt x="675272" y="265447"/>
                  </a:lnTo>
                  <a:lnTo>
                    <a:pt x="676025" y="265447"/>
                  </a:lnTo>
                  <a:lnTo>
                    <a:pt x="676776" y="265447"/>
                  </a:lnTo>
                  <a:lnTo>
                    <a:pt x="677528" y="264695"/>
                  </a:lnTo>
                  <a:lnTo>
                    <a:pt x="677528" y="263191"/>
                  </a:lnTo>
                  <a:lnTo>
                    <a:pt x="677528" y="261687"/>
                  </a:lnTo>
                  <a:lnTo>
                    <a:pt x="678280" y="260183"/>
                  </a:lnTo>
                  <a:lnTo>
                    <a:pt x="679032" y="259431"/>
                  </a:lnTo>
                  <a:lnTo>
                    <a:pt x="680536" y="260935"/>
                  </a:lnTo>
                  <a:lnTo>
                    <a:pt x="685048" y="263191"/>
                  </a:lnTo>
                  <a:lnTo>
                    <a:pt x="683544" y="260935"/>
                  </a:lnTo>
                  <a:lnTo>
                    <a:pt x="685048" y="259431"/>
                  </a:lnTo>
                  <a:lnTo>
                    <a:pt x="689560" y="258679"/>
                  </a:lnTo>
                  <a:lnTo>
                    <a:pt x="689560" y="260935"/>
                  </a:lnTo>
                  <a:lnTo>
                    <a:pt x="691816" y="265447"/>
                  </a:lnTo>
                  <a:lnTo>
                    <a:pt x="690312" y="268455"/>
                  </a:lnTo>
                  <a:lnTo>
                    <a:pt x="688808" y="269207"/>
                  </a:lnTo>
                  <a:lnTo>
                    <a:pt x="686552" y="269959"/>
                  </a:lnTo>
                  <a:lnTo>
                    <a:pt x="685800" y="270711"/>
                  </a:lnTo>
                  <a:lnTo>
                    <a:pt x="685048" y="271463"/>
                  </a:lnTo>
                  <a:lnTo>
                    <a:pt x="685048" y="272215"/>
                  </a:lnTo>
                  <a:lnTo>
                    <a:pt x="685800" y="272215"/>
                  </a:lnTo>
                  <a:lnTo>
                    <a:pt x="686552" y="272215"/>
                  </a:lnTo>
                  <a:lnTo>
                    <a:pt x="687304" y="272966"/>
                  </a:lnTo>
                  <a:lnTo>
                    <a:pt x="687304" y="273719"/>
                  </a:lnTo>
                  <a:lnTo>
                    <a:pt x="688056" y="275222"/>
                  </a:lnTo>
                  <a:lnTo>
                    <a:pt x="692568" y="269959"/>
                  </a:lnTo>
                  <a:lnTo>
                    <a:pt x="694072" y="268455"/>
                  </a:lnTo>
                  <a:lnTo>
                    <a:pt x="694072" y="269207"/>
                  </a:lnTo>
                  <a:lnTo>
                    <a:pt x="694824" y="269207"/>
                  </a:lnTo>
                  <a:lnTo>
                    <a:pt x="694824" y="269959"/>
                  </a:lnTo>
                  <a:lnTo>
                    <a:pt x="696327" y="267703"/>
                  </a:lnTo>
                  <a:lnTo>
                    <a:pt x="697832" y="265447"/>
                  </a:lnTo>
                  <a:lnTo>
                    <a:pt x="698584" y="262439"/>
                  </a:lnTo>
                  <a:lnTo>
                    <a:pt x="699336" y="260183"/>
                  </a:lnTo>
                  <a:lnTo>
                    <a:pt x="700087" y="257927"/>
                  </a:lnTo>
                  <a:lnTo>
                    <a:pt x="702344" y="257175"/>
                  </a:lnTo>
                  <a:lnTo>
                    <a:pt x="703095" y="256423"/>
                  </a:lnTo>
                  <a:lnTo>
                    <a:pt x="702344" y="258679"/>
                  </a:lnTo>
                  <a:lnTo>
                    <a:pt x="702344" y="259431"/>
                  </a:lnTo>
                  <a:lnTo>
                    <a:pt x="703847" y="258679"/>
                  </a:lnTo>
                  <a:lnTo>
                    <a:pt x="704599" y="258679"/>
                  </a:lnTo>
                  <a:lnTo>
                    <a:pt x="705351" y="257175"/>
                  </a:lnTo>
                  <a:lnTo>
                    <a:pt x="706104" y="258679"/>
                  </a:lnTo>
                  <a:lnTo>
                    <a:pt x="706104" y="259431"/>
                  </a:lnTo>
                  <a:lnTo>
                    <a:pt x="706104" y="260183"/>
                  </a:lnTo>
                  <a:lnTo>
                    <a:pt x="706104" y="261687"/>
                  </a:lnTo>
                  <a:lnTo>
                    <a:pt x="706855" y="260183"/>
                  </a:lnTo>
                  <a:lnTo>
                    <a:pt x="707607" y="259431"/>
                  </a:lnTo>
                  <a:lnTo>
                    <a:pt x="707607" y="261687"/>
                  </a:lnTo>
                  <a:lnTo>
                    <a:pt x="706855" y="263191"/>
                  </a:lnTo>
                  <a:lnTo>
                    <a:pt x="705351" y="265447"/>
                  </a:lnTo>
                  <a:lnTo>
                    <a:pt x="707607" y="263943"/>
                  </a:lnTo>
                  <a:lnTo>
                    <a:pt x="708359" y="260935"/>
                  </a:lnTo>
                  <a:lnTo>
                    <a:pt x="708359" y="254919"/>
                  </a:lnTo>
                  <a:lnTo>
                    <a:pt x="709111" y="251911"/>
                  </a:lnTo>
                  <a:lnTo>
                    <a:pt x="709863" y="249655"/>
                  </a:lnTo>
                  <a:lnTo>
                    <a:pt x="712871" y="245895"/>
                  </a:lnTo>
                  <a:lnTo>
                    <a:pt x="714375" y="241384"/>
                  </a:lnTo>
                  <a:lnTo>
                    <a:pt x="715879" y="239128"/>
                  </a:lnTo>
                  <a:lnTo>
                    <a:pt x="720391" y="236872"/>
                  </a:lnTo>
                  <a:lnTo>
                    <a:pt x="721143" y="236120"/>
                  </a:lnTo>
                  <a:lnTo>
                    <a:pt x="721895" y="236120"/>
                  </a:lnTo>
                  <a:lnTo>
                    <a:pt x="726406" y="238376"/>
                  </a:lnTo>
                  <a:lnTo>
                    <a:pt x="726406" y="237624"/>
                  </a:lnTo>
                  <a:lnTo>
                    <a:pt x="724151" y="236120"/>
                  </a:lnTo>
                  <a:lnTo>
                    <a:pt x="724151" y="234616"/>
                  </a:lnTo>
                  <a:lnTo>
                    <a:pt x="726406" y="230104"/>
                  </a:lnTo>
                  <a:lnTo>
                    <a:pt x="727910" y="227848"/>
                  </a:lnTo>
                  <a:lnTo>
                    <a:pt x="729415" y="226344"/>
                  </a:lnTo>
                  <a:lnTo>
                    <a:pt x="730166" y="226344"/>
                  </a:lnTo>
                  <a:lnTo>
                    <a:pt x="734678" y="234616"/>
                  </a:lnTo>
                  <a:lnTo>
                    <a:pt x="736182" y="239128"/>
                  </a:lnTo>
                  <a:lnTo>
                    <a:pt x="736934" y="237624"/>
                  </a:lnTo>
                  <a:lnTo>
                    <a:pt x="736934" y="236120"/>
                  </a:lnTo>
                  <a:lnTo>
                    <a:pt x="736182" y="233864"/>
                  </a:lnTo>
                  <a:lnTo>
                    <a:pt x="735430" y="231608"/>
                  </a:lnTo>
                  <a:lnTo>
                    <a:pt x="736182" y="230104"/>
                  </a:lnTo>
                  <a:lnTo>
                    <a:pt x="739942" y="227848"/>
                  </a:lnTo>
                  <a:lnTo>
                    <a:pt x="741446" y="227848"/>
                  </a:lnTo>
                  <a:lnTo>
                    <a:pt x="742198" y="227848"/>
                  </a:lnTo>
                  <a:lnTo>
                    <a:pt x="742950" y="227096"/>
                  </a:lnTo>
                  <a:lnTo>
                    <a:pt x="744454" y="227096"/>
                  </a:lnTo>
                  <a:lnTo>
                    <a:pt x="745206" y="227096"/>
                  </a:lnTo>
                  <a:lnTo>
                    <a:pt x="745958" y="227096"/>
                  </a:lnTo>
                  <a:lnTo>
                    <a:pt x="747462" y="226344"/>
                  </a:lnTo>
                  <a:lnTo>
                    <a:pt x="751222" y="224088"/>
                  </a:lnTo>
                  <a:lnTo>
                    <a:pt x="753478" y="223336"/>
                  </a:lnTo>
                  <a:lnTo>
                    <a:pt x="755734" y="222584"/>
                  </a:lnTo>
                  <a:lnTo>
                    <a:pt x="756485" y="223336"/>
                  </a:lnTo>
                  <a:lnTo>
                    <a:pt x="757989" y="221832"/>
                  </a:lnTo>
                  <a:lnTo>
                    <a:pt x="757238" y="217320"/>
                  </a:lnTo>
                  <a:lnTo>
                    <a:pt x="759493" y="215817"/>
                  </a:lnTo>
                  <a:lnTo>
                    <a:pt x="761749" y="217320"/>
                  </a:lnTo>
                  <a:lnTo>
                    <a:pt x="762502" y="221080"/>
                  </a:lnTo>
                  <a:lnTo>
                    <a:pt x="762502" y="224840"/>
                  </a:lnTo>
                  <a:lnTo>
                    <a:pt x="760245" y="227096"/>
                  </a:lnTo>
                  <a:lnTo>
                    <a:pt x="760245" y="227848"/>
                  </a:lnTo>
                  <a:lnTo>
                    <a:pt x="761749" y="227848"/>
                  </a:lnTo>
                  <a:lnTo>
                    <a:pt x="761749" y="227096"/>
                  </a:lnTo>
                  <a:lnTo>
                    <a:pt x="762502" y="227096"/>
                  </a:lnTo>
                  <a:lnTo>
                    <a:pt x="762502" y="227848"/>
                  </a:lnTo>
                  <a:lnTo>
                    <a:pt x="763253" y="227848"/>
                  </a:lnTo>
                  <a:lnTo>
                    <a:pt x="763253" y="227096"/>
                  </a:lnTo>
                  <a:lnTo>
                    <a:pt x="764005" y="226344"/>
                  </a:lnTo>
                  <a:lnTo>
                    <a:pt x="764757" y="224840"/>
                  </a:lnTo>
                  <a:lnTo>
                    <a:pt x="765509" y="225592"/>
                  </a:lnTo>
                  <a:lnTo>
                    <a:pt x="767013" y="225592"/>
                  </a:lnTo>
                  <a:lnTo>
                    <a:pt x="770021" y="226344"/>
                  </a:lnTo>
                  <a:lnTo>
                    <a:pt x="766261" y="223336"/>
                  </a:lnTo>
                  <a:lnTo>
                    <a:pt x="766261" y="219576"/>
                  </a:lnTo>
                  <a:lnTo>
                    <a:pt x="768517" y="216568"/>
                  </a:lnTo>
                  <a:lnTo>
                    <a:pt x="771525" y="215817"/>
                  </a:lnTo>
                  <a:lnTo>
                    <a:pt x="770773" y="216568"/>
                  </a:lnTo>
                  <a:lnTo>
                    <a:pt x="770021" y="218072"/>
                  </a:lnTo>
                  <a:lnTo>
                    <a:pt x="768517" y="221080"/>
                  </a:lnTo>
                  <a:lnTo>
                    <a:pt x="770773" y="219576"/>
                  </a:lnTo>
                  <a:lnTo>
                    <a:pt x="773029" y="218824"/>
                  </a:lnTo>
                  <a:lnTo>
                    <a:pt x="775285" y="219576"/>
                  </a:lnTo>
                  <a:lnTo>
                    <a:pt x="776037" y="222584"/>
                  </a:lnTo>
                  <a:lnTo>
                    <a:pt x="779045" y="221832"/>
                  </a:lnTo>
                  <a:lnTo>
                    <a:pt x="785061" y="224088"/>
                  </a:lnTo>
                  <a:lnTo>
                    <a:pt x="787317" y="222584"/>
                  </a:lnTo>
                  <a:lnTo>
                    <a:pt x="786564" y="221832"/>
                  </a:lnTo>
                  <a:lnTo>
                    <a:pt x="784309" y="221832"/>
                  </a:lnTo>
                  <a:lnTo>
                    <a:pt x="784309" y="220328"/>
                  </a:lnTo>
                  <a:lnTo>
                    <a:pt x="785061" y="218072"/>
                  </a:lnTo>
                  <a:lnTo>
                    <a:pt x="786564" y="216568"/>
                  </a:lnTo>
                  <a:lnTo>
                    <a:pt x="786564" y="219576"/>
                  </a:lnTo>
                  <a:lnTo>
                    <a:pt x="788068" y="218072"/>
                  </a:lnTo>
                  <a:lnTo>
                    <a:pt x="788068" y="215817"/>
                  </a:lnTo>
                  <a:lnTo>
                    <a:pt x="787317" y="214313"/>
                  </a:lnTo>
                  <a:lnTo>
                    <a:pt x="785061" y="212809"/>
                  </a:lnTo>
                  <a:lnTo>
                    <a:pt x="788068" y="209049"/>
                  </a:lnTo>
                  <a:lnTo>
                    <a:pt x="790324" y="210553"/>
                  </a:lnTo>
                  <a:lnTo>
                    <a:pt x="791076" y="213561"/>
                  </a:lnTo>
                  <a:lnTo>
                    <a:pt x="790324" y="218072"/>
                  </a:lnTo>
                  <a:lnTo>
                    <a:pt x="792580" y="218072"/>
                  </a:lnTo>
                  <a:lnTo>
                    <a:pt x="794084" y="222584"/>
                  </a:lnTo>
                  <a:lnTo>
                    <a:pt x="795588" y="224088"/>
                  </a:lnTo>
                  <a:lnTo>
                    <a:pt x="794836" y="226344"/>
                  </a:lnTo>
                  <a:lnTo>
                    <a:pt x="796340" y="225592"/>
                  </a:lnTo>
                  <a:lnTo>
                    <a:pt x="797092" y="224840"/>
                  </a:lnTo>
                  <a:lnTo>
                    <a:pt x="797844" y="223336"/>
                  </a:lnTo>
                  <a:lnTo>
                    <a:pt x="798596" y="221832"/>
                  </a:lnTo>
                  <a:lnTo>
                    <a:pt x="800100" y="224088"/>
                  </a:lnTo>
                  <a:lnTo>
                    <a:pt x="800852" y="227096"/>
                  </a:lnTo>
                  <a:lnTo>
                    <a:pt x="802356" y="225592"/>
                  </a:lnTo>
                  <a:lnTo>
                    <a:pt x="802356" y="224088"/>
                  </a:lnTo>
                  <a:lnTo>
                    <a:pt x="801604" y="221080"/>
                  </a:lnTo>
                  <a:lnTo>
                    <a:pt x="799348" y="216568"/>
                  </a:lnTo>
                  <a:lnTo>
                    <a:pt x="800852" y="216568"/>
                  </a:lnTo>
                  <a:lnTo>
                    <a:pt x="806116" y="218072"/>
                  </a:lnTo>
                  <a:lnTo>
                    <a:pt x="806116" y="216568"/>
                  </a:lnTo>
                  <a:lnTo>
                    <a:pt x="803860" y="216568"/>
                  </a:lnTo>
                  <a:lnTo>
                    <a:pt x="801604" y="215065"/>
                  </a:lnTo>
                  <a:lnTo>
                    <a:pt x="800852" y="212809"/>
                  </a:lnTo>
                  <a:lnTo>
                    <a:pt x="800100" y="210553"/>
                  </a:lnTo>
                  <a:lnTo>
                    <a:pt x="800852" y="210553"/>
                  </a:lnTo>
                  <a:lnTo>
                    <a:pt x="801604" y="212057"/>
                  </a:lnTo>
                  <a:lnTo>
                    <a:pt x="803108" y="212809"/>
                  </a:lnTo>
                  <a:lnTo>
                    <a:pt x="804612" y="212809"/>
                  </a:lnTo>
                  <a:lnTo>
                    <a:pt x="806868" y="212809"/>
                  </a:lnTo>
                  <a:lnTo>
                    <a:pt x="804612" y="210553"/>
                  </a:lnTo>
                  <a:lnTo>
                    <a:pt x="797844" y="206793"/>
                  </a:lnTo>
                  <a:lnTo>
                    <a:pt x="795588" y="203033"/>
                  </a:lnTo>
                  <a:lnTo>
                    <a:pt x="796340" y="200777"/>
                  </a:lnTo>
                  <a:lnTo>
                    <a:pt x="797844" y="198521"/>
                  </a:lnTo>
                  <a:lnTo>
                    <a:pt x="798596" y="197017"/>
                  </a:lnTo>
                  <a:lnTo>
                    <a:pt x="798596" y="195513"/>
                  </a:lnTo>
                  <a:lnTo>
                    <a:pt x="800852" y="194761"/>
                  </a:lnTo>
                  <a:lnTo>
                    <a:pt x="802356" y="194761"/>
                  </a:lnTo>
                  <a:lnTo>
                    <a:pt x="804612" y="194761"/>
                  </a:lnTo>
                  <a:lnTo>
                    <a:pt x="807620" y="194009"/>
                  </a:lnTo>
                  <a:lnTo>
                    <a:pt x="811380" y="194761"/>
                  </a:lnTo>
                  <a:lnTo>
                    <a:pt x="814387" y="195513"/>
                  </a:lnTo>
                  <a:lnTo>
                    <a:pt x="818147" y="195513"/>
                  </a:lnTo>
                  <a:lnTo>
                    <a:pt x="821907" y="195513"/>
                  </a:lnTo>
                  <a:lnTo>
                    <a:pt x="831683" y="199273"/>
                  </a:lnTo>
                  <a:lnTo>
                    <a:pt x="839202" y="200777"/>
                  </a:lnTo>
                  <a:lnTo>
                    <a:pt x="851234" y="206793"/>
                  </a:lnTo>
                  <a:lnTo>
                    <a:pt x="867026" y="212809"/>
                  </a:lnTo>
                  <a:lnTo>
                    <a:pt x="878305" y="216568"/>
                  </a:lnTo>
                  <a:lnTo>
                    <a:pt x="882065" y="218072"/>
                  </a:lnTo>
                  <a:lnTo>
                    <a:pt x="887329" y="220328"/>
                  </a:lnTo>
                  <a:lnTo>
                    <a:pt x="891089" y="222584"/>
                  </a:lnTo>
                  <a:lnTo>
                    <a:pt x="896353" y="225592"/>
                  </a:lnTo>
                  <a:lnTo>
                    <a:pt x="897105" y="226344"/>
                  </a:lnTo>
                  <a:lnTo>
                    <a:pt x="897857" y="226344"/>
                  </a:lnTo>
                  <a:lnTo>
                    <a:pt x="903873" y="227848"/>
                  </a:lnTo>
                  <a:lnTo>
                    <a:pt x="904624" y="228600"/>
                  </a:lnTo>
                  <a:lnTo>
                    <a:pt x="913648" y="227848"/>
                  </a:lnTo>
                  <a:lnTo>
                    <a:pt x="915152" y="228600"/>
                  </a:lnTo>
                  <a:lnTo>
                    <a:pt x="915904" y="229352"/>
                  </a:lnTo>
                  <a:lnTo>
                    <a:pt x="916656" y="230856"/>
                  </a:lnTo>
                  <a:lnTo>
                    <a:pt x="917408" y="230856"/>
                  </a:lnTo>
                  <a:lnTo>
                    <a:pt x="918912" y="232360"/>
                  </a:lnTo>
                  <a:lnTo>
                    <a:pt x="925679" y="240632"/>
                  </a:lnTo>
                  <a:lnTo>
                    <a:pt x="933199" y="245143"/>
                  </a:lnTo>
                  <a:lnTo>
                    <a:pt x="935455" y="245895"/>
                  </a:lnTo>
                  <a:lnTo>
                    <a:pt x="936959" y="245895"/>
                  </a:lnTo>
                  <a:lnTo>
                    <a:pt x="939215" y="246647"/>
                  </a:lnTo>
                  <a:lnTo>
                    <a:pt x="940719" y="246647"/>
                  </a:lnTo>
                  <a:lnTo>
                    <a:pt x="942975" y="246647"/>
                  </a:lnTo>
                  <a:lnTo>
                    <a:pt x="947487" y="244391"/>
                  </a:lnTo>
                  <a:lnTo>
                    <a:pt x="947487" y="247399"/>
                  </a:lnTo>
                  <a:lnTo>
                    <a:pt x="946735" y="249655"/>
                  </a:lnTo>
                  <a:lnTo>
                    <a:pt x="945231" y="249655"/>
                  </a:lnTo>
                  <a:lnTo>
                    <a:pt x="942975" y="248903"/>
                  </a:lnTo>
                  <a:lnTo>
                    <a:pt x="943727" y="252663"/>
                  </a:lnTo>
                  <a:lnTo>
                    <a:pt x="945983" y="254167"/>
                  </a:lnTo>
                  <a:lnTo>
                    <a:pt x="948991" y="254919"/>
                  </a:lnTo>
                  <a:lnTo>
                    <a:pt x="951999" y="257175"/>
                  </a:lnTo>
                  <a:lnTo>
                    <a:pt x="953503" y="256423"/>
                  </a:lnTo>
                  <a:lnTo>
                    <a:pt x="956511" y="254919"/>
                  </a:lnTo>
                  <a:lnTo>
                    <a:pt x="957262" y="254167"/>
                  </a:lnTo>
                  <a:lnTo>
                    <a:pt x="958766" y="254919"/>
                  </a:lnTo>
                  <a:lnTo>
                    <a:pt x="959518" y="257175"/>
                  </a:lnTo>
                  <a:lnTo>
                    <a:pt x="963278" y="257927"/>
                  </a:lnTo>
                  <a:lnTo>
                    <a:pt x="980574" y="258679"/>
                  </a:lnTo>
                  <a:lnTo>
                    <a:pt x="982077" y="259431"/>
                  </a:lnTo>
                  <a:lnTo>
                    <a:pt x="982830" y="261687"/>
                  </a:lnTo>
                  <a:lnTo>
                    <a:pt x="981326" y="264695"/>
                  </a:lnTo>
                  <a:lnTo>
                    <a:pt x="980574" y="266951"/>
                  </a:lnTo>
                  <a:lnTo>
                    <a:pt x="985086" y="265447"/>
                  </a:lnTo>
                  <a:lnTo>
                    <a:pt x="985086" y="266199"/>
                  </a:lnTo>
                  <a:lnTo>
                    <a:pt x="984334" y="269959"/>
                  </a:lnTo>
                  <a:lnTo>
                    <a:pt x="985837" y="269959"/>
                  </a:lnTo>
                  <a:lnTo>
                    <a:pt x="985837" y="267703"/>
                  </a:lnTo>
                  <a:lnTo>
                    <a:pt x="987341" y="266199"/>
                  </a:lnTo>
                  <a:lnTo>
                    <a:pt x="988845" y="265447"/>
                  </a:lnTo>
                  <a:lnTo>
                    <a:pt x="989597" y="264695"/>
                  </a:lnTo>
                  <a:lnTo>
                    <a:pt x="991854" y="266199"/>
                  </a:lnTo>
                  <a:lnTo>
                    <a:pt x="994109" y="266199"/>
                  </a:lnTo>
                  <a:lnTo>
                    <a:pt x="997117" y="266199"/>
                  </a:lnTo>
                  <a:lnTo>
                    <a:pt x="998621" y="264695"/>
                  </a:lnTo>
                  <a:lnTo>
                    <a:pt x="1008397" y="264695"/>
                  </a:lnTo>
                  <a:lnTo>
                    <a:pt x="1008397" y="265447"/>
                  </a:lnTo>
                  <a:lnTo>
                    <a:pt x="1007645" y="265447"/>
                  </a:lnTo>
                  <a:lnTo>
                    <a:pt x="1008397" y="267703"/>
                  </a:lnTo>
                  <a:lnTo>
                    <a:pt x="1008397" y="268455"/>
                  </a:lnTo>
                  <a:lnTo>
                    <a:pt x="1010653" y="267703"/>
                  </a:lnTo>
                  <a:lnTo>
                    <a:pt x="1013660" y="267703"/>
                  </a:lnTo>
                  <a:lnTo>
                    <a:pt x="1016669" y="268455"/>
                  </a:lnTo>
                  <a:lnTo>
                    <a:pt x="1017420" y="268455"/>
                  </a:lnTo>
                  <a:lnTo>
                    <a:pt x="1018173" y="266199"/>
                  </a:lnTo>
                  <a:lnTo>
                    <a:pt x="1020428" y="266199"/>
                  </a:lnTo>
                  <a:lnTo>
                    <a:pt x="1025692" y="269959"/>
                  </a:lnTo>
                  <a:lnTo>
                    <a:pt x="1027948" y="270711"/>
                  </a:lnTo>
                  <a:lnTo>
                    <a:pt x="1029452" y="269959"/>
                  </a:lnTo>
                  <a:lnTo>
                    <a:pt x="1030204" y="268455"/>
                  </a:lnTo>
                  <a:lnTo>
                    <a:pt x="1030204" y="262439"/>
                  </a:lnTo>
                  <a:lnTo>
                    <a:pt x="1030204" y="260183"/>
                  </a:lnTo>
                  <a:lnTo>
                    <a:pt x="1027948" y="261687"/>
                  </a:lnTo>
                  <a:lnTo>
                    <a:pt x="1027196" y="261687"/>
                  </a:lnTo>
                  <a:lnTo>
                    <a:pt x="1025692" y="259431"/>
                  </a:lnTo>
                  <a:lnTo>
                    <a:pt x="1020428" y="257175"/>
                  </a:lnTo>
                  <a:lnTo>
                    <a:pt x="1018924" y="255671"/>
                  </a:lnTo>
                  <a:lnTo>
                    <a:pt x="1019676" y="253415"/>
                  </a:lnTo>
                  <a:lnTo>
                    <a:pt x="1021932" y="252663"/>
                  </a:lnTo>
                  <a:lnTo>
                    <a:pt x="1036220" y="253415"/>
                  </a:lnTo>
                  <a:lnTo>
                    <a:pt x="1045243" y="254167"/>
                  </a:lnTo>
                  <a:lnTo>
                    <a:pt x="1048252" y="254167"/>
                  </a:lnTo>
                  <a:lnTo>
                    <a:pt x="1044492" y="259431"/>
                  </a:lnTo>
                  <a:lnTo>
                    <a:pt x="1043739" y="261687"/>
                  </a:lnTo>
                  <a:lnTo>
                    <a:pt x="1042988" y="270711"/>
                  </a:lnTo>
                  <a:lnTo>
                    <a:pt x="1042235" y="270711"/>
                  </a:lnTo>
                  <a:lnTo>
                    <a:pt x="1040732" y="269959"/>
                  </a:lnTo>
                  <a:lnTo>
                    <a:pt x="1040732" y="272966"/>
                  </a:lnTo>
                  <a:lnTo>
                    <a:pt x="1042235" y="277478"/>
                  </a:lnTo>
                  <a:lnTo>
                    <a:pt x="1042988" y="279734"/>
                  </a:lnTo>
                  <a:lnTo>
                    <a:pt x="1043739" y="281238"/>
                  </a:lnTo>
                  <a:lnTo>
                    <a:pt x="1047499" y="283494"/>
                  </a:lnTo>
                  <a:lnTo>
                    <a:pt x="1049003" y="284998"/>
                  </a:lnTo>
                  <a:lnTo>
                    <a:pt x="1049003" y="288006"/>
                  </a:lnTo>
                  <a:lnTo>
                    <a:pt x="1048252" y="290262"/>
                  </a:lnTo>
                  <a:lnTo>
                    <a:pt x="1046748" y="292518"/>
                  </a:lnTo>
                  <a:lnTo>
                    <a:pt x="1045995" y="294774"/>
                  </a:lnTo>
                  <a:lnTo>
                    <a:pt x="1045243" y="298534"/>
                  </a:lnTo>
                  <a:lnTo>
                    <a:pt x="1044492" y="300038"/>
                  </a:lnTo>
                  <a:lnTo>
                    <a:pt x="1041484" y="303045"/>
                  </a:lnTo>
                  <a:lnTo>
                    <a:pt x="1039228" y="306805"/>
                  </a:lnTo>
                  <a:lnTo>
                    <a:pt x="1036972" y="309061"/>
                  </a:lnTo>
                  <a:lnTo>
                    <a:pt x="1032460" y="311317"/>
                  </a:lnTo>
                  <a:lnTo>
                    <a:pt x="1030956" y="313573"/>
                  </a:lnTo>
                  <a:lnTo>
                    <a:pt x="1028700" y="320341"/>
                  </a:lnTo>
                  <a:lnTo>
                    <a:pt x="1028700" y="321845"/>
                  </a:lnTo>
                  <a:lnTo>
                    <a:pt x="1027948" y="322597"/>
                  </a:lnTo>
                  <a:lnTo>
                    <a:pt x="1025692" y="322597"/>
                  </a:lnTo>
                  <a:lnTo>
                    <a:pt x="1024940" y="323349"/>
                  </a:lnTo>
                  <a:lnTo>
                    <a:pt x="1023436" y="324101"/>
                  </a:lnTo>
                  <a:lnTo>
                    <a:pt x="1023436" y="325605"/>
                  </a:lnTo>
                  <a:lnTo>
                    <a:pt x="1022684" y="326357"/>
                  </a:lnTo>
                  <a:lnTo>
                    <a:pt x="1021932" y="328613"/>
                  </a:lnTo>
                  <a:lnTo>
                    <a:pt x="1020428" y="330117"/>
                  </a:lnTo>
                  <a:lnTo>
                    <a:pt x="1004637" y="334628"/>
                  </a:lnTo>
                  <a:lnTo>
                    <a:pt x="1003133" y="335380"/>
                  </a:lnTo>
                  <a:lnTo>
                    <a:pt x="1003885" y="336884"/>
                  </a:lnTo>
                  <a:lnTo>
                    <a:pt x="1006141" y="338388"/>
                  </a:lnTo>
                  <a:lnTo>
                    <a:pt x="1006141" y="339140"/>
                  </a:lnTo>
                  <a:lnTo>
                    <a:pt x="1006141" y="340644"/>
                  </a:lnTo>
                  <a:lnTo>
                    <a:pt x="994109" y="355684"/>
                  </a:lnTo>
                  <a:lnTo>
                    <a:pt x="988094" y="360947"/>
                  </a:lnTo>
                  <a:lnTo>
                    <a:pt x="983582" y="360947"/>
                  </a:lnTo>
                  <a:lnTo>
                    <a:pt x="981326" y="362451"/>
                  </a:lnTo>
                  <a:lnTo>
                    <a:pt x="979070" y="362451"/>
                  </a:lnTo>
                  <a:lnTo>
                    <a:pt x="971550" y="362451"/>
                  </a:lnTo>
                  <a:lnTo>
                    <a:pt x="967790" y="363203"/>
                  </a:lnTo>
                  <a:lnTo>
                    <a:pt x="967038" y="363203"/>
                  </a:lnTo>
                  <a:lnTo>
                    <a:pt x="965534" y="363203"/>
                  </a:lnTo>
                  <a:lnTo>
                    <a:pt x="964782" y="363203"/>
                  </a:lnTo>
                  <a:lnTo>
                    <a:pt x="964030" y="363955"/>
                  </a:lnTo>
                  <a:lnTo>
                    <a:pt x="962526" y="365459"/>
                  </a:lnTo>
                  <a:lnTo>
                    <a:pt x="961022" y="365459"/>
                  </a:lnTo>
                  <a:lnTo>
                    <a:pt x="958015" y="365459"/>
                  </a:lnTo>
                  <a:lnTo>
                    <a:pt x="956511" y="365459"/>
                  </a:lnTo>
                  <a:lnTo>
                    <a:pt x="955007" y="366211"/>
                  </a:lnTo>
                  <a:lnTo>
                    <a:pt x="953503" y="366963"/>
                  </a:lnTo>
                  <a:lnTo>
                    <a:pt x="951999" y="367715"/>
                  </a:lnTo>
                  <a:lnTo>
                    <a:pt x="950495" y="367715"/>
                  </a:lnTo>
                  <a:lnTo>
                    <a:pt x="948991" y="366211"/>
                  </a:lnTo>
                  <a:lnTo>
                    <a:pt x="948239" y="364707"/>
                  </a:lnTo>
                  <a:lnTo>
                    <a:pt x="946735" y="363203"/>
                  </a:lnTo>
                  <a:lnTo>
                    <a:pt x="945231" y="363203"/>
                  </a:lnTo>
                  <a:lnTo>
                    <a:pt x="944479" y="363955"/>
                  </a:lnTo>
                  <a:lnTo>
                    <a:pt x="942975" y="367715"/>
                  </a:lnTo>
                  <a:lnTo>
                    <a:pt x="942223" y="369219"/>
                  </a:lnTo>
                  <a:lnTo>
                    <a:pt x="939967" y="371475"/>
                  </a:lnTo>
                  <a:lnTo>
                    <a:pt x="936959" y="378243"/>
                  </a:lnTo>
                  <a:lnTo>
                    <a:pt x="933951" y="381251"/>
                  </a:lnTo>
                  <a:lnTo>
                    <a:pt x="925679" y="388018"/>
                  </a:lnTo>
                  <a:lnTo>
                    <a:pt x="920416" y="397042"/>
                  </a:lnTo>
                  <a:lnTo>
                    <a:pt x="918912" y="400802"/>
                  </a:lnTo>
                  <a:lnTo>
                    <a:pt x="919664" y="403058"/>
                  </a:lnTo>
                  <a:lnTo>
                    <a:pt x="920416" y="414338"/>
                  </a:lnTo>
                  <a:lnTo>
                    <a:pt x="918912" y="416594"/>
                  </a:lnTo>
                  <a:lnTo>
                    <a:pt x="915152" y="421105"/>
                  </a:lnTo>
                  <a:lnTo>
                    <a:pt x="913648" y="424113"/>
                  </a:lnTo>
                  <a:lnTo>
                    <a:pt x="913648" y="427121"/>
                  </a:lnTo>
                  <a:lnTo>
                    <a:pt x="912144" y="430129"/>
                  </a:lnTo>
                  <a:lnTo>
                    <a:pt x="911392" y="433137"/>
                  </a:lnTo>
                  <a:lnTo>
                    <a:pt x="909888" y="434641"/>
                  </a:lnTo>
                  <a:lnTo>
                    <a:pt x="905377" y="438401"/>
                  </a:lnTo>
                  <a:lnTo>
                    <a:pt x="903873" y="438401"/>
                  </a:lnTo>
                  <a:lnTo>
                    <a:pt x="902368" y="439905"/>
                  </a:lnTo>
                  <a:lnTo>
                    <a:pt x="901617" y="441409"/>
                  </a:lnTo>
                  <a:lnTo>
                    <a:pt x="900864" y="442913"/>
                  </a:lnTo>
                  <a:lnTo>
                    <a:pt x="894097" y="449680"/>
                  </a:lnTo>
                  <a:lnTo>
                    <a:pt x="891841" y="452688"/>
                  </a:lnTo>
                  <a:lnTo>
                    <a:pt x="891841" y="454192"/>
                  </a:lnTo>
                  <a:lnTo>
                    <a:pt x="891089" y="459456"/>
                  </a:lnTo>
                  <a:lnTo>
                    <a:pt x="890337" y="460208"/>
                  </a:lnTo>
                  <a:lnTo>
                    <a:pt x="888833" y="462464"/>
                  </a:lnTo>
                  <a:lnTo>
                    <a:pt x="888081" y="463216"/>
                  </a:lnTo>
                  <a:lnTo>
                    <a:pt x="885825" y="468480"/>
                  </a:lnTo>
                  <a:lnTo>
                    <a:pt x="884321" y="469232"/>
                  </a:lnTo>
                  <a:lnTo>
                    <a:pt x="883569" y="469984"/>
                  </a:lnTo>
                  <a:lnTo>
                    <a:pt x="880561" y="471488"/>
                  </a:lnTo>
                  <a:lnTo>
                    <a:pt x="877553" y="473743"/>
                  </a:lnTo>
                  <a:lnTo>
                    <a:pt x="872290" y="480511"/>
                  </a:lnTo>
                  <a:lnTo>
                    <a:pt x="870785" y="482767"/>
                  </a:lnTo>
                  <a:lnTo>
                    <a:pt x="871538" y="490287"/>
                  </a:lnTo>
                  <a:lnTo>
                    <a:pt x="871538" y="493295"/>
                  </a:lnTo>
                  <a:lnTo>
                    <a:pt x="873041" y="496303"/>
                  </a:lnTo>
                  <a:lnTo>
                    <a:pt x="874545" y="503070"/>
                  </a:lnTo>
                  <a:lnTo>
                    <a:pt x="876801" y="506078"/>
                  </a:lnTo>
                  <a:lnTo>
                    <a:pt x="879057" y="504574"/>
                  </a:lnTo>
                  <a:lnTo>
                    <a:pt x="881313" y="505326"/>
                  </a:lnTo>
                  <a:lnTo>
                    <a:pt x="882817" y="506078"/>
                  </a:lnTo>
                  <a:lnTo>
                    <a:pt x="885073" y="507582"/>
                  </a:lnTo>
                  <a:lnTo>
                    <a:pt x="886577" y="510590"/>
                  </a:lnTo>
                  <a:lnTo>
                    <a:pt x="887329" y="516606"/>
                  </a:lnTo>
                  <a:lnTo>
                    <a:pt x="889585" y="519614"/>
                  </a:lnTo>
                  <a:lnTo>
                    <a:pt x="890337" y="522622"/>
                  </a:lnTo>
                  <a:lnTo>
                    <a:pt x="889585" y="526382"/>
                  </a:lnTo>
                  <a:lnTo>
                    <a:pt x="888081" y="533149"/>
                  </a:lnTo>
                  <a:lnTo>
                    <a:pt x="885073" y="539917"/>
                  </a:lnTo>
                  <a:lnTo>
                    <a:pt x="884321" y="540669"/>
                  </a:lnTo>
                  <a:lnTo>
                    <a:pt x="882817" y="543677"/>
                  </a:lnTo>
                  <a:lnTo>
                    <a:pt x="880561" y="545181"/>
                  </a:lnTo>
                  <a:lnTo>
                    <a:pt x="876801" y="546685"/>
                  </a:lnTo>
                  <a:lnTo>
                    <a:pt x="877553" y="549693"/>
                  </a:lnTo>
                  <a:lnTo>
                    <a:pt x="879809" y="554957"/>
                  </a:lnTo>
                  <a:lnTo>
                    <a:pt x="880561" y="557965"/>
                  </a:lnTo>
                  <a:lnTo>
                    <a:pt x="879057" y="559469"/>
                  </a:lnTo>
                  <a:lnTo>
                    <a:pt x="877553" y="561724"/>
                  </a:lnTo>
                  <a:lnTo>
                    <a:pt x="876801" y="564732"/>
                  </a:lnTo>
                  <a:lnTo>
                    <a:pt x="877553" y="566988"/>
                  </a:lnTo>
                  <a:lnTo>
                    <a:pt x="879809" y="569244"/>
                  </a:lnTo>
                  <a:lnTo>
                    <a:pt x="882065" y="570748"/>
                  </a:lnTo>
                  <a:lnTo>
                    <a:pt x="883569" y="572252"/>
                  </a:lnTo>
                  <a:lnTo>
                    <a:pt x="885825" y="578268"/>
                  </a:lnTo>
                  <a:lnTo>
                    <a:pt x="887329" y="583532"/>
                  </a:lnTo>
                  <a:lnTo>
                    <a:pt x="887329" y="584284"/>
                  </a:lnTo>
                  <a:lnTo>
                    <a:pt x="890337" y="585788"/>
                  </a:lnTo>
                  <a:lnTo>
                    <a:pt x="891089" y="587292"/>
                  </a:lnTo>
                  <a:lnTo>
                    <a:pt x="891841" y="588795"/>
                  </a:lnTo>
                  <a:lnTo>
                    <a:pt x="891841" y="590299"/>
                  </a:lnTo>
                  <a:lnTo>
                    <a:pt x="891089" y="591803"/>
                  </a:lnTo>
                  <a:lnTo>
                    <a:pt x="891089" y="593307"/>
                  </a:lnTo>
                  <a:lnTo>
                    <a:pt x="891841" y="595563"/>
                  </a:lnTo>
                  <a:lnTo>
                    <a:pt x="894097" y="600827"/>
                  </a:lnTo>
                  <a:lnTo>
                    <a:pt x="894097" y="603835"/>
                  </a:lnTo>
                  <a:lnTo>
                    <a:pt x="894849" y="613611"/>
                  </a:lnTo>
                  <a:lnTo>
                    <a:pt x="895601" y="615867"/>
                  </a:lnTo>
                  <a:lnTo>
                    <a:pt x="899360" y="622634"/>
                  </a:lnTo>
                  <a:lnTo>
                    <a:pt x="899360" y="625642"/>
                  </a:lnTo>
                  <a:lnTo>
                    <a:pt x="898609" y="627898"/>
                  </a:lnTo>
                  <a:lnTo>
                    <a:pt x="896353" y="630906"/>
                  </a:lnTo>
                  <a:lnTo>
                    <a:pt x="895601" y="632410"/>
                  </a:lnTo>
                  <a:lnTo>
                    <a:pt x="894849" y="634666"/>
                  </a:lnTo>
                  <a:lnTo>
                    <a:pt x="894849" y="635418"/>
                  </a:lnTo>
                  <a:lnTo>
                    <a:pt x="895601" y="639178"/>
                  </a:lnTo>
                  <a:lnTo>
                    <a:pt x="894849" y="645945"/>
                  </a:lnTo>
                  <a:lnTo>
                    <a:pt x="892593" y="650457"/>
                  </a:lnTo>
                  <a:lnTo>
                    <a:pt x="882817" y="657977"/>
                  </a:lnTo>
                  <a:lnTo>
                    <a:pt x="881313" y="659481"/>
                  </a:lnTo>
                  <a:lnTo>
                    <a:pt x="878305" y="664745"/>
                  </a:lnTo>
                  <a:lnTo>
                    <a:pt x="877553" y="667001"/>
                  </a:lnTo>
                  <a:lnTo>
                    <a:pt x="873794" y="670009"/>
                  </a:lnTo>
                  <a:lnTo>
                    <a:pt x="872290" y="671513"/>
                  </a:lnTo>
                  <a:lnTo>
                    <a:pt x="866274" y="684296"/>
                  </a:lnTo>
                  <a:lnTo>
                    <a:pt x="864770" y="685800"/>
                  </a:lnTo>
                  <a:lnTo>
                    <a:pt x="864018" y="686552"/>
                  </a:lnTo>
                  <a:lnTo>
                    <a:pt x="862514" y="688808"/>
                  </a:lnTo>
                  <a:lnTo>
                    <a:pt x="861010" y="690312"/>
                  </a:lnTo>
                  <a:lnTo>
                    <a:pt x="859506" y="690312"/>
                  </a:lnTo>
                  <a:lnTo>
                    <a:pt x="857250" y="690312"/>
                  </a:lnTo>
                  <a:lnTo>
                    <a:pt x="855746" y="691064"/>
                  </a:lnTo>
                  <a:lnTo>
                    <a:pt x="854242" y="693320"/>
                  </a:lnTo>
                  <a:lnTo>
                    <a:pt x="854242" y="695576"/>
                  </a:lnTo>
                  <a:lnTo>
                    <a:pt x="854994" y="697832"/>
                  </a:lnTo>
                  <a:lnTo>
                    <a:pt x="855746" y="700088"/>
                  </a:lnTo>
                  <a:lnTo>
                    <a:pt x="855746" y="700840"/>
                  </a:lnTo>
                  <a:lnTo>
                    <a:pt x="854994" y="702343"/>
                  </a:lnTo>
                  <a:lnTo>
                    <a:pt x="854994" y="703847"/>
                  </a:lnTo>
                  <a:lnTo>
                    <a:pt x="854994" y="704599"/>
                  </a:lnTo>
                  <a:lnTo>
                    <a:pt x="856498" y="706103"/>
                  </a:lnTo>
                  <a:lnTo>
                    <a:pt x="857250" y="706855"/>
                  </a:lnTo>
                  <a:lnTo>
                    <a:pt x="856498" y="709111"/>
                  </a:lnTo>
                  <a:lnTo>
                    <a:pt x="855746" y="709863"/>
                  </a:lnTo>
                  <a:lnTo>
                    <a:pt x="854994" y="711367"/>
                  </a:lnTo>
                  <a:lnTo>
                    <a:pt x="853490" y="712871"/>
                  </a:lnTo>
                  <a:lnTo>
                    <a:pt x="853490" y="715879"/>
                  </a:lnTo>
                  <a:lnTo>
                    <a:pt x="854242" y="727159"/>
                  </a:lnTo>
                  <a:lnTo>
                    <a:pt x="855746" y="730167"/>
                  </a:lnTo>
                  <a:lnTo>
                    <a:pt x="855746" y="731671"/>
                  </a:lnTo>
                  <a:lnTo>
                    <a:pt x="854242" y="734678"/>
                  </a:lnTo>
                  <a:lnTo>
                    <a:pt x="853490" y="736182"/>
                  </a:lnTo>
                  <a:lnTo>
                    <a:pt x="853490" y="739190"/>
                  </a:lnTo>
                  <a:lnTo>
                    <a:pt x="854242" y="742198"/>
                  </a:lnTo>
                  <a:lnTo>
                    <a:pt x="855746" y="745206"/>
                  </a:lnTo>
                  <a:lnTo>
                    <a:pt x="859506" y="751222"/>
                  </a:lnTo>
                  <a:lnTo>
                    <a:pt x="860258" y="753478"/>
                  </a:lnTo>
                  <a:lnTo>
                    <a:pt x="859506" y="755734"/>
                  </a:lnTo>
                  <a:lnTo>
                    <a:pt x="858002" y="758741"/>
                  </a:lnTo>
                  <a:lnTo>
                    <a:pt x="859506" y="760997"/>
                  </a:lnTo>
                  <a:lnTo>
                    <a:pt x="861762" y="765509"/>
                  </a:lnTo>
                  <a:lnTo>
                    <a:pt x="863266" y="767013"/>
                  </a:lnTo>
                  <a:lnTo>
                    <a:pt x="864770" y="767765"/>
                  </a:lnTo>
                  <a:lnTo>
                    <a:pt x="867778" y="768517"/>
                  </a:lnTo>
                  <a:lnTo>
                    <a:pt x="869281" y="769269"/>
                  </a:lnTo>
                  <a:lnTo>
                    <a:pt x="870034" y="770021"/>
                  </a:lnTo>
                  <a:lnTo>
                    <a:pt x="870785" y="773029"/>
                  </a:lnTo>
                  <a:lnTo>
                    <a:pt x="873041" y="775285"/>
                  </a:lnTo>
                  <a:lnTo>
                    <a:pt x="873794" y="777541"/>
                  </a:lnTo>
                  <a:lnTo>
                    <a:pt x="874545" y="779045"/>
                  </a:lnTo>
                  <a:lnTo>
                    <a:pt x="876049" y="779797"/>
                  </a:lnTo>
                  <a:lnTo>
                    <a:pt x="878305" y="779797"/>
                  </a:lnTo>
                  <a:lnTo>
                    <a:pt x="879057" y="781301"/>
                  </a:lnTo>
                  <a:lnTo>
                    <a:pt x="881313" y="783557"/>
                  </a:lnTo>
                  <a:lnTo>
                    <a:pt x="883569" y="785061"/>
                  </a:lnTo>
                  <a:lnTo>
                    <a:pt x="890337" y="787317"/>
                  </a:lnTo>
                  <a:lnTo>
                    <a:pt x="891841" y="789572"/>
                  </a:lnTo>
                  <a:lnTo>
                    <a:pt x="891841" y="800852"/>
                  </a:lnTo>
                  <a:lnTo>
                    <a:pt x="893345" y="801604"/>
                  </a:lnTo>
                  <a:lnTo>
                    <a:pt x="894097" y="802356"/>
                  </a:lnTo>
                  <a:lnTo>
                    <a:pt x="894849" y="802356"/>
                  </a:lnTo>
                  <a:lnTo>
                    <a:pt x="895601" y="804612"/>
                  </a:lnTo>
                  <a:lnTo>
                    <a:pt x="891841" y="806868"/>
                  </a:lnTo>
                  <a:lnTo>
                    <a:pt x="891089" y="808372"/>
                  </a:lnTo>
                  <a:lnTo>
                    <a:pt x="888833" y="817396"/>
                  </a:lnTo>
                  <a:lnTo>
                    <a:pt x="889585" y="818899"/>
                  </a:lnTo>
                  <a:lnTo>
                    <a:pt x="891089" y="822659"/>
                  </a:lnTo>
                  <a:lnTo>
                    <a:pt x="891089" y="824163"/>
                  </a:lnTo>
                  <a:lnTo>
                    <a:pt x="890337" y="825667"/>
                  </a:lnTo>
                  <a:lnTo>
                    <a:pt x="889585" y="826419"/>
                  </a:lnTo>
                  <a:lnTo>
                    <a:pt x="888833" y="826419"/>
                  </a:lnTo>
                  <a:lnTo>
                    <a:pt x="888081" y="827171"/>
                  </a:lnTo>
                  <a:lnTo>
                    <a:pt x="888081" y="836195"/>
                  </a:lnTo>
                  <a:lnTo>
                    <a:pt x="887329" y="839203"/>
                  </a:lnTo>
                  <a:lnTo>
                    <a:pt x="886577" y="840707"/>
                  </a:lnTo>
                  <a:lnTo>
                    <a:pt x="883569" y="842963"/>
                  </a:lnTo>
                  <a:lnTo>
                    <a:pt x="882817" y="844467"/>
                  </a:lnTo>
                  <a:lnTo>
                    <a:pt x="882817" y="845970"/>
                  </a:lnTo>
                  <a:lnTo>
                    <a:pt x="882817" y="848978"/>
                  </a:lnTo>
                  <a:lnTo>
                    <a:pt x="882065" y="852738"/>
                  </a:lnTo>
                  <a:lnTo>
                    <a:pt x="880561" y="854994"/>
                  </a:lnTo>
                  <a:lnTo>
                    <a:pt x="872290" y="864018"/>
                  </a:lnTo>
                  <a:lnTo>
                    <a:pt x="870034" y="866274"/>
                  </a:lnTo>
                  <a:lnTo>
                    <a:pt x="867026" y="867778"/>
                  </a:lnTo>
                  <a:lnTo>
                    <a:pt x="863266" y="867026"/>
                  </a:lnTo>
                  <a:lnTo>
                    <a:pt x="861010" y="867026"/>
                  </a:lnTo>
                  <a:lnTo>
                    <a:pt x="858002" y="866274"/>
                  </a:lnTo>
                  <a:lnTo>
                    <a:pt x="854994" y="867778"/>
                  </a:lnTo>
                  <a:lnTo>
                    <a:pt x="851986" y="868530"/>
                  </a:lnTo>
                  <a:lnTo>
                    <a:pt x="848979" y="869282"/>
                  </a:lnTo>
                  <a:lnTo>
                    <a:pt x="845970" y="869282"/>
                  </a:lnTo>
                  <a:lnTo>
                    <a:pt x="842962" y="867026"/>
                  </a:lnTo>
                  <a:lnTo>
                    <a:pt x="839202" y="865522"/>
                  </a:lnTo>
                  <a:lnTo>
                    <a:pt x="835443" y="867026"/>
                  </a:lnTo>
                  <a:lnTo>
                    <a:pt x="830179" y="870786"/>
                  </a:lnTo>
                  <a:lnTo>
                    <a:pt x="827171" y="872290"/>
                  </a:lnTo>
                  <a:lnTo>
                    <a:pt x="824163" y="873042"/>
                  </a:lnTo>
                  <a:lnTo>
                    <a:pt x="817396" y="873042"/>
                  </a:lnTo>
                  <a:lnTo>
                    <a:pt x="813636" y="873794"/>
                  </a:lnTo>
                  <a:lnTo>
                    <a:pt x="811380" y="875297"/>
                  </a:lnTo>
                  <a:lnTo>
                    <a:pt x="809876" y="877553"/>
                  </a:lnTo>
                  <a:lnTo>
                    <a:pt x="806868" y="879057"/>
                  </a:lnTo>
                  <a:lnTo>
                    <a:pt x="805364" y="879057"/>
                  </a:lnTo>
                  <a:lnTo>
                    <a:pt x="799348" y="879057"/>
                  </a:lnTo>
                  <a:lnTo>
                    <a:pt x="797844" y="878305"/>
                  </a:lnTo>
                  <a:lnTo>
                    <a:pt x="796340" y="877553"/>
                  </a:lnTo>
                  <a:lnTo>
                    <a:pt x="794836" y="876801"/>
                  </a:lnTo>
                  <a:lnTo>
                    <a:pt x="792580" y="873042"/>
                  </a:lnTo>
                  <a:lnTo>
                    <a:pt x="791828" y="871537"/>
                  </a:lnTo>
                  <a:lnTo>
                    <a:pt x="790324" y="870786"/>
                  </a:lnTo>
                  <a:lnTo>
                    <a:pt x="787317" y="870034"/>
                  </a:lnTo>
                  <a:lnTo>
                    <a:pt x="786564" y="870034"/>
                  </a:lnTo>
                  <a:lnTo>
                    <a:pt x="785813" y="868530"/>
                  </a:lnTo>
                  <a:lnTo>
                    <a:pt x="785813" y="867026"/>
                  </a:lnTo>
                  <a:lnTo>
                    <a:pt x="785061" y="865522"/>
                  </a:lnTo>
                  <a:lnTo>
                    <a:pt x="783557" y="864770"/>
                  </a:lnTo>
                  <a:lnTo>
                    <a:pt x="780549" y="864770"/>
                  </a:lnTo>
                  <a:lnTo>
                    <a:pt x="779797" y="864770"/>
                  </a:lnTo>
                  <a:lnTo>
                    <a:pt x="779045" y="864018"/>
                  </a:lnTo>
                  <a:lnTo>
                    <a:pt x="770773" y="859506"/>
                  </a:lnTo>
                  <a:lnTo>
                    <a:pt x="771525" y="859506"/>
                  </a:lnTo>
                  <a:lnTo>
                    <a:pt x="767013" y="857250"/>
                  </a:lnTo>
                  <a:lnTo>
                    <a:pt x="761749" y="857250"/>
                  </a:lnTo>
                  <a:lnTo>
                    <a:pt x="749718" y="858002"/>
                  </a:lnTo>
                  <a:lnTo>
                    <a:pt x="748966" y="858002"/>
                  </a:lnTo>
                  <a:lnTo>
                    <a:pt x="748214" y="858002"/>
                  </a:lnTo>
                  <a:lnTo>
                    <a:pt x="746710" y="858002"/>
                  </a:lnTo>
                  <a:lnTo>
                    <a:pt x="745958" y="858754"/>
                  </a:lnTo>
                  <a:lnTo>
                    <a:pt x="743702" y="861762"/>
                  </a:lnTo>
                  <a:lnTo>
                    <a:pt x="742950" y="861762"/>
                  </a:lnTo>
                  <a:lnTo>
                    <a:pt x="739942" y="862514"/>
                  </a:lnTo>
                  <a:lnTo>
                    <a:pt x="736934" y="864018"/>
                  </a:lnTo>
                  <a:lnTo>
                    <a:pt x="733174" y="865522"/>
                  </a:lnTo>
                  <a:lnTo>
                    <a:pt x="727159" y="867026"/>
                  </a:lnTo>
                  <a:lnTo>
                    <a:pt x="724903" y="866274"/>
                  </a:lnTo>
                  <a:lnTo>
                    <a:pt x="724903" y="864770"/>
                  </a:lnTo>
                  <a:lnTo>
                    <a:pt x="723399" y="864018"/>
                  </a:lnTo>
                  <a:lnTo>
                    <a:pt x="721895" y="863266"/>
                  </a:lnTo>
                  <a:lnTo>
                    <a:pt x="719639" y="866274"/>
                  </a:lnTo>
                  <a:lnTo>
                    <a:pt x="718887" y="866274"/>
                  </a:lnTo>
                  <a:lnTo>
                    <a:pt x="716631" y="867026"/>
                  </a:lnTo>
                  <a:lnTo>
                    <a:pt x="712119" y="867778"/>
                  </a:lnTo>
                  <a:lnTo>
                    <a:pt x="710615" y="868530"/>
                  </a:lnTo>
                  <a:lnTo>
                    <a:pt x="709863" y="870786"/>
                  </a:lnTo>
                  <a:lnTo>
                    <a:pt x="709111" y="875297"/>
                  </a:lnTo>
                  <a:lnTo>
                    <a:pt x="708359" y="876801"/>
                  </a:lnTo>
                  <a:lnTo>
                    <a:pt x="704599" y="874546"/>
                  </a:lnTo>
                  <a:lnTo>
                    <a:pt x="704599" y="873794"/>
                  </a:lnTo>
                  <a:lnTo>
                    <a:pt x="703095" y="874546"/>
                  </a:lnTo>
                  <a:lnTo>
                    <a:pt x="701591" y="875297"/>
                  </a:lnTo>
                  <a:lnTo>
                    <a:pt x="700840" y="876801"/>
                  </a:lnTo>
                  <a:lnTo>
                    <a:pt x="702344" y="877553"/>
                  </a:lnTo>
                  <a:lnTo>
                    <a:pt x="703847" y="879057"/>
                  </a:lnTo>
                  <a:lnTo>
                    <a:pt x="703847" y="880561"/>
                  </a:lnTo>
                  <a:lnTo>
                    <a:pt x="703847" y="881313"/>
                  </a:lnTo>
                  <a:lnTo>
                    <a:pt x="701591" y="881313"/>
                  </a:lnTo>
                  <a:lnTo>
                    <a:pt x="700840" y="880561"/>
                  </a:lnTo>
                  <a:lnTo>
                    <a:pt x="701591" y="879809"/>
                  </a:lnTo>
                  <a:lnTo>
                    <a:pt x="699336" y="881313"/>
                  </a:lnTo>
                  <a:lnTo>
                    <a:pt x="696327" y="884321"/>
                  </a:lnTo>
                  <a:lnTo>
                    <a:pt x="694824" y="885073"/>
                  </a:lnTo>
                  <a:lnTo>
                    <a:pt x="693320" y="885825"/>
                  </a:lnTo>
                  <a:lnTo>
                    <a:pt x="693320" y="886577"/>
                  </a:lnTo>
                  <a:lnTo>
                    <a:pt x="692568" y="890337"/>
                  </a:lnTo>
                  <a:lnTo>
                    <a:pt x="692568" y="891841"/>
                  </a:lnTo>
                  <a:lnTo>
                    <a:pt x="691816" y="892593"/>
                  </a:lnTo>
                  <a:lnTo>
                    <a:pt x="691064" y="892593"/>
                  </a:lnTo>
                  <a:lnTo>
                    <a:pt x="689560" y="893345"/>
                  </a:lnTo>
                  <a:lnTo>
                    <a:pt x="688056" y="897857"/>
                  </a:lnTo>
                  <a:lnTo>
                    <a:pt x="686552" y="899361"/>
                  </a:lnTo>
                  <a:lnTo>
                    <a:pt x="682792" y="902368"/>
                  </a:lnTo>
                  <a:lnTo>
                    <a:pt x="682040" y="903120"/>
                  </a:lnTo>
                  <a:lnTo>
                    <a:pt x="680536" y="903120"/>
                  </a:lnTo>
                  <a:lnTo>
                    <a:pt x="679032" y="903872"/>
                  </a:lnTo>
                  <a:lnTo>
                    <a:pt x="674521" y="916656"/>
                  </a:lnTo>
                  <a:lnTo>
                    <a:pt x="673016" y="918912"/>
                  </a:lnTo>
                  <a:lnTo>
                    <a:pt x="671512" y="919664"/>
                  </a:lnTo>
                  <a:lnTo>
                    <a:pt x="667001" y="919664"/>
                  </a:lnTo>
                  <a:lnTo>
                    <a:pt x="663993" y="920416"/>
                  </a:lnTo>
                  <a:lnTo>
                    <a:pt x="661737" y="921920"/>
                  </a:lnTo>
                  <a:lnTo>
                    <a:pt x="657225" y="922672"/>
                  </a:lnTo>
                  <a:lnTo>
                    <a:pt x="649705" y="925680"/>
                  </a:lnTo>
                  <a:lnTo>
                    <a:pt x="642186" y="930192"/>
                  </a:lnTo>
                  <a:lnTo>
                    <a:pt x="639178" y="934703"/>
                  </a:lnTo>
                  <a:lnTo>
                    <a:pt x="637674" y="936207"/>
                  </a:lnTo>
                  <a:lnTo>
                    <a:pt x="630906" y="940719"/>
                  </a:lnTo>
                  <a:lnTo>
                    <a:pt x="626394" y="947487"/>
                  </a:lnTo>
                  <a:lnTo>
                    <a:pt x="624138" y="950495"/>
                  </a:lnTo>
                  <a:lnTo>
                    <a:pt x="623386" y="948991"/>
                  </a:lnTo>
                  <a:lnTo>
                    <a:pt x="618874" y="951999"/>
                  </a:lnTo>
                  <a:lnTo>
                    <a:pt x="616618" y="954255"/>
                  </a:lnTo>
                  <a:lnTo>
                    <a:pt x="615114" y="956511"/>
                  </a:lnTo>
                  <a:lnTo>
                    <a:pt x="613610" y="961023"/>
                  </a:lnTo>
                  <a:lnTo>
                    <a:pt x="612859" y="962526"/>
                  </a:lnTo>
                  <a:lnTo>
                    <a:pt x="609851" y="964030"/>
                  </a:lnTo>
                  <a:lnTo>
                    <a:pt x="606091" y="960271"/>
                  </a:lnTo>
                  <a:lnTo>
                    <a:pt x="603835" y="958766"/>
                  </a:lnTo>
                  <a:lnTo>
                    <a:pt x="602331" y="958766"/>
                  </a:lnTo>
                  <a:lnTo>
                    <a:pt x="600827" y="960271"/>
                  </a:lnTo>
                  <a:lnTo>
                    <a:pt x="598571" y="960271"/>
                  </a:lnTo>
                  <a:lnTo>
                    <a:pt x="596315" y="960271"/>
                  </a:lnTo>
                  <a:lnTo>
                    <a:pt x="594059" y="958766"/>
                  </a:lnTo>
                  <a:lnTo>
                    <a:pt x="588044" y="963278"/>
                  </a:lnTo>
                  <a:lnTo>
                    <a:pt x="587291" y="964030"/>
                  </a:lnTo>
                  <a:lnTo>
                    <a:pt x="586540" y="966286"/>
                  </a:lnTo>
                  <a:lnTo>
                    <a:pt x="584284" y="966286"/>
                  </a:lnTo>
                  <a:lnTo>
                    <a:pt x="582780" y="966286"/>
                  </a:lnTo>
                  <a:lnTo>
                    <a:pt x="582028" y="967038"/>
                  </a:lnTo>
                  <a:lnTo>
                    <a:pt x="581276" y="970046"/>
                  </a:lnTo>
                  <a:lnTo>
                    <a:pt x="580524" y="970798"/>
                  </a:lnTo>
                  <a:lnTo>
                    <a:pt x="574508" y="973054"/>
                  </a:lnTo>
                  <a:lnTo>
                    <a:pt x="565484" y="977566"/>
                  </a:lnTo>
                  <a:lnTo>
                    <a:pt x="562476" y="978318"/>
                  </a:lnTo>
                  <a:lnTo>
                    <a:pt x="551197" y="980574"/>
                  </a:lnTo>
                  <a:lnTo>
                    <a:pt x="539917" y="985086"/>
                  </a:lnTo>
                  <a:lnTo>
                    <a:pt x="533901" y="986590"/>
                  </a:lnTo>
                  <a:lnTo>
                    <a:pt x="524126" y="986590"/>
                  </a:lnTo>
                  <a:lnTo>
                    <a:pt x="521118" y="988093"/>
                  </a:lnTo>
                  <a:lnTo>
                    <a:pt x="512846" y="994861"/>
                  </a:lnTo>
                  <a:lnTo>
                    <a:pt x="500814" y="1001629"/>
                  </a:lnTo>
                  <a:lnTo>
                    <a:pt x="494799" y="1006141"/>
                  </a:lnTo>
                  <a:lnTo>
                    <a:pt x="491791" y="1012157"/>
                  </a:lnTo>
                  <a:lnTo>
                    <a:pt x="489535" y="1023436"/>
                  </a:lnTo>
                  <a:lnTo>
                    <a:pt x="486527" y="1030204"/>
                  </a:lnTo>
                  <a:lnTo>
                    <a:pt x="486527" y="1033212"/>
                  </a:lnTo>
                  <a:lnTo>
                    <a:pt x="485775" y="1033964"/>
                  </a:lnTo>
                  <a:lnTo>
                    <a:pt x="484271" y="1034716"/>
                  </a:lnTo>
                  <a:lnTo>
                    <a:pt x="484271" y="1036220"/>
                  </a:lnTo>
                  <a:lnTo>
                    <a:pt x="485023" y="1036972"/>
                  </a:lnTo>
                  <a:lnTo>
                    <a:pt x="485023" y="1038476"/>
                  </a:lnTo>
                  <a:lnTo>
                    <a:pt x="484271" y="1043740"/>
                  </a:lnTo>
                  <a:lnTo>
                    <a:pt x="483519" y="1042236"/>
                  </a:lnTo>
                  <a:lnTo>
                    <a:pt x="483519" y="1045243"/>
                  </a:lnTo>
                  <a:lnTo>
                    <a:pt x="482767" y="1047500"/>
                  </a:lnTo>
                  <a:lnTo>
                    <a:pt x="482015" y="1049755"/>
                  </a:lnTo>
                  <a:lnTo>
                    <a:pt x="483519" y="1052011"/>
                  </a:lnTo>
                  <a:lnTo>
                    <a:pt x="483519" y="1052763"/>
                  </a:lnTo>
                  <a:lnTo>
                    <a:pt x="482015" y="1054267"/>
                  </a:lnTo>
                  <a:lnTo>
                    <a:pt x="482767" y="1055019"/>
                  </a:lnTo>
                  <a:lnTo>
                    <a:pt x="484271" y="1055771"/>
                  </a:lnTo>
                  <a:lnTo>
                    <a:pt x="484271" y="1057275"/>
                  </a:lnTo>
                  <a:lnTo>
                    <a:pt x="483519" y="1058027"/>
                  </a:lnTo>
                  <a:lnTo>
                    <a:pt x="482015" y="1058779"/>
                  </a:lnTo>
                  <a:lnTo>
                    <a:pt x="481263" y="1060283"/>
                  </a:lnTo>
                  <a:lnTo>
                    <a:pt x="481263" y="1067803"/>
                  </a:lnTo>
                  <a:lnTo>
                    <a:pt x="479007" y="1079082"/>
                  </a:lnTo>
                  <a:lnTo>
                    <a:pt x="478255" y="1080586"/>
                  </a:lnTo>
                  <a:lnTo>
                    <a:pt x="476752" y="1082090"/>
                  </a:lnTo>
                  <a:lnTo>
                    <a:pt x="475999" y="1082842"/>
                  </a:lnTo>
                  <a:lnTo>
                    <a:pt x="473743" y="1088858"/>
                  </a:lnTo>
                  <a:lnTo>
                    <a:pt x="473743" y="1089610"/>
                  </a:lnTo>
                  <a:lnTo>
                    <a:pt x="471488" y="1091114"/>
                  </a:lnTo>
                  <a:lnTo>
                    <a:pt x="468480" y="1093370"/>
                  </a:lnTo>
                  <a:lnTo>
                    <a:pt x="467728" y="1094122"/>
                  </a:lnTo>
                  <a:lnTo>
                    <a:pt x="467728" y="1094874"/>
                  </a:lnTo>
                  <a:lnTo>
                    <a:pt x="466975" y="1097130"/>
                  </a:lnTo>
                  <a:lnTo>
                    <a:pt x="466975" y="1098634"/>
                  </a:lnTo>
                  <a:lnTo>
                    <a:pt x="466975" y="1101642"/>
                  </a:lnTo>
                  <a:lnTo>
                    <a:pt x="466975" y="1103146"/>
                  </a:lnTo>
                  <a:lnTo>
                    <a:pt x="462464" y="1111417"/>
                  </a:lnTo>
                  <a:lnTo>
                    <a:pt x="461712" y="1112921"/>
                  </a:lnTo>
                  <a:lnTo>
                    <a:pt x="460208" y="1113673"/>
                  </a:lnTo>
                  <a:lnTo>
                    <a:pt x="457952" y="1116681"/>
                  </a:lnTo>
                  <a:lnTo>
                    <a:pt x="454944" y="1121945"/>
                  </a:lnTo>
                  <a:lnTo>
                    <a:pt x="454944" y="1134728"/>
                  </a:lnTo>
                  <a:lnTo>
                    <a:pt x="452688" y="1141496"/>
                  </a:lnTo>
                  <a:lnTo>
                    <a:pt x="448176" y="1145256"/>
                  </a:lnTo>
                  <a:lnTo>
                    <a:pt x="448176" y="1146008"/>
                  </a:lnTo>
                  <a:lnTo>
                    <a:pt x="451184" y="1146760"/>
                  </a:lnTo>
                  <a:lnTo>
                    <a:pt x="450432" y="1148264"/>
                  </a:lnTo>
                  <a:lnTo>
                    <a:pt x="446673" y="1151272"/>
                  </a:lnTo>
                  <a:lnTo>
                    <a:pt x="445920" y="1153528"/>
                  </a:lnTo>
                  <a:lnTo>
                    <a:pt x="443664" y="1159544"/>
                  </a:lnTo>
                  <a:lnTo>
                    <a:pt x="442160" y="1162551"/>
                  </a:lnTo>
                  <a:lnTo>
                    <a:pt x="440656" y="1164055"/>
                  </a:lnTo>
                  <a:lnTo>
                    <a:pt x="436897" y="1166311"/>
                  </a:lnTo>
                  <a:lnTo>
                    <a:pt x="436145" y="1166311"/>
                  </a:lnTo>
                  <a:lnTo>
                    <a:pt x="433889" y="1169319"/>
                  </a:lnTo>
                  <a:lnTo>
                    <a:pt x="433137" y="1170071"/>
                  </a:lnTo>
                  <a:lnTo>
                    <a:pt x="433137" y="1171575"/>
                  </a:lnTo>
                  <a:lnTo>
                    <a:pt x="432385" y="1172327"/>
                  </a:lnTo>
                  <a:lnTo>
                    <a:pt x="431633" y="1173079"/>
                  </a:lnTo>
                  <a:lnTo>
                    <a:pt x="429377" y="1173831"/>
                  </a:lnTo>
                  <a:lnTo>
                    <a:pt x="426369" y="1176839"/>
                  </a:lnTo>
                  <a:lnTo>
                    <a:pt x="424113" y="1180599"/>
                  </a:lnTo>
                  <a:lnTo>
                    <a:pt x="424113" y="1185111"/>
                  </a:lnTo>
                  <a:lnTo>
                    <a:pt x="421857" y="1186615"/>
                  </a:lnTo>
                  <a:lnTo>
                    <a:pt x="420353" y="1190375"/>
                  </a:lnTo>
                  <a:lnTo>
                    <a:pt x="418849" y="1194134"/>
                  </a:lnTo>
                  <a:lnTo>
                    <a:pt x="418097" y="1197894"/>
                  </a:lnTo>
                  <a:lnTo>
                    <a:pt x="418849" y="1201654"/>
                  </a:lnTo>
                  <a:lnTo>
                    <a:pt x="424113" y="1210678"/>
                  </a:lnTo>
                  <a:lnTo>
                    <a:pt x="424113" y="1213686"/>
                  </a:lnTo>
                  <a:lnTo>
                    <a:pt x="425617" y="1216694"/>
                  </a:lnTo>
                  <a:lnTo>
                    <a:pt x="424865" y="1227221"/>
                  </a:lnTo>
                  <a:lnTo>
                    <a:pt x="425617" y="1230229"/>
                  </a:lnTo>
                  <a:lnTo>
                    <a:pt x="426369" y="1232485"/>
                  </a:lnTo>
                  <a:lnTo>
                    <a:pt x="427873" y="1234741"/>
                  </a:lnTo>
                  <a:lnTo>
                    <a:pt x="429377" y="1236245"/>
                  </a:lnTo>
                  <a:lnTo>
                    <a:pt x="429377" y="1237749"/>
                  </a:lnTo>
                  <a:lnTo>
                    <a:pt x="428625" y="1238501"/>
                  </a:lnTo>
                  <a:lnTo>
                    <a:pt x="428625" y="1239253"/>
                  </a:lnTo>
                  <a:lnTo>
                    <a:pt x="429377" y="1239253"/>
                  </a:lnTo>
                  <a:lnTo>
                    <a:pt x="429377" y="1240757"/>
                  </a:lnTo>
                  <a:lnTo>
                    <a:pt x="429377" y="1254292"/>
                  </a:lnTo>
                  <a:lnTo>
                    <a:pt x="430881" y="1259556"/>
                  </a:lnTo>
                  <a:lnTo>
                    <a:pt x="435393" y="1264068"/>
                  </a:lnTo>
                  <a:lnTo>
                    <a:pt x="439905" y="1266324"/>
                  </a:lnTo>
                  <a:lnTo>
                    <a:pt x="441409" y="1266324"/>
                  </a:lnTo>
                  <a:lnTo>
                    <a:pt x="442913" y="1269332"/>
                  </a:lnTo>
                  <a:lnTo>
                    <a:pt x="444416" y="1271588"/>
                  </a:lnTo>
                  <a:lnTo>
                    <a:pt x="445169" y="1274595"/>
                  </a:lnTo>
                  <a:lnTo>
                    <a:pt x="445920" y="1279859"/>
                  </a:lnTo>
                  <a:lnTo>
                    <a:pt x="445169" y="1282115"/>
                  </a:lnTo>
                  <a:lnTo>
                    <a:pt x="444416" y="1285123"/>
                  </a:lnTo>
                  <a:lnTo>
                    <a:pt x="442913" y="1288131"/>
                  </a:lnTo>
                  <a:lnTo>
                    <a:pt x="441409" y="1288883"/>
                  </a:lnTo>
                  <a:lnTo>
                    <a:pt x="439905" y="1290387"/>
                  </a:lnTo>
                  <a:lnTo>
                    <a:pt x="439153" y="1294899"/>
                  </a:lnTo>
                  <a:lnTo>
                    <a:pt x="439905" y="1301667"/>
                  </a:lnTo>
                  <a:lnTo>
                    <a:pt x="438401" y="1315202"/>
                  </a:lnTo>
                  <a:lnTo>
                    <a:pt x="438401" y="1321970"/>
                  </a:lnTo>
                  <a:lnTo>
                    <a:pt x="440656" y="1327986"/>
                  </a:lnTo>
                  <a:lnTo>
                    <a:pt x="438401" y="1331746"/>
                  </a:lnTo>
                  <a:lnTo>
                    <a:pt x="436897" y="1336257"/>
                  </a:lnTo>
                  <a:lnTo>
                    <a:pt x="435393" y="1346785"/>
                  </a:lnTo>
                  <a:lnTo>
                    <a:pt x="436897" y="1357313"/>
                  </a:lnTo>
                  <a:lnTo>
                    <a:pt x="436145" y="1362576"/>
                  </a:lnTo>
                  <a:lnTo>
                    <a:pt x="431633" y="1364832"/>
                  </a:lnTo>
                  <a:lnTo>
                    <a:pt x="430129" y="1366336"/>
                  </a:lnTo>
                  <a:lnTo>
                    <a:pt x="430129" y="1369344"/>
                  </a:lnTo>
                  <a:lnTo>
                    <a:pt x="430129" y="1372352"/>
                  </a:lnTo>
                  <a:lnTo>
                    <a:pt x="430129" y="1375360"/>
                  </a:lnTo>
                  <a:lnTo>
                    <a:pt x="422609" y="1387392"/>
                  </a:lnTo>
                  <a:lnTo>
                    <a:pt x="421857" y="1390399"/>
                  </a:lnTo>
                  <a:lnTo>
                    <a:pt x="423361" y="1391151"/>
                  </a:lnTo>
                  <a:lnTo>
                    <a:pt x="424113" y="1394159"/>
                  </a:lnTo>
                  <a:lnTo>
                    <a:pt x="424865" y="1394911"/>
                  </a:lnTo>
                  <a:lnTo>
                    <a:pt x="424865" y="1396415"/>
                  </a:lnTo>
                  <a:lnTo>
                    <a:pt x="424865" y="1398671"/>
                  </a:lnTo>
                  <a:lnTo>
                    <a:pt x="423361" y="1403183"/>
                  </a:lnTo>
                  <a:lnTo>
                    <a:pt x="423361" y="1406191"/>
                  </a:lnTo>
                  <a:lnTo>
                    <a:pt x="423361" y="1411455"/>
                  </a:lnTo>
                  <a:lnTo>
                    <a:pt x="414337" y="1406943"/>
                  </a:lnTo>
                  <a:lnTo>
                    <a:pt x="411330" y="1405439"/>
                  </a:lnTo>
                  <a:lnTo>
                    <a:pt x="409826" y="1403935"/>
                  </a:lnTo>
                  <a:lnTo>
                    <a:pt x="404562" y="1396415"/>
                  </a:lnTo>
                  <a:lnTo>
                    <a:pt x="402306" y="1394159"/>
                  </a:lnTo>
                  <a:lnTo>
                    <a:pt x="386515" y="1389648"/>
                  </a:lnTo>
                  <a:lnTo>
                    <a:pt x="382755" y="1388896"/>
                  </a:lnTo>
                  <a:lnTo>
                    <a:pt x="382003" y="1388896"/>
                  </a:lnTo>
                  <a:lnTo>
                    <a:pt x="372227" y="1391151"/>
                  </a:lnTo>
                  <a:lnTo>
                    <a:pt x="370723" y="1391151"/>
                  </a:lnTo>
                  <a:lnTo>
                    <a:pt x="369219" y="1391151"/>
                  </a:lnTo>
                  <a:lnTo>
                    <a:pt x="365459" y="1390399"/>
                  </a:lnTo>
                  <a:lnTo>
                    <a:pt x="363203" y="1389648"/>
                  </a:lnTo>
                  <a:lnTo>
                    <a:pt x="362451" y="1388896"/>
                  </a:lnTo>
                  <a:lnTo>
                    <a:pt x="359443" y="1382880"/>
                  </a:lnTo>
                  <a:lnTo>
                    <a:pt x="357939" y="1380624"/>
                  </a:lnTo>
                  <a:lnTo>
                    <a:pt x="354932" y="1379120"/>
                  </a:lnTo>
                  <a:lnTo>
                    <a:pt x="353428" y="1376864"/>
                  </a:lnTo>
                  <a:lnTo>
                    <a:pt x="351172" y="1371600"/>
                  </a:lnTo>
                  <a:lnTo>
                    <a:pt x="350420" y="1370096"/>
                  </a:lnTo>
                  <a:lnTo>
                    <a:pt x="348916" y="1369344"/>
                  </a:lnTo>
                  <a:lnTo>
                    <a:pt x="345156" y="1365584"/>
                  </a:lnTo>
                  <a:lnTo>
                    <a:pt x="344404" y="1364832"/>
                  </a:lnTo>
                  <a:lnTo>
                    <a:pt x="344404" y="1364080"/>
                  </a:lnTo>
                  <a:lnTo>
                    <a:pt x="343652" y="1363328"/>
                  </a:lnTo>
                  <a:lnTo>
                    <a:pt x="343652" y="1362576"/>
                  </a:lnTo>
                  <a:lnTo>
                    <a:pt x="343652" y="1361824"/>
                  </a:lnTo>
                  <a:lnTo>
                    <a:pt x="344404" y="1358817"/>
                  </a:lnTo>
                  <a:lnTo>
                    <a:pt x="345156" y="1354305"/>
                  </a:lnTo>
                  <a:lnTo>
                    <a:pt x="345156" y="1352049"/>
                  </a:lnTo>
                  <a:lnTo>
                    <a:pt x="344404" y="1349793"/>
                  </a:lnTo>
                  <a:lnTo>
                    <a:pt x="342148" y="1344529"/>
                  </a:lnTo>
                  <a:lnTo>
                    <a:pt x="339892" y="1342273"/>
                  </a:lnTo>
                  <a:lnTo>
                    <a:pt x="338388" y="1340769"/>
                  </a:lnTo>
                  <a:lnTo>
                    <a:pt x="327860" y="1334001"/>
                  </a:lnTo>
                  <a:lnTo>
                    <a:pt x="321093" y="1327986"/>
                  </a:lnTo>
                  <a:lnTo>
                    <a:pt x="319589" y="1327234"/>
                  </a:lnTo>
                  <a:lnTo>
                    <a:pt x="318085" y="1326482"/>
                  </a:lnTo>
                  <a:lnTo>
                    <a:pt x="317333" y="1326482"/>
                  </a:lnTo>
                  <a:lnTo>
                    <a:pt x="315077" y="1324978"/>
                  </a:lnTo>
                  <a:lnTo>
                    <a:pt x="314325" y="1324226"/>
                  </a:lnTo>
                  <a:lnTo>
                    <a:pt x="313573" y="1323474"/>
                  </a:lnTo>
                  <a:lnTo>
                    <a:pt x="313573" y="1319714"/>
                  </a:lnTo>
                  <a:lnTo>
                    <a:pt x="313573" y="1318210"/>
                  </a:lnTo>
                  <a:lnTo>
                    <a:pt x="313573" y="1315954"/>
                  </a:lnTo>
                  <a:lnTo>
                    <a:pt x="314325" y="1313698"/>
                  </a:lnTo>
                  <a:lnTo>
                    <a:pt x="315077" y="1312194"/>
                  </a:lnTo>
                  <a:lnTo>
                    <a:pt x="315829" y="1312194"/>
                  </a:lnTo>
                  <a:lnTo>
                    <a:pt x="316581" y="1311442"/>
                  </a:lnTo>
                  <a:lnTo>
                    <a:pt x="317333" y="1310690"/>
                  </a:lnTo>
                  <a:lnTo>
                    <a:pt x="318837" y="1310690"/>
                  </a:lnTo>
                  <a:lnTo>
                    <a:pt x="320341" y="1310690"/>
                  </a:lnTo>
                  <a:lnTo>
                    <a:pt x="321093" y="1310690"/>
                  </a:lnTo>
                  <a:lnTo>
                    <a:pt x="321845" y="1310690"/>
                  </a:lnTo>
                  <a:lnTo>
                    <a:pt x="322597" y="1309938"/>
                  </a:lnTo>
                  <a:lnTo>
                    <a:pt x="323349" y="1309938"/>
                  </a:lnTo>
                  <a:lnTo>
                    <a:pt x="324100" y="1309186"/>
                  </a:lnTo>
                  <a:lnTo>
                    <a:pt x="324853" y="1307682"/>
                  </a:lnTo>
                  <a:lnTo>
                    <a:pt x="326357" y="1303171"/>
                  </a:lnTo>
                  <a:lnTo>
                    <a:pt x="326357" y="1302419"/>
                  </a:lnTo>
                  <a:lnTo>
                    <a:pt x="327109" y="1300915"/>
                  </a:lnTo>
                  <a:lnTo>
                    <a:pt x="327860" y="1299411"/>
                  </a:lnTo>
                  <a:lnTo>
                    <a:pt x="330868" y="1296403"/>
                  </a:lnTo>
                  <a:lnTo>
                    <a:pt x="333124" y="1294899"/>
                  </a:lnTo>
                  <a:lnTo>
                    <a:pt x="333877" y="1294147"/>
                  </a:lnTo>
                  <a:lnTo>
                    <a:pt x="334628" y="1293395"/>
                  </a:lnTo>
                  <a:lnTo>
                    <a:pt x="334628" y="1292643"/>
                  </a:lnTo>
                  <a:lnTo>
                    <a:pt x="334628" y="1291139"/>
                  </a:lnTo>
                  <a:lnTo>
                    <a:pt x="334628" y="1290387"/>
                  </a:lnTo>
                  <a:lnTo>
                    <a:pt x="333877" y="1288131"/>
                  </a:lnTo>
                  <a:lnTo>
                    <a:pt x="333124" y="1287379"/>
                  </a:lnTo>
                  <a:lnTo>
                    <a:pt x="332372" y="1286627"/>
                  </a:lnTo>
                  <a:lnTo>
                    <a:pt x="330868" y="1285123"/>
                  </a:lnTo>
                  <a:lnTo>
                    <a:pt x="329364" y="1284371"/>
                  </a:lnTo>
                  <a:lnTo>
                    <a:pt x="326357" y="1283619"/>
                  </a:lnTo>
                  <a:lnTo>
                    <a:pt x="314325" y="1279107"/>
                  </a:lnTo>
                  <a:lnTo>
                    <a:pt x="301541" y="1271588"/>
                  </a:lnTo>
                  <a:lnTo>
                    <a:pt x="295526" y="1267076"/>
                  </a:lnTo>
                  <a:lnTo>
                    <a:pt x="293270" y="1264820"/>
                  </a:lnTo>
                  <a:lnTo>
                    <a:pt x="290262" y="1258804"/>
                  </a:lnTo>
                  <a:lnTo>
                    <a:pt x="289510" y="1258052"/>
                  </a:lnTo>
                  <a:lnTo>
                    <a:pt x="289510" y="1256548"/>
                  </a:lnTo>
                  <a:lnTo>
                    <a:pt x="289510" y="1252036"/>
                  </a:lnTo>
                  <a:lnTo>
                    <a:pt x="290262" y="1246021"/>
                  </a:lnTo>
                  <a:lnTo>
                    <a:pt x="289510" y="1244517"/>
                  </a:lnTo>
                  <a:lnTo>
                    <a:pt x="288006" y="1236245"/>
                  </a:lnTo>
                  <a:lnTo>
                    <a:pt x="287254" y="1234741"/>
                  </a:lnTo>
                  <a:lnTo>
                    <a:pt x="281238" y="1225717"/>
                  </a:lnTo>
                  <a:lnTo>
                    <a:pt x="280486" y="1224965"/>
                  </a:lnTo>
                  <a:lnTo>
                    <a:pt x="272966" y="1219701"/>
                  </a:lnTo>
                  <a:lnTo>
                    <a:pt x="272215" y="1219701"/>
                  </a:lnTo>
                  <a:lnTo>
                    <a:pt x="269959" y="1218949"/>
                  </a:lnTo>
                  <a:lnTo>
                    <a:pt x="268455" y="1218949"/>
                  </a:lnTo>
                  <a:lnTo>
                    <a:pt x="261687" y="1219701"/>
                  </a:lnTo>
                  <a:lnTo>
                    <a:pt x="259431" y="1218949"/>
                  </a:lnTo>
                  <a:lnTo>
                    <a:pt x="257927" y="1218949"/>
                  </a:lnTo>
                  <a:lnTo>
                    <a:pt x="256423" y="1218197"/>
                  </a:lnTo>
                  <a:lnTo>
                    <a:pt x="254919" y="1217445"/>
                  </a:lnTo>
                  <a:lnTo>
                    <a:pt x="252663" y="1215190"/>
                  </a:lnTo>
                  <a:lnTo>
                    <a:pt x="251159" y="1214438"/>
                  </a:lnTo>
                  <a:lnTo>
                    <a:pt x="251159" y="1212934"/>
                  </a:lnTo>
                  <a:lnTo>
                    <a:pt x="251159" y="1212182"/>
                  </a:lnTo>
                  <a:lnTo>
                    <a:pt x="251911" y="1210678"/>
                  </a:lnTo>
                  <a:lnTo>
                    <a:pt x="252663" y="1209174"/>
                  </a:lnTo>
                  <a:lnTo>
                    <a:pt x="252663" y="1207670"/>
                  </a:lnTo>
                  <a:lnTo>
                    <a:pt x="253415" y="1206918"/>
                  </a:lnTo>
                  <a:lnTo>
                    <a:pt x="253415" y="1206166"/>
                  </a:lnTo>
                  <a:lnTo>
                    <a:pt x="254167" y="1205414"/>
                  </a:lnTo>
                  <a:lnTo>
                    <a:pt x="257175" y="1202406"/>
                  </a:lnTo>
                  <a:lnTo>
                    <a:pt x="259431" y="1200150"/>
                  </a:lnTo>
                  <a:lnTo>
                    <a:pt x="261687" y="1197894"/>
                  </a:lnTo>
                  <a:lnTo>
                    <a:pt x="263191" y="1195638"/>
                  </a:lnTo>
                  <a:lnTo>
                    <a:pt x="264695" y="1194886"/>
                  </a:lnTo>
                  <a:lnTo>
                    <a:pt x="266199" y="1192630"/>
                  </a:lnTo>
                  <a:lnTo>
                    <a:pt x="266951" y="1191878"/>
                  </a:lnTo>
                  <a:lnTo>
                    <a:pt x="269959" y="1189623"/>
                  </a:lnTo>
                  <a:lnTo>
                    <a:pt x="270711" y="1188871"/>
                  </a:lnTo>
                  <a:lnTo>
                    <a:pt x="271462" y="1188118"/>
                  </a:lnTo>
                  <a:lnTo>
                    <a:pt x="273719" y="1187366"/>
                  </a:lnTo>
                  <a:lnTo>
                    <a:pt x="276726" y="1184359"/>
                  </a:lnTo>
                  <a:lnTo>
                    <a:pt x="278230" y="1182855"/>
                  </a:lnTo>
                  <a:lnTo>
                    <a:pt x="278230" y="1182103"/>
                  </a:lnTo>
                  <a:lnTo>
                    <a:pt x="278982" y="1181351"/>
                  </a:lnTo>
                  <a:lnTo>
                    <a:pt x="278982" y="1180599"/>
                  </a:lnTo>
                  <a:lnTo>
                    <a:pt x="278982" y="1179847"/>
                  </a:lnTo>
                  <a:lnTo>
                    <a:pt x="275222" y="1169319"/>
                  </a:lnTo>
                  <a:lnTo>
                    <a:pt x="275222" y="1168567"/>
                  </a:lnTo>
                  <a:lnTo>
                    <a:pt x="275974" y="1167815"/>
                  </a:lnTo>
                  <a:lnTo>
                    <a:pt x="278230" y="1162551"/>
                  </a:lnTo>
                  <a:lnTo>
                    <a:pt x="278982" y="1161799"/>
                  </a:lnTo>
                  <a:lnTo>
                    <a:pt x="278982" y="1158040"/>
                  </a:lnTo>
                  <a:lnTo>
                    <a:pt x="279734" y="1156536"/>
                  </a:lnTo>
                  <a:lnTo>
                    <a:pt x="279734" y="1155784"/>
                  </a:lnTo>
                  <a:lnTo>
                    <a:pt x="280486" y="1152024"/>
                  </a:lnTo>
                  <a:lnTo>
                    <a:pt x="281990" y="1144504"/>
                  </a:lnTo>
                  <a:lnTo>
                    <a:pt x="283494" y="1139240"/>
                  </a:lnTo>
                  <a:lnTo>
                    <a:pt x="284998" y="1137736"/>
                  </a:lnTo>
                  <a:lnTo>
                    <a:pt x="287254" y="1133224"/>
                  </a:lnTo>
                  <a:lnTo>
                    <a:pt x="287254" y="1130968"/>
                  </a:lnTo>
                  <a:lnTo>
                    <a:pt x="288006" y="1130217"/>
                  </a:lnTo>
                  <a:lnTo>
                    <a:pt x="288758" y="1128713"/>
                  </a:lnTo>
                  <a:lnTo>
                    <a:pt x="290262" y="1127209"/>
                  </a:lnTo>
                  <a:lnTo>
                    <a:pt x="294774" y="1122697"/>
                  </a:lnTo>
                  <a:lnTo>
                    <a:pt x="295526" y="1122697"/>
                  </a:lnTo>
                  <a:lnTo>
                    <a:pt x="306053" y="1118185"/>
                  </a:lnTo>
                  <a:lnTo>
                    <a:pt x="315077" y="1116681"/>
                  </a:lnTo>
                  <a:lnTo>
                    <a:pt x="315829" y="1116681"/>
                  </a:lnTo>
                  <a:lnTo>
                    <a:pt x="319589" y="1116681"/>
                  </a:lnTo>
                  <a:lnTo>
                    <a:pt x="321093" y="1116681"/>
                  </a:lnTo>
                  <a:lnTo>
                    <a:pt x="324853" y="1116681"/>
                  </a:lnTo>
                  <a:lnTo>
                    <a:pt x="339140" y="1116681"/>
                  </a:lnTo>
                  <a:lnTo>
                    <a:pt x="339892" y="1116681"/>
                  </a:lnTo>
                  <a:lnTo>
                    <a:pt x="340644" y="1116681"/>
                  </a:lnTo>
                  <a:lnTo>
                    <a:pt x="340644" y="1115929"/>
                  </a:lnTo>
                  <a:lnTo>
                    <a:pt x="340644" y="1115177"/>
                  </a:lnTo>
                  <a:lnTo>
                    <a:pt x="340644" y="1114425"/>
                  </a:lnTo>
                  <a:lnTo>
                    <a:pt x="338388" y="1112921"/>
                  </a:lnTo>
                  <a:lnTo>
                    <a:pt x="337636" y="1112921"/>
                  </a:lnTo>
                  <a:lnTo>
                    <a:pt x="337636" y="1112169"/>
                  </a:lnTo>
                  <a:lnTo>
                    <a:pt x="336884" y="1111417"/>
                  </a:lnTo>
                  <a:lnTo>
                    <a:pt x="335380" y="1108409"/>
                  </a:lnTo>
                  <a:lnTo>
                    <a:pt x="333877" y="1106153"/>
                  </a:lnTo>
                  <a:lnTo>
                    <a:pt x="333124" y="1104649"/>
                  </a:lnTo>
                  <a:lnTo>
                    <a:pt x="333124" y="1103146"/>
                  </a:lnTo>
                  <a:lnTo>
                    <a:pt x="333124" y="1102394"/>
                  </a:lnTo>
                  <a:lnTo>
                    <a:pt x="333877" y="1102394"/>
                  </a:lnTo>
                  <a:lnTo>
                    <a:pt x="336132" y="1101642"/>
                  </a:lnTo>
                  <a:lnTo>
                    <a:pt x="336884" y="1100889"/>
                  </a:lnTo>
                  <a:lnTo>
                    <a:pt x="336884" y="1100138"/>
                  </a:lnTo>
                  <a:lnTo>
                    <a:pt x="337636" y="1100138"/>
                  </a:lnTo>
                  <a:lnTo>
                    <a:pt x="337636" y="1099386"/>
                  </a:lnTo>
                  <a:lnTo>
                    <a:pt x="338388" y="1098634"/>
                  </a:lnTo>
                  <a:lnTo>
                    <a:pt x="338388" y="1093370"/>
                  </a:lnTo>
                  <a:lnTo>
                    <a:pt x="339140" y="1091866"/>
                  </a:lnTo>
                  <a:lnTo>
                    <a:pt x="340644" y="1088106"/>
                  </a:lnTo>
                  <a:lnTo>
                    <a:pt x="341396" y="1086602"/>
                  </a:lnTo>
                  <a:lnTo>
                    <a:pt x="340644" y="1085850"/>
                  </a:lnTo>
                  <a:lnTo>
                    <a:pt x="340644" y="1085098"/>
                  </a:lnTo>
                  <a:lnTo>
                    <a:pt x="339892" y="1083594"/>
                  </a:lnTo>
                  <a:lnTo>
                    <a:pt x="339140" y="1082090"/>
                  </a:lnTo>
                  <a:lnTo>
                    <a:pt x="338388" y="1081338"/>
                  </a:lnTo>
                  <a:lnTo>
                    <a:pt x="339140" y="1080586"/>
                  </a:lnTo>
                  <a:lnTo>
                    <a:pt x="339892" y="1079082"/>
                  </a:lnTo>
                  <a:lnTo>
                    <a:pt x="339892" y="1078330"/>
                  </a:lnTo>
                  <a:lnTo>
                    <a:pt x="341396" y="1074570"/>
                  </a:lnTo>
                  <a:lnTo>
                    <a:pt x="342148" y="1071563"/>
                  </a:lnTo>
                  <a:lnTo>
                    <a:pt x="342148" y="1070811"/>
                  </a:lnTo>
                  <a:lnTo>
                    <a:pt x="342900" y="1070059"/>
                  </a:lnTo>
                  <a:lnTo>
                    <a:pt x="343652" y="1068555"/>
                  </a:lnTo>
                  <a:lnTo>
                    <a:pt x="344404" y="1067803"/>
                  </a:lnTo>
                  <a:lnTo>
                    <a:pt x="344404" y="1066299"/>
                  </a:lnTo>
                  <a:lnTo>
                    <a:pt x="344404" y="1064795"/>
                  </a:lnTo>
                  <a:lnTo>
                    <a:pt x="343652" y="1061787"/>
                  </a:lnTo>
                  <a:lnTo>
                    <a:pt x="342900" y="1060283"/>
                  </a:lnTo>
                  <a:lnTo>
                    <a:pt x="342148" y="1053515"/>
                  </a:lnTo>
                  <a:lnTo>
                    <a:pt x="341396" y="1051259"/>
                  </a:lnTo>
                  <a:lnTo>
                    <a:pt x="340644" y="1050507"/>
                  </a:lnTo>
                  <a:lnTo>
                    <a:pt x="332372" y="1046747"/>
                  </a:lnTo>
                  <a:lnTo>
                    <a:pt x="331620" y="1045995"/>
                  </a:lnTo>
                  <a:lnTo>
                    <a:pt x="330868" y="1045243"/>
                  </a:lnTo>
                  <a:lnTo>
                    <a:pt x="328613" y="1042236"/>
                  </a:lnTo>
                  <a:lnTo>
                    <a:pt x="328613" y="1041484"/>
                  </a:lnTo>
                  <a:lnTo>
                    <a:pt x="327860" y="1040732"/>
                  </a:lnTo>
                  <a:lnTo>
                    <a:pt x="327109" y="1040732"/>
                  </a:lnTo>
                  <a:lnTo>
                    <a:pt x="326357" y="1040732"/>
                  </a:lnTo>
                  <a:lnTo>
                    <a:pt x="325605" y="1039980"/>
                  </a:lnTo>
                  <a:lnTo>
                    <a:pt x="324100" y="1039980"/>
                  </a:lnTo>
                  <a:lnTo>
                    <a:pt x="323349" y="1039980"/>
                  </a:lnTo>
                  <a:lnTo>
                    <a:pt x="322597" y="1040732"/>
                  </a:lnTo>
                  <a:lnTo>
                    <a:pt x="321845" y="1040732"/>
                  </a:lnTo>
                  <a:lnTo>
                    <a:pt x="321093" y="1041484"/>
                  </a:lnTo>
                  <a:lnTo>
                    <a:pt x="320341" y="1041484"/>
                  </a:lnTo>
                  <a:lnTo>
                    <a:pt x="318837" y="1042236"/>
                  </a:lnTo>
                  <a:lnTo>
                    <a:pt x="317333" y="1042236"/>
                  </a:lnTo>
                  <a:lnTo>
                    <a:pt x="307557" y="1042988"/>
                  </a:lnTo>
                  <a:lnTo>
                    <a:pt x="302294" y="1044491"/>
                  </a:lnTo>
                  <a:lnTo>
                    <a:pt x="300789" y="1045243"/>
                  </a:lnTo>
                  <a:lnTo>
                    <a:pt x="300038" y="1045995"/>
                  </a:lnTo>
                  <a:lnTo>
                    <a:pt x="299285" y="1046747"/>
                  </a:lnTo>
                  <a:lnTo>
                    <a:pt x="298534" y="1046747"/>
                  </a:lnTo>
                  <a:lnTo>
                    <a:pt x="297030" y="1047500"/>
                  </a:lnTo>
                  <a:lnTo>
                    <a:pt x="289510" y="1049003"/>
                  </a:lnTo>
                  <a:lnTo>
                    <a:pt x="288758" y="1049003"/>
                  </a:lnTo>
                  <a:lnTo>
                    <a:pt x="287254" y="1049003"/>
                  </a:lnTo>
                  <a:lnTo>
                    <a:pt x="283494" y="1049755"/>
                  </a:lnTo>
                  <a:lnTo>
                    <a:pt x="282742" y="1049755"/>
                  </a:lnTo>
                  <a:lnTo>
                    <a:pt x="281990" y="1050507"/>
                  </a:lnTo>
                  <a:lnTo>
                    <a:pt x="281238" y="1051259"/>
                  </a:lnTo>
                  <a:lnTo>
                    <a:pt x="280486" y="1052011"/>
                  </a:lnTo>
                  <a:lnTo>
                    <a:pt x="279734" y="1052011"/>
                  </a:lnTo>
                  <a:lnTo>
                    <a:pt x="278230" y="1052011"/>
                  </a:lnTo>
                  <a:lnTo>
                    <a:pt x="277478" y="1052011"/>
                  </a:lnTo>
                  <a:lnTo>
                    <a:pt x="275222" y="1054267"/>
                  </a:lnTo>
                  <a:lnTo>
                    <a:pt x="274470" y="1055019"/>
                  </a:lnTo>
                  <a:lnTo>
                    <a:pt x="272966" y="1055771"/>
                  </a:lnTo>
                  <a:lnTo>
                    <a:pt x="272215" y="1057275"/>
                  </a:lnTo>
                  <a:lnTo>
                    <a:pt x="269959" y="1059531"/>
                  </a:lnTo>
                  <a:lnTo>
                    <a:pt x="269959" y="1060283"/>
                  </a:lnTo>
                  <a:lnTo>
                    <a:pt x="269207" y="1060283"/>
                  </a:lnTo>
                  <a:lnTo>
                    <a:pt x="266199" y="1061787"/>
                  </a:lnTo>
                  <a:lnTo>
                    <a:pt x="263191" y="1062539"/>
                  </a:lnTo>
                  <a:lnTo>
                    <a:pt x="262439" y="1062539"/>
                  </a:lnTo>
                  <a:lnTo>
                    <a:pt x="261687" y="1062539"/>
                  </a:lnTo>
                  <a:lnTo>
                    <a:pt x="260183" y="1061787"/>
                  </a:lnTo>
                  <a:lnTo>
                    <a:pt x="259431" y="1060283"/>
                  </a:lnTo>
                  <a:lnTo>
                    <a:pt x="258679" y="1059531"/>
                  </a:lnTo>
                  <a:lnTo>
                    <a:pt x="257927" y="1058027"/>
                  </a:lnTo>
                  <a:lnTo>
                    <a:pt x="257927" y="1056523"/>
                  </a:lnTo>
                  <a:lnTo>
                    <a:pt x="257175" y="1055019"/>
                  </a:lnTo>
                  <a:lnTo>
                    <a:pt x="256423" y="1054267"/>
                  </a:lnTo>
                  <a:lnTo>
                    <a:pt x="255671" y="1053515"/>
                  </a:lnTo>
                  <a:lnTo>
                    <a:pt x="254919" y="1053515"/>
                  </a:lnTo>
                  <a:lnTo>
                    <a:pt x="252663" y="1052763"/>
                  </a:lnTo>
                  <a:lnTo>
                    <a:pt x="251911" y="1052011"/>
                  </a:lnTo>
                  <a:lnTo>
                    <a:pt x="251159" y="1050507"/>
                  </a:lnTo>
                  <a:lnTo>
                    <a:pt x="249655" y="1047500"/>
                  </a:lnTo>
                  <a:lnTo>
                    <a:pt x="248903" y="1045243"/>
                  </a:lnTo>
                  <a:lnTo>
                    <a:pt x="240632" y="1033964"/>
                  </a:lnTo>
                  <a:lnTo>
                    <a:pt x="239880" y="1033212"/>
                  </a:lnTo>
                  <a:lnTo>
                    <a:pt x="239880" y="1032460"/>
                  </a:lnTo>
                  <a:lnTo>
                    <a:pt x="236120" y="1030956"/>
                  </a:lnTo>
                  <a:lnTo>
                    <a:pt x="234616" y="1030204"/>
                  </a:lnTo>
                  <a:lnTo>
                    <a:pt x="232360" y="1027196"/>
                  </a:lnTo>
                  <a:lnTo>
                    <a:pt x="229352" y="1021180"/>
                  </a:lnTo>
                  <a:lnTo>
                    <a:pt x="228600" y="1018924"/>
                  </a:lnTo>
                  <a:lnTo>
                    <a:pt x="227848" y="1017421"/>
                  </a:lnTo>
                  <a:lnTo>
                    <a:pt x="227096" y="1016669"/>
                  </a:lnTo>
                  <a:lnTo>
                    <a:pt x="226344" y="1016669"/>
                  </a:lnTo>
                  <a:lnTo>
                    <a:pt x="225592" y="1016669"/>
                  </a:lnTo>
                  <a:lnTo>
                    <a:pt x="224088" y="1016669"/>
                  </a:lnTo>
                  <a:lnTo>
                    <a:pt x="223336" y="1015917"/>
                  </a:lnTo>
                  <a:lnTo>
                    <a:pt x="222584" y="1015917"/>
                  </a:lnTo>
                  <a:lnTo>
                    <a:pt x="221832" y="1015165"/>
                  </a:lnTo>
                  <a:lnTo>
                    <a:pt x="221080" y="1014412"/>
                  </a:lnTo>
                  <a:lnTo>
                    <a:pt x="221080" y="1013661"/>
                  </a:lnTo>
                  <a:lnTo>
                    <a:pt x="221080" y="1012909"/>
                  </a:lnTo>
                  <a:lnTo>
                    <a:pt x="221080" y="1012157"/>
                  </a:lnTo>
                  <a:lnTo>
                    <a:pt x="221080" y="1010653"/>
                  </a:lnTo>
                  <a:lnTo>
                    <a:pt x="221080" y="1009901"/>
                  </a:lnTo>
                  <a:lnTo>
                    <a:pt x="220328" y="1009149"/>
                  </a:lnTo>
                  <a:lnTo>
                    <a:pt x="218824" y="1008397"/>
                  </a:lnTo>
                  <a:lnTo>
                    <a:pt x="218824" y="1007645"/>
                  </a:lnTo>
                  <a:lnTo>
                    <a:pt x="218072" y="1006893"/>
                  </a:lnTo>
                  <a:lnTo>
                    <a:pt x="218824" y="1006141"/>
                  </a:lnTo>
                  <a:lnTo>
                    <a:pt x="219576" y="1004637"/>
                  </a:lnTo>
                  <a:lnTo>
                    <a:pt x="218824" y="1004637"/>
                  </a:lnTo>
                  <a:lnTo>
                    <a:pt x="216568" y="1000877"/>
                  </a:lnTo>
                  <a:lnTo>
                    <a:pt x="215817" y="1000125"/>
                  </a:lnTo>
                  <a:lnTo>
                    <a:pt x="215064" y="1000125"/>
                  </a:lnTo>
                  <a:lnTo>
                    <a:pt x="214313" y="1000125"/>
                  </a:lnTo>
                  <a:lnTo>
                    <a:pt x="214313" y="1000877"/>
                  </a:lnTo>
                  <a:lnTo>
                    <a:pt x="214313" y="1002381"/>
                  </a:lnTo>
                  <a:lnTo>
                    <a:pt x="214313" y="1003133"/>
                  </a:lnTo>
                  <a:lnTo>
                    <a:pt x="214313" y="1003885"/>
                  </a:lnTo>
                  <a:lnTo>
                    <a:pt x="213561" y="1004637"/>
                  </a:lnTo>
                  <a:lnTo>
                    <a:pt x="212808" y="1004637"/>
                  </a:lnTo>
                  <a:lnTo>
                    <a:pt x="212057" y="1003885"/>
                  </a:lnTo>
                  <a:lnTo>
                    <a:pt x="211304" y="1003133"/>
                  </a:lnTo>
                  <a:lnTo>
                    <a:pt x="211304" y="1002381"/>
                  </a:lnTo>
                  <a:lnTo>
                    <a:pt x="211304" y="1001629"/>
                  </a:lnTo>
                  <a:lnTo>
                    <a:pt x="211304" y="1000877"/>
                  </a:lnTo>
                  <a:lnTo>
                    <a:pt x="210553" y="999373"/>
                  </a:lnTo>
                  <a:lnTo>
                    <a:pt x="209049" y="994109"/>
                  </a:lnTo>
                  <a:lnTo>
                    <a:pt x="208297" y="992605"/>
                  </a:lnTo>
                  <a:lnTo>
                    <a:pt x="207545" y="991853"/>
                  </a:lnTo>
                  <a:lnTo>
                    <a:pt x="206793" y="991853"/>
                  </a:lnTo>
                  <a:lnTo>
                    <a:pt x="204537" y="991853"/>
                  </a:lnTo>
                  <a:lnTo>
                    <a:pt x="203785" y="991853"/>
                  </a:lnTo>
                  <a:lnTo>
                    <a:pt x="202281" y="991101"/>
                  </a:lnTo>
                  <a:lnTo>
                    <a:pt x="202281" y="990349"/>
                  </a:lnTo>
                  <a:lnTo>
                    <a:pt x="203033" y="988845"/>
                  </a:lnTo>
                  <a:lnTo>
                    <a:pt x="203033" y="987342"/>
                  </a:lnTo>
                  <a:lnTo>
                    <a:pt x="202281" y="985086"/>
                  </a:lnTo>
                  <a:lnTo>
                    <a:pt x="201529" y="984334"/>
                  </a:lnTo>
                  <a:lnTo>
                    <a:pt x="200777" y="984334"/>
                  </a:lnTo>
                  <a:lnTo>
                    <a:pt x="198521" y="984334"/>
                  </a:lnTo>
                  <a:lnTo>
                    <a:pt x="197769" y="984334"/>
                  </a:lnTo>
                  <a:lnTo>
                    <a:pt x="197017" y="984334"/>
                  </a:lnTo>
                  <a:lnTo>
                    <a:pt x="196265" y="985086"/>
                  </a:lnTo>
                  <a:lnTo>
                    <a:pt x="195513" y="985086"/>
                  </a:lnTo>
                  <a:lnTo>
                    <a:pt x="194761" y="985086"/>
                  </a:lnTo>
                  <a:lnTo>
                    <a:pt x="193257" y="983582"/>
                  </a:lnTo>
                  <a:lnTo>
                    <a:pt x="191753" y="982830"/>
                  </a:lnTo>
                  <a:lnTo>
                    <a:pt x="190249" y="978318"/>
                  </a:lnTo>
                  <a:lnTo>
                    <a:pt x="189497" y="978318"/>
                  </a:lnTo>
                  <a:lnTo>
                    <a:pt x="189497" y="977566"/>
                  </a:lnTo>
                  <a:lnTo>
                    <a:pt x="188745" y="973054"/>
                  </a:lnTo>
                  <a:lnTo>
                    <a:pt x="188745" y="972302"/>
                  </a:lnTo>
                  <a:lnTo>
                    <a:pt x="187993" y="971550"/>
                  </a:lnTo>
                  <a:lnTo>
                    <a:pt x="187242" y="971550"/>
                  </a:lnTo>
                  <a:lnTo>
                    <a:pt x="186489" y="970798"/>
                  </a:lnTo>
                  <a:lnTo>
                    <a:pt x="185738" y="970798"/>
                  </a:lnTo>
                  <a:lnTo>
                    <a:pt x="181978" y="971550"/>
                  </a:lnTo>
                  <a:lnTo>
                    <a:pt x="178970" y="971550"/>
                  </a:lnTo>
                  <a:lnTo>
                    <a:pt x="178218" y="972302"/>
                  </a:lnTo>
                  <a:lnTo>
                    <a:pt x="176714" y="972302"/>
                  </a:lnTo>
                  <a:lnTo>
                    <a:pt x="174458" y="970798"/>
                  </a:lnTo>
                  <a:lnTo>
                    <a:pt x="178970" y="967038"/>
                  </a:lnTo>
                  <a:lnTo>
                    <a:pt x="184985" y="964782"/>
                  </a:lnTo>
                  <a:lnTo>
                    <a:pt x="189497" y="961023"/>
                  </a:lnTo>
                  <a:lnTo>
                    <a:pt x="191753" y="955007"/>
                  </a:lnTo>
                  <a:lnTo>
                    <a:pt x="190249" y="948991"/>
                  </a:lnTo>
                  <a:lnTo>
                    <a:pt x="185738" y="945983"/>
                  </a:lnTo>
                  <a:lnTo>
                    <a:pt x="180474" y="944479"/>
                  </a:lnTo>
                  <a:lnTo>
                    <a:pt x="174458" y="943727"/>
                  </a:lnTo>
                  <a:lnTo>
                    <a:pt x="172202" y="945983"/>
                  </a:lnTo>
                  <a:lnTo>
                    <a:pt x="169194" y="948991"/>
                  </a:lnTo>
                  <a:lnTo>
                    <a:pt x="166186" y="950495"/>
                  </a:lnTo>
                  <a:lnTo>
                    <a:pt x="163930" y="942975"/>
                  </a:lnTo>
                  <a:lnTo>
                    <a:pt x="160923" y="940719"/>
                  </a:lnTo>
                  <a:lnTo>
                    <a:pt x="155659" y="937711"/>
                  </a:lnTo>
                  <a:lnTo>
                    <a:pt x="151147" y="932447"/>
                  </a:lnTo>
                  <a:lnTo>
                    <a:pt x="154155" y="927936"/>
                  </a:lnTo>
                  <a:lnTo>
                    <a:pt x="160170" y="925680"/>
                  </a:lnTo>
                  <a:lnTo>
                    <a:pt x="166938" y="927184"/>
                  </a:lnTo>
                  <a:lnTo>
                    <a:pt x="175210" y="913648"/>
                  </a:lnTo>
                  <a:lnTo>
                    <a:pt x="185738" y="904625"/>
                  </a:lnTo>
                  <a:lnTo>
                    <a:pt x="187242" y="900865"/>
                  </a:lnTo>
                  <a:lnTo>
                    <a:pt x="187993" y="897857"/>
                  </a:lnTo>
                  <a:lnTo>
                    <a:pt x="190249" y="888833"/>
                  </a:lnTo>
                  <a:lnTo>
                    <a:pt x="190249" y="887329"/>
                  </a:lnTo>
                  <a:lnTo>
                    <a:pt x="191002" y="885825"/>
                  </a:lnTo>
                  <a:lnTo>
                    <a:pt x="190249" y="885073"/>
                  </a:lnTo>
                  <a:lnTo>
                    <a:pt x="189497" y="883569"/>
                  </a:lnTo>
                  <a:lnTo>
                    <a:pt x="188745" y="882817"/>
                  </a:lnTo>
                  <a:lnTo>
                    <a:pt x="188745" y="881313"/>
                  </a:lnTo>
                  <a:lnTo>
                    <a:pt x="188745" y="880561"/>
                  </a:lnTo>
                  <a:lnTo>
                    <a:pt x="188745" y="870786"/>
                  </a:lnTo>
                  <a:lnTo>
                    <a:pt x="189497" y="867026"/>
                  </a:lnTo>
                  <a:lnTo>
                    <a:pt x="191753" y="862514"/>
                  </a:lnTo>
                  <a:lnTo>
                    <a:pt x="190249" y="857250"/>
                  </a:lnTo>
                  <a:lnTo>
                    <a:pt x="191002" y="851234"/>
                  </a:lnTo>
                  <a:lnTo>
                    <a:pt x="194761" y="841459"/>
                  </a:lnTo>
                  <a:lnTo>
                    <a:pt x="195513" y="835443"/>
                  </a:lnTo>
                  <a:lnTo>
                    <a:pt x="195513" y="833187"/>
                  </a:lnTo>
                  <a:lnTo>
                    <a:pt x="197017" y="830931"/>
                  </a:lnTo>
                  <a:lnTo>
                    <a:pt x="200777" y="826419"/>
                  </a:lnTo>
                  <a:lnTo>
                    <a:pt x="202281" y="823411"/>
                  </a:lnTo>
                  <a:lnTo>
                    <a:pt x="200025" y="820403"/>
                  </a:lnTo>
                  <a:lnTo>
                    <a:pt x="200025" y="816643"/>
                  </a:lnTo>
                  <a:lnTo>
                    <a:pt x="203033" y="809124"/>
                  </a:lnTo>
                  <a:lnTo>
                    <a:pt x="201529" y="803860"/>
                  </a:lnTo>
                  <a:lnTo>
                    <a:pt x="206793" y="792580"/>
                  </a:lnTo>
                  <a:lnTo>
                    <a:pt x="207545" y="786565"/>
                  </a:lnTo>
                  <a:lnTo>
                    <a:pt x="206041" y="783557"/>
                  </a:lnTo>
                  <a:lnTo>
                    <a:pt x="201529" y="778293"/>
                  </a:lnTo>
                  <a:lnTo>
                    <a:pt x="200777" y="775285"/>
                  </a:lnTo>
                  <a:lnTo>
                    <a:pt x="200777" y="772277"/>
                  </a:lnTo>
                  <a:lnTo>
                    <a:pt x="199273" y="766261"/>
                  </a:lnTo>
                  <a:lnTo>
                    <a:pt x="199273" y="746710"/>
                  </a:lnTo>
                  <a:lnTo>
                    <a:pt x="200777" y="736934"/>
                  </a:lnTo>
                  <a:lnTo>
                    <a:pt x="200777" y="730919"/>
                  </a:lnTo>
                  <a:lnTo>
                    <a:pt x="200777" y="729415"/>
                  </a:lnTo>
                  <a:lnTo>
                    <a:pt x="199273" y="727159"/>
                  </a:lnTo>
                  <a:lnTo>
                    <a:pt x="198521" y="724903"/>
                  </a:lnTo>
                  <a:lnTo>
                    <a:pt x="197017" y="722647"/>
                  </a:lnTo>
                  <a:lnTo>
                    <a:pt x="197017" y="721143"/>
                  </a:lnTo>
                  <a:lnTo>
                    <a:pt x="197017" y="718887"/>
                  </a:lnTo>
                  <a:lnTo>
                    <a:pt x="196265" y="718135"/>
                  </a:lnTo>
                  <a:lnTo>
                    <a:pt x="195513" y="716631"/>
                  </a:lnTo>
                  <a:lnTo>
                    <a:pt x="194761" y="715127"/>
                  </a:lnTo>
                  <a:lnTo>
                    <a:pt x="191002" y="712119"/>
                  </a:lnTo>
                  <a:lnTo>
                    <a:pt x="190249" y="711367"/>
                  </a:lnTo>
                  <a:lnTo>
                    <a:pt x="192505" y="688056"/>
                  </a:lnTo>
                  <a:lnTo>
                    <a:pt x="188745" y="678280"/>
                  </a:lnTo>
                  <a:lnTo>
                    <a:pt x="185738" y="674521"/>
                  </a:lnTo>
                  <a:lnTo>
                    <a:pt x="182730" y="671513"/>
                  </a:lnTo>
                  <a:lnTo>
                    <a:pt x="179722" y="670761"/>
                  </a:lnTo>
                  <a:lnTo>
                    <a:pt x="173706" y="670009"/>
                  </a:lnTo>
                  <a:lnTo>
                    <a:pt x="171450" y="668505"/>
                  </a:lnTo>
                  <a:lnTo>
                    <a:pt x="168442" y="666249"/>
                  </a:lnTo>
                  <a:lnTo>
                    <a:pt x="154155" y="657977"/>
                  </a:lnTo>
                  <a:lnTo>
                    <a:pt x="151899" y="657225"/>
                  </a:lnTo>
                  <a:lnTo>
                    <a:pt x="148891" y="656473"/>
                  </a:lnTo>
                  <a:lnTo>
                    <a:pt x="142875" y="657977"/>
                  </a:lnTo>
                  <a:lnTo>
                    <a:pt x="139867" y="657977"/>
                  </a:lnTo>
                  <a:lnTo>
                    <a:pt x="136859" y="656473"/>
                  </a:lnTo>
                  <a:lnTo>
                    <a:pt x="134603" y="654969"/>
                  </a:lnTo>
                  <a:lnTo>
                    <a:pt x="133851" y="651961"/>
                  </a:lnTo>
                  <a:lnTo>
                    <a:pt x="133851" y="644442"/>
                  </a:lnTo>
                  <a:lnTo>
                    <a:pt x="133099" y="641434"/>
                  </a:lnTo>
                  <a:lnTo>
                    <a:pt x="130844" y="638426"/>
                  </a:lnTo>
                  <a:lnTo>
                    <a:pt x="127836" y="636922"/>
                  </a:lnTo>
                  <a:lnTo>
                    <a:pt x="121820" y="634666"/>
                  </a:lnTo>
                  <a:lnTo>
                    <a:pt x="115804" y="633914"/>
                  </a:lnTo>
                  <a:lnTo>
                    <a:pt x="112044" y="633914"/>
                  </a:lnTo>
                  <a:lnTo>
                    <a:pt x="109788" y="634666"/>
                  </a:lnTo>
                  <a:lnTo>
                    <a:pt x="106028" y="637674"/>
                  </a:lnTo>
                  <a:lnTo>
                    <a:pt x="102268" y="639178"/>
                  </a:lnTo>
                  <a:lnTo>
                    <a:pt x="95501" y="639178"/>
                  </a:lnTo>
                  <a:lnTo>
                    <a:pt x="88733" y="637674"/>
                  </a:lnTo>
                  <a:lnTo>
                    <a:pt x="64670" y="626394"/>
                  </a:lnTo>
                  <a:lnTo>
                    <a:pt x="62414" y="624138"/>
                  </a:lnTo>
                  <a:lnTo>
                    <a:pt x="61662" y="624138"/>
                  </a:lnTo>
                  <a:lnTo>
                    <a:pt x="60910" y="623386"/>
                  </a:lnTo>
                  <a:lnTo>
                    <a:pt x="49630" y="623386"/>
                  </a:lnTo>
                  <a:lnTo>
                    <a:pt x="42863" y="624890"/>
                  </a:lnTo>
                  <a:lnTo>
                    <a:pt x="36847" y="627146"/>
                  </a:lnTo>
                  <a:lnTo>
                    <a:pt x="31583" y="629402"/>
                  </a:lnTo>
                  <a:lnTo>
                    <a:pt x="30079" y="631658"/>
                  </a:lnTo>
                  <a:lnTo>
                    <a:pt x="28575" y="633914"/>
                  </a:lnTo>
                  <a:lnTo>
                    <a:pt x="24063" y="644442"/>
                  </a:lnTo>
                  <a:lnTo>
                    <a:pt x="23311" y="645193"/>
                  </a:lnTo>
                  <a:lnTo>
                    <a:pt x="21807" y="647449"/>
                  </a:lnTo>
                  <a:lnTo>
                    <a:pt x="20303" y="648201"/>
                  </a:lnTo>
                  <a:lnTo>
                    <a:pt x="19551" y="648201"/>
                  </a:lnTo>
                  <a:lnTo>
                    <a:pt x="18048" y="645193"/>
                  </a:lnTo>
                  <a:lnTo>
                    <a:pt x="15039" y="644442"/>
                  </a:lnTo>
                  <a:lnTo>
                    <a:pt x="9776" y="645193"/>
                  </a:lnTo>
                  <a:lnTo>
                    <a:pt x="8272" y="645945"/>
                  </a:lnTo>
                  <a:lnTo>
                    <a:pt x="3008" y="652713"/>
                  </a:lnTo>
                  <a:close/>
                  <a:moveTo>
                    <a:pt x="642938" y="265447"/>
                  </a:moveTo>
                  <a:lnTo>
                    <a:pt x="641434" y="266199"/>
                  </a:lnTo>
                  <a:lnTo>
                    <a:pt x="639929" y="266951"/>
                  </a:lnTo>
                  <a:lnTo>
                    <a:pt x="639929" y="267703"/>
                  </a:lnTo>
                  <a:lnTo>
                    <a:pt x="639929" y="269959"/>
                  </a:lnTo>
                  <a:lnTo>
                    <a:pt x="641434" y="267703"/>
                  </a:lnTo>
                  <a:lnTo>
                    <a:pt x="645193" y="263191"/>
                  </a:lnTo>
                  <a:lnTo>
                    <a:pt x="644442" y="275222"/>
                  </a:lnTo>
                  <a:lnTo>
                    <a:pt x="643689" y="278230"/>
                  </a:lnTo>
                  <a:lnTo>
                    <a:pt x="642186" y="280486"/>
                  </a:lnTo>
                  <a:lnTo>
                    <a:pt x="641434" y="281990"/>
                  </a:lnTo>
                  <a:lnTo>
                    <a:pt x="642938" y="287254"/>
                  </a:lnTo>
                  <a:lnTo>
                    <a:pt x="639929" y="288758"/>
                  </a:lnTo>
                  <a:lnTo>
                    <a:pt x="636922" y="290262"/>
                  </a:lnTo>
                  <a:lnTo>
                    <a:pt x="633914" y="295526"/>
                  </a:lnTo>
                  <a:lnTo>
                    <a:pt x="629402" y="300038"/>
                  </a:lnTo>
                  <a:lnTo>
                    <a:pt x="629402" y="301542"/>
                  </a:lnTo>
                  <a:lnTo>
                    <a:pt x="628650" y="303045"/>
                  </a:lnTo>
                  <a:lnTo>
                    <a:pt x="628650" y="303797"/>
                  </a:lnTo>
                  <a:lnTo>
                    <a:pt x="627146" y="303797"/>
                  </a:lnTo>
                  <a:lnTo>
                    <a:pt x="627146" y="303045"/>
                  </a:lnTo>
                  <a:lnTo>
                    <a:pt x="627146" y="301542"/>
                  </a:lnTo>
                  <a:lnTo>
                    <a:pt x="626394" y="300789"/>
                  </a:lnTo>
                  <a:lnTo>
                    <a:pt x="626394" y="300038"/>
                  </a:lnTo>
                  <a:lnTo>
                    <a:pt x="626394" y="298534"/>
                  </a:lnTo>
                  <a:lnTo>
                    <a:pt x="628650" y="294774"/>
                  </a:lnTo>
                  <a:lnTo>
                    <a:pt x="629402" y="293270"/>
                  </a:lnTo>
                  <a:lnTo>
                    <a:pt x="630154" y="291766"/>
                  </a:lnTo>
                  <a:lnTo>
                    <a:pt x="630906" y="288006"/>
                  </a:lnTo>
                  <a:lnTo>
                    <a:pt x="632410" y="284246"/>
                  </a:lnTo>
                  <a:lnTo>
                    <a:pt x="632410" y="282742"/>
                  </a:lnTo>
                  <a:lnTo>
                    <a:pt x="632410" y="279734"/>
                  </a:lnTo>
                  <a:lnTo>
                    <a:pt x="629402" y="273719"/>
                  </a:lnTo>
                  <a:lnTo>
                    <a:pt x="629402" y="271463"/>
                  </a:lnTo>
                  <a:lnTo>
                    <a:pt x="629402" y="269207"/>
                  </a:lnTo>
                  <a:lnTo>
                    <a:pt x="630906" y="264695"/>
                  </a:lnTo>
                  <a:lnTo>
                    <a:pt x="635418" y="255671"/>
                  </a:lnTo>
                  <a:lnTo>
                    <a:pt x="638426" y="253415"/>
                  </a:lnTo>
                  <a:lnTo>
                    <a:pt x="645193" y="249655"/>
                  </a:lnTo>
                  <a:lnTo>
                    <a:pt x="644442" y="258679"/>
                  </a:lnTo>
                  <a:lnTo>
                    <a:pt x="642938" y="265447"/>
                  </a:lnTo>
                  <a:close/>
                  <a:moveTo>
                    <a:pt x="1014413" y="249655"/>
                  </a:moveTo>
                  <a:lnTo>
                    <a:pt x="1015916" y="249655"/>
                  </a:lnTo>
                  <a:lnTo>
                    <a:pt x="1015165" y="251911"/>
                  </a:lnTo>
                  <a:lnTo>
                    <a:pt x="1015916" y="253415"/>
                  </a:lnTo>
                  <a:lnTo>
                    <a:pt x="1015916" y="254919"/>
                  </a:lnTo>
                  <a:lnTo>
                    <a:pt x="1016669" y="256423"/>
                  </a:lnTo>
                  <a:lnTo>
                    <a:pt x="1015916" y="257175"/>
                  </a:lnTo>
                  <a:lnTo>
                    <a:pt x="1014413" y="257175"/>
                  </a:lnTo>
                  <a:lnTo>
                    <a:pt x="1012909" y="257927"/>
                  </a:lnTo>
                  <a:lnTo>
                    <a:pt x="1009901" y="258679"/>
                  </a:lnTo>
                  <a:lnTo>
                    <a:pt x="1008397" y="257927"/>
                  </a:lnTo>
                  <a:lnTo>
                    <a:pt x="1006893" y="257175"/>
                  </a:lnTo>
                  <a:lnTo>
                    <a:pt x="1005389" y="256423"/>
                  </a:lnTo>
                  <a:lnTo>
                    <a:pt x="1007645" y="254919"/>
                  </a:lnTo>
                  <a:lnTo>
                    <a:pt x="1008397" y="254919"/>
                  </a:lnTo>
                  <a:lnTo>
                    <a:pt x="1008397" y="254167"/>
                  </a:lnTo>
                  <a:lnTo>
                    <a:pt x="1006141" y="253415"/>
                  </a:lnTo>
                  <a:lnTo>
                    <a:pt x="1004637" y="253415"/>
                  </a:lnTo>
                  <a:lnTo>
                    <a:pt x="1004637" y="251911"/>
                  </a:lnTo>
                  <a:lnTo>
                    <a:pt x="1005389" y="249655"/>
                  </a:lnTo>
                  <a:lnTo>
                    <a:pt x="1002381" y="250407"/>
                  </a:lnTo>
                  <a:lnTo>
                    <a:pt x="999373" y="249655"/>
                  </a:lnTo>
                  <a:lnTo>
                    <a:pt x="992605" y="245895"/>
                  </a:lnTo>
                  <a:lnTo>
                    <a:pt x="994861" y="245143"/>
                  </a:lnTo>
                  <a:lnTo>
                    <a:pt x="1006893" y="245895"/>
                  </a:lnTo>
                  <a:lnTo>
                    <a:pt x="1009901" y="246647"/>
                  </a:lnTo>
                  <a:lnTo>
                    <a:pt x="1012156" y="248903"/>
                  </a:lnTo>
                  <a:lnTo>
                    <a:pt x="1013660" y="251159"/>
                  </a:lnTo>
                  <a:lnTo>
                    <a:pt x="1014413" y="250407"/>
                  </a:lnTo>
                  <a:lnTo>
                    <a:pt x="1014413" y="249655"/>
                  </a:lnTo>
                  <a:close/>
                  <a:moveTo>
                    <a:pt x="774533" y="181226"/>
                  </a:moveTo>
                  <a:lnTo>
                    <a:pt x="777541" y="181978"/>
                  </a:lnTo>
                  <a:lnTo>
                    <a:pt x="778293" y="183482"/>
                  </a:lnTo>
                  <a:lnTo>
                    <a:pt x="778293" y="186490"/>
                  </a:lnTo>
                  <a:lnTo>
                    <a:pt x="777541" y="188745"/>
                  </a:lnTo>
                  <a:lnTo>
                    <a:pt x="774533" y="191001"/>
                  </a:lnTo>
                  <a:lnTo>
                    <a:pt x="773781" y="194009"/>
                  </a:lnTo>
                  <a:lnTo>
                    <a:pt x="773781" y="197769"/>
                  </a:lnTo>
                  <a:lnTo>
                    <a:pt x="773781" y="200025"/>
                  </a:lnTo>
                  <a:lnTo>
                    <a:pt x="772277" y="201529"/>
                  </a:lnTo>
                  <a:lnTo>
                    <a:pt x="773029" y="203033"/>
                  </a:lnTo>
                  <a:lnTo>
                    <a:pt x="773029" y="203785"/>
                  </a:lnTo>
                  <a:lnTo>
                    <a:pt x="773029" y="204537"/>
                  </a:lnTo>
                  <a:lnTo>
                    <a:pt x="770021" y="203785"/>
                  </a:lnTo>
                  <a:lnTo>
                    <a:pt x="767013" y="203785"/>
                  </a:lnTo>
                  <a:lnTo>
                    <a:pt x="765509" y="203785"/>
                  </a:lnTo>
                  <a:lnTo>
                    <a:pt x="764757" y="205289"/>
                  </a:lnTo>
                  <a:lnTo>
                    <a:pt x="763253" y="205289"/>
                  </a:lnTo>
                  <a:lnTo>
                    <a:pt x="762502" y="206041"/>
                  </a:lnTo>
                  <a:lnTo>
                    <a:pt x="762502" y="207545"/>
                  </a:lnTo>
                  <a:lnTo>
                    <a:pt x="761749" y="207545"/>
                  </a:lnTo>
                  <a:lnTo>
                    <a:pt x="759493" y="207545"/>
                  </a:lnTo>
                  <a:lnTo>
                    <a:pt x="758742" y="206793"/>
                  </a:lnTo>
                  <a:lnTo>
                    <a:pt x="757238" y="205289"/>
                  </a:lnTo>
                  <a:lnTo>
                    <a:pt x="757238" y="204537"/>
                  </a:lnTo>
                  <a:lnTo>
                    <a:pt x="757989" y="203033"/>
                  </a:lnTo>
                  <a:lnTo>
                    <a:pt x="758742" y="200025"/>
                  </a:lnTo>
                  <a:lnTo>
                    <a:pt x="757989" y="197017"/>
                  </a:lnTo>
                  <a:lnTo>
                    <a:pt x="757989" y="194009"/>
                  </a:lnTo>
                  <a:lnTo>
                    <a:pt x="759493" y="191753"/>
                  </a:lnTo>
                  <a:lnTo>
                    <a:pt x="760998" y="187242"/>
                  </a:lnTo>
                  <a:lnTo>
                    <a:pt x="763253" y="184986"/>
                  </a:lnTo>
                  <a:lnTo>
                    <a:pt x="765509" y="183482"/>
                  </a:lnTo>
                  <a:lnTo>
                    <a:pt x="768517" y="182730"/>
                  </a:lnTo>
                  <a:lnTo>
                    <a:pt x="770021" y="181978"/>
                  </a:lnTo>
                  <a:lnTo>
                    <a:pt x="773029" y="181978"/>
                  </a:lnTo>
                  <a:lnTo>
                    <a:pt x="774533" y="181226"/>
                  </a:lnTo>
                  <a:close/>
                  <a:moveTo>
                    <a:pt x="582780" y="33087"/>
                  </a:moveTo>
                  <a:lnTo>
                    <a:pt x="585035" y="34591"/>
                  </a:lnTo>
                  <a:lnTo>
                    <a:pt x="585035" y="36847"/>
                  </a:lnTo>
                  <a:lnTo>
                    <a:pt x="584284" y="41359"/>
                  </a:lnTo>
                  <a:lnTo>
                    <a:pt x="582780" y="41359"/>
                  </a:lnTo>
                  <a:lnTo>
                    <a:pt x="582028" y="40607"/>
                  </a:lnTo>
                  <a:lnTo>
                    <a:pt x="581276" y="39103"/>
                  </a:lnTo>
                  <a:lnTo>
                    <a:pt x="579772" y="38351"/>
                  </a:lnTo>
                  <a:lnTo>
                    <a:pt x="579020" y="38351"/>
                  </a:lnTo>
                  <a:lnTo>
                    <a:pt x="579020" y="39103"/>
                  </a:lnTo>
                  <a:lnTo>
                    <a:pt x="579772" y="40607"/>
                  </a:lnTo>
                  <a:lnTo>
                    <a:pt x="580524" y="41359"/>
                  </a:lnTo>
                  <a:lnTo>
                    <a:pt x="582028" y="42111"/>
                  </a:lnTo>
                  <a:lnTo>
                    <a:pt x="580524" y="42863"/>
                  </a:lnTo>
                  <a:lnTo>
                    <a:pt x="579772" y="44367"/>
                  </a:lnTo>
                  <a:lnTo>
                    <a:pt x="578268" y="45118"/>
                  </a:lnTo>
                  <a:lnTo>
                    <a:pt x="577516" y="46622"/>
                  </a:lnTo>
                  <a:lnTo>
                    <a:pt x="576764" y="47374"/>
                  </a:lnTo>
                  <a:lnTo>
                    <a:pt x="575260" y="48126"/>
                  </a:lnTo>
                  <a:lnTo>
                    <a:pt x="573756" y="48126"/>
                  </a:lnTo>
                  <a:lnTo>
                    <a:pt x="572252" y="47374"/>
                  </a:lnTo>
                  <a:lnTo>
                    <a:pt x="572252" y="51134"/>
                  </a:lnTo>
                  <a:lnTo>
                    <a:pt x="569244" y="51886"/>
                  </a:lnTo>
                  <a:lnTo>
                    <a:pt x="566236" y="51134"/>
                  </a:lnTo>
                  <a:lnTo>
                    <a:pt x="563980" y="48878"/>
                  </a:lnTo>
                  <a:lnTo>
                    <a:pt x="562476" y="46622"/>
                  </a:lnTo>
                  <a:lnTo>
                    <a:pt x="562476" y="43614"/>
                  </a:lnTo>
                  <a:lnTo>
                    <a:pt x="563229" y="40607"/>
                  </a:lnTo>
                  <a:lnTo>
                    <a:pt x="563980" y="39103"/>
                  </a:lnTo>
                  <a:lnTo>
                    <a:pt x="566236" y="39855"/>
                  </a:lnTo>
                  <a:lnTo>
                    <a:pt x="566988" y="41359"/>
                  </a:lnTo>
                  <a:lnTo>
                    <a:pt x="567740" y="42863"/>
                  </a:lnTo>
                  <a:lnTo>
                    <a:pt x="566988" y="45118"/>
                  </a:lnTo>
                  <a:lnTo>
                    <a:pt x="569244" y="40607"/>
                  </a:lnTo>
                  <a:lnTo>
                    <a:pt x="569996" y="37599"/>
                  </a:lnTo>
                  <a:lnTo>
                    <a:pt x="567740" y="36095"/>
                  </a:lnTo>
                  <a:lnTo>
                    <a:pt x="568492" y="34591"/>
                  </a:lnTo>
                  <a:lnTo>
                    <a:pt x="569244" y="32335"/>
                  </a:lnTo>
                  <a:lnTo>
                    <a:pt x="570748" y="30831"/>
                  </a:lnTo>
                  <a:lnTo>
                    <a:pt x="574508" y="33087"/>
                  </a:lnTo>
                  <a:lnTo>
                    <a:pt x="576012" y="32335"/>
                  </a:lnTo>
                  <a:lnTo>
                    <a:pt x="576764" y="31583"/>
                  </a:lnTo>
                  <a:lnTo>
                    <a:pt x="578268" y="30831"/>
                  </a:lnTo>
                  <a:lnTo>
                    <a:pt x="579020" y="30831"/>
                  </a:lnTo>
                  <a:lnTo>
                    <a:pt x="580524" y="31583"/>
                  </a:lnTo>
                  <a:lnTo>
                    <a:pt x="582780" y="33087"/>
                  </a:lnTo>
                  <a:close/>
                  <a:moveTo>
                    <a:pt x="986590" y="248151"/>
                  </a:moveTo>
                  <a:lnTo>
                    <a:pt x="988094" y="249655"/>
                  </a:lnTo>
                  <a:lnTo>
                    <a:pt x="991101" y="252663"/>
                  </a:lnTo>
                  <a:lnTo>
                    <a:pt x="995613" y="253415"/>
                  </a:lnTo>
                  <a:lnTo>
                    <a:pt x="998621" y="254919"/>
                  </a:lnTo>
                  <a:lnTo>
                    <a:pt x="1001629" y="257927"/>
                  </a:lnTo>
                  <a:lnTo>
                    <a:pt x="1004637" y="258679"/>
                  </a:lnTo>
                  <a:lnTo>
                    <a:pt x="1004637" y="260183"/>
                  </a:lnTo>
                  <a:lnTo>
                    <a:pt x="1000877" y="260183"/>
                  </a:lnTo>
                  <a:lnTo>
                    <a:pt x="994861" y="259431"/>
                  </a:lnTo>
                  <a:lnTo>
                    <a:pt x="992605" y="257927"/>
                  </a:lnTo>
                  <a:lnTo>
                    <a:pt x="988094" y="255671"/>
                  </a:lnTo>
                  <a:lnTo>
                    <a:pt x="982830" y="254919"/>
                  </a:lnTo>
                  <a:lnTo>
                    <a:pt x="982077" y="252663"/>
                  </a:lnTo>
                  <a:lnTo>
                    <a:pt x="982077" y="248903"/>
                  </a:lnTo>
                  <a:lnTo>
                    <a:pt x="982830" y="246647"/>
                  </a:lnTo>
                  <a:lnTo>
                    <a:pt x="984334" y="246647"/>
                  </a:lnTo>
                  <a:lnTo>
                    <a:pt x="986590" y="248151"/>
                  </a:lnTo>
                  <a:close/>
                  <a:moveTo>
                    <a:pt x="743702" y="212057"/>
                  </a:moveTo>
                  <a:lnTo>
                    <a:pt x="742950" y="210553"/>
                  </a:lnTo>
                  <a:lnTo>
                    <a:pt x="742198" y="209049"/>
                  </a:lnTo>
                  <a:lnTo>
                    <a:pt x="740694" y="207545"/>
                  </a:lnTo>
                  <a:lnTo>
                    <a:pt x="742198" y="206041"/>
                  </a:lnTo>
                  <a:lnTo>
                    <a:pt x="744454" y="205289"/>
                  </a:lnTo>
                  <a:lnTo>
                    <a:pt x="746710" y="205289"/>
                  </a:lnTo>
                  <a:lnTo>
                    <a:pt x="747462" y="206793"/>
                  </a:lnTo>
                  <a:lnTo>
                    <a:pt x="746710" y="209049"/>
                  </a:lnTo>
                  <a:lnTo>
                    <a:pt x="745958" y="212057"/>
                  </a:lnTo>
                  <a:lnTo>
                    <a:pt x="748214" y="212809"/>
                  </a:lnTo>
                  <a:lnTo>
                    <a:pt x="748214" y="212057"/>
                  </a:lnTo>
                  <a:lnTo>
                    <a:pt x="749718" y="210553"/>
                  </a:lnTo>
                  <a:lnTo>
                    <a:pt x="749718" y="209801"/>
                  </a:lnTo>
                  <a:lnTo>
                    <a:pt x="751974" y="208297"/>
                  </a:lnTo>
                  <a:lnTo>
                    <a:pt x="753478" y="208297"/>
                  </a:lnTo>
                  <a:lnTo>
                    <a:pt x="754982" y="211305"/>
                  </a:lnTo>
                  <a:lnTo>
                    <a:pt x="754230" y="212809"/>
                  </a:lnTo>
                  <a:lnTo>
                    <a:pt x="753478" y="215817"/>
                  </a:lnTo>
                  <a:lnTo>
                    <a:pt x="752726" y="218072"/>
                  </a:lnTo>
                  <a:lnTo>
                    <a:pt x="751222" y="219576"/>
                  </a:lnTo>
                  <a:lnTo>
                    <a:pt x="746710" y="221080"/>
                  </a:lnTo>
                  <a:lnTo>
                    <a:pt x="744454" y="221080"/>
                  </a:lnTo>
                  <a:lnTo>
                    <a:pt x="742198" y="220328"/>
                  </a:lnTo>
                  <a:lnTo>
                    <a:pt x="742198" y="218072"/>
                  </a:lnTo>
                  <a:lnTo>
                    <a:pt x="741446" y="215817"/>
                  </a:lnTo>
                  <a:lnTo>
                    <a:pt x="742950" y="213561"/>
                  </a:lnTo>
                  <a:lnTo>
                    <a:pt x="743702" y="212057"/>
                  </a:lnTo>
                  <a:close/>
                  <a:moveTo>
                    <a:pt x="784309" y="197769"/>
                  </a:moveTo>
                  <a:lnTo>
                    <a:pt x="786564" y="197769"/>
                  </a:lnTo>
                  <a:lnTo>
                    <a:pt x="787317" y="199273"/>
                  </a:lnTo>
                  <a:lnTo>
                    <a:pt x="787317" y="202281"/>
                  </a:lnTo>
                  <a:lnTo>
                    <a:pt x="785061" y="204537"/>
                  </a:lnTo>
                  <a:lnTo>
                    <a:pt x="784309" y="206793"/>
                  </a:lnTo>
                  <a:lnTo>
                    <a:pt x="782804" y="207545"/>
                  </a:lnTo>
                  <a:lnTo>
                    <a:pt x="780549" y="206041"/>
                  </a:lnTo>
                  <a:lnTo>
                    <a:pt x="778293" y="205289"/>
                  </a:lnTo>
                  <a:lnTo>
                    <a:pt x="777541" y="203033"/>
                  </a:lnTo>
                  <a:lnTo>
                    <a:pt x="776789" y="201529"/>
                  </a:lnTo>
                  <a:lnTo>
                    <a:pt x="777541" y="200025"/>
                  </a:lnTo>
                  <a:lnTo>
                    <a:pt x="779797" y="199273"/>
                  </a:lnTo>
                  <a:lnTo>
                    <a:pt x="782053" y="198521"/>
                  </a:lnTo>
                  <a:lnTo>
                    <a:pt x="784309" y="197769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3" name="Forma Livre: Forma 222">
              <a:extLst>
                <a:ext uri="{FF2B5EF4-FFF2-40B4-BE49-F238E27FC236}">
                  <a16:creationId xmlns:a16="http://schemas.microsoft.com/office/drawing/2014/main" id="{4ECF73E7-88CF-BC1C-0DD2-F44F22433012}"/>
                </a:ext>
              </a:extLst>
            </p:cNvPr>
            <p:cNvSpPr/>
            <p:nvPr/>
          </p:nvSpPr>
          <p:spPr>
            <a:xfrm>
              <a:off x="8101814" y="2626644"/>
              <a:ext cx="842962" cy="1243764"/>
            </a:xfrm>
            <a:custGeom>
              <a:avLst/>
              <a:gdLst>
                <a:gd name="csX0" fmla="*/ 5264 w 842962"/>
                <a:gd name="csY0" fmla="*/ 1155032 h 1243764"/>
                <a:gd name="csX1" fmla="*/ 5264 w 842962"/>
                <a:gd name="csY1" fmla="*/ 1149768 h 1243764"/>
                <a:gd name="csX2" fmla="*/ 5264 w 842962"/>
                <a:gd name="csY2" fmla="*/ 1146760 h 1243764"/>
                <a:gd name="csX3" fmla="*/ 6768 w 842962"/>
                <a:gd name="csY3" fmla="*/ 1142248 h 1243764"/>
                <a:gd name="csX4" fmla="*/ 6768 w 842962"/>
                <a:gd name="csY4" fmla="*/ 1139992 h 1243764"/>
                <a:gd name="csX5" fmla="*/ 6768 w 842962"/>
                <a:gd name="csY5" fmla="*/ 1138488 h 1243764"/>
                <a:gd name="csX6" fmla="*/ 6016 w 842962"/>
                <a:gd name="csY6" fmla="*/ 1137736 h 1243764"/>
                <a:gd name="csX7" fmla="*/ 5264 w 842962"/>
                <a:gd name="csY7" fmla="*/ 1134728 h 1243764"/>
                <a:gd name="csX8" fmla="*/ 3760 w 842962"/>
                <a:gd name="csY8" fmla="*/ 1133976 h 1243764"/>
                <a:gd name="csX9" fmla="*/ 4512 w 842962"/>
                <a:gd name="csY9" fmla="*/ 1130968 h 1243764"/>
                <a:gd name="csX10" fmla="*/ 12032 w 842962"/>
                <a:gd name="csY10" fmla="*/ 1118937 h 1243764"/>
                <a:gd name="csX11" fmla="*/ 12032 w 842962"/>
                <a:gd name="csY11" fmla="*/ 1115929 h 1243764"/>
                <a:gd name="csX12" fmla="*/ 12032 w 842962"/>
                <a:gd name="csY12" fmla="*/ 1112921 h 1243764"/>
                <a:gd name="csX13" fmla="*/ 12032 w 842962"/>
                <a:gd name="csY13" fmla="*/ 1109913 h 1243764"/>
                <a:gd name="csX14" fmla="*/ 13536 w 842962"/>
                <a:gd name="csY14" fmla="*/ 1108409 h 1243764"/>
                <a:gd name="csX15" fmla="*/ 18048 w 842962"/>
                <a:gd name="csY15" fmla="*/ 1106153 h 1243764"/>
                <a:gd name="csX16" fmla="*/ 18799 w 842962"/>
                <a:gd name="csY16" fmla="*/ 1100889 h 1243764"/>
                <a:gd name="csX17" fmla="*/ 17296 w 842962"/>
                <a:gd name="csY17" fmla="*/ 1090362 h 1243764"/>
                <a:gd name="csX18" fmla="*/ 18799 w 842962"/>
                <a:gd name="csY18" fmla="*/ 1079834 h 1243764"/>
                <a:gd name="csX19" fmla="*/ 20303 w 842962"/>
                <a:gd name="csY19" fmla="*/ 1075322 h 1243764"/>
                <a:gd name="csX20" fmla="*/ 22559 w 842962"/>
                <a:gd name="csY20" fmla="*/ 1071563 h 1243764"/>
                <a:gd name="csX21" fmla="*/ 20303 w 842962"/>
                <a:gd name="csY21" fmla="*/ 1065547 h 1243764"/>
                <a:gd name="csX22" fmla="*/ 20303 w 842962"/>
                <a:gd name="csY22" fmla="*/ 1058779 h 1243764"/>
                <a:gd name="csX23" fmla="*/ 21807 w 842962"/>
                <a:gd name="csY23" fmla="*/ 1045243 h 1243764"/>
                <a:gd name="csX24" fmla="*/ 21056 w 842962"/>
                <a:gd name="csY24" fmla="*/ 1038476 h 1243764"/>
                <a:gd name="csX25" fmla="*/ 21807 w 842962"/>
                <a:gd name="csY25" fmla="*/ 1033964 h 1243764"/>
                <a:gd name="csX26" fmla="*/ 23311 w 842962"/>
                <a:gd name="csY26" fmla="*/ 1032460 h 1243764"/>
                <a:gd name="csX27" fmla="*/ 24816 w 842962"/>
                <a:gd name="csY27" fmla="*/ 1031708 h 1243764"/>
                <a:gd name="csX28" fmla="*/ 26319 w 842962"/>
                <a:gd name="csY28" fmla="*/ 1028700 h 1243764"/>
                <a:gd name="csX29" fmla="*/ 27071 w 842962"/>
                <a:gd name="csY29" fmla="*/ 1025692 h 1243764"/>
                <a:gd name="csX30" fmla="*/ 27823 w 842962"/>
                <a:gd name="csY30" fmla="*/ 1023436 h 1243764"/>
                <a:gd name="csX31" fmla="*/ 27071 w 842962"/>
                <a:gd name="csY31" fmla="*/ 1018172 h 1243764"/>
                <a:gd name="csX32" fmla="*/ 26319 w 842962"/>
                <a:gd name="csY32" fmla="*/ 1015165 h 1243764"/>
                <a:gd name="csX33" fmla="*/ 24816 w 842962"/>
                <a:gd name="csY33" fmla="*/ 1012909 h 1243764"/>
                <a:gd name="csX34" fmla="*/ 23311 w 842962"/>
                <a:gd name="csY34" fmla="*/ 1009901 h 1243764"/>
                <a:gd name="csX35" fmla="*/ 21807 w 842962"/>
                <a:gd name="csY35" fmla="*/ 1009901 h 1243764"/>
                <a:gd name="csX36" fmla="*/ 17296 w 842962"/>
                <a:gd name="csY36" fmla="*/ 1007645 h 1243764"/>
                <a:gd name="csX37" fmla="*/ 12784 w 842962"/>
                <a:gd name="csY37" fmla="*/ 1003133 h 1243764"/>
                <a:gd name="csX38" fmla="*/ 11280 w 842962"/>
                <a:gd name="csY38" fmla="*/ 997869 h 1243764"/>
                <a:gd name="csX39" fmla="*/ 11280 w 842962"/>
                <a:gd name="csY39" fmla="*/ 984334 h 1243764"/>
                <a:gd name="csX40" fmla="*/ 11280 w 842962"/>
                <a:gd name="csY40" fmla="*/ 982830 h 1243764"/>
                <a:gd name="csX41" fmla="*/ 10528 w 842962"/>
                <a:gd name="csY41" fmla="*/ 982830 h 1243764"/>
                <a:gd name="csX42" fmla="*/ 10528 w 842962"/>
                <a:gd name="csY42" fmla="*/ 982078 h 1243764"/>
                <a:gd name="csX43" fmla="*/ 11280 w 842962"/>
                <a:gd name="csY43" fmla="*/ 981326 h 1243764"/>
                <a:gd name="csX44" fmla="*/ 11280 w 842962"/>
                <a:gd name="csY44" fmla="*/ 979822 h 1243764"/>
                <a:gd name="csX45" fmla="*/ 9776 w 842962"/>
                <a:gd name="csY45" fmla="*/ 978318 h 1243764"/>
                <a:gd name="csX46" fmla="*/ 8272 w 842962"/>
                <a:gd name="csY46" fmla="*/ 976062 h 1243764"/>
                <a:gd name="csX47" fmla="*/ 7520 w 842962"/>
                <a:gd name="csY47" fmla="*/ 973806 h 1243764"/>
                <a:gd name="csX48" fmla="*/ 6768 w 842962"/>
                <a:gd name="csY48" fmla="*/ 970798 h 1243764"/>
                <a:gd name="csX49" fmla="*/ 7520 w 842962"/>
                <a:gd name="csY49" fmla="*/ 960271 h 1243764"/>
                <a:gd name="csX50" fmla="*/ 6016 w 842962"/>
                <a:gd name="csY50" fmla="*/ 957262 h 1243764"/>
                <a:gd name="csX51" fmla="*/ 6016 w 842962"/>
                <a:gd name="csY51" fmla="*/ 954255 h 1243764"/>
                <a:gd name="csX52" fmla="*/ 752 w 842962"/>
                <a:gd name="csY52" fmla="*/ 945231 h 1243764"/>
                <a:gd name="csX53" fmla="*/ 0 w 842962"/>
                <a:gd name="csY53" fmla="*/ 941471 h 1243764"/>
                <a:gd name="csX54" fmla="*/ 752 w 842962"/>
                <a:gd name="csY54" fmla="*/ 937711 h 1243764"/>
                <a:gd name="csX55" fmla="*/ 2256 w 842962"/>
                <a:gd name="csY55" fmla="*/ 933951 h 1243764"/>
                <a:gd name="csX56" fmla="*/ 3760 w 842962"/>
                <a:gd name="csY56" fmla="*/ 930192 h 1243764"/>
                <a:gd name="csX57" fmla="*/ 6016 w 842962"/>
                <a:gd name="csY57" fmla="*/ 928688 h 1243764"/>
                <a:gd name="csX58" fmla="*/ 6016 w 842962"/>
                <a:gd name="csY58" fmla="*/ 924176 h 1243764"/>
                <a:gd name="csX59" fmla="*/ 8272 w 842962"/>
                <a:gd name="csY59" fmla="*/ 920416 h 1243764"/>
                <a:gd name="csX60" fmla="*/ 11280 w 842962"/>
                <a:gd name="csY60" fmla="*/ 917408 h 1243764"/>
                <a:gd name="csX61" fmla="*/ 13536 w 842962"/>
                <a:gd name="csY61" fmla="*/ 916656 h 1243764"/>
                <a:gd name="csX62" fmla="*/ 14288 w 842962"/>
                <a:gd name="csY62" fmla="*/ 915904 h 1243764"/>
                <a:gd name="csX63" fmla="*/ 15039 w 842962"/>
                <a:gd name="csY63" fmla="*/ 915152 h 1243764"/>
                <a:gd name="csX64" fmla="*/ 15039 w 842962"/>
                <a:gd name="csY64" fmla="*/ 913648 h 1243764"/>
                <a:gd name="csX65" fmla="*/ 15792 w 842962"/>
                <a:gd name="csY65" fmla="*/ 912896 h 1243764"/>
                <a:gd name="csX66" fmla="*/ 18048 w 842962"/>
                <a:gd name="csY66" fmla="*/ 909888 h 1243764"/>
                <a:gd name="csX67" fmla="*/ 18799 w 842962"/>
                <a:gd name="csY67" fmla="*/ 909888 h 1243764"/>
                <a:gd name="csX68" fmla="*/ 22559 w 842962"/>
                <a:gd name="csY68" fmla="*/ 907632 h 1243764"/>
                <a:gd name="csX69" fmla="*/ 24063 w 842962"/>
                <a:gd name="csY69" fmla="*/ 906128 h 1243764"/>
                <a:gd name="csX70" fmla="*/ 25567 w 842962"/>
                <a:gd name="csY70" fmla="*/ 903120 h 1243764"/>
                <a:gd name="csX71" fmla="*/ 27823 w 842962"/>
                <a:gd name="csY71" fmla="*/ 897105 h 1243764"/>
                <a:gd name="csX72" fmla="*/ 28575 w 842962"/>
                <a:gd name="csY72" fmla="*/ 894849 h 1243764"/>
                <a:gd name="csX73" fmla="*/ 32335 w 842962"/>
                <a:gd name="csY73" fmla="*/ 891841 h 1243764"/>
                <a:gd name="csX74" fmla="*/ 33087 w 842962"/>
                <a:gd name="csY74" fmla="*/ 890337 h 1243764"/>
                <a:gd name="csX75" fmla="*/ 30079 w 842962"/>
                <a:gd name="csY75" fmla="*/ 889585 h 1243764"/>
                <a:gd name="csX76" fmla="*/ 30079 w 842962"/>
                <a:gd name="csY76" fmla="*/ 888833 h 1243764"/>
                <a:gd name="csX77" fmla="*/ 34591 w 842962"/>
                <a:gd name="csY77" fmla="*/ 885073 h 1243764"/>
                <a:gd name="csX78" fmla="*/ 36847 w 842962"/>
                <a:gd name="csY78" fmla="*/ 878305 h 1243764"/>
                <a:gd name="csX79" fmla="*/ 36847 w 842962"/>
                <a:gd name="csY79" fmla="*/ 865522 h 1243764"/>
                <a:gd name="csX80" fmla="*/ 39855 w 842962"/>
                <a:gd name="csY80" fmla="*/ 860258 h 1243764"/>
                <a:gd name="csX81" fmla="*/ 42111 w 842962"/>
                <a:gd name="csY81" fmla="*/ 857250 h 1243764"/>
                <a:gd name="csX82" fmla="*/ 43615 w 842962"/>
                <a:gd name="csY82" fmla="*/ 856498 h 1243764"/>
                <a:gd name="csX83" fmla="*/ 44367 w 842962"/>
                <a:gd name="csY83" fmla="*/ 854994 h 1243764"/>
                <a:gd name="csX84" fmla="*/ 48878 w 842962"/>
                <a:gd name="csY84" fmla="*/ 846722 h 1243764"/>
                <a:gd name="csX85" fmla="*/ 48878 w 842962"/>
                <a:gd name="csY85" fmla="*/ 845218 h 1243764"/>
                <a:gd name="csX86" fmla="*/ 48878 w 842962"/>
                <a:gd name="csY86" fmla="*/ 842211 h 1243764"/>
                <a:gd name="csX87" fmla="*/ 48878 w 842962"/>
                <a:gd name="csY87" fmla="*/ 840707 h 1243764"/>
                <a:gd name="csX88" fmla="*/ 49631 w 842962"/>
                <a:gd name="csY88" fmla="*/ 838451 h 1243764"/>
                <a:gd name="csX89" fmla="*/ 49631 w 842962"/>
                <a:gd name="csY89" fmla="*/ 837699 h 1243764"/>
                <a:gd name="csX90" fmla="*/ 50382 w 842962"/>
                <a:gd name="csY90" fmla="*/ 836947 h 1243764"/>
                <a:gd name="csX91" fmla="*/ 53390 w 842962"/>
                <a:gd name="csY91" fmla="*/ 834691 h 1243764"/>
                <a:gd name="csX92" fmla="*/ 55646 w 842962"/>
                <a:gd name="csY92" fmla="*/ 833187 h 1243764"/>
                <a:gd name="csX93" fmla="*/ 55646 w 842962"/>
                <a:gd name="csY93" fmla="*/ 832435 h 1243764"/>
                <a:gd name="csX94" fmla="*/ 57902 w 842962"/>
                <a:gd name="csY94" fmla="*/ 826419 h 1243764"/>
                <a:gd name="csX95" fmla="*/ 58654 w 842962"/>
                <a:gd name="csY95" fmla="*/ 825667 h 1243764"/>
                <a:gd name="csX96" fmla="*/ 60158 w 842962"/>
                <a:gd name="csY96" fmla="*/ 824163 h 1243764"/>
                <a:gd name="csX97" fmla="*/ 60910 w 842962"/>
                <a:gd name="csY97" fmla="*/ 822659 h 1243764"/>
                <a:gd name="csX98" fmla="*/ 63166 w 842962"/>
                <a:gd name="csY98" fmla="*/ 811380 h 1243764"/>
                <a:gd name="csX99" fmla="*/ 63166 w 842962"/>
                <a:gd name="csY99" fmla="*/ 803860 h 1243764"/>
                <a:gd name="csX100" fmla="*/ 63918 w 842962"/>
                <a:gd name="csY100" fmla="*/ 802356 h 1243764"/>
                <a:gd name="csX101" fmla="*/ 65422 w 842962"/>
                <a:gd name="csY101" fmla="*/ 801604 h 1243764"/>
                <a:gd name="csX102" fmla="*/ 66174 w 842962"/>
                <a:gd name="csY102" fmla="*/ 800852 h 1243764"/>
                <a:gd name="csX103" fmla="*/ 66174 w 842962"/>
                <a:gd name="csY103" fmla="*/ 799348 h 1243764"/>
                <a:gd name="csX104" fmla="*/ 64670 w 842962"/>
                <a:gd name="csY104" fmla="*/ 798596 h 1243764"/>
                <a:gd name="csX105" fmla="*/ 63918 w 842962"/>
                <a:gd name="csY105" fmla="*/ 797844 h 1243764"/>
                <a:gd name="csX106" fmla="*/ 65422 w 842962"/>
                <a:gd name="csY106" fmla="*/ 796340 h 1243764"/>
                <a:gd name="csX107" fmla="*/ 65422 w 842962"/>
                <a:gd name="csY107" fmla="*/ 795588 h 1243764"/>
                <a:gd name="csX108" fmla="*/ 63918 w 842962"/>
                <a:gd name="csY108" fmla="*/ 793332 h 1243764"/>
                <a:gd name="csX109" fmla="*/ 64670 w 842962"/>
                <a:gd name="csY109" fmla="*/ 791076 h 1243764"/>
                <a:gd name="csX110" fmla="*/ 65422 w 842962"/>
                <a:gd name="csY110" fmla="*/ 788820 h 1243764"/>
                <a:gd name="csX111" fmla="*/ 65422 w 842962"/>
                <a:gd name="csY111" fmla="*/ 785813 h 1243764"/>
                <a:gd name="csX112" fmla="*/ 66174 w 842962"/>
                <a:gd name="csY112" fmla="*/ 787317 h 1243764"/>
                <a:gd name="csX113" fmla="*/ 66926 w 842962"/>
                <a:gd name="csY113" fmla="*/ 782053 h 1243764"/>
                <a:gd name="csX114" fmla="*/ 66926 w 842962"/>
                <a:gd name="csY114" fmla="*/ 780549 h 1243764"/>
                <a:gd name="csX115" fmla="*/ 66174 w 842962"/>
                <a:gd name="csY115" fmla="*/ 779797 h 1243764"/>
                <a:gd name="csX116" fmla="*/ 66174 w 842962"/>
                <a:gd name="csY116" fmla="*/ 778293 h 1243764"/>
                <a:gd name="csX117" fmla="*/ 67678 w 842962"/>
                <a:gd name="csY117" fmla="*/ 777541 h 1243764"/>
                <a:gd name="csX118" fmla="*/ 68430 w 842962"/>
                <a:gd name="csY118" fmla="*/ 776789 h 1243764"/>
                <a:gd name="csX119" fmla="*/ 68430 w 842962"/>
                <a:gd name="csY119" fmla="*/ 773781 h 1243764"/>
                <a:gd name="csX120" fmla="*/ 71438 w 842962"/>
                <a:gd name="csY120" fmla="*/ 767013 h 1243764"/>
                <a:gd name="csX121" fmla="*/ 73694 w 842962"/>
                <a:gd name="csY121" fmla="*/ 755734 h 1243764"/>
                <a:gd name="csX122" fmla="*/ 76701 w 842962"/>
                <a:gd name="csY122" fmla="*/ 749718 h 1243764"/>
                <a:gd name="csX123" fmla="*/ 82717 w 842962"/>
                <a:gd name="csY123" fmla="*/ 745206 h 1243764"/>
                <a:gd name="csX124" fmla="*/ 94749 w 842962"/>
                <a:gd name="csY124" fmla="*/ 738438 h 1243764"/>
                <a:gd name="csX125" fmla="*/ 103020 w 842962"/>
                <a:gd name="csY125" fmla="*/ 731670 h 1243764"/>
                <a:gd name="csX126" fmla="*/ 106029 w 842962"/>
                <a:gd name="csY126" fmla="*/ 730167 h 1243764"/>
                <a:gd name="csX127" fmla="*/ 115804 w 842962"/>
                <a:gd name="csY127" fmla="*/ 730167 h 1243764"/>
                <a:gd name="csX128" fmla="*/ 121820 w 842962"/>
                <a:gd name="csY128" fmla="*/ 728662 h 1243764"/>
                <a:gd name="csX129" fmla="*/ 133099 w 842962"/>
                <a:gd name="csY129" fmla="*/ 724151 h 1243764"/>
                <a:gd name="csX130" fmla="*/ 144379 w 842962"/>
                <a:gd name="csY130" fmla="*/ 721895 h 1243764"/>
                <a:gd name="csX131" fmla="*/ 147387 w 842962"/>
                <a:gd name="csY131" fmla="*/ 721143 h 1243764"/>
                <a:gd name="csX132" fmla="*/ 156411 w 842962"/>
                <a:gd name="csY132" fmla="*/ 716631 h 1243764"/>
                <a:gd name="csX133" fmla="*/ 162427 w 842962"/>
                <a:gd name="csY133" fmla="*/ 714375 h 1243764"/>
                <a:gd name="csX134" fmla="*/ 163178 w 842962"/>
                <a:gd name="csY134" fmla="*/ 713623 h 1243764"/>
                <a:gd name="csX135" fmla="*/ 163931 w 842962"/>
                <a:gd name="csY135" fmla="*/ 710615 h 1243764"/>
                <a:gd name="csX136" fmla="*/ 164682 w 842962"/>
                <a:gd name="csY136" fmla="*/ 709863 h 1243764"/>
                <a:gd name="csX137" fmla="*/ 166186 w 842962"/>
                <a:gd name="csY137" fmla="*/ 709863 h 1243764"/>
                <a:gd name="csX138" fmla="*/ 168442 w 842962"/>
                <a:gd name="csY138" fmla="*/ 709863 h 1243764"/>
                <a:gd name="csX139" fmla="*/ 169194 w 842962"/>
                <a:gd name="csY139" fmla="*/ 707607 h 1243764"/>
                <a:gd name="csX140" fmla="*/ 169946 w 842962"/>
                <a:gd name="csY140" fmla="*/ 706855 h 1243764"/>
                <a:gd name="csX141" fmla="*/ 175962 w 842962"/>
                <a:gd name="csY141" fmla="*/ 702343 h 1243764"/>
                <a:gd name="csX142" fmla="*/ 178218 w 842962"/>
                <a:gd name="csY142" fmla="*/ 703847 h 1243764"/>
                <a:gd name="csX143" fmla="*/ 180474 w 842962"/>
                <a:gd name="csY143" fmla="*/ 703847 h 1243764"/>
                <a:gd name="csX144" fmla="*/ 182730 w 842962"/>
                <a:gd name="csY144" fmla="*/ 703847 h 1243764"/>
                <a:gd name="csX145" fmla="*/ 184234 w 842962"/>
                <a:gd name="csY145" fmla="*/ 702343 h 1243764"/>
                <a:gd name="csX146" fmla="*/ 185738 w 842962"/>
                <a:gd name="csY146" fmla="*/ 702343 h 1243764"/>
                <a:gd name="csX147" fmla="*/ 187993 w 842962"/>
                <a:gd name="csY147" fmla="*/ 703847 h 1243764"/>
                <a:gd name="csX148" fmla="*/ 191753 w 842962"/>
                <a:gd name="csY148" fmla="*/ 707607 h 1243764"/>
                <a:gd name="csX149" fmla="*/ 194761 w 842962"/>
                <a:gd name="csY149" fmla="*/ 706103 h 1243764"/>
                <a:gd name="csX150" fmla="*/ 195513 w 842962"/>
                <a:gd name="csY150" fmla="*/ 704599 h 1243764"/>
                <a:gd name="csX151" fmla="*/ 197017 w 842962"/>
                <a:gd name="csY151" fmla="*/ 700088 h 1243764"/>
                <a:gd name="csX152" fmla="*/ 198521 w 842962"/>
                <a:gd name="csY152" fmla="*/ 697832 h 1243764"/>
                <a:gd name="csX153" fmla="*/ 200777 w 842962"/>
                <a:gd name="csY153" fmla="*/ 695576 h 1243764"/>
                <a:gd name="csX154" fmla="*/ 205289 w 842962"/>
                <a:gd name="csY154" fmla="*/ 692568 h 1243764"/>
                <a:gd name="csX155" fmla="*/ 206041 w 842962"/>
                <a:gd name="csY155" fmla="*/ 694072 h 1243764"/>
                <a:gd name="csX156" fmla="*/ 208297 w 842962"/>
                <a:gd name="csY156" fmla="*/ 691064 h 1243764"/>
                <a:gd name="csX157" fmla="*/ 212809 w 842962"/>
                <a:gd name="csY157" fmla="*/ 684296 h 1243764"/>
                <a:gd name="csX158" fmla="*/ 219576 w 842962"/>
                <a:gd name="csY158" fmla="*/ 679784 h 1243764"/>
                <a:gd name="csX159" fmla="*/ 221080 w 842962"/>
                <a:gd name="csY159" fmla="*/ 678280 h 1243764"/>
                <a:gd name="csX160" fmla="*/ 224089 w 842962"/>
                <a:gd name="csY160" fmla="*/ 673768 h 1243764"/>
                <a:gd name="csX161" fmla="*/ 231608 w 842962"/>
                <a:gd name="csY161" fmla="*/ 669257 h 1243764"/>
                <a:gd name="csX162" fmla="*/ 239128 w 842962"/>
                <a:gd name="csY162" fmla="*/ 666249 h 1243764"/>
                <a:gd name="csX163" fmla="*/ 243640 w 842962"/>
                <a:gd name="csY163" fmla="*/ 665497 h 1243764"/>
                <a:gd name="csX164" fmla="*/ 245895 w 842962"/>
                <a:gd name="csY164" fmla="*/ 663993 h 1243764"/>
                <a:gd name="csX165" fmla="*/ 248904 w 842962"/>
                <a:gd name="csY165" fmla="*/ 663241 h 1243764"/>
                <a:gd name="csX166" fmla="*/ 253415 w 842962"/>
                <a:gd name="csY166" fmla="*/ 663241 h 1243764"/>
                <a:gd name="csX167" fmla="*/ 254919 w 842962"/>
                <a:gd name="csY167" fmla="*/ 662489 h 1243764"/>
                <a:gd name="csX168" fmla="*/ 256423 w 842962"/>
                <a:gd name="csY168" fmla="*/ 660233 h 1243764"/>
                <a:gd name="csX169" fmla="*/ 260935 w 842962"/>
                <a:gd name="csY169" fmla="*/ 647449 h 1243764"/>
                <a:gd name="csX170" fmla="*/ 262439 w 842962"/>
                <a:gd name="csY170" fmla="*/ 646697 h 1243764"/>
                <a:gd name="csX171" fmla="*/ 263943 w 842962"/>
                <a:gd name="csY171" fmla="*/ 646697 h 1243764"/>
                <a:gd name="csX172" fmla="*/ 264695 w 842962"/>
                <a:gd name="csY172" fmla="*/ 645945 h 1243764"/>
                <a:gd name="csX173" fmla="*/ 268455 w 842962"/>
                <a:gd name="csY173" fmla="*/ 642938 h 1243764"/>
                <a:gd name="csX174" fmla="*/ 269959 w 842962"/>
                <a:gd name="csY174" fmla="*/ 641433 h 1243764"/>
                <a:gd name="csX175" fmla="*/ 271463 w 842962"/>
                <a:gd name="csY175" fmla="*/ 636922 h 1243764"/>
                <a:gd name="csX176" fmla="*/ 272967 w 842962"/>
                <a:gd name="csY176" fmla="*/ 636170 h 1243764"/>
                <a:gd name="csX177" fmla="*/ 273719 w 842962"/>
                <a:gd name="csY177" fmla="*/ 636170 h 1243764"/>
                <a:gd name="csX178" fmla="*/ 274470 w 842962"/>
                <a:gd name="csY178" fmla="*/ 635418 h 1243764"/>
                <a:gd name="csX179" fmla="*/ 274470 w 842962"/>
                <a:gd name="csY179" fmla="*/ 633914 h 1243764"/>
                <a:gd name="csX180" fmla="*/ 275223 w 842962"/>
                <a:gd name="csY180" fmla="*/ 630154 h 1243764"/>
                <a:gd name="csX181" fmla="*/ 275223 w 842962"/>
                <a:gd name="csY181" fmla="*/ 629402 h 1243764"/>
                <a:gd name="csX182" fmla="*/ 276727 w 842962"/>
                <a:gd name="csY182" fmla="*/ 628650 h 1243764"/>
                <a:gd name="csX183" fmla="*/ 278230 w 842962"/>
                <a:gd name="csY183" fmla="*/ 627898 h 1243764"/>
                <a:gd name="csX184" fmla="*/ 281238 w 842962"/>
                <a:gd name="csY184" fmla="*/ 624890 h 1243764"/>
                <a:gd name="csX185" fmla="*/ 283494 w 842962"/>
                <a:gd name="csY185" fmla="*/ 623386 h 1243764"/>
                <a:gd name="csX186" fmla="*/ 282742 w 842962"/>
                <a:gd name="csY186" fmla="*/ 624138 h 1243764"/>
                <a:gd name="csX187" fmla="*/ 283494 w 842962"/>
                <a:gd name="csY187" fmla="*/ 624890 h 1243764"/>
                <a:gd name="csX188" fmla="*/ 285750 w 842962"/>
                <a:gd name="csY188" fmla="*/ 624890 h 1243764"/>
                <a:gd name="csX189" fmla="*/ 285750 w 842962"/>
                <a:gd name="csY189" fmla="*/ 624138 h 1243764"/>
                <a:gd name="csX190" fmla="*/ 285750 w 842962"/>
                <a:gd name="csY190" fmla="*/ 622634 h 1243764"/>
                <a:gd name="csX191" fmla="*/ 284246 w 842962"/>
                <a:gd name="csY191" fmla="*/ 621130 h 1243764"/>
                <a:gd name="csX192" fmla="*/ 282742 w 842962"/>
                <a:gd name="csY192" fmla="*/ 620378 h 1243764"/>
                <a:gd name="csX193" fmla="*/ 283494 w 842962"/>
                <a:gd name="csY193" fmla="*/ 618874 h 1243764"/>
                <a:gd name="csX194" fmla="*/ 284998 w 842962"/>
                <a:gd name="csY194" fmla="*/ 618122 h 1243764"/>
                <a:gd name="csX195" fmla="*/ 286502 w 842962"/>
                <a:gd name="csY195" fmla="*/ 617370 h 1243764"/>
                <a:gd name="csX196" fmla="*/ 286502 w 842962"/>
                <a:gd name="csY196" fmla="*/ 618122 h 1243764"/>
                <a:gd name="csX197" fmla="*/ 290262 w 842962"/>
                <a:gd name="csY197" fmla="*/ 620378 h 1243764"/>
                <a:gd name="csX198" fmla="*/ 291014 w 842962"/>
                <a:gd name="csY198" fmla="*/ 618874 h 1243764"/>
                <a:gd name="csX199" fmla="*/ 291766 w 842962"/>
                <a:gd name="csY199" fmla="*/ 614363 h 1243764"/>
                <a:gd name="csX200" fmla="*/ 292518 w 842962"/>
                <a:gd name="csY200" fmla="*/ 612107 h 1243764"/>
                <a:gd name="csX201" fmla="*/ 294022 w 842962"/>
                <a:gd name="csY201" fmla="*/ 611355 h 1243764"/>
                <a:gd name="csX202" fmla="*/ 298534 w 842962"/>
                <a:gd name="csY202" fmla="*/ 610603 h 1243764"/>
                <a:gd name="csX203" fmla="*/ 300789 w 842962"/>
                <a:gd name="csY203" fmla="*/ 609851 h 1243764"/>
                <a:gd name="csX204" fmla="*/ 301542 w 842962"/>
                <a:gd name="csY204" fmla="*/ 609851 h 1243764"/>
                <a:gd name="csX205" fmla="*/ 303798 w 842962"/>
                <a:gd name="csY205" fmla="*/ 606843 h 1243764"/>
                <a:gd name="csX206" fmla="*/ 305302 w 842962"/>
                <a:gd name="csY206" fmla="*/ 607595 h 1243764"/>
                <a:gd name="csX207" fmla="*/ 306806 w 842962"/>
                <a:gd name="csY207" fmla="*/ 608347 h 1243764"/>
                <a:gd name="csX208" fmla="*/ 306806 w 842962"/>
                <a:gd name="csY208" fmla="*/ 609851 h 1243764"/>
                <a:gd name="csX209" fmla="*/ 309061 w 842962"/>
                <a:gd name="csY209" fmla="*/ 610603 h 1243764"/>
                <a:gd name="csX210" fmla="*/ 315077 w 842962"/>
                <a:gd name="csY210" fmla="*/ 609099 h 1243764"/>
                <a:gd name="csX211" fmla="*/ 318837 w 842962"/>
                <a:gd name="csY211" fmla="*/ 607595 h 1243764"/>
                <a:gd name="csX212" fmla="*/ 321845 w 842962"/>
                <a:gd name="csY212" fmla="*/ 606091 h 1243764"/>
                <a:gd name="csX213" fmla="*/ 324853 w 842962"/>
                <a:gd name="csY213" fmla="*/ 605339 h 1243764"/>
                <a:gd name="csX214" fmla="*/ 325605 w 842962"/>
                <a:gd name="csY214" fmla="*/ 605339 h 1243764"/>
                <a:gd name="csX215" fmla="*/ 327861 w 842962"/>
                <a:gd name="csY215" fmla="*/ 602331 h 1243764"/>
                <a:gd name="csX216" fmla="*/ 328613 w 842962"/>
                <a:gd name="csY216" fmla="*/ 601579 h 1243764"/>
                <a:gd name="csX217" fmla="*/ 330117 w 842962"/>
                <a:gd name="csY217" fmla="*/ 601579 h 1243764"/>
                <a:gd name="csX218" fmla="*/ 330868 w 842962"/>
                <a:gd name="csY218" fmla="*/ 601579 h 1243764"/>
                <a:gd name="csX219" fmla="*/ 331621 w 842962"/>
                <a:gd name="csY219" fmla="*/ 601579 h 1243764"/>
                <a:gd name="csX220" fmla="*/ 343652 w 842962"/>
                <a:gd name="csY220" fmla="*/ 600827 h 1243764"/>
                <a:gd name="csX221" fmla="*/ 348916 w 842962"/>
                <a:gd name="csY221" fmla="*/ 600827 h 1243764"/>
                <a:gd name="csX222" fmla="*/ 353428 w 842962"/>
                <a:gd name="csY222" fmla="*/ 603083 h 1243764"/>
                <a:gd name="csX223" fmla="*/ 352676 w 842962"/>
                <a:gd name="csY223" fmla="*/ 603083 h 1243764"/>
                <a:gd name="csX224" fmla="*/ 360947 w 842962"/>
                <a:gd name="csY224" fmla="*/ 607595 h 1243764"/>
                <a:gd name="csX225" fmla="*/ 361700 w 842962"/>
                <a:gd name="csY225" fmla="*/ 608347 h 1243764"/>
                <a:gd name="csX226" fmla="*/ 362451 w 842962"/>
                <a:gd name="csY226" fmla="*/ 608347 h 1243764"/>
                <a:gd name="csX227" fmla="*/ 365460 w 842962"/>
                <a:gd name="csY227" fmla="*/ 608347 h 1243764"/>
                <a:gd name="csX228" fmla="*/ 366964 w 842962"/>
                <a:gd name="csY228" fmla="*/ 609099 h 1243764"/>
                <a:gd name="csX229" fmla="*/ 367715 w 842962"/>
                <a:gd name="csY229" fmla="*/ 610603 h 1243764"/>
                <a:gd name="csX230" fmla="*/ 367715 w 842962"/>
                <a:gd name="csY230" fmla="*/ 612107 h 1243764"/>
                <a:gd name="csX231" fmla="*/ 368467 w 842962"/>
                <a:gd name="csY231" fmla="*/ 613611 h 1243764"/>
                <a:gd name="csX232" fmla="*/ 369219 w 842962"/>
                <a:gd name="csY232" fmla="*/ 613611 h 1243764"/>
                <a:gd name="csX233" fmla="*/ 372227 w 842962"/>
                <a:gd name="csY233" fmla="*/ 614363 h 1243764"/>
                <a:gd name="csX234" fmla="*/ 373731 w 842962"/>
                <a:gd name="csY234" fmla="*/ 615114 h 1243764"/>
                <a:gd name="csX235" fmla="*/ 374483 w 842962"/>
                <a:gd name="csY235" fmla="*/ 616618 h 1243764"/>
                <a:gd name="csX236" fmla="*/ 376739 w 842962"/>
                <a:gd name="csY236" fmla="*/ 620378 h 1243764"/>
                <a:gd name="csX237" fmla="*/ 378243 w 842962"/>
                <a:gd name="csY237" fmla="*/ 621130 h 1243764"/>
                <a:gd name="csX238" fmla="*/ 379747 w 842962"/>
                <a:gd name="csY238" fmla="*/ 621882 h 1243764"/>
                <a:gd name="csX239" fmla="*/ 381251 w 842962"/>
                <a:gd name="csY239" fmla="*/ 622634 h 1243764"/>
                <a:gd name="csX240" fmla="*/ 387266 w 842962"/>
                <a:gd name="csY240" fmla="*/ 622634 h 1243764"/>
                <a:gd name="csX241" fmla="*/ 388771 w 842962"/>
                <a:gd name="csY241" fmla="*/ 622634 h 1243764"/>
                <a:gd name="csX242" fmla="*/ 391779 w 842962"/>
                <a:gd name="csY242" fmla="*/ 621130 h 1243764"/>
                <a:gd name="csX243" fmla="*/ 393283 w 842962"/>
                <a:gd name="csY243" fmla="*/ 618874 h 1243764"/>
                <a:gd name="csX244" fmla="*/ 395538 w 842962"/>
                <a:gd name="csY244" fmla="*/ 617370 h 1243764"/>
                <a:gd name="csX245" fmla="*/ 399298 w 842962"/>
                <a:gd name="csY245" fmla="*/ 616618 h 1243764"/>
                <a:gd name="csX246" fmla="*/ 406066 w 842962"/>
                <a:gd name="csY246" fmla="*/ 616618 h 1243764"/>
                <a:gd name="csX247" fmla="*/ 409074 w 842962"/>
                <a:gd name="csY247" fmla="*/ 615866 h 1243764"/>
                <a:gd name="csX248" fmla="*/ 412082 w 842962"/>
                <a:gd name="csY248" fmla="*/ 614363 h 1243764"/>
                <a:gd name="csX249" fmla="*/ 417345 w 842962"/>
                <a:gd name="csY249" fmla="*/ 610603 h 1243764"/>
                <a:gd name="csX250" fmla="*/ 421105 w 842962"/>
                <a:gd name="csY250" fmla="*/ 609099 h 1243764"/>
                <a:gd name="csX251" fmla="*/ 424865 w 842962"/>
                <a:gd name="csY251" fmla="*/ 610603 h 1243764"/>
                <a:gd name="csX252" fmla="*/ 427873 w 842962"/>
                <a:gd name="csY252" fmla="*/ 612859 h 1243764"/>
                <a:gd name="csX253" fmla="*/ 430881 w 842962"/>
                <a:gd name="csY253" fmla="*/ 612859 h 1243764"/>
                <a:gd name="csX254" fmla="*/ 433889 w 842962"/>
                <a:gd name="csY254" fmla="*/ 612107 h 1243764"/>
                <a:gd name="csX255" fmla="*/ 436897 w 842962"/>
                <a:gd name="csY255" fmla="*/ 611355 h 1243764"/>
                <a:gd name="csX256" fmla="*/ 439905 w 842962"/>
                <a:gd name="csY256" fmla="*/ 609851 h 1243764"/>
                <a:gd name="csX257" fmla="*/ 442913 w 842962"/>
                <a:gd name="csY257" fmla="*/ 610603 h 1243764"/>
                <a:gd name="csX258" fmla="*/ 445169 w 842962"/>
                <a:gd name="csY258" fmla="*/ 610603 h 1243764"/>
                <a:gd name="csX259" fmla="*/ 448928 w 842962"/>
                <a:gd name="csY259" fmla="*/ 611355 h 1243764"/>
                <a:gd name="csX260" fmla="*/ 451936 w 842962"/>
                <a:gd name="csY260" fmla="*/ 609851 h 1243764"/>
                <a:gd name="csX261" fmla="*/ 454192 w 842962"/>
                <a:gd name="csY261" fmla="*/ 607595 h 1243764"/>
                <a:gd name="csX262" fmla="*/ 462464 w 842962"/>
                <a:gd name="csY262" fmla="*/ 598571 h 1243764"/>
                <a:gd name="csX263" fmla="*/ 463968 w 842962"/>
                <a:gd name="csY263" fmla="*/ 596315 h 1243764"/>
                <a:gd name="csX264" fmla="*/ 464720 w 842962"/>
                <a:gd name="csY264" fmla="*/ 592555 h 1243764"/>
                <a:gd name="csX265" fmla="*/ 464720 w 842962"/>
                <a:gd name="csY265" fmla="*/ 589547 h 1243764"/>
                <a:gd name="csX266" fmla="*/ 464720 w 842962"/>
                <a:gd name="csY266" fmla="*/ 588044 h 1243764"/>
                <a:gd name="csX267" fmla="*/ 465472 w 842962"/>
                <a:gd name="csY267" fmla="*/ 586540 h 1243764"/>
                <a:gd name="csX268" fmla="*/ 468480 w 842962"/>
                <a:gd name="csY268" fmla="*/ 584284 h 1243764"/>
                <a:gd name="csX269" fmla="*/ 469232 w 842962"/>
                <a:gd name="csY269" fmla="*/ 582780 h 1243764"/>
                <a:gd name="csX270" fmla="*/ 469984 w 842962"/>
                <a:gd name="csY270" fmla="*/ 579772 h 1243764"/>
                <a:gd name="csX271" fmla="*/ 469984 w 842962"/>
                <a:gd name="csY271" fmla="*/ 570748 h 1243764"/>
                <a:gd name="csX272" fmla="*/ 470736 w 842962"/>
                <a:gd name="csY272" fmla="*/ 569996 h 1243764"/>
                <a:gd name="csX273" fmla="*/ 471488 w 842962"/>
                <a:gd name="csY273" fmla="*/ 569996 h 1243764"/>
                <a:gd name="csX274" fmla="*/ 472240 w 842962"/>
                <a:gd name="csY274" fmla="*/ 569244 h 1243764"/>
                <a:gd name="csX275" fmla="*/ 472992 w 842962"/>
                <a:gd name="csY275" fmla="*/ 567740 h 1243764"/>
                <a:gd name="csX276" fmla="*/ 472992 w 842962"/>
                <a:gd name="csY276" fmla="*/ 566236 h 1243764"/>
                <a:gd name="csX277" fmla="*/ 471488 w 842962"/>
                <a:gd name="csY277" fmla="*/ 562476 h 1243764"/>
                <a:gd name="csX278" fmla="*/ 470736 w 842962"/>
                <a:gd name="csY278" fmla="*/ 560972 h 1243764"/>
                <a:gd name="csX279" fmla="*/ 472992 w 842962"/>
                <a:gd name="csY279" fmla="*/ 551949 h 1243764"/>
                <a:gd name="csX280" fmla="*/ 473743 w 842962"/>
                <a:gd name="csY280" fmla="*/ 550445 h 1243764"/>
                <a:gd name="csX281" fmla="*/ 477503 w 842962"/>
                <a:gd name="csY281" fmla="*/ 548189 h 1243764"/>
                <a:gd name="csX282" fmla="*/ 476752 w 842962"/>
                <a:gd name="csY282" fmla="*/ 545933 h 1243764"/>
                <a:gd name="csX283" fmla="*/ 476000 w 842962"/>
                <a:gd name="csY283" fmla="*/ 545933 h 1243764"/>
                <a:gd name="csX284" fmla="*/ 475247 w 842962"/>
                <a:gd name="csY284" fmla="*/ 545181 h 1243764"/>
                <a:gd name="csX285" fmla="*/ 473743 w 842962"/>
                <a:gd name="csY285" fmla="*/ 544429 h 1243764"/>
                <a:gd name="csX286" fmla="*/ 473743 w 842962"/>
                <a:gd name="csY286" fmla="*/ 533149 h 1243764"/>
                <a:gd name="csX287" fmla="*/ 472240 w 842962"/>
                <a:gd name="csY287" fmla="*/ 530893 h 1243764"/>
                <a:gd name="csX288" fmla="*/ 465472 w 842962"/>
                <a:gd name="csY288" fmla="*/ 528637 h 1243764"/>
                <a:gd name="csX289" fmla="*/ 463216 w 842962"/>
                <a:gd name="csY289" fmla="*/ 527134 h 1243764"/>
                <a:gd name="csX290" fmla="*/ 460960 w 842962"/>
                <a:gd name="csY290" fmla="*/ 524878 h 1243764"/>
                <a:gd name="csX291" fmla="*/ 460208 w 842962"/>
                <a:gd name="csY291" fmla="*/ 523374 h 1243764"/>
                <a:gd name="csX292" fmla="*/ 457952 w 842962"/>
                <a:gd name="csY292" fmla="*/ 523374 h 1243764"/>
                <a:gd name="csX293" fmla="*/ 456448 w 842962"/>
                <a:gd name="csY293" fmla="*/ 522622 h 1243764"/>
                <a:gd name="csX294" fmla="*/ 455696 w 842962"/>
                <a:gd name="csY294" fmla="*/ 521118 h 1243764"/>
                <a:gd name="csX295" fmla="*/ 454944 w 842962"/>
                <a:gd name="csY295" fmla="*/ 518862 h 1243764"/>
                <a:gd name="csX296" fmla="*/ 452688 w 842962"/>
                <a:gd name="csY296" fmla="*/ 516606 h 1243764"/>
                <a:gd name="csX297" fmla="*/ 451936 w 842962"/>
                <a:gd name="csY297" fmla="*/ 513598 h 1243764"/>
                <a:gd name="csX298" fmla="*/ 451184 w 842962"/>
                <a:gd name="csY298" fmla="*/ 512846 h 1243764"/>
                <a:gd name="csX299" fmla="*/ 449681 w 842962"/>
                <a:gd name="csY299" fmla="*/ 512094 h 1243764"/>
                <a:gd name="csX300" fmla="*/ 446673 w 842962"/>
                <a:gd name="csY300" fmla="*/ 511342 h 1243764"/>
                <a:gd name="csX301" fmla="*/ 445169 w 842962"/>
                <a:gd name="csY301" fmla="*/ 510590 h 1243764"/>
                <a:gd name="csX302" fmla="*/ 443664 w 842962"/>
                <a:gd name="csY302" fmla="*/ 509086 h 1243764"/>
                <a:gd name="csX303" fmla="*/ 441409 w 842962"/>
                <a:gd name="csY303" fmla="*/ 504574 h 1243764"/>
                <a:gd name="csX304" fmla="*/ 439905 w 842962"/>
                <a:gd name="csY304" fmla="*/ 502318 h 1243764"/>
                <a:gd name="csX305" fmla="*/ 441409 w 842962"/>
                <a:gd name="csY305" fmla="*/ 499310 h 1243764"/>
                <a:gd name="csX306" fmla="*/ 442161 w 842962"/>
                <a:gd name="csY306" fmla="*/ 497055 h 1243764"/>
                <a:gd name="csX307" fmla="*/ 441409 w 842962"/>
                <a:gd name="csY307" fmla="*/ 494799 h 1243764"/>
                <a:gd name="csX308" fmla="*/ 437649 w 842962"/>
                <a:gd name="csY308" fmla="*/ 488783 h 1243764"/>
                <a:gd name="csX309" fmla="*/ 436145 w 842962"/>
                <a:gd name="csY309" fmla="*/ 485775 h 1243764"/>
                <a:gd name="csX310" fmla="*/ 435393 w 842962"/>
                <a:gd name="csY310" fmla="*/ 482767 h 1243764"/>
                <a:gd name="csX311" fmla="*/ 435393 w 842962"/>
                <a:gd name="csY311" fmla="*/ 479759 h 1243764"/>
                <a:gd name="csX312" fmla="*/ 436145 w 842962"/>
                <a:gd name="csY312" fmla="*/ 478255 h 1243764"/>
                <a:gd name="csX313" fmla="*/ 437649 w 842962"/>
                <a:gd name="csY313" fmla="*/ 475247 h 1243764"/>
                <a:gd name="csX314" fmla="*/ 437649 w 842962"/>
                <a:gd name="csY314" fmla="*/ 473743 h 1243764"/>
                <a:gd name="csX315" fmla="*/ 436145 w 842962"/>
                <a:gd name="csY315" fmla="*/ 470736 h 1243764"/>
                <a:gd name="csX316" fmla="*/ 435393 w 842962"/>
                <a:gd name="csY316" fmla="*/ 459456 h 1243764"/>
                <a:gd name="csX317" fmla="*/ 435393 w 842962"/>
                <a:gd name="csY317" fmla="*/ 456448 h 1243764"/>
                <a:gd name="csX318" fmla="*/ 436897 w 842962"/>
                <a:gd name="csY318" fmla="*/ 454944 h 1243764"/>
                <a:gd name="csX319" fmla="*/ 437649 w 842962"/>
                <a:gd name="csY319" fmla="*/ 453440 h 1243764"/>
                <a:gd name="csX320" fmla="*/ 438401 w 842962"/>
                <a:gd name="csY320" fmla="*/ 452688 h 1243764"/>
                <a:gd name="csX321" fmla="*/ 439153 w 842962"/>
                <a:gd name="csY321" fmla="*/ 450432 h 1243764"/>
                <a:gd name="csX322" fmla="*/ 438401 w 842962"/>
                <a:gd name="csY322" fmla="*/ 449680 h 1243764"/>
                <a:gd name="csX323" fmla="*/ 436897 w 842962"/>
                <a:gd name="csY323" fmla="*/ 448176 h 1243764"/>
                <a:gd name="csX324" fmla="*/ 436897 w 842962"/>
                <a:gd name="csY324" fmla="*/ 447424 h 1243764"/>
                <a:gd name="csX325" fmla="*/ 436897 w 842962"/>
                <a:gd name="csY325" fmla="*/ 445920 h 1243764"/>
                <a:gd name="csX326" fmla="*/ 437649 w 842962"/>
                <a:gd name="csY326" fmla="*/ 444417 h 1243764"/>
                <a:gd name="csX327" fmla="*/ 437649 w 842962"/>
                <a:gd name="csY327" fmla="*/ 443664 h 1243764"/>
                <a:gd name="csX328" fmla="*/ 436897 w 842962"/>
                <a:gd name="csY328" fmla="*/ 441409 h 1243764"/>
                <a:gd name="csX329" fmla="*/ 436145 w 842962"/>
                <a:gd name="csY329" fmla="*/ 439153 h 1243764"/>
                <a:gd name="csX330" fmla="*/ 436145 w 842962"/>
                <a:gd name="csY330" fmla="*/ 436897 h 1243764"/>
                <a:gd name="csX331" fmla="*/ 437649 w 842962"/>
                <a:gd name="csY331" fmla="*/ 434641 h 1243764"/>
                <a:gd name="csX332" fmla="*/ 439153 w 842962"/>
                <a:gd name="csY332" fmla="*/ 433889 h 1243764"/>
                <a:gd name="csX333" fmla="*/ 441409 w 842962"/>
                <a:gd name="csY333" fmla="*/ 433889 h 1243764"/>
                <a:gd name="csX334" fmla="*/ 442913 w 842962"/>
                <a:gd name="csY334" fmla="*/ 433889 h 1243764"/>
                <a:gd name="csX335" fmla="*/ 444417 w 842962"/>
                <a:gd name="csY335" fmla="*/ 432385 h 1243764"/>
                <a:gd name="csX336" fmla="*/ 445921 w 842962"/>
                <a:gd name="csY336" fmla="*/ 430129 h 1243764"/>
                <a:gd name="csX337" fmla="*/ 446673 w 842962"/>
                <a:gd name="csY337" fmla="*/ 429377 h 1243764"/>
                <a:gd name="csX338" fmla="*/ 448177 w 842962"/>
                <a:gd name="csY338" fmla="*/ 427873 h 1243764"/>
                <a:gd name="csX339" fmla="*/ 454192 w 842962"/>
                <a:gd name="csY339" fmla="*/ 415090 h 1243764"/>
                <a:gd name="csX340" fmla="*/ 455696 w 842962"/>
                <a:gd name="csY340" fmla="*/ 413586 h 1243764"/>
                <a:gd name="csX341" fmla="*/ 459456 w 842962"/>
                <a:gd name="csY341" fmla="*/ 410578 h 1243764"/>
                <a:gd name="csX342" fmla="*/ 460208 w 842962"/>
                <a:gd name="csY342" fmla="*/ 408322 h 1243764"/>
                <a:gd name="csX343" fmla="*/ 463216 w 842962"/>
                <a:gd name="csY343" fmla="*/ 403058 h 1243764"/>
                <a:gd name="csX344" fmla="*/ 464720 w 842962"/>
                <a:gd name="csY344" fmla="*/ 401554 h 1243764"/>
                <a:gd name="csX345" fmla="*/ 474496 w 842962"/>
                <a:gd name="csY345" fmla="*/ 394034 h 1243764"/>
                <a:gd name="csX346" fmla="*/ 476752 w 842962"/>
                <a:gd name="csY346" fmla="*/ 389522 h 1243764"/>
                <a:gd name="csX347" fmla="*/ 477503 w 842962"/>
                <a:gd name="csY347" fmla="*/ 382755 h 1243764"/>
                <a:gd name="csX348" fmla="*/ 476752 w 842962"/>
                <a:gd name="csY348" fmla="*/ 378995 h 1243764"/>
                <a:gd name="csX349" fmla="*/ 476752 w 842962"/>
                <a:gd name="csY349" fmla="*/ 378243 h 1243764"/>
                <a:gd name="csX350" fmla="*/ 477503 w 842962"/>
                <a:gd name="csY350" fmla="*/ 375987 h 1243764"/>
                <a:gd name="csX351" fmla="*/ 478256 w 842962"/>
                <a:gd name="csY351" fmla="*/ 374483 h 1243764"/>
                <a:gd name="csX352" fmla="*/ 480511 w 842962"/>
                <a:gd name="csY352" fmla="*/ 371475 h 1243764"/>
                <a:gd name="csX353" fmla="*/ 481263 w 842962"/>
                <a:gd name="csY353" fmla="*/ 369219 h 1243764"/>
                <a:gd name="csX354" fmla="*/ 481263 w 842962"/>
                <a:gd name="csY354" fmla="*/ 366211 h 1243764"/>
                <a:gd name="csX355" fmla="*/ 477503 w 842962"/>
                <a:gd name="csY355" fmla="*/ 359443 h 1243764"/>
                <a:gd name="csX356" fmla="*/ 476752 w 842962"/>
                <a:gd name="csY356" fmla="*/ 357188 h 1243764"/>
                <a:gd name="csX357" fmla="*/ 476000 w 842962"/>
                <a:gd name="csY357" fmla="*/ 347412 h 1243764"/>
                <a:gd name="csX358" fmla="*/ 476000 w 842962"/>
                <a:gd name="csY358" fmla="*/ 344404 h 1243764"/>
                <a:gd name="csX359" fmla="*/ 473743 w 842962"/>
                <a:gd name="csY359" fmla="*/ 339140 h 1243764"/>
                <a:gd name="csX360" fmla="*/ 472992 w 842962"/>
                <a:gd name="csY360" fmla="*/ 336884 h 1243764"/>
                <a:gd name="csX361" fmla="*/ 472992 w 842962"/>
                <a:gd name="csY361" fmla="*/ 335380 h 1243764"/>
                <a:gd name="csX362" fmla="*/ 473743 w 842962"/>
                <a:gd name="csY362" fmla="*/ 333876 h 1243764"/>
                <a:gd name="csX363" fmla="*/ 473743 w 842962"/>
                <a:gd name="csY363" fmla="*/ 332372 h 1243764"/>
                <a:gd name="csX364" fmla="*/ 472992 w 842962"/>
                <a:gd name="csY364" fmla="*/ 330868 h 1243764"/>
                <a:gd name="csX365" fmla="*/ 472240 w 842962"/>
                <a:gd name="csY365" fmla="*/ 329365 h 1243764"/>
                <a:gd name="csX366" fmla="*/ 469232 w 842962"/>
                <a:gd name="csY366" fmla="*/ 327861 h 1243764"/>
                <a:gd name="csX367" fmla="*/ 469232 w 842962"/>
                <a:gd name="csY367" fmla="*/ 327109 h 1243764"/>
                <a:gd name="csX368" fmla="*/ 467728 w 842962"/>
                <a:gd name="csY368" fmla="*/ 321845 h 1243764"/>
                <a:gd name="csX369" fmla="*/ 465472 w 842962"/>
                <a:gd name="csY369" fmla="*/ 315829 h 1243764"/>
                <a:gd name="csX370" fmla="*/ 463968 w 842962"/>
                <a:gd name="csY370" fmla="*/ 314325 h 1243764"/>
                <a:gd name="csX371" fmla="*/ 461712 w 842962"/>
                <a:gd name="csY371" fmla="*/ 312821 h 1243764"/>
                <a:gd name="csX372" fmla="*/ 459456 w 842962"/>
                <a:gd name="csY372" fmla="*/ 310565 h 1243764"/>
                <a:gd name="csX373" fmla="*/ 458704 w 842962"/>
                <a:gd name="csY373" fmla="*/ 308309 h 1243764"/>
                <a:gd name="csX374" fmla="*/ 459456 w 842962"/>
                <a:gd name="csY374" fmla="*/ 305301 h 1243764"/>
                <a:gd name="csX375" fmla="*/ 460960 w 842962"/>
                <a:gd name="csY375" fmla="*/ 303045 h 1243764"/>
                <a:gd name="csX376" fmla="*/ 462464 w 842962"/>
                <a:gd name="csY376" fmla="*/ 301542 h 1243764"/>
                <a:gd name="csX377" fmla="*/ 461712 w 842962"/>
                <a:gd name="csY377" fmla="*/ 298534 h 1243764"/>
                <a:gd name="csX378" fmla="*/ 459456 w 842962"/>
                <a:gd name="csY378" fmla="*/ 293270 h 1243764"/>
                <a:gd name="csX379" fmla="*/ 458704 w 842962"/>
                <a:gd name="csY379" fmla="*/ 290262 h 1243764"/>
                <a:gd name="csX380" fmla="*/ 462464 w 842962"/>
                <a:gd name="csY380" fmla="*/ 288758 h 1243764"/>
                <a:gd name="csX381" fmla="*/ 464720 w 842962"/>
                <a:gd name="csY381" fmla="*/ 287254 h 1243764"/>
                <a:gd name="csX382" fmla="*/ 466224 w 842962"/>
                <a:gd name="csY382" fmla="*/ 284246 h 1243764"/>
                <a:gd name="csX383" fmla="*/ 466976 w 842962"/>
                <a:gd name="csY383" fmla="*/ 283494 h 1243764"/>
                <a:gd name="csX384" fmla="*/ 469984 w 842962"/>
                <a:gd name="csY384" fmla="*/ 276726 h 1243764"/>
                <a:gd name="csX385" fmla="*/ 471488 w 842962"/>
                <a:gd name="csY385" fmla="*/ 269959 h 1243764"/>
                <a:gd name="csX386" fmla="*/ 472240 w 842962"/>
                <a:gd name="csY386" fmla="*/ 266199 h 1243764"/>
                <a:gd name="csX387" fmla="*/ 471488 w 842962"/>
                <a:gd name="csY387" fmla="*/ 263191 h 1243764"/>
                <a:gd name="csX388" fmla="*/ 469232 w 842962"/>
                <a:gd name="csY388" fmla="*/ 260183 h 1243764"/>
                <a:gd name="csX389" fmla="*/ 468480 w 842962"/>
                <a:gd name="csY389" fmla="*/ 254167 h 1243764"/>
                <a:gd name="csX390" fmla="*/ 466976 w 842962"/>
                <a:gd name="csY390" fmla="*/ 251159 h 1243764"/>
                <a:gd name="csX391" fmla="*/ 464720 w 842962"/>
                <a:gd name="csY391" fmla="*/ 249655 h 1243764"/>
                <a:gd name="csX392" fmla="*/ 463216 w 842962"/>
                <a:gd name="csY392" fmla="*/ 248903 h 1243764"/>
                <a:gd name="csX393" fmla="*/ 460960 w 842962"/>
                <a:gd name="csY393" fmla="*/ 248151 h 1243764"/>
                <a:gd name="csX394" fmla="*/ 458704 w 842962"/>
                <a:gd name="csY394" fmla="*/ 249655 h 1243764"/>
                <a:gd name="csX395" fmla="*/ 456448 w 842962"/>
                <a:gd name="csY395" fmla="*/ 246647 h 1243764"/>
                <a:gd name="csX396" fmla="*/ 454944 w 842962"/>
                <a:gd name="csY396" fmla="*/ 239880 h 1243764"/>
                <a:gd name="csX397" fmla="*/ 453441 w 842962"/>
                <a:gd name="csY397" fmla="*/ 236872 h 1243764"/>
                <a:gd name="csX398" fmla="*/ 453441 w 842962"/>
                <a:gd name="csY398" fmla="*/ 233864 h 1243764"/>
                <a:gd name="csX399" fmla="*/ 452688 w 842962"/>
                <a:gd name="csY399" fmla="*/ 226344 h 1243764"/>
                <a:gd name="csX400" fmla="*/ 454192 w 842962"/>
                <a:gd name="csY400" fmla="*/ 224088 h 1243764"/>
                <a:gd name="csX401" fmla="*/ 459456 w 842962"/>
                <a:gd name="csY401" fmla="*/ 217320 h 1243764"/>
                <a:gd name="csX402" fmla="*/ 462464 w 842962"/>
                <a:gd name="csY402" fmla="*/ 215065 h 1243764"/>
                <a:gd name="csX403" fmla="*/ 465472 w 842962"/>
                <a:gd name="csY403" fmla="*/ 213560 h 1243764"/>
                <a:gd name="csX404" fmla="*/ 466224 w 842962"/>
                <a:gd name="csY404" fmla="*/ 212809 h 1243764"/>
                <a:gd name="csX405" fmla="*/ 467728 w 842962"/>
                <a:gd name="csY405" fmla="*/ 212057 h 1243764"/>
                <a:gd name="csX406" fmla="*/ 469984 w 842962"/>
                <a:gd name="csY406" fmla="*/ 206793 h 1243764"/>
                <a:gd name="csX407" fmla="*/ 470736 w 842962"/>
                <a:gd name="csY407" fmla="*/ 206041 h 1243764"/>
                <a:gd name="csX408" fmla="*/ 472240 w 842962"/>
                <a:gd name="csY408" fmla="*/ 203785 h 1243764"/>
                <a:gd name="csX409" fmla="*/ 472992 w 842962"/>
                <a:gd name="csY409" fmla="*/ 203033 h 1243764"/>
                <a:gd name="csX410" fmla="*/ 473743 w 842962"/>
                <a:gd name="csY410" fmla="*/ 197769 h 1243764"/>
                <a:gd name="csX411" fmla="*/ 473743 w 842962"/>
                <a:gd name="csY411" fmla="*/ 196265 h 1243764"/>
                <a:gd name="csX412" fmla="*/ 476000 w 842962"/>
                <a:gd name="csY412" fmla="*/ 193257 h 1243764"/>
                <a:gd name="csX413" fmla="*/ 482767 w 842962"/>
                <a:gd name="csY413" fmla="*/ 186490 h 1243764"/>
                <a:gd name="csX414" fmla="*/ 483519 w 842962"/>
                <a:gd name="csY414" fmla="*/ 184986 h 1243764"/>
                <a:gd name="csX415" fmla="*/ 484271 w 842962"/>
                <a:gd name="csY415" fmla="*/ 183482 h 1243764"/>
                <a:gd name="csX416" fmla="*/ 485775 w 842962"/>
                <a:gd name="csY416" fmla="*/ 181978 h 1243764"/>
                <a:gd name="csX417" fmla="*/ 487279 w 842962"/>
                <a:gd name="csY417" fmla="*/ 181978 h 1243764"/>
                <a:gd name="csX418" fmla="*/ 491791 w 842962"/>
                <a:gd name="csY418" fmla="*/ 178218 h 1243764"/>
                <a:gd name="csX419" fmla="*/ 493295 w 842962"/>
                <a:gd name="csY419" fmla="*/ 176714 h 1243764"/>
                <a:gd name="csX420" fmla="*/ 494047 w 842962"/>
                <a:gd name="csY420" fmla="*/ 173706 h 1243764"/>
                <a:gd name="csX421" fmla="*/ 495551 w 842962"/>
                <a:gd name="csY421" fmla="*/ 170698 h 1243764"/>
                <a:gd name="csX422" fmla="*/ 495551 w 842962"/>
                <a:gd name="csY422" fmla="*/ 167690 h 1243764"/>
                <a:gd name="csX423" fmla="*/ 497055 w 842962"/>
                <a:gd name="csY423" fmla="*/ 164682 h 1243764"/>
                <a:gd name="csX424" fmla="*/ 500815 w 842962"/>
                <a:gd name="csY424" fmla="*/ 160170 h 1243764"/>
                <a:gd name="csX425" fmla="*/ 502319 w 842962"/>
                <a:gd name="csY425" fmla="*/ 157914 h 1243764"/>
                <a:gd name="csX426" fmla="*/ 501567 w 842962"/>
                <a:gd name="csY426" fmla="*/ 146635 h 1243764"/>
                <a:gd name="csX427" fmla="*/ 500815 w 842962"/>
                <a:gd name="csY427" fmla="*/ 144379 h 1243764"/>
                <a:gd name="csX428" fmla="*/ 502319 w 842962"/>
                <a:gd name="csY428" fmla="*/ 140619 h 1243764"/>
                <a:gd name="csX429" fmla="*/ 507582 w 842962"/>
                <a:gd name="csY429" fmla="*/ 131595 h 1243764"/>
                <a:gd name="csX430" fmla="*/ 515854 w 842962"/>
                <a:gd name="csY430" fmla="*/ 124828 h 1243764"/>
                <a:gd name="csX431" fmla="*/ 518862 w 842962"/>
                <a:gd name="csY431" fmla="*/ 121820 h 1243764"/>
                <a:gd name="csX432" fmla="*/ 521870 w 842962"/>
                <a:gd name="csY432" fmla="*/ 115052 h 1243764"/>
                <a:gd name="csX433" fmla="*/ 524126 w 842962"/>
                <a:gd name="csY433" fmla="*/ 112796 h 1243764"/>
                <a:gd name="csX434" fmla="*/ 524878 w 842962"/>
                <a:gd name="csY434" fmla="*/ 111292 h 1243764"/>
                <a:gd name="csX435" fmla="*/ 526382 w 842962"/>
                <a:gd name="csY435" fmla="*/ 107532 h 1243764"/>
                <a:gd name="csX436" fmla="*/ 527134 w 842962"/>
                <a:gd name="csY436" fmla="*/ 106780 h 1243764"/>
                <a:gd name="csX437" fmla="*/ 528638 w 842962"/>
                <a:gd name="csY437" fmla="*/ 106780 h 1243764"/>
                <a:gd name="csX438" fmla="*/ 530141 w 842962"/>
                <a:gd name="csY438" fmla="*/ 108284 h 1243764"/>
                <a:gd name="csX439" fmla="*/ 530894 w 842962"/>
                <a:gd name="csY439" fmla="*/ 109788 h 1243764"/>
                <a:gd name="csX440" fmla="*/ 532398 w 842962"/>
                <a:gd name="csY440" fmla="*/ 111292 h 1243764"/>
                <a:gd name="csX441" fmla="*/ 533901 w 842962"/>
                <a:gd name="csY441" fmla="*/ 111292 h 1243764"/>
                <a:gd name="csX442" fmla="*/ 535405 w 842962"/>
                <a:gd name="csY442" fmla="*/ 110540 h 1243764"/>
                <a:gd name="csX443" fmla="*/ 536909 w 842962"/>
                <a:gd name="csY443" fmla="*/ 109788 h 1243764"/>
                <a:gd name="csX444" fmla="*/ 538413 w 842962"/>
                <a:gd name="csY444" fmla="*/ 109036 h 1243764"/>
                <a:gd name="csX445" fmla="*/ 539918 w 842962"/>
                <a:gd name="csY445" fmla="*/ 109036 h 1243764"/>
                <a:gd name="csX446" fmla="*/ 542925 w 842962"/>
                <a:gd name="csY446" fmla="*/ 109036 h 1243764"/>
                <a:gd name="csX447" fmla="*/ 544429 w 842962"/>
                <a:gd name="csY447" fmla="*/ 109036 h 1243764"/>
                <a:gd name="csX448" fmla="*/ 545933 w 842962"/>
                <a:gd name="csY448" fmla="*/ 107532 h 1243764"/>
                <a:gd name="csX449" fmla="*/ 546685 w 842962"/>
                <a:gd name="csY449" fmla="*/ 106780 h 1243764"/>
                <a:gd name="csX450" fmla="*/ 547437 w 842962"/>
                <a:gd name="csY450" fmla="*/ 106780 h 1243764"/>
                <a:gd name="csX451" fmla="*/ 548941 w 842962"/>
                <a:gd name="csY451" fmla="*/ 106780 h 1243764"/>
                <a:gd name="csX452" fmla="*/ 549693 w 842962"/>
                <a:gd name="csY452" fmla="*/ 106780 h 1243764"/>
                <a:gd name="csX453" fmla="*/ 553453 w 842962"/>
                <a:gd name="csY453" fmla="*/ 106028 h 1243764"/>
                <a:gd name="csX454" fmla="*/ 560973 w 842962"/>
                <a:gd name="csY454" fmla="*/ 106028 h 1243764"/>
                <a:gd name="csX455" fmla="*/ 563229 w 842962"/>
                <a:gd name="csY455" fmla="*/ 106028 h 1243764"/>
                <a:gd name="csX456" fmla="*/ 565484 w 842962"/>
                <a:gd name="csY456" fmla="*/ 104524 h 1243764"/>
                <a:gd name="csX457" fmla="*/ 569996 w 842962"/>
                <a:gd name="csY457" fmla="*/ 104524 h 1243764"/>
                <a:gd name="csX458" fmla="*/ 576012 w 842962"/>
                <a:gd name="csY458" fmla="*/ 99261 h 1243764"/>
                <a:gd name="csX459" fmla="*/ 588044 w 842962"/>
                <a:gd name="csY459" fmla="*/ 84221 h 1243764"/>
                <a:gd name="csX460" fmla="*/ 588044 w 842962"/>
                <a:gd name="csY460" fmla="*/ 82717 h 1243764"/>
                <a:gd name="csX461" fmla="*/ 588044 w 842962"/>
                <a:gd name="csY461" fmla="*/ 81965 h 1243764"/>
                <a:gd name="csX462" fmla="*/ 585788 w 842962"/>
                <a:gd name="csY462" fmla="*/ 80461 h 1243764"/>
                <a:gd name="csX463" fmla="*/ 585036 w 842962"/>
                <a:gd name="csY463" fmla="*/ 78957 h 1243764"/>
                <a:gd name="csX464" fmla="*/ 586540 w 842962"/>
                <a:gd name="csY464" fmla="*/ 78205 h 1243764"/>
                <a:gd name="csX465" fmla="*/ 602331 w 842962"/>
                <a:gd name="csY465" fmla="*/ 73693 h 1243764"/>
                <a:gd name="csX466" fmla="*/ 603835 w 842962"/>
                <a:gd name="csY466" fmla="*/ 72190 h 1243764"/>
                <a:gd name="csX467" fmla="*/ 604587 w 842962"/>
                <a:gd name="csY467" fmla="*/ 69934 h 1243764"/>
                <a:gd name="csX468" fmla="*/ 605339 w 842962"/>
                <a:gd name="csY468" fmla="*/ 69182 h 1243764"/>
                <a:gd name="csX469" fmla="*/ 605339 w 842962"/>
                <a:gd name="csY469" fmla="*/ 67678 h 1243764"/>
                <a:gd name="csX470" fmla="*/ 606843 w 842962"/>
                <a:gd name="csY470" fmla="*/ 66926 h 1243764"/>
                <a:gd name="csX471" fmla="*/ 607595 w 842962"/>
                <a:gd name="csY471" fmla="*/ 66174 h 1243764"/>
                <a:gd name="csX472" fmla="*/ 609851 w 842962"/>
                <a:gd name="csY472" fmla="*/ 66174 h 1243764"/>
                <a:gd name="csX473" fmla="*/ 610603 w 842962"/>
                <a:gd name="csY473" fmla="*/ 65422 h 1243764"/>
                <a:gd name="csX474" fmla="*/ 610603 w 842962"/>
                <a:gd name="csY474" fmla="*/ 63918 h 1243764"/>
                <a:gd name="csX475" fmla="*/ 612859 w 842962"/>
                <a:gd name="csY475" fmla="*/ 57150 h 1243764"/>
                <a:gd name="csX476" fmla="*/ 614363 w 842962"/>
                <a:gd name="csY476" fmla="*/ 54894 h 1243764"/>
                <a:gd name="csX477" fmla="*/ 618875 w 842962"/>
                <a:gd name="csY477" fmla="*/ 52638 h 1243764"/>
                <a:gd name="csX478" fmla="*/ 621131 w 842962"/>
                <a:gd name="csY478" fmla="*/ 50382 h 1243764"/>
                <a:gd name="csX479" fmla="*/ 623386 w 842962"/>
                <a:gd name="csY479" fmla="*/ 46622 h 1243764"/>
                <a:gd name="csX480" fmla="*/ 626394 w 842962"/>
                <a:gd name="csY480" fmla="*/ 43614 h 1243764"/>
                <a:gd name="csX481" fmla="*/ 627146 w 842962"/>
                <a:gd name="csY481" fmla="*/ 42111 h 1243764"/>
                <a:gd name="csX482" fmla="*/ 627898 w 842962"/>
                <a:gd name="csY482" fmla="*/ 38351 h 1243764"/>
                <a:gd name="csX483" fmla="*/ 628650 w 842962"/>
                <a:gd name="csY483" fmla="*/ 36095 h 1243764"/>
                <a:gd name="csX484" fmla="*/ 630154 w 842962"/>
                <a:gd name="csY484" fmla="*/ 33839 h 1243764"/>
                <a:gd name="csX485" fmla="*/ 630906 w 842962"/>
                <a:gd name="csY485" fmla="*/ 31583 h 1243764"/>
                <a:gd name="csX486" fmla="*/ 630906 w 842962"/>
                <a:gd name="csY486" fmla="*/ 28575 h 1243764"/>
                <a:gd name="csX487" fmla="*/ 629402 w 842962"/>
                <a:gd name="csY487" fmla="*/ 27071 h 1243764"/>
                <a:gd name="csX488" fmla="*/ 625642 w 842962"/>
                <a:gd name="csY488" fmla="*/ 24815 h 1243764"/>
                <a:gd name="csX489" fmla="*/ 624890 w 842962"/>
                <a:gd name="csY489" fmla="*/ 23311 h 1243764"/>
                <a:gd name="csX490" fmla="*/ 624138 w 842962"/>
                <a:gd name="csY490" fmla="*/ 21055 h 1243764"/>
                <a:gd name="csX491" fmla="*/ 622635 w 842962"/>
                <a:gd name="csY491" fmla="*/ 16543 h 1243764"/>
                <a:gd name="csX492" fmla="*/ 622635 w 842962"/>
                <a:gd name="csY492" fmla="*/ 13536 h 1243764"/>
                <a:gd name="csX493" fmla="*/ 624138 w 842962"/>
                <a:gd name="csY493" fmla="*/ 14287 h 1243764"/>
                <a:gd name="csX494" fmla="*/ 624890 w 842962"/>
                <a:gd name="csY494" fmla="*/ 14287 h 1243764"/>
                <a:gd name="csX495" fmla="*/ 625642 w 842962"/>
                <a:gd name="csY495" fmla="*/ 5264 h 1243764"/>
                <a:gd name="csX496" fmla="*/ 626394 w 842962"/>
                <a:gd name="csY496" fmla="*/ 3008 h 1243764"/>
                <a:gd name="csX497" fmla="*/ 627898 w 842962"/>
                <a:gd name="csY497" fmla="*/ 2256 h 1243764"/>
                <a:gd name="csX498" fmla="*/ 629402 w 842962"/>
                <a:gd name="csY498" fmla="*/ 1504 h 1243764"/>
                <a:gd name="csX499" fmla="*/ 631658 w 842962"/>
                <a:gd name="csY499" fmla="*/ 0 h 1243764"/>
                <a:gd name="csX500" fmla="*/ 636170 w 842962"/>
                <a:gd name="csY500" fmla="*/ 5264 h 1243764"/>
                <a:gd name="csX501" fmla="*/ 648954 w 842962"/>
                <a:gd name="csY501" fmla="*/ 12784 h 1243764"/>
                <a:gd name="csX502" fmla="*/ 653465 w 842962"/>
                <a:gd name="csY502" fmla="*/ 16543 h 1243764"/>
                <a:gd name="csX503" fmla="*/ 654969 w 842962"/>
                <a:gd name="csY503" fmla="*/ 18799 h 1243764"/>
                <a:gd name="csX504" fmla="*/ 653465 w 842962"/>
                <a:gd name="csY504" fmla="*/ 18047 h 1243764"/>
                <a:gd name="csX505" fmla="*/ 651210 w 842962"/>
                <a:gd name="csY505" fmla="*/ 16543 h 1243764"/>
                <a:gd name="csX506" fmla="*/ 650457 w 842962"/>
                <a:gd name="csY506" fmla="*/ 16543 h 1243764"/>
                <a:gd name="csX507" fmla="*/ 651210 w 842962"/>
                <a:gd name="csY507" fmla="*/ 16543 h 1243764"/>
                <a:gd name="csX508" fmla="*/ 651210 w 842962"/>
                <a:gd name="csY508" fmla="*/ 18799 h 1243764"/>
                <a:gd name="csX509" fmla="*/ 649705 w 842962"/>
                <a:gd name="csY509" fmla="*/ 18047 h 1243764"/>
                <a:gd name="csX510" fmla="*/ 648201 w 842962"/>
                <a:gd name="csY510" fmla="*/ 17295 h 1243764"/>
                <a:gd name="csX511" fmla="*/ 648201 w 842962"/>
                <a:gd name="csY511" fmla="*/ 18799 h 1243764"/>
                <a:gd name="csX512" fmla="*/ 650457 w 842962"/>
                <a:gd name="csY512" fmla="*/ 19551 h 1243764"/>
                <a:gd name="csX513" fmla="*/ 651961 w 842962"/>
                <a:gd name="csY513" fmla="*/ 20303 h 1243764"/>
                <a:gd name="csX514" fmla="*/ 653465 w 842962"/>
                <a:gd name="csY514" fmla="*/ 19551 h 1243764"/>
                <a:gd name="csX515" fmla="*/ 655721 w 842962"/>
                <a:gd name="csY515" fmla="*/ 18799 h 1243764"/>
                <a:gd name="csX516" fmla="*/ 657225 w 842962"/>
                <a:gd name="csY516" fmla="*/ 21055 h 1243764"/>
                <a:gd name="csX517" fmla="*/ 660233 w 842962"/>
                <a:gd name="csY517" fmla="*/ 22559 h 1243764"/>
                <a:gd name="csX518" fmla="*/ 663241 w 842962"/>
                <a:gd name="csY518" fmla="*/ 23311 h 1243764"/>
                <a:gd name="csX519" fmla="*/ 676025 w 842962"/>
                <a:gd name="csY519" fmla="*/ 24063 h 1243764"/>
                <a:gd name="csX520" fmla="*/ 679784 w 842962"/>
                <a:gd name="csY520" fmla="*/ 24063 h 1243764"/>
                <a:gd name="csX521" fmla="*/ 683544 w 842962"/>
                <a:gd name="csY521" fmla="*/ 21807 h 1243764"/>
                <a:gd name="csX522" fmla="*/ 685048 w 842962"/>
                <a:gd name="csY522" fmla="*/ 22559 h 1243764"/>
                <a:gd name="csX523" fmla="*/ 686552 w 842962"/>
                <a:gd name="csY523" fmla="*/ 24063 h 1243764"/>
                <a:gd name="csX524" fmla="*/ 686552 w 842962"/>
                <a:gd name="csY524" fmla="*/ 25567 h 1243764"/>
                <a:gd name="csX525" fmla="*/ 685048 w 842962"/>
                <a:gd name="csY525" fmla="*/ 27823 h 1243764"/>
                <a:gd name="csX526" fmla="*/ 686552 w 842962"/>
                <a:gd name="csY526" fmla="*/ 27823 h 1243764"/>
                <a:gd name="csX527" fmla="*/ 686552 w 842962"/>
                <a:gd name="csY527" fmla="*/ 28575 h 1243764"/>
                <a:gd name="csX528" fmla="*/ 685800 w 842962"/>
                <a:gd name="csY528" fmla="*/ 29327 h 1243764"/>
                <a:gd name="csX529" fmla="*/ 685800 w 842962"/>
                <a:gd name="csY529" fmla="*/ 30079 h 1243764"/>
                <a:gd name="csX530" fmla="*/ 686552 w 842962"/>
                <a:gd name="csY530" fmla="*/ 30079 h 1243764"/>
                <a:gd name="csX531" fmla="*/ 687304 w 842962"/>
                <a:gd name="csY531" fmla="*/ 29327 h 1243764"/>
                <a:gd name="csX532" fmla="*/ 688808 w 842962"/>
                <a:gd name="csY532" fmla="*/ 28575 h 1243764"/>
                <a:gd name="csX533" fmla="*/ 687304 w 842962"/>
                <a:gd name="csY533" fmla="*/ 25567 h 1243764"/>
                <a:gd name="csX534" fmla="*/ 690312 w 842962"/>
                <a:gd name="csY534" fmla="*/ 24815 h 1243764"/>
                <a:gd name="csX535" fmla="*/ 702344 w 842962"/>
                <a:gd name="csY535" fmla="*/ 26319 h 1243764"/>
                <a:gd name="csX536" fmla="*/ 703095 w 842962"/>
                <a:gd name="csY536" fmla="*/ 27071 h 1243764"/>
                <a:gd name="csX537" fmla="*/ 704599 w 842962"/>
                <a:gd name="csY537" fmla="*/ 27823 h 1243764"/>
                <a:gd name="csX538" fmla="*/ 704599 w 842962"/>
                <a:gd name="csY538" fmla="*/ 29327 h 1243764"/>
                <a:gd name="csX539" fmla="*/ 703848 w 842962"/>
                <a:gd name="csY539" fmla="*/ 30831 h 1243764"/>
                <a:gd name="csX540" fmla="*/ 702344 w 842962"/>
                <a:gd name="csY540" fmla="*/ 30831 h 1243764"/>
                <a:gd name="csX541" fmla="*/ 703095 w 842962"/>
                <a:gd name="csY541" fmla="*/ 31583 h 1243764"/>
                <a:gd name="csX542" fmla="*/ 704599 w 842962"/>
                <a:gd name="csY542" fmla="*/ 32335 h 1243764"/>
                <a:gd name="csX543" fmla="*/ 705352 w 842962"/>
                <a:gd name="csY543" fmla="*/ 33087 h 1243764"/>
                <a:gd name="csX544" fmla="*/ 706104 w 842962"/>
                <a:gd name="csY544" fmla="*/ 32335 h 1243764"/>
                <a:gd name="csX545" fmla="*/ 706855 w 842962"/>
                <a:gd name="csY545" fmla="*/ 33087 h 1243764"/>
                <a:gd name="csX546" fmla="*/ 708359 w 842962"/>
                <a:gd name="csY546" fmla="*/ 33839 h 1243764"/>
                <a:gd name="csX547" fmla="*/ 708359 w 842962"/>
                <a:gd name="csY547" fmla="*/ 35343 h 1243764"/>
                <a:gd name="csX548" fmla="*/ 709863 w 842962"/>
                <a:gd name="csY548" fmla="*/ 35343 h 1243764"/>
                <a:gd name="csX549" fmla="*/ 709863 w 842962"/>
                <a:gd name="csY549" fmla="*/ 33087 h 1243764"/>
                <a:gd name="csX550" fmla="*/ 712871 w 842962"/>
                <a:gd name="csY550" fmla="*/ 35343 h 1243764"/>
                <a:gd name="csX551" fmla="*/ 715127 w 842962"/>
                <a:gd name="csY551" fmla="*/ 39103 h 1243764"/>
                <a:gd name="csX552" fmla="*/ 716631 w 842962"/>
                <a:gd name="csY552" fmla="*/ 40607 h 1243764"/>
                <a:gd name="csX553" fmla="*/ 716631 w 842962"/>
                <a:gd name="csY553" fmla="*/ 42111 h 1243764"/>
                <a:gd name="csX554" fmla="*/ 715879 w 842962"/>
                <a:gd name="csY554" fmla="*/ 48878 h 1243764"/>
                <a:gd name="csX555" fmla="*/ 715879 w 842962"/>
                <a:gd name="csY555" fmla="*/ 50382 h 1243764"/>
                <a:gd name="csX556" fmla="*/ 697080 w 842962"/>
                <a:gd name="csY556" fmla="*/ 78957 h 1243764"/>
                <a:gd name="csX557" fmla="*/ 693320 w 842962"/>
                <a:gd name="csY557" fmla="*/ 83469 h 1243764"/>
                <a:gd name="csX558" fmla="*/ 689560 w 842962"/>
                <a:gd name="csY558" fmla="*/ 87229 h 1243764"/>
                <a:gd name="csX559" fmla="*/ 688056 w 842962"/>
                <a:gd name="csY559" fmla="*/ 90989 h 1243764"/>
                <a:gd name="csX560" fmla="*/ 687304 w 842962"/>
                <a:gd name="csY560" fmla="*/ 95501 h 1243764"/>
                <a:gd name="csX561" fmla="*/ 686552 w 842962"/>
                <a:gd name="csY561" fmla="*/ 100013 h 1243764"/>
                <a:gd name="csX562" fmla="*/ 686552 w 842962"/>
                <a:gd name="csY562" fmla="*/ 104524 h 1243764"/>
                <a:gd name="csX563" fmla="*/ 688056 w 842962"/>
                <a:gd name="csY563" fmla="*/ 109788 h 1243764"/>
                <a:gd name="csX564" fmla="*/ 689560 w 842962"/>
                <a:gd name="csY564" fmla="*/ 112796 h 1243764"/>
                <a:gd name="csX565" fmla="*/ 692568 w 842962"/>
                <a:gd name="csY565" fmla="*/ 118060 h 1243764"/>
                <a:gd name="csX566" fmla="*/ 695576 w 842962"/>
                <a:gd name="csY566" fmla="*/ 126332 h 1243764"/>
                <a:gd name="csX567" fmla="*/ 696328 w 842962"/>
                <a:gd name="csY567" fmla="*/ 128588 h 1243764"/>
                <a:gd name="csX568" fmla="*/ 697080 w 842962"/>
                <a:gd name="csY568" fmla="*/ 133851 h 1243764"/>
                <a:gd name="csX569" fmla="*/ 697832 w 842962"/>
                <a:gd name="csY569" fmla="*/ 139115 h 1243764"/>
                <a:gd name="csX570" fmla="*/ 697832 w 842962"/>
                <a:gd name="csY570" fmla="*/ 139867 h 1243764"/>
                <a:gd name="csX571" fmla="*/ 700840 w 842962"/>
                <a:gd name="csY571" fmla="*/ 145883 h 1243764"/>
                <a:gd name="csX572" fmla="*/ 705352 w 842962"/>
                <a:gd name="csY572" fmla="*/ 154155 h 1243764"/>
                <a:gd name="csX573" fmla="*/ 709112 w 842962"/>
                <a:gd name="csY573" fmla="*/ 157914 h 1243764"/>
                <a:gd name="csX574" fmla="*/ 711367 w 842962"/>
                <a:gd name="csY574" fmla="*/ 160922 h 1243764"/>
                <a:gd name="csX575" fmla="*/ 712119 w 842962"/>
                <a:gd name="csY575" fmla="*/ 166938 h 1243764"/>
                <a:gd name="csX576" fmla="*/ 713623 w 842962"/>
                <a:gd name="csY576" fmla="*/ 171450 h 1243764"/>
                <a:gd name="csX577" fmla="*/ 716631 w 842962"/>
                <a:gd name="csY577" fmla="*/ 180474 h 1243764"/>
                <a:gd name="csX578" fmla="*/ 717383 w 842962"/>
                <a:gd name="csY578" fmla="*/ 185737 h 1243764"/>
                <a:gd name="csX579" fmla="*/ 719639 w 842962"/>
                <a:gd name="csY579" fmla="*/ 197017 h 1243764"/>
                <a:gd name="csX580" fmla="*/ 724151 w 842962"/>
                <a:gd name="csY580" fmla="*/ 204537 h 1243764"/>
                <a:gd name="csX581" fmla="*/ 727159 w 842962"/>
                <a:gd name="csY581" fmla="*/ 209049 h 1243764"/>
                <a:gd name="csX582" fmla="*/ 730919 w 842962"/>
                <a:gd name="csY582" fmla="*/ 212057 h 1243764"/>
                <a:gd name="csX583" fmla="*/ 733927 w 842962"/>
                <a:gd name="csY583" fmla="*/ 214313 h 1243764"/>
                <a:gd name="csX584" fmla="*/ 736182 w 842962"/>
                <a:gd name="csY584" fmla="*/ 217320 h 1243764"/>
                <a:gd name="csX585" fmla="*/ 739942 w 842962"/>
                <a:gd name="csY585" fmla="*/ 225592 h 1243764"/>
                <a:gd name="csX586" fmla="*/ 741446 w 842962"/>
                <a:gd name="csY586" fmla="*/ 229352 h 1243764"/>
                <a:gd name="csX587" fmla="*/ 742950 w 842962"/>
                <a:gd name="csY587" fmla="*/ 239880 h 1243764"/>
                <a:gd name="csX588" fmla="*/ 739942 w 842962"/>
                <a:gd name="csY588" fmla="*/ 245143 h 1243764"/>
                <a:gd name="csX589" fmla="*/ 736182 w 842962"/>
                <a:gd name="csY589" fmla="*/ 251911 h 1243764"/>
                <a:gd name="csX590" fmla="*/ 733174 w 842962"/>
                <a:gd name="csY590" fmla="*/ 254919 h 1243764"/>
                <a:gd name="csX591" fmla="*/ 728663 w 842962"/>
                <a:gd name="csY591" fmla="*/ 258679 h 1243764"/>
                <a:gd name="csX592" fmla="*/ 724903 w 842962"/>
                <a:gd name="csY592" fmla="*/ 261687 h 1243764"/>
                <a:gd name="csX593" fmla="*/ 720391 w 842962"/>
                <a:gd name="csY593" fmla="*/ 268455 h 1243764"/>
                <a:gd name="csX594" fmla="*/ 718887 w 842962"/>
                <a:gd name="csY594" fmla="*/ 272214 h 1243764"/>
                <a:gd name="csX595" fmla="*/ 718135 w 842962"/>
                <a:gd name="csY595" fmla="*/ 274470 h 1243764"/>
                <a:gd name="csX596" fmla="*/ 717383 w 842962"/>
                <a:gd name="csY596" fmla="*/ 278982 h 1243764"/>
                <a:gd name="csX597" fmla="*/ 717383 w 842962"/>
                <a:gd name="csY597" fmla="*/ 283494 h 1243764"/>
                <a:gd name="csX598" fmla="*/ 718887 w 842962"/>
                <a:gd name="csY598" fmla="*/ 285750 h 1243764"/>
                <a:gd name="csX599" fmla="*/ 719639 w 842962"/>
                <a:gd name="csY599" fmla="*/ 289510 h 1243764"/>
                <a:gd name="csX600" fmla="*/ 719639 w 842962"/>
                <a:gd name="csY600" fmla="*/ 294774 h 1243764"/>
                <a:gd name="csX601" fmla="*/ 719639 w 842962"/>
                <a:gd name="csY601" fmla="*/ 300037 h 1243764"/>
                <a:gd name="csX602" fmla="*/ 721895 w 842962"/>
                <a:gd name="csY602" fmla="*/ 303045 h 1243764"/>
                <a:gd name="csX603" fmla="*/ 724151 w 842962"/>
                <a:gd name="csY603" fmla="*/ 307557 h 1243764"/>
                <a:gd name="csX604" fmla="*/ 725655 w 842962"/>
                <a:gd name="csY604" fmla="*/ 309813 h 1243764"/>
                <a:gd name="csX605" fmla="*/ 727159 w 842962"/>
                <a:gd name="csY605" fmla="*/ 313573 h 1243764"/>
                <a:gd name="csX606" fmla="*/ 726407 w 842962"/>
                <a:gd name="csY606" fmla="*/ 323349 h 1243764"/>
                <a:gd name="csX607" fmla="*/ 726407 w 842962"/>
                <a:gd name="csY607" fmla="*/ 329365 h 1243764"/>
                <a:gd name="csX608" fmla="*/ 727159 w 842962"/>
                <a:gd name="csY608" fmla="*/ 332372 h 1243764"/>
                <a:gd name="csX609" fmla="*/ 728663 w 842962"/>
                <a:gd name="csY609" fmla="*/ 335380 h 1243764"/>
                <a:gd name="csX610" fmla="*/ 733174 w 842962"/>
                <a:gd name="csY610" fmla="*/ 339892 h 1243764"/>
                <a:gd name="csX611" fmla="*/ 735431 w 842962"/>
                <a:gd name="csY611" fmla="*/ 342900 h 1243764"/>
                <a:gd name="csX612" fmla="*/ 736934 w 842962"/>
                <a:gd name="csY612" fmla="*/ 348164 h 1243764"/>
                <a:gd name="csX613" fmla="*/ 736934 w 842962"/>
                <a:gd name="csY613" fmla="*/ 351924 h 1243764"/>
                <a:gd name="csX614" fmla="*/ 739191 w 842962"/>
                <a:gd name="csY614" fmla="*/ 354932 h 1243764"/>
                <a:gd name="csX615" fmla="*/ 740694 w 842962"/>
                <a:gd name="csY615" fmla="*/ 359443 h 1243764"/>
                <a:gd name="csX616" fmla="*/ 742198 w 842962"/>
                <a:gd name="csY616" fmla="*/ 363955 h 1243764"/>
                <a:gd name="csX617" fmla="*/ 745206 w 842962"/>
                <a:gd name="csY617" fmla="*/ 367715 h 1243764"/>
                <a:gd name="csX618" fmla="*/ 745958 w 842962"/>
                <a:gd name="csY618" fmla="*/ 373731 h 1243764"/>
                <a:gd name="csX619" fmla="*/ 745206 w 842962"/>
                <a:gd name="csY619" fmla="*/ 378243 h 1243764"/>
                <a:gd name="csX620" fmla="*/ 743702 w 842962"/>
                <a:gd name="csY620" fmla="*/ 383507 h 1243764"/>
                <a:gd name="csX621" fmla="*/ 743702 w 842962"/>
                <a:gd name="csY621" fmla="*/ 388770 h 1243764"/>
                <a:gd name="csX622" fmla="*/ 745206 w 842962"/>
                <a:gd name="csY622" fmla="*/ 391026 h 1243764"/>
                <a:gd name="csX623" fmla="*/ 748214 w 842962"/>
                <a:gd name="csY623" fmla="*/ 394034 h 1243764"/>
                <a:gd name="csX624" fmla="*/ 750470 w 842962"/>
                <a:gd name="csY624" fmla="*/ 397794 h 1243764"/>
                <a:gd name="csX625" fmla="*/ 754230 w 842962"/>
                <a:gd name="csY625" fmla="*/ 399298 h 1243764"/>
                <a:gd name="csX626" fmla="*/ 756486 w 842962"/>
                <a:gd name="csY626" fmla="*/ 401554 h 1243764"/>
                <a:gd name="csX627" fmla="*/ 760246 w 842962"/>
                <a:gd name="csY627" fmla="*/ 404562 h 1243764"/>
                <a:gd name="csX628" fmla="*/ 761750 w 842962"/>
                <a:gd name="csY628" fmla="*/ 405314 h 1243764"/>
                <a:gd name="csX629" fmla="*/ 763253 w 842962"/>
                <a:gd name="csY629" fmla="*/ 407570 h 1243764"/>
                <a:gd name="csX630" fmla="*/ 763253 w 842962"/>
                <a:gd name="csY630" fmla="*/ 410578 h 1243764"/>
                <a:gd name="csX631" fmla="*/ 763253 w 842962"/>
                <a:gd name="csY631" fmla="*/ 418097 h 1243764"/>
                <a:gd name="csX632" fmla="*/ 767013 w 842962"/>
                <a:gd name="csY632" fmla="*/ 433889 h 1243764"/>
                <a:gd name="csX633" fmla="*/ 767013 w 842962"/>
                <a:gd name="csY633" fmla="*/ 436145 h 1243764"/>
                <a:gd name="csX634" fmla="*/ 765510 w 842962"/>
                <a:gd name="csY634" fmla="*/ 445920 h 1243764"/>
                <a:gd name="csX635" fmla="*/ 766261 w 842962"/>
                <a:gd name="csY635" fmla="*/ 450432 h 1243764"/>
                <a:gd name="csX636" fmla="*/ 768517 w 842962"/>
                <a:gd name="csY636" fmla="*/ 458704 h 1243764"/>
                <a:gd name="csX637" fmla="*/ 770773 w 842962"/>
                <a:gd name="csY637" fmla="*/ 479759 h 1243764"/>
                <a:gd name="csX638" fmla="*/ 772277 w 842962"/>
                <a:gd name="csY638" fmla="*/ 486527 h 1243764"/>
                <a:gd name="csX639" fmla="*/ 773029 w 842962"/>
                <a:gd name="csY639" fmla="*/ 488783 h 1243764"/>
                <a:gd name="csX640" fmla="*/ 772277 w 842962"/>
                <a:gd name="csY640" fmla="*/ 490287 h 1243764"/>
                <a:gd name="csX641" fmla="*/ 770773 w 842962"/>
                <a:gd name="csY641" fmla="*/ 494047 h 1243764"/>
                <a:gd name="csX642" fmla="*/ 770773 w 842962"/>
                <a:gd name="csY642" fmla="*/ 494799 h 1243764"/>
                <a:gd name="csX643" fmla="*/ 770773 w 842962"/>
                <a:gd name="csY643" fmla="*/ 495551 h 1243764"/>
                <a:gd name="csX644" fmla="*/ 773781 w 842962"/>
                <a:gd name="csY644" fmla="*/ 503070 h 1243764"/>
                <a:gd name="csX645" fmla="*/ 774533 w 842962"/>
                <a:gd name="csY645" fmla="*/ 506078 h 1243764"/>
                <a:gd name="csX646" fmla="*/ 783557 w 842962"/>
                <a:gd name="csY646" fmla="*/ 533149 h 1243764"/>
                <a:gd name="csX647" fmla="*/ 785061 w 842962"/>
                <a:gd name="csY647" fmla="*/ 534653 h 1243764"/>
                <a:gd name="csX648" fmla="*/ 785813 w 842962"/>
                <a:gd name="csY648" fmla="*/ 536909 h 1243764"/>
                <a:gd name="csX649" fmla="*/ 785813 w 842962"/>
                <a:gd name="csY649" fmla="*/ 539917 h 1243764"/>
                <a:gd name="csX650" fmla="*/ 785813 w 842962"/>
                <a:gd name="csY650" fmla="*/ 543677 h 1243764"/>
                <a:gd name="csX651" fmla="*/ 785813 w 842962"/>
                <a:gd name="csY651" fmla="*/ 546685 h 1243764"/>
                <a:gd name="csX652" fmla="*/ 785061 w 842962"/>
                <a:gd name="csY652" fmla="*/ 551949 h 1243764"/>
                <a:gd name="csX653" fmla="*/ 785061 w 842962"/>
                <a:gd name="csY653" fmla="*/ 554205 h 1243764"/>
                <a:gd name="csX654" fmla="*/ 787317 w 842962"/>
                <a:gd name="csY654" fmla="*/ 565484 h 1243764"/>
                <a:gd name="csX655" fmla="*/ 788821 w 842962"/>
                <a:gd name="csY655" fmla="*/ 569244 h 1243764"/>
                <a:gd name="csX656" fmla="*/ 793332 w 842962"/>
                <a:gd name="csY656" fmla="*/ 576012 h 1243764"/>
                <a:gd name="csX657" fmla="*/ 797092 w 842962"/>
                <a:gd name="csY657" fmla="*/ 581276 h 1243764"/>
                <a:gd name="csX658" fmla="*/ 797092 w 842962"/>
                <a:gd name="csY658" fmla="*/ 585035 h 1243764"/>
                <a:gd name="csX659" fmla="*/ 796340 w 842962"/>
                <a:gd name="csY659" fmla="*/ 591803 h 1243764"/>
                <a:gd name="csX660" fmla="*/ 797092 w 842962"/>
                <a:gd name="csY660" fmla="*/ 593307 h 1243764"/>
                <a:gd name="csX661" fmla="*/ 797844 w 842962"/>
                <a:gd name="csY661" fmla="*/ 594811 h 1243764"/>
                <a:gd name="csX662" fmla="*/ 800100 w 842962"/>
                <a:gd name="csY662" fmla="*/ 596315 h 1243764"/>
                <a:gd name="csX663" fmla="*/ 806868 w 842962"/>
                <a:gd name="csY663" fmla="*/ 598571 h 1243764"/>
                <a:gd name="csX664" fmla="*/ 809876 w 842962"/>
                <a:gd name="csY664" fmla="*/ 600827 h 1243764"/>
                <a:gd name="csX665" fmla="*/ 812132 w 842962"/>
                <a:gd name="csY665" fmla="*/ 602331 h 1243764"/>
                <a:gd name="csX666" fmla="*/ 833187 w 842962"/>
                <a:gd name="csY666" fmla="*/ 606091 h 1243764"/>
                <a:gd name="csX667" fmla="*/ 834691 w 842962"/>
                <a:gd name="csY667" fmla="*/ 606843 h 1243764"/>
                <a:gd name="csX668" fmla="*/ 836195 w 842962"/>
                <a:gd name="csY668" fmla="*/ 607595 h 1243764"/>
                <a:gd name="csX669" fmla="*/ 837699 w 842962"/>
                <a:gd name="csY669" fmla="*/ 611355 h 1243764"/>
                <a:gd name="csX670" fmla="*/ 838451 w 842962"/>
                <a:gd name="csY670" fmla="*/ 614363 h 1243764"/>
                <a:gd name="csX671" fmla="*/ 839203 w 842962"/>
                <a:gd name="csY671" fmla="*/ 615114 h 1243764"/>
                <a:gd name="csX672" fmla="*/ 840707 w 842962"/>
                <a:gd name="csY672" fmla="*/ 615866 h 1243764"/>
                <a:gd name="csX673" fmla="*/ 841459 w 842962"/>
                <a:gd name="csY673" fmla="*/ 617370 h 1243764"/>
                <a:gd name="csX674" fmla="*/ 842963 w 842962"/>
                <a:gd name="csY674" fmla="*/ 618122 h 1243764"/>
                <a:gd name="csX675" fmla="*/ 842963 w 842962"/>
                <a:gd name="csY675" fmla="*/ 618874 h 1243764"/>
                <a:gd name="csX676" fmla="*/ 842963 w 842962"/>
                <a:gd name="csY676" fmla="*/ 620378 h 1243764"/>
                <a:gd name="csX677" fmla="*/ 842963 w 842962"/>
                <a:gd name="csY677" fmla="*/ 621882 h 1243764"/>
                <a:gd name="csX678" fmla="*/ 842211 w 842962"/>
                <a:gd name="csY678" fmla="*/ 624890 h 1243764"/>
                <a:gd name="csX679" fmla="*/ 839955 w 842962"/>
                <a:gd name="csY679" fmla="*/ 630154 h 1243764"/>
                <a:gd name="csX680" fmla="*/ 839203 w 842962"/>
                <a:gd name="csY680" fmla="*/ 632410 h 1243764"/>
                <a:gd name="csX681" fmla="*/ 828675 w 842962"/>
                <a:gd name="csY681" fmla="*/ 645945 h 1243764"/>
                <a:gd name="csX682" fmla="*/ 828675 w 842962"/>
                <a:gd name="csY682" fmla="*/ 647449 h 1243764"/>
                <a:gd name="csX683" fmla="*/ 817396 w 842962"/>
                <a:gd name="csY683" fmla="*/ 676776 h 1243764"/>
                <a:gd name="csX684" fmla="*/ 817396 w 842962"/>
                <a:gd name="csY684" fmla="*/ 679032 h 1243764"/>
                <a:gd name="csX685" fmla="*/ 818148 w 842962"/>
                <a:gd name="csY685" fmla="*/ 682040 h 1243764"/>
                <a:gd name="csX686" fmla="*/ 820404 w 842962"/>
                <a:gd name="csY686" fmla="*/ 687304 h 1243764"/>
                <a:gd name="csX687" fmla="*/ 821908 w 842962"/>
                <a:gd name="csY687" fmla="*/ 689560 h 1243764"/>
                <a:gd name="csX688" fmla="*/ 823411 w 842962"/>
                <a:gd name="csY688" fmla="*/ 691064 h 1243764"/>
                <a:gd name="csX689" fmla="*/ 824163 w 842962"/>
                <a:gd name="csY689" fmla="*/ 692568 h 1243764"/>
                <a:gd name="csX690" fmla="*/ 824915 w 842962"/>
                <a:gd name="csY690" fmla="*/ 694824 h 1243764"/>
                <a:gd name="csX691" fmla="*/ 824915 w 842962"/>
                <a:gd name="csY691" fmla="*/ 696328 h 1243764"/>
                <a:gd name="csX692" fmla="*/ 824163 w 842962"/>
                <a:gd name="csY692" fmla="*/ 706103 h 1243764"/>
                <a:gd name="csX693" fmla="*/ 807620 w 842962"/>
                <a:gd name="csY693" fmla="*/ 707607 h 1243764"/>
                <a:gd name="csX694" fmla="*/ 806116 w 842962"/>
                <a:gd name="csY694" fmla="*/ 707607 h 1243764"/>
                <a:gd name="csX695" fmla="*/ 803108 w 842962"/>
                <a:gd name="csY695" fmla="*/ 709863 h 1243764"/>
                <a:gd name="csX696" fmla="*/ 802356 w 842962"/>
                <a:gd name="csY696" fmla="*/ 709863 h 1243764"/>
                <a:gd name="csX697" fmla="*/ 801604 w 842962"/>
                <a:gd name="csY697" fmla="*/ 710615 h 1243764"/>
                <a:gd name="csX698" fmla="*/ 801604 w 842962"/>
                <a:gd name="csY698" fmla="*/ 711367 h 1243764"/>
                <a:gd name="csX699" fmla="*/ 801604 w 842962"/>
                <a:gd name="csY699" fmla="*/ 712119 h 1243764"/>
                <a:gd name="csX700" fmla="*/ 800100 w 842962"/>
                <a:gd name="csY700" fmla="*/ 719639 h 1243764"/>
                <a:gd name="csX701" fmla="*/ 800852 w 842962"/>
                <a:gd name="csY701" fmla="*/ 721143 h 1243764"/>
                <a:gd name="csX702" fmla="*/ 800852 w 842962"/>
                <a:gd name="csY702" fmla="*/ 724151 h 1243764"/>
                <a:gd name="csX703" fmla="*/ 801604 w 842962"/>
                <a:gd name="csY703" fmla="*/ 724903 h 1243764"/>
                <a:gd name="csX704" fmla="*/ 807620 w 842962"/>
                <a:gd name="csY704" fmla="*/ 736182 h 1243764"/>
                <a:gd name="csX705" fmla="*/ 810628 w 842962"/>
                <a:gd name="csY705" fmla="*/ 739942 h 1243764"/>
                <a:gd name="csX706" fmla="*/ 810628 w 842962"/>
                <a:gd name="csY706" fmla="*/ 740694 h 1243764"/>
                <a:gd name="csX707" fmla="*/ 811380 w 842962"/>
                <a:gd name="csY707" fmla="*/ 743702 h 1243764"/>
                <a:gd name="csX708" fmla="*/ 812132 w 842962"/>
                <a:gd name="csY708" fmla="*/ 745206 h 1243764"/>
                <a:gd name="csX709" fmla="*/ 811380 w 842962"/>
                <a:gd name="csY709" fmla="*/ 748966 h 1243764"/>
                <a:gd name="csX710" fmla="*/ 811380 w 842962"/>
                <a:gd name="csY710" fmla="*/ 749718 h 1243764"/>
                <a:gd name="csX711" fmla="*/ 811380 w 842962"/>
                <a:gd name="csY711" fmla="*/ 751222 h 1243764"/>
                <a:gd name="csX712" fmla="*/ 809876 w 842962"/>
                <a:gd name="csY712" fmla="*/ 751974 h 1243764"/>
                <a:gd name="csX713" fmla="*/ 809876 w 842962"/>
                <a:gd name="csY713" fmla="*/ 752726 h 1243764"/>
                <a:gd name="csX714" fmla="*/ 807620 w 842962"/>
                <a:gd name="csY714" fmla="*/ 755734 h 1243764"/>
                <a:gd name="csX715" fmla="*/ 806116 w 842962"/>
                <a:gd name="csY715" fmla="*/ 759493 h 1243764"/>
                <a:gd name="csX716" fmla="*/ 805364 w 842962"/>
                <a:gd name="csY716" fmla="*/ 761749 h 1243764"/>
                <a:gd name="csX717" fmla="*/ 805364 w 842962"/>
                <a:gd name="csY717" fmla="*/ 762501 h 1243764"/>
                <a:gd name="csX718" fmla="*/ 806868 w 842962"/>
                <a:gd name="csY718" fmla="*/ 764005 h 1243764"/>
                <a:gd name="csX719" fmla="*/ 807620 w 842962"/>
                <a:gd name="csY719" fmla="*/ 764757 h 1243764"/>
                <a:gd name="csX720" fmla="*/ 816644 w 842962"/>
                <a:gd name="csY720" fmla="*/ 768517 h 1243764"/>
                <a:gd name="csX721" fmla="*/ 818900 w 842962"/>
                <a:gd name="csY721" fmla="*/ 770021 h 1243764"/>
                <a:gd name="csX722" fmla="*/ 821908 w 842962"/>
                <a:gd name="csY722" fmla="*/ 772277 h 1243764"/>
                <a:gd name="csX723" fmla="*/ 823411 w 842962"/>
                <a:gd name="csY723" fmla="*/ 773781 h 1243764"/>
                <a:gd name="csX724" fmla="*/ 824163 w 842962"/>
                <a:gd name="csY724" fmla="*/ 776037 h 1243764"/>
                <a:gd name="csX725" fmla="*/ 824915 w 842962"/>
                <a:gd name="csY725" fmla="*/ 785061 h 1243764"/>
                <a:gd name="csX726" fmla="*/ 824163 w 842962"/>
                <a:gd name="csY726" fmla="*/ 798596 h 1243764"/>
                <a:gd name="csX727" fmla="*/ 823411 w 842962"/>
                <a:gd name="csY727" fmla="*/ 803860 h 1243764"/>
                <a:gd name="csX728" fmla="*/ 818148 w 842962"/>
                <a:gd name="csY728" fmla="*/ 815139 h 1243764"/>
                <a:gd name="csX729" fmla="*/ 817396 w 842962"/>
                <a:gd name="csY729" fmla="*/ 817396 h 1243764"/>
                <a:gd name="csX730" fmla="*/ 816644 w 842962"/>
                <a:gd name="csY730" fmla="*/ 818147 h 1243764"/>
                <a:gd name="csX731" fmla="*/ 815891 w 842962"/>
                <a:gd name="csY731" fmla="*/ 818899 h 1243764"/>
                <a:gd name="csX732" fmla="*/ 815140 w 842962"/>
                <a:gd name="csY732" fmla="*/ 819651 h 1243764"/>
                <a:gd name="csX733" fmla="*/ 814388 w 842962"/>
                <a:gd name="csY733" fmla="*/ 819651 h 1243764"/>
                <a:gd name="csX734" fmla="*/ 813636 w 842962"/>
                <a:gd name="csY734" fmla="*/ 819651 h 1243764"/>
                <a:gd name="csX735" fmla="*/ 812884 w 842962"/>
                <a:gd name="csY735" fmla="*/ 820403 h 1243764"/>
                <a:gd name="csX736" fmla="*/ 811380 w 842962"/>
                <a:gd name="csY736" fmla="*/ 820403 h 1243764"/>
                <a:gd name="csX737" fmla="*/ 808372 w 842962"/>
                <a:gd name="csY737" fmla="*/ 824915 h 1243764"/>
                <a:gd name="csX738" fmla="*/ 805364 w 842962"/>
                <a:gd name="csY738" fmla="*/ 827171 h 1243764"/>
                <a:gd name="csX739" fmla="*/ 803108 w 842962"/>
                <a:gd name="csY739" fmla="*/ 830179 h 1243764"/>
                <a:gd name="csX740" fmla="*/ 802356 w 842962"/>
                <a:gd name="csY740" fmla="*/ 830931 h 1243764"/>
                <a:gd name="csX741" fmla="*/ 792580 w 842962"/>
                <a:gd name="csY741" fmla="*/ 836947 h 1243764"/>
                <a:gd name="csX742" fmla="*/ 791829 w 842962"/>
                <a:gd name="csY742" fmla="*/ 837699 h 1243764"/>
                <a:gd name="csX743" fmla="*/ 791076 w 842962"/>
                <a:gd name="csY743" fmla="*/ 839203 h 1243764"/>
                <a:gd name="csX744" fmla="*/ 790325 w 842962"/>
                <a:gd name="csY744" fmla="*/ 839955 h 1243764"/>
                <a:gd name="csX745" fmla="*/ 788821 w 842962"/>
                <a:gd name="csY745" fmla="*/ 845218 h 1243764"/>
                <a:gd name="csX746" fmla="*/ 784309 w 842962"/>
                <a:gd name="csY746" fmla="*/ 847474 h 1243764"/>
                <a:gd name="csX747" fmla="*/ 782805 w 842962"/>
                <a:gd name="csY747" fmla="*/ 848978 h 1243764"/>
                <a:gd name="csX748" fmla="*/ 782805 w 842962"/>
                <a:gd name="csY748" fmla="*/ 849730 h 1243764"/>
                <a:gd name="csX749" fmla="*/ 782053 w 842962"/>
                <a:gd name="csY749" fmla="*/ 851986 h 1243764"/>
                <a:gd name="csX750" fmla="*/ 781301 w 842962"/>
                <a:gd name="csY750" fmla="*/ 854242 h 1243764"/>
                <a:gd name="csX751" fmla="*/ 779797 w 842962"/>
                <a:gd name="csY751" fmla="*/ 854994 h 1243764"/>
                <a:gd name="csX752" fmla="*/ 779045 w 842962"/>
                <a:gd name="csY752" fmla="*/ 854994 h 1243764"/>
                <a:gd name="csX753" fmla="*/ 778293 w 842962"/>
                <a:gd name="csY753" fmla="*/ 854994 h 1243764"/>
                <a:gd name="csX754" fmla="*/ 777541 w 842962"/>
                <a:gd name="csY754" fmla="*/ 854242 h 1243764"/>
                <a:gd name="csX755" fmla="*/ 775285 w 842962"/>
                <a:gd name="csY755" fmla="*/ 852738 h 1243764"/>
                <a:gd name="csX756" fmla="*/ 774533 w 842962"/>
                <a:gd name="csY756" fmla="*/ 852738 h 1243764"/>
                <a:gd name="csX757" fmla="*/ 773781 w 842962"/>
                <a:gd name="csY757" fmla="*/ 851986 h 1243764"/>
                <a:gd name="csX758" fmla="*/ 772277 w 842962"/>
                <a:gd name="csY758" fmla="*/ 851986 h 1243764"/>
                <a:gd name="csX759" fmla="*/ 771525 w 842962"/>
                <a:gd name="csY759" fmla="*/ 852738 h 1243764"/>
                <a:gd name="csX760" fmla="*/ 771525 w 842962"/>
                <a:gd name="csY760" fmla="*/ 853490 h 1243764"/>
                <a:gd name="csX761" fmla="*/ 770021 w 842962"/>
                <a:gd name="csY761" fmla="*/ 858002 h 1243764"/>
                <a:gd name="csX762" fmla="*/ 770021 w 842962"/>
                <a:gd name="csY762" fmla="*/ 859506 h 1243764"/>
                <a:gd name="csX763" fmla="*/ 770021 w 842962"/>
                <a:gd name="csY763" fmla="*/ 861010 h 1243764"/>
                <a:gd name="csX764" fmla="*/ 769269 w 842962"/>
                <a:gd name="csY764" fmla="*/ 862514 h 1243764"/>
                <a:gd name="csX765" fmla="*/ 767765 w 842962"/>
                <a:gd name="csY765" fmla="*/ 864770 h 1243764"/>
                <a:gd name="csX766" fmla="*/ 767013 w 842962"/>
                <a:gd name="csY766" fmla="*/ 865522 h 1243764"/>
                <a:gd name="csX767" fmla="*/ 766261 w 842962"/>
                <a:gd name="csY767" fmla="*/ 865522 h 1243764"/>
                <a:gd name="csX768" fmla="*/ 765510 w 842962"/>
                <a:gd name="csY768" fmla="*/ 865522 h 1243764"/>
                <a:gd name="csX769" fmla="*/ 764757 w 842962"/>
                <a:gd name="csY769" fmla="*/ 864770 h 1243764"/>
                <a:gd name="csX770" fmla="*/ 763253 w 842962"/>
                <a:gd name="csY770" fmla="*/ 864770 h 1243764"/>
                <a:gd name="csX771" fmla="*/ 757238 w 842962"/>
                <a:gd name="csY771" fmla="*/ 863266 h 1243764"/>
                <a:gd name="csX772" fmla="*/ 755734 w 842962"/>
                <a:gd name="csY772" fmla="*/ 863266 h 1243764"/>
                <a:gd name="csX773" fmla="*/ 754230 w 842962"/>
                <a:gd name="csY773" fmla="*/ 863266 h 1243764"/>
                <a:gd name="csX774" fmla="*/ 751974 w 842962"/>
                <a:gd name="csY774" fmla="*/ 864018 h 1243764"/>
                <a:gd name="csX775" fmla="*/ 750470 w 842962"/>
                <a:gd name="csY775" fmla="*/ 864018 h 1243764"/>
                <a:gd name="csX776" fmla="*/ 749718 w 842962"/>
                <a:gd name="csY776" fmla="*/ 864770 h 1243764"/>
                <a:gd name="csX777" fmla="*/ 749718 w 842962"/>
                <a:gd name="csY777" fmla="*/ 867026 h 1243764"/>
                <a:gd name="csX778" fmla="*/ 748966 w 842962"/>
                <a:gd name="csY778" fmla="*/ 867778 h 1243764"/>
                <a:gd name="csX779" fmla="*/ 747462 w 842962"/>
                <a:gd name="csY779" fmla="*/ 869282 h 1243764"/>
                <a:gd name="csX780" fmla="*/ 745206 w 842962"/>
                <a:gd name="csY780" fmla="*/ 871537 h 1243764"/>
                <a:gd name="csX781" fmla="*/ 744454 w 842962"/>
                <a:gd name="csY781" fmla="*/ 873042 h 1243764"/>
                <a:gd name="csX782" fmla="*/ 743702 w 842962"/>
                <a:gd name="csY782" fmla="*/ 873794 h 1243764"/>
                <a:gd name="csX783" fmla="*/ 743702 w 842962"/>
                <a:gd name="csY783" fmla="*/ 876049 h 1243764"/>
                <a:gd name="csX784" fmla="*/ 743702 w 842962"/>
                <a:gd name="csY784" fmla="*/ 877553 h 1243764"/>
                <a:gd name="csX785" fmla="*/ 742950 w 842962"/>
                <a:gd name="csY785" fmla="*/ 878305 h 1243764"/>
                <a:gd name="csX786" fmla="*/ 741446 w 842962"/>
                <a:gd name="csY786" fmla="*/ 879809 h 1243764"/>
                <a:gd name="csX787" fmla="*/ 740694 w 842962"/>
                <a:gd name="csY787" fmla="*/ 880561 h 1243764"/>
                <a:gd name="csX788" fmla="*/ 739942 w 842962"/>
                <a:gd name="csY788" fmla="*/ 880561 h 1243764"/>
                <a:gd name="csX789" fmla="*/ 739191 w 842962"/>
                <a:gd name="csY789" fmla="*/ 881313 h 1243764"/>
                <a:gd name="csX790" fmla="*/ 735431 w 842962"/>
                <a:gd name="csY790" fmla="*/ 881313 h 1243764"/>
                <a:gd name="csX791" fmla="*/ 731671 w 842962"/>
                <a:gd name="csY791" fmla="*/ 882065 h 1243764"/>
                <a:gd name="csX792" fmla="*/ 730919 w 842962"/>
                <a:gd name="csY792" fmla="*/ 882817 h 1243764"/>
                <a:gd name="csX793" fmla="*/ 730167 w 842962"/>
                <a:gd name="csY793" fmla="*/ 883569 h 1243764"/>
                <a:gd name="csX794" fmla="*/ 728663 w 842962"/>
                <a:gd name="csY794" fmla="*/ 885825 h 1243764"/>
                <a:gd name="csX795" fmla="*/ 727911 w 842962"/>
                <a:gd name="csY795" fmla="*/ 886577 h 1243764"/>
                <a:gd name="csX796" fmla="*/ 727159 w 842962"/>
                <a:gd name="csY796" fmla="*/ 888081 h 1243764"/>
                <a:gd name="csX797" fmla="*/ 726407 w 842962"/>
                <a:gd name="csY797" fmla="*/ 891089 h 1243764"/>
                <a:gd name="csX798" fmla="*/ 724903 w 842962"/>
                <a:gd name="csY798" fmla="*/ 893345 h 1243764"/>
                <a:gd name="csX799" fmla="*/ 724151 w 842962"/>
                <a:gd name="csY799" fmla="*/ 894849 h 1243764"/>
                <a:gd name="csX800" fmla="*/ 723399 w 842962"/>
                <a:gd name="csY800" fmla="*/ 895601 h 1243764"/>
                <a:gd name="csX801" fmla="*/ 722647 w 842962"/>
                <a:gd name="csY801" fmla="*/ 896353 h 1243764"/>
                <a:gd name="csX802" fmla="*/ 711367 w 842962"/>
                <a:gd name="csY802" fmla="*/ 902368 h 1243764"/>
                <a:gd name="csX803" fmla="*/ 697832 w 842962"/>
                <a:gd name="csY803" fmla="*/ 908384 h 1243764"/>
                <a:gd name="csX804" fmla="*/ 695576 w 842962"/>
                <a:gd name="csY804" fmla="*/ 912896 h 1243764"/>
                <a:gd name="csX805" fmla="*/ 694072 w 842962"/>
                <a:gd name="csY805" fmla="*/ 918912 h 1243764"/>
                <a:gd name="csX806" fmla="*/ 693320 w 842962"/>
                <a:gd name="csY806" fmla="*/ 920416 h 1243764"/>
                <a:gd name="csX807" fmla="*/ 692568 w 842962"/>
                <a:gd name="csY807" fmla="*/ 921168 h 1243764"/>
                <a:gd name="csX808" fmla="*/ 691064 w 842962"/>
                <a:gd name="csY808" fmla="*/ 922672 h 1243764"/>
                <a:gd name="csX809" fmla="*/ 690312 w 842962"/>
                <a:gd name="csY809" fmla="*/ 924176 h 1243764"/>
                <a:gd name="csX810" fmla="*/ 688808 w 842962"/>
                <a:gd name="csY810" fmla="*/ 925680 h 1243764"/>
                <a:gd name="csX811" fmla="*/ 688808 w 842962"/>
                <a:gd name="csY811" fmla="*/ 926432 h 1243764"/>
                <a:gd name="csX812" fmla="*/ 683544 w 842962"/>
                <a:gd name="csY812" fmla="*/ 931695 h 1243764"/>
                <a:gd name="csX813" fmla="*/ 682793 w 842962"/>
                <a:gd name="csY813" fmla="*/ 933199 h 1243764"/>
                <a:gd name="csX814" fmla="*/ 679784 w 842962"/>
                <a:gd name="csY814" fmla="*/ 940719 h 1243764"/>
                <a:gd name="csX815" fmla="*/ 679033 w 842962"/>
                <a:gd name="csY815" fmla="*/ 941471 h 1243764"/>
                <a:gd name="csX816" fmla="*/ 679033 w 842962"/>
                <a:gd name="csY816" fmla="*/ 942223 h 1243764"/>
                <a:gd name="csX817" fmla="*/ 678280 w 842962"/>
                <a:gd name="csY817" fmla="*/ 942223 h 1243764"/>
                <a:gd name="csX818" fmla="*/ 673769 w 842962"/>
                <a:gd name="csY818" fmla="*/ 945231 h 1243764"/>
                <a:gd name="csX819" fmla="*/ 673016 w 842962"/>
                <a:gd name="csY819" fmla="*/ 945983 h 1243764"/>
                <a:gd name="csX820" fmla="*/ 671513 w 842962"/>
                <a:gd name="csY820" fmla="*/ 947487 h 1243764"/>
                <a:gd name="csX821" fmla="*/ 670761 w 842962"/>
                <a:gd name="csY821" fmla="*/ 948239 h 1243764"/>
                <a:gd name="csX822" fmla="*/ 670009 w 842962"/>
                <a:gd name="csY822" fmla="*/ 948239 h 1243764"/>
                <a:gd name="csX823" fmla="*/ 668505 w 842962"/>
                <a:gd name="csY823" fmla="*/ 948239 h 1243764"/>
                <a:gd name="csX824" fmla="*/ 667001 w 842962"/>
                <a:gd name="csY824" fmla="*/ 948239 h 1243764"/>
                <a:gd name="csX825" fmla="*/ 665497 w 842962"/>
                <a:gd name="csY825" fmla="*/ 948239 h 1243764"/>
                <a:gd name="csX826" fmla="*/ 664745 w 842962"/>
                <a:gd name="csY826" fmla="*/ 947487 h 1243764"/>
                <a:gd name="csX827" fmla="*/ 663993 w 842962"/>
                <a:gd name="csY827" fmla="*/ 947487 h 1243764"/>
                <a:gd name="csX828" fmla="*/ 663241 w 842962"/>
                <a:gd name="csY828" fmla="*/ 946735 h 1243764"/>
                <a:gd name="csX829" fmla="*/ 662489 w 842962"/>
                <a:gd name="csY829" fmla="*/ 946735 h 1243764"/>
                <a:gd name="csX830" fmla="*/ 660985 w 842962"/>
                <a:gd name="csY830" fmla="*/ 946735 h 1243764"/>
                <a:gd name="csX831" fmla="*/ 660233 w 842962"/>
                <a:gd name="csY831" fmla="*/ 947487 h 1243764"/>
                <a:gd name="csX832" fmla="*/ 654217 w 842962"/>
                <a:gd name="csY832" fmla="*/ 948991 h 1243764"/>
                <a:gd name="csX833" fmla="*/ 652714 w 842962"/>
                <a:gd name="csY833" fmla="*/ 948991 h 1243764"/>
                <a:gd name="csX834" fmla="*/ 647450 w 842962"/>
                <a:gd name="csY834" fmla="*/ 948991 h 1243764"/>
                <a:gd name="csX835" fmla="*/ 645946 w 842962"/>
                <a:gd name="csY835" fmla="*/ 948991 h 1243764"/>
                <a:gd name="csX836" fmla="*/ 644442 w 842962"/>
                <a:gd name="csY836" fmla="*/ 948991 h 1243764"/>
                <a:gd name="csX837" fmla="*/ 642938 w 842962"/>
                <a:gd name="csY837" fmla="*/ 949743 h 1243764"/>
                <a:gd name="csX838" fmla="*/ 642186 w 842962"/>
                <a:gd name="csY838" fmla="*/ 950495 h 1243764"/>
                <a:gd name="csX839" fmla="*/ 641434 w 842962"/>
                <a:gd name="csY839" fmla="*/ 951247 h 1243764"/>
                <a:gd name="csX840" fmla="*/ 641434 w 842962"/>
                <a:gd name="csY840" fmla="*/ 951999 h 1243764"/>
                <a:gd name="csX841" fmla="*/ 641434 w 842962"/>
                <a:gd name="csY841" fmla="*/ 952751 h 1243764"/>
                <a:gd name="csX842" fmla="*/ 642938 w 842962"/>
                <a:gd name="csY842" fmla="*/ 960271 h 1243764"/>
                <a:gd name="csX843" fmla="*/ 642938 w 842962"/>
                <a:gd name="csY843" fmla="*/ 968542 h 1243764"/>
                <a:gd name="csX844" fmla="*/ 642938 w 842962"/>
                <a:gd name="csY844" fmla="*/ 971550 h 1243764"/>
                <a:gd name="csX845" fmla="*/ 642938 w 842962"/>
                <a:gd name="csY845" fmla="*/ 973054 h 1243764"/>
                <a:gd name="csX846" fmla="*/ 642938 w 842962"/>
                <a:gd name="csY846" fmla="*/ 973806 h 1243764"/>
                <a:gd name="csX847" fmla="*/ 642938 w 842962"/>
                <a:gd name="csY847" fmla="*/ 974558 h 1243764"/>
                <a:gd name="csX848" fmla="*/ 642186 w 842962"/>
                <a:gd name="csY848" fmla="*/ 975310 h 1243764"/>
                <a:gd name="csX849" fmla="*/ 642186 w 842962"/>
                <a:gd name="csY849" fmla="*/ 976062 h 1243764"/>
                <a:gd name="csX850" fmla="*/ 640682 w 842962"/>
                <a:gd name="csY850" fmla="*/ 976062 h 1243764"/>
                <a:gd name="csX851" fmla="*/ 634666 w 842962"/>
                <a:gd name="csY851" fmla="*/ 978318 h 1243764"/>
                <a:gd name="csX852" fmla="*/ 633914 w 842962"/>
                <a:gd name="csY852" fmla="*/ 979070 h 1243764"/>
                <a:gd name="csX853" fmla="*/ 633162 w 842962"/>
                <a:gd name="csY853" fmla="*/ 979822 h 1243764"/>
                <a:gd name="csX854" fmla="*/ 632410 w 842962"/>
                <a:gd name="csY854" fmla="*/ 980574 h 1243764"/>
                <a:gd name="csX855" fmla="*/ 632410 w 842962"/>
                <a:gd name="csY855" fmla="*/ 981326 h 1243764"/>
                <a:gd name="csX856" fmla="*/ 629402 w 842962"/>
                <a:gd name="csY856" fmla="*/ 987341 h 1243764"/>
                <a:gd name="csX857" fmla="*/ 627898 w 842962"/>
                <a:gd name="csY857" fmla="*/ 989597 h 1243764"/>
                <a:gd name="csX858" fmla="*/ 626394 w 842962"/>
                <a:gd name="csY858" fmla="*/ 990349 h 1243764"/>
                <a:gd name="csX859" fmla="*/ 625642 w 842962"/>
                <a:gd name="csY859" fmla="*/ 991101 h 1243764"/>
                <a:gd name="csX860" fmla="*/ 624890 w 842962"/>
                <a:gd name="csY860" fmla="*/ 991853 h 1243764"/>
                <a:gd name="csX861" fmla="*/ 623386 w 842962"/>
                <a:gd name="csY861" fmla="*/ 991853 h 1243764"/>
                <a:gd name="csX862" fmla="*/ 621882 w 842962"/>
                <a:gd name="csY862" fmla="*/ 991101 h 1243764"/>
                <a:gd name="csX863" fmla="*/ 621131 w 842962"/>
                <a:gd name="csY863" fmla="*/ 991101 h 1243764"/>
                <a:gd name="csX864" fmla="*/ 621131 w 842962"/>
                <a:gd name="csY864" fmla="*/ 990349 h 1243764"/>
                <a:gd name="csX865" fmla="*/ 619627 w 842962"/>
                <a:gd name="csY865" fmla="*/ 988093 h 1243764"/>
                <a:gd name="csX866" fmla="*/ 619627 w 842962"/>
                <a:gd name="csY866" fmla="*/ 987341 h 1243764"/>
                <a:gd name="csX867" fmla="*/ 618875 w 842962"/>
                <a:gd name="csY867" fmla="*/ 986590 h 1243764"/>
                <a:gd name="csX868" fmla="*/ 618123 w 842962"/>
                <a:gd name="csY868" fmla="*/ 985838 h 1243764"/>
                <a:gd name="csX869" fmla="*/ 617371 w 842962"/>
                <a:gd name="csY869" fmla="*/ 985086 h 1243764"/>
                <a:gd name="csX870" fmla="*/ 615115 w 842962"/>
                <a:gd name="csY870" fmla="*/ 985086 h 1243764"/>
                <a:gd name="csX871" fmla="*/ 614363 w 842962"/>
                <a:gd name="csY871" fmla="*/ 985086 h 1243764"/>
                <a:gd name="csX872" fmla="*/ 613611 w 842962"/>
                <a:gd name="csY872" fmla="*/ 985086 h 1243764"/>
                <a:gd name="csX873" fmla="*/ 612859 w 842962"/>
                <a:gd name="csY873" fmla="*/ 985838 h 1243764"/>
                <a:gd name="csX874" fmla="*/ 612107 w 842962"/>
                <a:gd name="csY874" fmla="*/ 985838 h 1243764"/>
                <a:gd name="csX875" fmla="*/ 611355 w 842962"/>
                <a:gd name="csY875" fmla="*/ 986590 h 1243764"/>
                <a:gd name="csX876" fmla="*/ 609851 w 842962"/>
                <a:gd name="csY876" fmla="*/ 986590 h 1243764"/>
                <a:gd name="csX877" fmla="*/ 608347 w 842962"/>
                <a:gd name="csY877" fmla="*/ 986590 h 1243764"/>
                <a:gd name="csX878" fmla="*/ 607595 w 842962"/>
                <a:gd name="csY878" fmla="*/ 985838 h 1243764"/>
                <a:gd name="csX879" fmla="*/ 606843 w 842962"/>
                <a:gd name="csY879" fmla="*/ 985838 h 1243764"/>
                <a:gd name="csX880" fmla="*/ 605339 w 842962"/>
                <a:gd name="csY880" fmla="*/ 985086 h 1243764"/>
                <a:gd name="csX881" fmla="*/ 604587 w 842962"/>
                <a:gd name="csY881" fmla="*/ 984334 h 1243764"/>
                <a:gd name="csX882" fmla="*/ 603835 w 842962"/>
                <a:gd name="csY882" fmla="*/ 984334 h 1243764"/>
                <a:gd name="csX883" fmla="*/ 602331 w 842962"/>
                <a:gd name="csY883" fmla="*/ 985086 h 1243764"/>
                <a:gd name="csX884" fmla="*/ 600827 w 842962"/>
                <a:gd name="csY884" fmla="*/ 986590 h 1243764"/>
                <a:gd name="csX885" fmla="*/ 600075 w 842962"/>
                <a:gd name="csY885" fmla="*/ 986590 h 1243764"/>
                <a:gd name="csX886" fmla="*/ 599323 w 842962"/>
                <a:gd name="csY886" fmla="*/ 985838 h 1243764"/>
                <a:gd name="csX887" fmla="*/ 597819 w 842962"/>
                <a:gd name="csY887" fmla="*/ 984334 h 1243764"/>
                <a:gd name="csX888" fmla="*/ 596316 w 842962"/>
                <a:gd name="csY888" fmla="*/ 984334 h 1243764"/>
                <a:gd name="csX889" fmla="*/ 594812 w 842962"/>
                <a:gd name="csY889" fmla="*/ 985086 h 1243764"/>
                <a:gd name="csX890" fmla="*/ 594059 w 842962"/>
                <a:gd name="csY890" fmla="*/ 985838 h 1243764"/>
                <a:gd name="csX891" fmla="*/ 593307 w 842962"/>
                <a:gd name="csY891" fmla="*/ 986590 h 1243764"/>
                <a:gd name="csX892" fmla="*/ 591803 w 842962"/>
                <a:gd name="csY892" fmla="*/ 988093 h 1243764"/>
                <a:gd name="csX893" fmla="*/ 588044 w 842962"/>
                <a:gd name="csY893" fmla="*/ 994109 h 1243764"/>
                <a:gd name="csX894" fmla="*/ 586540 w 842962"/>
                <a:gd name="csY894" fmla="*/ 994861 h 1243764"/>
                <a:gd name="csX895" fmla="*/ 585036 w 842962"/>
                <a:gd name="csY895" fmla="*/ 995613 h 1243764"/>
                <a:gd name="csX896" fmla="*/ 581276 w 842962"/>
                <a:gd name="csY896" fmla="*/ 997117 h 1243764"/>
                <a:gd name="csX897" fmla="*/ 580524 w 842962"/>
                <a:gd name="csY897" fmla="*/ 997869 h 1243764"/>
                <a:gd name="csX898" fmla="*/ 562477 w 842962"/>
                <a:gd name="csY898" fmla="*/ 1000877 h 1243764"/>
                <a:gd name="csX899" fmla="*/ 561724 w 842962"/>
                <a:gd name="csY899" fmla="*/ 1001629 h 1243764"/>
                <a:gd name="csX900" fmla="*/ 559469 w 842962"/>
                <a:gd name="csY900" fmla="*/ 1000877 h 1243764"/>
                <a:gd name="csX901" fmla="*/ 557965 w 842962"/>
                <a:gd name="csY901" fmla="*/ 1000125 h 1243764"/>
                <a:gd name="csX902" fmla="*/ 557213 w 842962"/>
                <a:gd name="csY902" fmla="*/ 1000125 h 1243764"/>
                <a:gd name="csX903" fmla="*/ 555709 w 842962"/>
                <a:gd name="csY903" fmla="*/ 1000125 h 1243764"/>
                <a:gd name="csX904" fmla="*/ 554205 w 842962"/>
                <a:gd name="csY904" fmla="*/ 1000125 h 1243764"/>
                <a:gd name="csX905" fmla="*/ 552701 w 842962"/>
                <a:gd name="csY905" fmla="*/ 1001629 h 1243764"/>
                <a:gd name="csX906" fmla="*/ 551949 w 842962"/>
                <a:gd name="csY906" fmla="*/ 1002381 h 1243764"/>
                <a:gd name="csX907" fmla="*/ 550445 w 842962"/>
                <a:gd name="csY907" fmla="*/ 1003885 h 1243764"/>
                <a:gd name="csX908" fmla="*/ 549693 w 842962"/>
                <a:gd name="csY908" fmla="*/ 1005389 h 1243764"/>
                <a:gd name="csX909" fmla="*/ 548941 w 842962"/>
                <a:gd name="csY909" fmla="*/ 1008397 h 1243764"/>
                <a:gd name="csX910" fmla="*/ 548189 w 842962"/>
                <a:gd name="csY910" fmla="*/ 1009149 h 1243764"/>
                <a:gd name="csX911" fmla="*/ 548189 w 842962"/>
                <a:gd name="csY911" fmla="*/ 1009901 h 1243764"/>
                <a:gd name="csX912" fmla="*/ 547437 w 842962"/>
                <a:gd name="csY912" fmla="*/ 1009901 h 1243764"/>
                <a:gd name="csX913" fmla="*/ 547437 w 842962"/>
                <a:gd name="csY913" fmla="*/ 1010653 h 1243764"/>
                <a:gd name="csX914" fmla="*/ 545933 w 842962"/>
                <a:gd name="csY914" fmla="*/ 1011405 h 1243764"/>
                <a:gd name="csX915" fmla="*/ 544429 w 842962"/>
                <a:gd name="csY915" fmla="*/ 1012157 h 1243764"/>
                <a:gd name="csX916" fmla="*/ 539918 w 842962"/>
                <a:gd name="csY916" fmla="*/ 1013660 h 1243764"/>
                <a:gd name="csX917" fmla="*/ 539165 w 842962"/>
                <a:gd name="csY917" fmla="*/ 1013660 h 1243764"/>
                <a:gd name="csX918" fmla="*/ 538413 w 842962"/>
                <a:gd name="csY918" fmla="*/ 1014412 h 1243764"/>
                <a:gd name="csX919" fmla="*/ 537661 w 842962"/>
                <a:gd name="csY919" fmla="*/ 1015165 h 1243764"/>
                <a:gd name="csX920" fmla="*/ 536158 w 842962"/>
                <a:gd name="csY920" fmla="*/ 1017420 h 1243764"/>
                <a:gd name="csX921" fmla="*/ 533150 w 842962"/>
                <a:gd name="csY921" fmla="*/ 1022684 h 1243764"/>
                <a:gd name="csX922" fmla="*/ 531646 w 842962"/>
                <a:gd name="csY922" fmla="*/ 1024188 h 1243764"/>
                <a:gd name="csX923" fmla="*/ 530894 w 842962"/>
                <a:gd name="csY923" fmla="*/ 1024940 h 1243764"/>
                <a:gd name="csX924" fmla="*/ 530141 w 842962"/>
                <a:gd name="csY924" fmla="*/ 1025692 h 1243764"/>
                <a:gd name="csX925" fmla="*/ 530141 w 842962"/>
                <a:gd name="csY925" fmla="*/ 1027196 h 1243764"/>
                <a:gd name="csX926" fmla="*/ 530141 w 842962"/>
                <a:gd name="csY926" fmla="*/ 1027948 h 1243764"/>
                <a:gd name="csX927" fmla="*/ 529390 w 842962"/>
                <a:gd name="csY927" fmla="*/ 1028700 h 1243764"/>
                <a:gd name="csX928" fmla="*/ 528638 w 842962"/>
                <a:gd name="csY928" fmla="*/ 1029452 h 1243764"/>
                <a:gd name="csX929" fmla="*/ 526382 w 842962"/>
                <a:gd name="csY929" fmla="*/ 1029452 h 1243764"/>
                <a:gd name="csX930" fmla="*/ 518862 w 842962"/>
                <a:gd name="csY930" fmla="*/ 1027948 h 1243764"/>
                <a:gd name="csX931" fmla="*/ 517358 w 842962"/>
                <a:gd name="csY931" fmla="*/ 1027196 h 1243764"/>
                <a:gd name="csX932" fmla="*/ 516606 w 842962"/>
                <a:gd name="csY932" fmla="*/ 1027196 h 1243764"/>
                <a:gd name="csX933" fmla="*/ 515854 w 842962"/>
                <a:gd name="csY933" fmla="*/ 1027196 h 1243764"/>
                <a:gd name="csX934" fmla="*/ 514350 w 842962"/>
                <a:gd name="csY934" fmla="*/ 1027196 h 1243764"/>
                <a:gd name="csX935" fmla="*/ 513598 w 842962"/>
                <a:gd name="csY935" fmla="*/ 1027948 h 1243764"/>
                <a:gd name="csX936" fmla="*/ 512846 w 842962"/>
                <a:gd name="csY936" fmla="*/ 1028700 h 1243764"/>
                <a:gd name="csX937" fmla="*/ 512846 w 842962"/>
                <a:gd name="csY937" fmla="*/ 1029452 h 1243764"/>
                <a:gd name="csX938" fmla="*/ 511342 w 842962"/>
                <a:gd name="csY938" fmla="*/ 1035468 h 1243764"/>
                <a:gd name="csX939" fmla="*/ 510590 w 842962"/>
                <a:gd name="csY939" fmla="*/ 1036972 h 1243764"/>
                <a:gd name="csX940" fmla="*/ 509839 w 842962"/>
                <a:gd name="csY940" fmla="*/ 1038476 h 1243764"/>
                <a:gd name="csX941" fmla="*/ 509086 w 842962"/>
                <a:gd name="csY941" fmla="*/ 1039228 h 1243764"/>
                <a:gd name="csX942" fmla="*/ 508335 w 842962"/>
                <a:gd name="csY942" fmla="*/ 1039228 h 1243764"/>
                <a:gd name="csX943" fmla="*/ 507582 w 842962"/>
                <a:gd name="csY943" fmla="*/ 1039228 h 1243764"/>
                <a:gd name="csX944" fmla="*/ 506079 w 842962"/>
                <a:gd name="csY944" fmla="*/ 1038476 h 1243764"/>
                <a:gd name="csX945" fmla="*/ 504575 w 842962"/>
                <a:gd name="csY945" fmla="*/ 1037724 h 1243764"/>
                <a:gd name="csX946" fmla="*/ 503822 w 842962"/>
                <a:gd name="csY946" fmla="*/ 1037724 h 1243764"/>
                <a:gd name="csX947" fmla="*/ 501567 w 842962"/>
                <a:gd name="csY947" fmla="*/ 1034716 h 1243764"/>
                <a:gd name="csX948" fmla="*/ 500815 w 842962"/>
                <a:gd name="csY948" fmla="*/ 1033964 h 1243764"/>
                <a:gd name="csX949" fmla="*/ 499311 w 842962"/>
                <a:gd name="csY949" fmla="*/ 1033964 h 1243764"/>
                <a:gd name="csX950" fmla="*/ 493295 w 842962"/>
                <a:gd name="csY950" fmla="*/ 1032460 h 1243764"/>
                <a:gd name="csX951" fmla="*/ 488783 w 842962"/>
                <a:gd name="csY951" fmla="*/ 1032460 h 1243764"/>
                <a:gd name="csX952" fmla="*/ 484271 w 842962"/>
                <a:gd name="csY952" fmla="*/ 1033212 h 1243764"/>
                <a:gd name="csX953" fmla="*/ 482015 w 842962"/>
                <a:gd name="csY953" fmla="*/ 1033212 h 1243764"/>
                <a:gd name="csX954" fmla="*/ 479760 w 842962"/>
                <a:gd name="csY954" fmla="*/ 1033964 h 1243764"/>
                <a:gd name="csX955" fmla="*/ 479007 w 842962"/>
                <a:gd name="csY955" fmla="*/ 1033964 h 1243764"/>
                <a:gd name="csX956" fmla="*/ 477503 w 842962"/>
                <a:gd name="csY956" fmla="*/ 1035468 h 1243764"/>
                <a:gd name="csX957" fmla="*/ 476752 w 842962"/>
                <a:gd name="csY957" fmla="*/ 1035468 h 1243764"/>
                <a:gd name="csX958" fmla="*/ 476000 w 842962"/>
                <a:gd name="csY958" fmla="*/ 1036972 h 1243764"/>
                <a:gd name="csX959" fmla="*/ 475247 w 842962"/>
                <a:gd name="csY959" fmla="*/ 1036972 h 1243764"/>
                <a:gd name="csX960" fmla="*/ 473743 w 842962"/>
                <a:gd name="csY960" fmla="*/ 1036972 h 1243764"/>
                <a:gd name="csX961" fmla="*/ 466976 w 842962"/>
                <a:gd name="csY961" fmla="*/ 1033212 h 1243764"/>
                <a:gd name="csX962" fmla="*/ 463216 w 842962"/>
                <a:gd name="csY962" fmla="*/ 1032460 h 1243764"/>
                <a:gd name="csX963" fmla="*/ 462464 w 842962"/>
                <a:gd name="csY963" fmla="*/ 1031708 h 1243764"/>
                <a:gd name="csX964" fmla="*/ 461712 w 842962"/>
                <a:gd name="csY964" fmla="*/ 1031708 h 1243764"/>
                <a:gd name="csX965" fmla="*/ 460960 w 842962"/>
                <a:gd name="csY965" fmla="*/ 1030956 h 1243764"/>
                <a:gd name="csX966" fmla="*/ 460960 w 842962"/>
                <a:gd name="csY966" fmla="*/ 1030204 h 1243764"/>
                <a:gd name="csX967" fmla="*/ 460208 w 842962"/>
                <a:gd name="csY967" fmla="*/ 1030204 h 1243764"/>
                <a:gd name="csX968" fmla="*/ 460208 w 842962"/>
                <a:gd name="csY968" fmla="*/ 1029452 h 1243764"/>
                <a:gd name="csX969" fmla="*/ 460208 w 842962"/>
                <a:gd name="csY969" fmla="*/ 1028700 h 1243764"/>
                <a:gd name="csX970" fmla="*/ 460960 w 842962"/>
                <a:gd name="csY970" fmla="*/ 1027196 h 1243764"/>
                <a:gd name="csX971" fmla="*/ 461712 w 842962"/>
                <a:gd name="csY971" fmla="*/ 1024940 h 1243764"/>
                <a:gd name="csX972" fmla="*/ 461712 w 842962"/>
                <a:gd name="csY972" fmla="*/ 1024188 h 1243764"/>
                <a:gd name="csX973" fmla="*/ 462464 w 842962"/>
                <a:gd name="csY973" fmla="*/ 1023436 h 1243764"/>
                <a:gd name="csX974" fmla="*/ 461712 w 842962"/>
                <a:gd name="csY974" fmla="*/ 1022684 h 1243764"/>
                <a:gd name="csX975" fmla="*/ 461712 w 842962"/>
                <a:gd name="csY975" fmla="*/ 1021932 h 1243764"/>
                <a:gd name="csX976" fmla="*/ 460960 w 842962"/>
                <a:gd name="csY976" fmla="*/ 1021932 h 1243764"/>
                <a:gd name="csX977" fmla="*/ 460208 w 842962"/>
                <a:gd name="csY977" fmla="*/ 1021180 h 1243764"/>
                <a:gd name="csX978" fmla="*/ 456448 w 842962"/>
                <a:gd name="csY978" fmla="*/ 1020428 h 1243764"/>
                <a:gd name="csX979" fmla="*/ 454944 w 842962"/>
                <a:gd name="csY979" fmla="*/ 1019676 h 1243764"/>
                <a:gd name="csX980" fmla="*/ 453441 w 842962"/>
                <a:gd name="csY980" fmla="*/ 1018924 h 1243764"/>
                <a:gd name="csX981" fmla="*/ 451936 w 842962"/>
                <a:gd name="csY981" fmla="*/ 1018924 h 1243764"/>
                <a:gd name="csX982" fmla="*/ 448928 w 842962"/>
                <a:gd name="csY982" fmla="*/ 1019676 h 1243764"/>
                <a:gd name="csX983" fmla="*/ 448177 w 842962"/>
                <a:gd name="csY983" fmla="*/ 1019676 h 1243764"/>
                <a:gd name="csX984" fmla="*/ 447424 w 842962"/>
                <a:gd name="csY984" fmla="*/ 1018924 h 1243764"/>
                <a:gd name="csX985" fmla="*/ 446673 w 842962"/>
                <a:gd name="csY985" fmla="*/ 1018172 h 1243764"/>
                <a:gd name="csX986" fmla="*/ 446673 w 842962"/>
                <a:gd name="csY986" fmla="*/ 1017420 h 1243764"/>
                <a:gd name="csX987" fmla="*/ 445921 w 842962"/>
                <a:gd name="csY987" fmla="*/ 1014412 h 1243764"/>
                <a:gd name="csX988" fmla="*/ 445921 w 842962"/>
                <a:gd name="csY988" fmla="*/ 1013660 h 1243764"/>
                <a:gd name="csX989" fmla="*/ 445169 w 842962"/>
                <a:gd name="csY989" fmla="*/ 1013660 h 1243764"/>
                <a:gd name="csX990" fmla="*/ 444417 w 842962"/>
                <a:gd name="csY990" fmla="*/ 1012909 h 1243764"/>
                <a:gd name="csX991" fmla="*/ 437649 w 842962"/>
                <a:gd name="csY991" fmla="*/ 1011405 h 1243764"/>
                <a:gd name="csX992" fmla="*/ 436897 w 842962"/>
                <a:gd name="csY992" fmla="*/ 1011405 h 1243764"/>
                <a:gd name="csX993" fmla="*/ 433889 w 842962"/>
                <a:gd name="csY993" fmla="*/ 1009901 h 1243764"/>
                <a:gd name="csX994" fmla="*/ 433137 w 842962"/>
                <a:gd name="csY994" fmla="*/ 1009901 h 1243764"/>
                <a:gd name="csX995" fmla="*/ 431633 w 842962"/>
                <a:gd name="csY995" fmla="*/ 1009901 h 1243764"/>
                <a:gd name="csX996" fmla="*/ 430129 w 842962"/>
                <a:gd name="csY996" fmla="*/ 1010653 h 1243764"/>
                <a:gd name="csX997" fmla="*/ 426369 w 842962"/>
                <a:gd name="csY997" fmla="*/ 1012157 h 1243764"/>
                <a:gd name="csX998" fmla="*/ 425617 w 842962"/>
                <a:gd name="csY998" fmla="*/ 1012909 h 1243764"/>
                <a:gd name="csX999" fmla="*/ 424113 w 842962"/>
                <a:gd name="csY999" fmla="*/ 1015917 h 1243764"/>
                <a:gd name="csX1000" fmla="*/ 423362 w 842962"/>
                <a:gd name="csY1000" fmla="*/ 1016669 h 1243764"/>
                <a:gd name="csX1001" fmla="*/ 422609 w 842962"/>
                <a:gd name="csY1001" fmla="*/ 1016669 h 1243764"/>
                <a:gd name="csX1002" fmla="*/ 421858 w 842962"/>
                <a:gd name="csY1002" fmla="*/ 1016669 h 1243764"/>
                <a:gd name="csX1003" fmla="*/ 420353 w 842962"/>
                <a:gd name="csY1003" fmla="*/ 1016669 h 1243764"/>
                <a:gd name="csX1004" fmla="*/ 419602 w 842962"/>
                <a:gd name="csY1004" fmla="*/ 1015165 h 1243764"/>
                <a:gd name="csX1005" fmla="*/ 418849 w 842962"/>
                <a:gd name="csY1005" fmla="*/ 1015165 h 1243764"/>
                <a:gd name="csX1006" fmla="*/ 417345 w 842962"/>
                <a:gd name="csY1006" fmla="*/ 1014412 h 1243764"/>
                <a:gd name="csX1007" fmla="*/ 416594 w 842962"/>
                <a:gd name="csY1007" fmla="*/ 1015165 h 1243764"/>
                <a:gd name="csX1008" fmla="*/ 413586 w 842962"/>
                <a:gd name="csY1008" fmla="*/ 1015165 h 1243764"/>
                <a:gd name="csX1009" fmla="*/ 411330 w 842962"/>
                <a:gd name="csY1009" fmla="*/ 1015165 h 1243764"/>
                <a:gd name="csX1010" fmla="*/ 406818 w 842962"/>
                <a:gd name="csY1010" fmla="*/ 1014412 h 1243764"/>
                <a:gd name="csX1011" fmla="*/ 405314 w 842962"/>
                <a:gd name="csY1011" fmla="*/ 1015165 h 1243764"/>
                <a:gd name="csX1012" fmla="*/ 404562 w 842962"/>
                <a:gd name="csY1012" fmla="*/ 1015165 h 1243764"/>
                <a:gd name="csX1013" fmla="*/ 403058 w 842962"/>
                <a:gd name="csY1013" fmla="*/ 1015917 h 1243764"/>
                <a:gd name="csX1014" fmla="*/ 403058 w 842962"/>
                <a:gd name="csY1014" fmla="*/ 1016669 h 1243764"/>
                <a:gd name="csX1015" fmla="*/ 401554 w 842962"/>
                <a:gd name="csY1015" fmla="*/ 1017420 h 1243764"/>
                <a:gd name="csX1016" fmla="*/ 400802 w 842962"/>
                <a:gd name="csY1016" fmla="*/ 1018172 h 1243764"/>
                <a:gd name="csX1017" fmla="*/ 400050 w 842962"/>
                <a:gd name="csY1017" fmla="*/ 1018172 h 1243764"/>
                <a:gd name="csX1018" fmla="*/ 399298 w 842962"/>
                <a:gd name="csY1018" fmla="*/ 1018924 h 1243764"/>
                <a:gd name="csX1019" fmla="*/ 398546 w 842962"/>
                <a:gd name="csY1019" fmla="*/ 1018924 h 1243764"/>
                <a:gd name="csX1020" fmla="*/ 396290 w 842962"/>
                <a:gd name="csY1020" fmla="*/ 1018172 h 1243764"/>
                <a:gd name="csX1021" fmla="*/ 395538 w 842962"/>
                <a:gd name="csY1021" fmla="*/ 1017420 h 1243764"/>
                <a:gd name="csX1022" fmla="*/ 394786 w 842962"/>
                <a:gd name="csY1022" fmla="*/ 1016669 h 1243764"/>
                <a:gd name="csX1023" fmla="*/ 394034 w 842962"/>
                <a:gd name="csY1023" fmla="*/ 1016669 h 1243764"/>
                <a:gd name="csX1024" fmla="*/ 394034 w 842962"/>
                <a:gd name="csY1024" fmla="*/ 1015917 h 1243764"/>
                <a:gd name="csX1025" fmla="*/ 390275 w 842962"/>
                <a:gd name="csY1025" fmla="*/ 1005389 h 1243764"/>
                <a:gd name="csX1026" fmla="*/ 389523 w 842962"/>
                <a:gd name="csY1026" fmla="*/ 1004637 h 1243764"/>
                <a:gd name="csX1027" fmla="*/ 387266 w 842962"/>
                <a:gd name="csY1027" fmla="*/ 1003133 h 1243764"/>
                <a:gd name="csX1028" fmla="*/ 383507 w 842962"/>
                <a:gd name="csY1028" fmla="*/ 999373 h 1243764"/>
                <a:gd name="csX1029" fmla="*/ 382003 w 842962"/>
                <a:gd name="csY1029" fmla="*/ 998621 h 1243764"/>
                <a:gd name="csX1030" fmla="*/ 381251 w 842962"/>
                <a:gd name="csY1030" fmla="*/ 999373 h 1243764"/>
                <a:gd name="csX1031" fmla="*/ 378243 w 842962"/>
                <a:gd name="csY1031" fmla="*/ 1000877 h 1243764"/>
                <a:gd name="csX1032" fmla="*/ 377491 w 842962"/>
                <a:gd name="csY1032" fmla="*/ 1001629 h 1243764"/>
                <a:gd name="csX1033" fmla="*/ 376739 w 842962"/>
                <a:gd name="csY1033" fmla="*/ 1003133 h 1243764"/>
                <a:gd name="csX1034" fmla="*/ 375987 w 842962"/>
                <a:gd name="csY1034" fmla="*/ 1005389 h 1243764"/>
                <a:gd name="csX1035" fmla="*/ 375235 w 842962"/>
                <a:gd name="csY1035" fmla="*/ 1006141 h 1243764"/>
                <a:gd name="csX1036" fmla="*/ 374483 w 842962"/>
                <a:gd name="csY1036" fmla="*/ 1006893 h 1243764"/>
                <a:gd name="csX1037" fmla="*/ 373731 w 842962"/>
                <a:gd name="csY1037" fmla="*/ 1007645 h 1243764"/>
                <a:gd name="csX1038" fmla="*/ 372979 w 842962"/>
                <a:gd name="csY1038" fmla="*/ 1007645 h 1243764"/>
                <a:gd name="csX1039" fmla="*/ 372227 w 842962"/>
                <a:gd name="csY1039" fmla="*/ 1007645 h 1243764"/>
                <a:gd name="csX1040" fmla="*/ 369971 w 842962"/>
                <a:gd name="csY1040" fmla="*/ 1007645 h 1243764"/>
                <a:gd name="csX1041" fmla="*/ 367715 w 842962"/>
                <a:gd name="csY1041" fmla="*/ 1007645 h 1243764"/>
                <a:gd name="csX1042" fmla="*/ 366964 w 842962"/>
                <a:gd name="csY1042" fmla="*/ 1006893 h 1243764"/>
                <a:gd name="csX1043" fmla="*/ 364707 w 842962"/>
                <a:gd name="csY1043" fmla="*/ 1005389 h 1243764"/>
                <a:gd name="csX1044" fmla="*/ 359444 w 842962"/>
                <a:gd name="csY1044" fmla="*/ 1003885 h 1243764"/>
                <a:gd name="csX1045" fmla="*/ 357940 w 842962"/>
                <a:gd name="csY1045" fmla="*/ 1003885 h 1243764"/>
                <a:gd name="csX1046" fmla="*/ 356436 w 842962"/>
                <a:gd name="csY1046" fmla="*/ 1004637 h 1243764"/>
                <a:gd name="csX1047" fmla="*/ 354180 w 842962"/>
                <a:gd name="csY1047" fmla="*/ 1006893 h 1243764"/>
                <a:gd name="csX1048" fmla="*/ 352676 w 842962"/>
                <a:gd name="csY1048" fmla="*/ 1007645 h 1243764"/>
                <a:gd name="csX1049" fmla="*/ 351924 w 842962"/>
                <a:gd name="csY1049" fmla="*/ 1008397 h 1243764"/>
                <a:gd name="csX1050" fmla="*/ 350420 w 842962"/>
                <a:gd name="csY1050" fmla="*/ 1011405 h 1243764"/>
                <a:gd name="csX1051" fmla="*/ 349668 w 842962"/>
                <a:gd name="csY1051" fmla="*/ 1012909 h 1243764"/>
                <a:gd name="csX1052" fmla="*/ 348164 w 842962"/>
                <a:gd name="csY1052" fmla="*/ 1018172 h 1243764"/>
                <a:gd name="csX1053" fmla="*/ 348164 w 842962"/>
                <a:gd name="csY1053" fmla="*/ 1018924 h 1243764"/>
                <a:gd name="csX1054" fmla="*/ 347412 w 842962"/>
                <a:gd name="csY1054" fmla="*/ 1019676 h 1243764"/>
                <a:gd name="csX1055" fmla="*/ 346660 w 842962"/>
                <a:gd name="csY1055" fmla="*/ 1020428 h 1243764"/>
                <a:gd name="csX1056" fmla="*/ 345908 w 842962"/>
                <a:gd name="csY1056" fmla="*/ 1021180 h 1243764"/>
                <a:gd name="csX1057" fmla="*/ 345156 w 842962"/>
                <a:gd name="csY1057" fmla="*/ 1021180 h 1243764"/>
                <a:gd name="csX1058" fmla="*/ 343652 w 842962"/>
                <a:gd name="csY1058" fmla="*/ 1021180 h 1243764"/>
                <a:gd name="csX1059" fmla="*/ 337636 w 842962"/>
                <a:gd name="csY1059" fmla="*/ 1018924 h 1243764"/>
                <a:gd name="csX1060" fmla="*/ 333877 w 842962"/>
                <a:gd name="csY1060" fmla="*/ 1018924 h 1243764"/>
                <a:gd name="csX1061" fmla="*/ 328613 w 842962"/>
                <a:gd name="csY1061" fmla="*/ 1018172 h 1243764"/>
                <a:gd name="csX1062" fmla="*/ 327109 w 842962"/>
                <a:gd name="csY1062" fmla="*/ 1018924 h 1243764"/>
                <a:gd name="csX1063" fmla="*/ 326357 w 842962"/>
                <a:gd name="csY1063" fmla="*/ 1018924 h 1243764"/>
                <a:gd name="csX1064" fmla="*/ 325605 w 842962"/>
                <a:gd name="csY1064" fmla="*/ 1021180 h 1243764"/>
                <a:gd name="csX1065" fmla="*/ 324853 w 842962"/>
                <a:gd name="csY1065" fmla="*/ 1026444 h 1243764"/>
                <a:gd name="csX1066" fmla="*/ 325605 w 842962"/>
                <a:gd name="csY1066" fmla="*/ 1029452 h 1243764"/>
                <a:gd name="csX1067" fmla="*/ 326357 w 842962"/>
                <a:gd name="csY1067" fmla="*/ 1030204 h 1243764"/>
                <a:gd name="csX1068" fmla="*/ 328613 w 842962"/>
                <a:gd name="csY1068" fmla="*/ 1033212 h 1243764"/>
                <a:gd name="csX1069" fmla="*/ 329365 w 842962"/>
                <a:gd name="csY1069" fmla="*/ 1033964 h 1243764"/>
                <a:gd name="csX1070" fmla="*/ 330868 w 842962"/>
                <a:gd name="csY1070" fmla="*/ 1036972 h 1243764"/>
                <a:gd name="csX1071" fmla="*/ 331621 w 842962"/>
                <a:gd name="csY1071" fmla="*/ 1037724 h 1243764"/>
                <a:gd name="csX1072" fmla="*/ 333125 w 842962"/>
                <a:gd name="csY1072" fmla="*/ 1039228 h 1243764"/>
                <a:gd name="csX1073" fmla="*/ 333125 w 842962"/>
                <a:gd name="csY1073" fmla="*/ 1039980 h 1243764"/>
                <a:gd name="csX1074" fmla="*/ 333877 w 842962"/>
                <a:gd name="csY1074" fmla="*/ 1040732 h 1243764"/>
                <a:gd name="csX1075" fmla="*/ 338388 w 842962"/>
                <a:gd name="csY1075" fmla="*/ 1054267 h 1243764"/>
                <a:gd name="csX1076" fmla="*/ 339140 w 842962"/>
                <a:gd name="csY1076" fmla="*/ 1058027 h 1243764"/>
                <a:gd name="csX1077" fmla="*/ 339140 w 842962"/>
                <a:gd name="csY1077" fmla="*/ 1061787 h 1243764"/>
                <a:gd name="csX1078" fmla="*/ 339892 w 842962"/>
                <a:gd name="csY1078" fmla="*/ 1064043 h 1243764"/>
                <a:gd name="csX1079" fmla="*/ 340644 w 842962"/>
                <a:gd name="csY1079" fmla="*/ 1065547 h 1243764"/>
                <a:gd name="csX1080" fmla="*/ 340644 w 842962"/>
                <a:gd name="csY1080" fmla="*/ 1066299 h 1243764"/>
                <a:gd name="csX1081" fmla="*/ 341396 w 842962"/>
                <a:gd name="csY1081" fmla="*/ 1067803 h 1243764"/>
                <a:gd name="csX1082" fmla="*/ 345908 w 842962"/>
                <a:gd name="csY1082" fmla="*/ 1070811 h 1243764"/>
                <a:gd name="csX1083" fmla="*/ 346660 w 842962"/>
                <a:gd name="csY1083" fmla="*/ 1070811 h 1243764"/>
                <a:gd name="csX1084" fmla="*/ 346660 w 842962"/>
                <a:gd name="csY1084" fmla="*/ 1071563 h 1243764"/>
                <a:gd name="csX1085" fmla="*/ 347412 w 842962"/>
                <a:gd name="csY1085" fmla="*/ 1072315 h 1243764"/>
                <a:gd name="csX1086" fmla="*/ 348164 w 842962"/>
                <a:gd name="csY1086" fmla="*/ 1075322 h 1243764"/>
                <a:gd name="csX1087" fmla="*/ 348916 w 842962"/>
                <a:gd name="csY1087" fmla="*/ 1082090 h 1243764"/>
                <a:gd name="csX1088" fmla="*/ 348164 w 842962"/>
                <a:gd name="csY1088" fmla="*/ 1082842 h 1243764"/>
                <a:gd name="csX1089" fmla="*/ 348164 w 842962"/>
                <a:gd name="csY1089" fmla="*/ 1085850 h 1243764"/>
                <a:gd name="csX1090" fmla="*/ 347412 w 842962"/>
                <a:gd name="csY1090" fmla="*/ 1088106 h 1243764"/>
                <a:gd name="csX1091" fmla="*/ 344404 w 842962"/>
                <a:gd name="csY1091" fmla="*/ 1095626 h 1243764"/>
                <a:gd name="csX1092" fmla="*/ 343652 w 842962"/>
                <a:gd name="csY1092" fmla="*/ 1097130 h 1243764"/>
                <a:gd name="csX1093" fmla="*/ 343652 w 842962"/>
                <a:gd name="csY1093" fmla="*/ 1098634 h 1243764"/>
                <a:gd name="csX1094" fmla="*/ 344404 w 842962"/>
                <a:gd name="csY1094" fmla="*/ 1101642 h 1243764"/>
                <a:gd name="csX1095" fmla="*/ 345156 w 842962"/>
                <a:gd name="csY1095" fmla="*/ 1103897 h 1243764"/>
                <a:gd name="csX1096" fmla="*/ 345908 w 842962"/>
                <a:gd name="csY1096" fmla="*/ 1106905 h 1243764"/>
                <a:gd name="csX1097" fmla="*/ 345908 w 842962"/>
                <a:gd name="csY1097" fmla="*/ 1109161 h 1243764"/>
                <a:gd name="csX1098" fmla="*/ 345156 w 842962"/>
                <a:gd name="csY1098" fmla="*/ 1111417 h 1243764"/>
                <a:gd name="csX1099" fmla="*/ 344404 w 842962"/>
                <a:gd name="csY1099" fmla="*/ 1113673 h 1243764"/>
                <a:gd name="csX1100" fmla="*/ 342900 w 842962"/>
                <a:gd name="csY1100" fmla="*/ 1115929 h 1243764"/>
                <a:gd name="csX1101" fmla="*/ 337636 w 842962"/>
                <a:gd name="csY1101" fmla="*/ 1121945 h 1243764"/>
                <a:gd name="csX1102" fmla="*/ 336885 w 842962"/>
                <a:gd name="csY1102" fmla="*/ 1122697 h 1243764"/>
                <a:gd name="csX1103" fmla="*/ 336885 w 842962"/>
                <a:gd name="csY1103" fmla="*/ 1124953 h 1243764"/>
                <a:gd name="csX1104" fmla="*/ 336132 w 842962"/>
                <a:gd name="csY1104" fmla="*/ 1125705 h 1243764"/>
                <a:gd name="csX1105" fmla="*/ 336132 w 842962"/>
                <a:gd name="csY1105" fmla="*/ 1130968 h 1243764"/>
                <a:gd name="csX1106" fmla="*/ 336132 w 842962"/>
                <a:gd name="csY1106" fmla="*/ 1131720 h 1243764"/>
                <a:gd name="csX1107" fmla="*/ 336132 w 842962"/>
                <a:gd name="csY1107" fmla="*/ 1132472 h 1243764"/>
                <a:gd name="csX1108" fmla="*/ 334628 w 842962"/>
                <a:gd name="csY1108" fmla="*/ 1133976 h 1243764"/>
                <a:gd name="csX1109" fmla="*/ 333125 w 842962"/>
                <a:gd name="csY1109" fmla="*/ 1134728 h 1243764"/>
                <a:gd name="csX1110" fmla="*/ 330868 w 842962"/>
                <a:gd name="csY1110" fmla="*/ 1136232 h 1243764"/>
                <a:gd name="csX1111" fmla="*/ 330117 w 842962"/>
                <a:gd name="csY1111" fmla="*/ 1136232 h 1243764"/>
                <a:gd name="csX1112" fmla="*/ 330117 w 842962"/>
                <a:gd name="csY1112" fmla="*/ 1137736 h 1243764"/>
                <a:gd name="csX1113" fmla="*/ 328613 w 842962"/>
                <a:gd name="csY1113" fmla="*/ 1139992 h 1243764"/>
                <a:gd name="csX1114" fmla="*/ 328613 w 842962"/>
                <a:gd name="csY1114" fmla="*/ 1142248 h 1243764"/>
                <a:gd name="csX1115" fmla="*/ 328613 w 842962"/>
                <a:gd name="csY1115" fmla="*/ 1143000 h 1243764"/>
                <a:gd name="csX1116" fmla="*/ 322597 w 842962"/>
                <a:gd name="csY1116" fmla="*/ 1151272 h 1243764"/>
                <a:gd name="csX1117" fmla="*/ 321093 w 842962"/>
                <a:gd name="csY1117" fmla="*/ 1154280 h 1243764"/>
                <a:gd name="csX1118" fmla="*/ 320341 w 842962"/>
                <a:gd name="csY1118" fmla="*/ 1159544 h 1243764"/>
                <a:gd name="csX1119" fmla="*/ 319589 w 842962"/>
                <a:gd name="csY1119" fmla="*/ 1161047 h 1243764"/>
                <a:gd name="csX1120" fmla="*/ 318837 w 842962"/>
                <a:gd name="csY1120" fmla="*/ 1161799 h 1243764"/>
                <a:gd name="csX1121" fmla="*/ 318085 w 842962"/>
                <a:gd name="csY1121" fmla="*/ 1161799 h 1243764"/>
                <a:gd name="csX1122" fmla="*/ 315077 w 842962"/>
                <a:gd name="csY1122" fmla="*/ 1163303 h 1243764"/>
                <a:gd name="csX1123" fmla="*/ 314325 w 842962"/>
                <a:gd name="csY1123" fmla="*/ 1164055 h 1243764"/>
                <a:gd name="csX1124" fmla="*/ 314325 w 842962"/>
                <a:gd name="csY1124" fmla="*/ 1165559 h 1243764"/>
                <a:gd name="csX1125" fmla="*/ 313573 w 842962"/>
                <a:gd name="csY1125" fmla="*/ 1170823 h 1243764"/>
                <a:gd name="csX1126" fmla="*/ 312821 w 842962"/>
                <a:gd name="csY1126" fmla="*/ 1172327 h 1243764"/>
                <a:gd name="csX1127" fmla="*/ 312069 w 842962"/>
                <a:gd name="csY1127" fmla="*/ 1173079 h 1243764"/>
                <a:gd name="csX1128" fmla="*/ 311317 w 842962"/>
                <a:gd name="csY1128" fmla="*/ 1173831 h 1243764"/>
                <a:gd name="csX1129" fmla="*/ 309061 w 842962"/>
                <a:gd name="csY1129" fmla="*/ 1174583 h 1243764"/>
                <a:gd name="csX1130" fmla="*/ 308309 w 842962"/>
                <a:gd name="csY1130" fmla="*/ 1175335 h 1243764"/>
                <a:gd name="csX1131" fmla="*/ 306806 w 842962"/>
                <a:gd name="csY1131" fmla="*/ 1175335 h 1243764"/>
                <a:gd name="csX1132" fmla="*/ 305302 w 842962"/>
                <a:gd name="csY1132" fmla="*/ 1174583 h 1243764"/>
                <a:gd name="csX1133" fmla="*/ 303046 w 842962"/>
                <a:gd name="csY1133" fmla="*/ 1174583 h 1243764"/>
                <a:gd name="csX1134" fmla="*/ 302294 w 842962"/>
                <a:gd name="csY1134" fmla="*/ 1174583 h 1243764"/>
                <a:gd name="csX1135" fmla="*/ 301542 w 842962"/>
                <a:gd name="csY1135" fmla="*/ 1176087 h 1243764"/>
                <a:gd name="csX1136" fmla="*/ 284246 w 842962"/>
                <a:gd name="csY1136" fmla="*/ 1194134 h 1243764"/>
                <a:gd name="csX1137" fmla="*/ 281990 w 842962"/>
                <a:gd name="csY1137" fmla="*/ 1196390 h 1243764"/>
                <a:gd name="csX1138" fmla="*/ 279734 w 842962"/>
                <a:gd name="csY1138" fmla="*/ 1198646 h 1243764"/>
                <a:gd name="csX1139" fmla="*/ 278230 w 842962"/>
                <a:gd name="csY1139" fmla="*/ 1199398 h 1243764"/>
                <a:gd name="csX1140" fmla="*/ 266951 w 842962"/>
                <a:gd name="csY1140" fmla="*/ 1203158 h 1243764"/>
                <a:gd name="csX1141" fmla="*/ 266199 w 842962"/>
                <a:gd name="csY1141" fmla="*/ 1203158 h 1243764"/>
                <a:gd name="csX1142" fmla="*/ 264695 w 842962"/>
                <a:gd name="csY1142" fmla="*/ 1203158 h 1243764"/>
                <a:gd name="csX1143" fmla="*/ 263191 w 842962"/>
                <a:gd name="csY1143" fmla="*/ 1202406 h 1243764"/>
                <a:gd name="csX1144" fmla="*/ 252663 w 842962"/>
                <a:gd name="csY1144" fmla="*/ 1198646 h 1243764"/>
                <a:gd name="csX1145" fmla="*/ 238376 w 842962"/>
                <a:gd name="csY1145" fmla="*/ 1196390 h 1243764"/>
                <a:gd name="csX1146" fmla="*/ 236120 w 842962"/>
                <a:gd name="csY1146" fmla="*/ 1197142 h 1243764"/>
                <a:gd name="csX1147" fmla="*/ 235368 w 842962"/>
                <a:gd name="csY1147" fmla="*/ 1197142 h 1243764"/>
                <a:gd name="csX1148" fmla="*/ 233864 w 842962"/>
                <a:gd name="csY1148" fmla="*/ 1198646 h 1243764"/>
                <a:gd name="csX1149" fmla="*/ 229352 w 842962"/>
                <a:gd name="csY1149" fmla="*/ 1200902 h 1243764"/>
                <a:gd name="csX1150" fmla="*/ 224840 w 842962"/>
                <a:gd name="csY1150" fmla="*/ 1202406 h 1243764"/>
                <a:gd name="csX1151" fmla="*/ 220329 w 842962"/>
                <a:gd name="csY1151" fmla="*/ 1202406 h 1243764"/>
                <a:gd name="csX1152" fmla="*/ 218825 w 842962"/>
                <a:gd name="csY1152" fmla="*/ 1203158 h 1243764"/>
                <a:gd name="csX1153" fmla="*/ 218072 w 842962"/>
                <a:gd name="csY1153" fmla="*/ 1203158 h 1243764"/>
                <a:gd name="csX1154" fmla="*/ 216569 w 842962"/>
                <a:gd name="csY1154" fmla="*/ 1203910 h 1243764"/>
                <a:gd name="csX1155" fmla="*/ 215817 w 842962"/>
                <a:gd name="csY1155" fmla="*/ 1204662 h 1243764"/>
                <a:gd name="csX1156" fmla="*/ 213561 w 842962"/>
                <a:gd name="csY1156" fmla="*/ 1208422 h 1243764"/>
                <a:gd name="csX1157" fmla="*/ 212057 w 842962"/>
                <a:gd name="csY1157" fmla="*/ 1209174 h 1243764"/>
                <a:gd name="csX1158" fmla="*/ 211305 w 842962"/>
                <a:gd name="csY1158" fmla="*/ 1209926 h 1243764"/>
                <a:gd name="csX1159" fmla="*/ 210553 w 842962"/>
                <a:gd name="csY1159" fmla="*/ 1209926 h 1243764"/>
                <a:gd name="csX1160" fmla="*/ 208297 w 842962"/>
                <a:gd name="csY1160" fmla="*/ 1210678 h 1243764"/>
                <a:gd name="csX1161" fmla="*/ 206793 w 842962"/>
                <a:gd name="csY1161" fmla="*/ 1211430 h 1243764"/>
                <a:gd name="csX1162" fmla="*/ 206041 w 842962"/>
                <a:gd name="csY1162" fmla="*/ 1211430 h 1243764"/>
                <a:gd name="csX1163" fmla="*/ 206041 w 842962"/>
                <a:gd name="csY1163" fmla="*/ 1212182 h 1243764"/>
                <a:gd name="csX1164" fmla="*/ 205289 w 842962"/>
                <a:gd name="csY1164" fmla="*/ 1212934 h 1243764"/>
                <a:gd name="csX1165" fmla="*/ 203785 w 842962"/>
                <a:gd name="csY1165" fmla="*/ 1216693 h 1243764"/>
                <a:gd name="csX1166" fmla="*/ 203033 w 842962"/>
                <a:gd name="csY1166" fmla="*/ 1218197 h 1243764"/>
                <a:gd name="csX1167" fmla="*/ 202281 w 842962"/>
                <a:gd name="csY1167" fmla="*/ 1218949 h 1243764"/>
                <a:gd name="csX1168" fmla="*/ 201529 w 842962"/>
                <a:gd name="csY1168" fmla="*/ 1219701 h 1243764"/>
                <a:gd name="csX1169" fmla="*/ 200777 w 842962"/>
                <a:gd name="csY1169" fmla="*/ 1220453 h 1243764"/>
                <a:gd name="csX1170" fmla="*/ 199273 w 842962"/>
                <a:gd name="csY1170" fmla="*/ 1220453 h 1243764"/>
                <a:gd name="csX1171" fmla="*/ 194761 w 842962"/>
                <a:gd name="csY1171" fmla="*/ 1221957 h 1243764"/>
                <a:gd name="csX1172" fmla="*/ 188746 w 842962"/>
                <a:gd name="csY1172" fmla="*/ 1224213 h 1243764"/>
                <a:gd name="csX1173" fmla="*/ 187242 w 842962"/>
                <a:gd name="csY1173" fmla="*/ 1224965 h 1243764"/>
                <a:gd name="csX1174" fmla="*/ 186490 w 842962"/>
                <a:gd name="csY1174" fmla="*/ 1225717 h 1243764"/>
                <a:gd name="csX1175" fmla="*/ 185738 w 842962"/>
                <a:gd name="csY1175" fmla="*/ 1226469 h 1243764"/>
                <a:gd name="csX1176" fmla="*/ 181226 w 842962"/>
                <a:gd name="csY1176" fmla="*/ 1237749 h 1243764"/>
                <a:gd name="csX1177" fmla="*/ 180474 w 842962"/>
                <a:gd name="csY1177" fmla="*/ 1238501 h 1243764"/>
                <a:gd name="csX1178" fmla="*/ 180474 w 842962"/>
                <a:gd name="csY1178" fmla="*/ 1239253 h 1243764"/>
                <a:gd name="csX1179" fmla="*/ 179722 w 842962"/>
                <a:gd name="csY1179" fmla="*/ 1239253 h 1243764"/>
                <a:gd name="csX1180" fmla="*/ 178218 w 842962"/>
                <a:gd name="csY1180" fmla="*/ 1240005 h 1243764"/>
                <a:gd name="csX1181" fmla="*/ 176714 w 842962"/>
                <a:gd name="csY1181" fmla="*/ 1240757 h 1243764"/>
                <a:gd name="csX1182" fmla="*/ 175210 w 842962"/>
                <a:gd name="csY1182" fmla="*/ 1241509 h 1243764"/>
                <a:gd name="csX1183" fmla="*/ 172954 w 842962"/>
                <a:gd name="csY1183" fmla="*/ 1241509 h 1243764"/>
                <a:gd name="csX1184" fmla="*/ 170698 w 842962"/>
                <a:gd name="csY1184" fmla="*/ 1241509 h 1243764"/>
                <a:gd name="csX1185" fmla="*/ 158667 w 842962"/>
                <a:gd name="csY1185" fmla="*/ 1238501 h 1243764"/>
                <a:gd name="csX1186" fmla="*/ 156411 w 842962"/>
                <a:gd name="csY1186" fmla="*/ 1239253 h 1243764"/>
                <a:gd name="csX1187" fmla="*/ 151147 w 842962"/>
                <a:gd name="csY1187" fmla="*/ 1240005 h 1243764"/>
                <a:gd name="csX1188" fmla="*/ 149643 w 842962"/>
                <a:gd name="csY1188" fmla="*/ 1240757 h 1243764"/>
                <a:gd name="csX1189" fmla="*/ 148891 w 842962"/>
                <a:gd name="csY1189" fmla="*/ 1240757 h 1243764"/>
                <a:gd name="csX1190" fmla="*/ 146635 w 842962"/>
                <a:gd name="csY1190" fmla="*/ 1242261 h 1243764"/>
                <a:gd name="csX1191" fmla="*/ 145883 w 842962"/>
                <a:gd name="csY1191" fmla="*/ 1243012 h 1243764"/>
                <a:gd name="csX1192" fmla="*/ 145131 w 842962"/>
                <a:gd name="csY1192" fmla="*/ 1243012 h 1243764"/>
                <a:gd name="csX1193" fmla="*/ 143627 w 842962"/>
                <a:gd name="csY1193" fmla="*/ 1243764 h 1243764"/>
                <a:gd name="csX1194" fmla="*/ 142123 w 842962"/>
                <a:gd name="csY1194" fmla="*/ 1243764 h 1243764"/>
                <a:gd name="csX1195" fmla="*/ 140619 w 842962"/>
                <a:gd name="csY1195" fmla="*/ 1243764 h 1243764"/>
                <a:gd name="csX1196" fmla="*/ 139867 w 842962"/>
                <a:gd name="csY1196" fmla="*/ 1243764 h 1243764"/>
                <a:gd name="csX1197" fmla="*/ 138363 w 842962"/>
                <a:gd name="csY1197" fmla="*/ 1243764 h 1243764"/>
                <a:gd name="csX1198" fmla="*/ 130092 w 842962"/>
                <a:gd name="csY1198" fmla="*/ 1240005 h 1243764"/>
                <a:gd name="csX1199" fmla="*/ 127836 w 842962"/>
                <a:gd name="csY1199" fmla="*/ 1239253 h 1243764"/>
                <a:gd name="csX1200" fmla="*/ 127084 w 842962"/>
                <a:gd name="csY1200" fmla="*/ 1238501 h 1243764"/>
                <a:gd name="csX1201" fmla="*/ 121068 w 842962"/>
                <a:gd name="csY1201" fmla="*/ 1234741 h 1243764"/>
                <a:gd name="csX1202" fmla="*/ 118060 w 842962"/>
                <a:gd name="csY1202" fmla="*/ 1233237 h 1243764"/>
                <a:gd name="csX1203" fmla="*/ 111292 w 842962"/>
                <a:gd name="csY1203" fmla="*/ 1230981 h 1243764"/>
                <a:gd name="csX1204" fmla="*/ 106029 w 842962"/>
                <a:gd name="csY1204" fmla="*/ 1227221 h 1243764"/>
                <a:gd name="csX1205" fmla="*/ 104525 w 842962"/>
                <a:gd name="csY1205" fmla="*/ 1227221 h 1243764"/>
                <a:gd name="csX1206" fmla="*/ 103020 w 842962"/>
                <a:gd name="csY1206" fmla="*/ 1226469 h 1243764"/>
                <a:gd name="csX1207" fmla="*/ 100765 w 842962"/>
                <a:gd name="csY1207" fmla="*/ 1226469 h 1243764"/>
                <a:gd name="csX1208" fmla="*/ 100013 w 842962"/>
                <a:gd name="csY1208" fmla="*/ 1225717 h 1243764"/>
                <a:gd name="csX1209" fmla="*/ 99261 w 842962"/>
                <a:gd name="csY1209" fmla="*/ 1224965 h 1243764"/>
                <a:gd name="csX1210" fmla="*/ 97005 w 842962"/>
                <a:gd name="csY1210" fmla="*/ 1222709 h 1243764"/>
                <a:gd name="csX1211" fmla="*/ 90989 w 842962"/>
                <a:gd name="csY1211" fmla="*/ 1212182 h 1243764"/>
                <a:gd name="csX1212" fmla="*/ 81965 w 842962"/>
                <a:gd name="csY1212" fmla="*/ 1201654 h 1243764"/>
                <a:gd name="csX1213" fmla="*/ 81965 w 842962"/>
                <a:gd name="csY1213" fmla="*/ 1200902 h 1243764"/>
                <a:gd name="csX1214" fmla="*/ 78957 w 842962"/>
                <a:gd name="csY1214" fmla="*/ 1194134 h 1243764"/>
                <a:gd name="csX1215" fmla="*/ 78957 w 842962"/>
                <a:gd name="csY1215" fmla="*/ 1193382 h 1243764"/>
                <a:gd name="csX1216" fmla="*/ 78205 w 842962"/>
                <a:gd name="csY1216" fmla="*/ 1188118 h 1243764"/>
                <a:gd name="csX1217" fmla="*/ 78205 w 842962"/>
                <a:gd name="csY1217" fmla="*/ 1184359 h 1243764"/>
                <a:gd name="csX1218" fmla="*/ 77454 w 842962"/>
                <a:gd name="csY1218" fmla="*/ 1180599 h 1243764"/>
                <a:gd name="csX1219" fmla="*/ 76701 w 842962"/>
                <a:gd name="csY1219" fmla="*/ 1179847 h 1243764"/>
                <a:gd name="csX1220" fmla="*/ 75197 w 842962"/>
                <a:gd name="csY1220" fmla="*/ 1177591 h 1243764"/>
                <a:gd name="csX1221" fmla="*/ 70686 w 842962"/>
                <a:gd name="csY1221" fmla="*/ 1170071 h 1243764"/>
                <a:gd name="csX1222" fmla="*/ 60910 w 842962"/>
                <a:gd name="csY1222" fmla="*/ 1159544 h 1243764"/>
                <a:gd name="csX1223" fmla="*/ 58654 w 842962"/>
                <a:gd name="csY1223" fmla="*/ 1158040 h 1243764"/>
                <a:gd name="csX1224" fmla="*/ 57150 w 842962"/>
                <a:gd name="csY1224" fmla="*/ 1157288 h 1243764"/>
                <a:gd name="csX1225" fmla="*/ 52638 w 842962"/>
                <a:gd name="csY1225" fmla="*/ 1156535 h 1243764"/>
                <a:gd name="csX1226" fmla="*/ 33839 w 842962"/>
                <a:gd name="csY1226" fmla="*/ 1157288 h 1243764"/>
                <a:gd name="csX1227" fmla="*/ 23311 w 842962"/>
                <a:gd name="csY1227" fmla="*/ 1157288 h 1243764"/>
                <a:gd name="csX1228" fmla="*/ 5264 w 842962"/>
                <a:gd name="csY1228" fmla="*/ 1155032 h 1243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</a:cxnLst>
              <a:rect l="l" t="t" r="r" b="b"/>
              <a:pathLst>
                <a:path w="842962" h="1243764">
                  <a:moveTo>
                    <a:pt x="5264" y="1155032"/>
                  </a:moveTo>
                  <a:lnTo>
                    <a:pt x="5264" y="1149768"/>
                  </a:lnTo>
                  <a:lnTo>
                    <a:pt x="5264" y="1146760"/>
                  </a:lnTo>
                  <a:lnTo>
                    <a:pt x="6768" y="1142248"/>
                  </a:lnTo>
                  <a:lnTo>
                    <a:pt x="6768" y="1139992"/>
                  </a:lnTo>
                  <a:lnTo>
                    <a:pt x="6768" y="1138488"/>
                  </a:lnTo>
                  <a:lnTo>
                    <a:pt x="6016" y="1137736"/>
                  </a:lnTo>
                  <a:lnTo>
                    <a:pt x="5264" y="1134728"/>
                  </a:lnTo>
                  <a:lnTo>
                    <a:pt x="3760" y="1133976"/>
                  </a:lnTo>
                  <a:lnTo>
                    <a:pt x="4512" y="1130968"/>
                  </a:lnTo>
                  <a:lnTo>
                    <a:pt x="12032" y="1118937"/>
                  </a:lnTo>
                  <a:lnTo>
                    <a:pt x="12032" y="1115929"/>
                  </a:lnTo>
                  <a:lnTo>
                    <a:pt x="12032" y="1112921"/>
                  </a:lnTo>
                  <a:lnTo>
                    <a:pt x="12032" y="1109913"/>
                  </a:lnTo>
                  <a:lnTo>
                    <a:pt x="13536" y="1108409"/>
                  </a:lnTo>
                  <a:lnTo>
                    <a:pt x="18048" y="1106153"/>
                  </a:lnTo>
                  <a:lnTo>
                    <a:pt x="18799" y="1100889"/>
                  </a:lnTo>
                  <a:lnTo>
                    <a:pt x="17296" y="1090362"/>
                  </a:lnTo>
                  <a:lnTo>
                    <a:pt x="18799" y="1079834"/>
                  </a:lnTo>
                  <a:lnTo>
                    <a:pt x="20303" y="1075322"/>
                  </a:lnTo>
                  <a:lnTo>
                    <a:pt x="22559" y="1071563"/>
                  </a:lnTo>
                  <a:lnTo>
                    <a:pt x="20303" y="1065547"/>
                  </a:lnTo>
                  <a:lnTo>
                    <a:pt x="20303" y="1058779"/>
                  </a:lnTo>
                  <a:lnTo>
                    <a:pt x="21807" y="1045243"/>
                  </a:lnTo>
                  <a:lnTo>
                    <a:pt x="21056" y="1038476"/>
                  </a:lnTo>
                  <a:lnTo>
                    <a:pt x="21807" y="1033964"/>
                  </a:lnTo>
                  <a:lnTo>
                    <a:pt x="23311" y="1032460"/>
                  </a:lnTo>
                  <a:lnTo>
                    <a:pt x="24816" y="1031708"/>
                  </a:lnTo>
                  <a:lnTo>
                    <a:pt x="26319" y="1028700"/>
                  </a:lnTo>
                  <a:lnTo>
                    <a:pt x="27071" y="1025692"/>
                  </a:lnTo>
                  <a:lnTo>
                    <a:pt x="27823" y="1023436"/>
                  </a:lnTo>
                  <a:lnTo>
                    <a:pt x="27071" y="1018172"/>
                  </a:lnTo>
                  <a:lnTo>
                    <a:pt x="26319" y="1015165"/>
                  </a:lnTo>
                  <a:lnTo>
                    <a:pt x="24816" y="1012909"/>
                  </a:lnTo>
                  <a:lnTo>
                    <a:pt x="23311" y="1009901"/>
                  </a:lnTo>
                  <a:lnTo>
                    <a:pt x="21807" y="1009901"/>
                  </a:lnTo>
                  <a:lnTo>
                    <a:pt x="17296" y="1007645"/>
                  </a:lnTo>
                  <a:lnTo>
                    <a:pt x="12784" y="1003133"/>
                  </a:lnTo>
                  <a:lnTo>
                    <a:pt x="11280" y="997869"/>
                  </a:lnTo>
                  <a:lnTo>
                    <a:pt x="11280" y="984334"/>
                  </a:lnTo>
                  <a:lnTo>
                    <a:pt x="11280" y="982830"/>
                  </a:lnTo>
                  <a:lnTo>
                    <a:pt x="10528" y="982830"/>
                  </a:lnTo>
                  <a:lnTo>
                    <a:pt x="10528" y="982078"/>
                  </a:lnTo>
                  <a:lnTo>
                    <a:pt x="11280" y="981326"/>
                  </a:lnTo>
                  <a:lnTo>
                    <a:pt x="11280" y="979822"/>
                  </a:lnTo>
                  <a:lnTo>
                    <a:pt x="9776" y="978318"/>
                  </a:lnTo>
                  <a:lnTo>
                    <a:pt x="8272" y="976062"/>
                  </a:lnTo>
                  <a:lnTo>
                    <a:pt x="7520" y="973806"/>
                  </a:lnTo>
                  <a:lnTo>
                    <a:pt x="6768" y="970798"/>
                  </a:lnTo>
                  <a:lnTo>
                    <a:pt x="7520" y="960271"/>
                  </a:lnTo>
                  <a:lnTo>
                    <a:pt x="6016" y="957262"/>
                  </a:lnTo>
                  <a:lnTo>
                    <a:pt x="6016" y="954255"/>
                  </a:lnTo>
                  <a:lnTo>
                    <a:pt x="752" y="945231"/>
                  </a:lnTo>
                  <a:lnTo>
                    <a:pt x="0" y="941471"/>
                  </a:lnTo>
                  <a:lnTo>
                    <a:pt x="752" y="937711"/>
                  </a:lnTo>
                  <a:lnTo>
                    <a:pt x="2256" y="933951"/>
                  </a:lnTo>
                  <a:lnTo>
                    <a:pt x="3760" y="930192"/>
                  </a:lnTo>
                  <a:lnTo>
                    <a:pt x="6016" y="928688"/>
                  </a:lnTo>
                  <a:lnTo>
                    <a:pt x="6016" y="924176"/>
                  </a:lnTo>
                  <a:lnTo>
                    <a:pt x="8272" y="920416"/>
                  </a:lnTo>
                  <a:lnTo>
                    <a:pt x="11280" y="917408"/>
                  </a:lnTo>
                  <a:lnTo>
                    <a:pt x="13536" y="916656"/>
                  </a:lnTo>
                  <a:lnTo>
                    <a:pt x="14288" y="915904"/>
                  </a:lnTo>
                  <a:lnTo>
                    <a:pt x="15039" y="915152"/>
                  </a:lnTo>
                  <a:lnTo>
                    <a:pt x="15039" y="913648"/>
                  </a:lnTo>
                  <a:lnTo>
                    <a:pt x="15792" y="912896"/>
                  </a:lnTo>
                  <a:lnTo>
                    <a:pt x="18048" y="909888"/>
                  </a:lnTo>
                  <a:lnTo>
                    <a:pt x="18799" y="909888"/>
                  </a:lnTo>
                  <a:lnTo>
                    <a:pt x="22559" y="907632"/>
                  </a:lnTo>
                  <a:lnTo>
                    <a:pt x="24063" y="906128"/>
                  </a:lnTo>
                  <a:lnTo>
                    <a:pt x="25567" y="903120"/>
                  </a:lnTo>
                  <a:lnTo>
                    <a:pt x="27823" y="897105"/>
                  </a:lnTo>
                  <a:lnTo>
                    <a:pt x="28575" y="894849"/>
                  </a:lnTo>
                  <a:lnTo>
                    <a:pt x="32335" y="891841"/>
                  </a:lnTo>
                  <a:lnTo>
                    <a:pt x="33087" y="890337"/>
                  </a:lnTo>
                  <a:lnTo>
                    <a:pt x="30079" y="889585"/>
                  </a:lnTo>
                  <a:lnTo>
                    <a:pt x="30079" y="888833"/>
                  </a:lnTo>
                  <a:lnTo>
                    <a:pt x="34591" y="885073"/>
                  </a:lnTo>
                  <a:lnTo>
                    <a:pt x="36847" y="878305"/>
                  </a:lnTo>
                  <a:lnTo>
                    <a:pt x="36847" y="865522"/>
                  </a:lnTo>
                  <a:lnTo>
                    <a:pt x="39855" y="860258"/>
                  </a:lnTo>
                  <a:lnTo>
                    <a:pt x="42111" y="857250"/>
                  </a:lnTo>
                  <a:lnTo>
                    <a:pt x="43615" y="856498"/>
                  </a:lnTo>
                  <a:lnTo>
                    <a:pt x="44367" y="854994"/>
                  </a:lnTo>
                  <a:lnTo>
                    <a:pt x="48878" y="846722"/>
                  </a:lnTo>
                  <a:lnTo>
                    <a:pt x="48878" y="845218"/>
                  </a:lnTo>
                  <a:lnTo>
                    <a:pt x="48878" y="842211"/>
                  </a:lnTo>
                  <a:lnTo>
                    <a:pt x="48878" y="840707"/>
                  </a:lnTo>
                  <a:lnTo>
                    <a:pt x="49631" y="838451"/>
                  </a:lnTo>
                  <a:lnTo>
                    <a:pt x="49631" y="837699"/>
                  </a:lnTo>
                  <a:lnTo>
                    <a:pt x="50382" y="836947"/>
                  </a:lnTo>
                  <a:lnTo>
                    <a:pt x="53390" y="834691"/>
                  </a:lnTo>
                  <a:lnTo>
                    <a:pt x="55646" y="833187"/>
                  </a:lnTo>
                  <a:lnTo>
                    <a:pt x="55646" y="832435"/>
                  </a:lnTo>
                  <a:lnTo>
                    <a:pt x="57902" y="826419"/>
                  </a:lnTo>
                  <a:lnTo>
                    <a:pt x="58654" y="825667"/>
                  </a:lnTo>
                  <a:lnTo>
                    <a:pt x="60158" y="824163"/>
                  </a:lnTo>
                  <a:lnTo>
                    <a:pt x="60910" y="822659"/>
                  </a:lnTo>
                  <a:lnTo>
                    <a:pt x="63166" y="811380"/>
                  </a:lnTo>
                  <a:lnTo>
                    <a:pt x="63166" y="803860"/>
                  </a:lnTo>
                  <a:lnTo>
                    <a:pt x="63918" y="802356"/>
                  </a:lnTo>
                  <a:lnTo>
                    <a:pt x="65422" y="801604"/>
                  </a:lnTo>
                  <a:lnTo>
                    <a:pt x="66174" y="800852"/>
                  </a:lnTo>
                  <a:lnTo>
                    <a:pt x="66174" y="799348"/>
                  </a:lnTo>
                  <a:lnTo>
                    <a:pt x="64670" y="798596"/>
                  </a:lnTo>
                  <a:lnTo>
                    <a:pt x="63918" y="797844"/>
                  </a:lnTo>
                  <a:lnTo>
                    <a:pt x="65422" y="796340"/>
                  </a:lnTo>
                  <a:lnTo>
                    <a:pt x="65422" y="795588"/>
                  </a:lnTo>
                  <a:lnTo>
                    <a:pt x="63918" y="793332"/>
                  </a:lnTo>
                  <a:lnTo>
                    <a:pt x="64670" y="791076"/>
                  </a:lnTo>
                  <a:lnTo>
                    <a:pt x="65422" y="788820"/>
                  </a:lnTo>
                  <a:lnTo>
                    <a:pt x="65422" y="785813"/>
                  </a:lnTo>
                  <a:lnTo>
                    <a:pt x="66174" y="787317"/>
                  </a:lnTo>
                  <a:lnTo>
                    <a:pt x="66926" y="782053"/>
                  </a:lnTo>
                  <a:lnTo>
                    <a:pt x="66926" y="780549"/>
                  </a:lnTo>
                  <a:lnTo>
                    <a:pt x="66174" y="779797"/>
                  </a:lnTo>
                  <a:lnTo>
                    <a:pt x="66174" y="778293"/>
                  </a:lnTo>
                  <a:lnTo>
                    <a:pt x="67678" y="777541"/>
                  </a:lnTo>
                  <a:lnTo>
                    <a:pt x="68430" y="776789"/>
                  </a:lnTo>
                  <a:lnTo>
                    <a:pt x="68430" y="773781"/>
                  </a:lnTo>
                  <a:lnTo>
                    <a:pt x="71438" y="767013"/>
                  </a:lnTo>
                  <a:lnTo>
                    <a:pt x="73694" y="755734"/>
                  </a:lnTo>
                  <a:lnTo>
                    <a:pt x="76701" y="749718"/>
                  </a:lnTo>
                  <a:lnTo>
                    <a:pt x="82717" y="745206"/>
                  </a:lnTo>
                  <a:lnTo>
                    <a:pt x="94749" y="738438"/>
                  </a:lnTo>
                  <a:lnTo>
                    <a:pt x="103020" y="731670"/>
                  </a:lnTo>
                  <a:lnTo>
                    <a:pt x="106029" y="730167"/>
                  </a:lnTo>
                  <a:lnTo>
                    <a:pt x="115804" y="730167"/>
                  </a:lnTo>
                  <a:lnTo>
                    <a:pt x="121820" y="728662"/>
                  </a:lnTo>
                  <a:lnTo>
                    <a:pt x="133099" y="724151"/>
                  </a:lnTo>
                  <a:lnTo>
                    <a:pt x="144379" y="721895"/>
                  </a:lnTo>
                  <a:lnTo>
                    <a:pt x="147387" y="721143"/>
                  </a:lnTo>
                  <a:lnTo>
                    <a:pt x="156411" y="716631"/>
                  </a:lnTo>
                  <a:lnTo>
                    <a:pt x="162427" y="714375"/>
                  </a:lnTo>
                  <a:lnTo>
                    <a:pt x="163178" y="713623"/>
                  </a:lnTo>
                  <a:lnTo>
                    <a:pt x="163931" y="710615"/>
                  </a:lnTo>
                  <a:lnTo>
                    <a:pt x="164682" y="709863"/>
                  </a:lnTo>
                  <a:lnTo>
                    <a:pt x="166186" y="709863"/>
                  </a:lnTo>
                  <a:lnTo>
                    <a:pt x="168442" y="709863"/>
                  </a:lnTo>
                  <a:lnTo>
                    <a:pt x="169194" y="707607"/>
                  </a:lnTo>
                  <a:lnTo>
                    <a:pt x="169946" y="706855"/>
                  </a:lnTo>
                  <a:lnTo>
                    <a:pt x="175962" y="702343"/>
                  </a:lnTo>
                  <a:lnTo>
                    <a:pt x="178218" y="703847"/>
                  </a:lnTo>
                  <a:lnTo>
                    <a:pt x="180474" y="703847"/>
                  </a:lnTo>
                  <a:lnTo>
                    <a:pt x="182730" y="703847"/>
                  </a:lnTo>
                  <a:lnTo>
                    <a:pt x="184234" y="702343"/>
                  </a:lnTo>
                  <a:lnTo>
                    <a:pt x="185738" y="702343"/>
                  </a:lnTo>
                  <a:lnTo>
                    <a:pt x="187993" y="703847"/>
                  </a:lnTo>
                  <a:lnTo>
                    <a:pt x="191753" y="707607"/>
                  </a:lnTo>
                  <a:lnTo>
                    <a:pt x="194761" y="706103"/>
                  </a:lnTo>
                  <a:lnTo>
                    <a:pt x="195513" y="704599"/>
                  </a:lnTo>
                  <a:lnTo>
                    <a:pt x="197017" y="700088"/>
                  </a:lnTo>
                  <a:lnTo>
                    <a:pt x="198521" y="697832"/>
                  </a:lnTo>
                  <a:lnTo>
                    <a:pt x="200777" y="695576"/>
                  </a:lnTo>
                  <a:lnTo>
                    <a:pt x="205289" y="692568"/>
                  </a:lnTo>
                  <a:lnTo>
                    <a:pt x="206041" y="694072"/>
                  </a:lnTo>
                  <a:lnTo>
                    <a:pt x="208297" y="691064"/>
                  </a:lnTo>
                  <a:lnTo>
                    <a:pt x="212809" y="684296"/>
                  </a:lnTo>
                  <a:lnTo>
                    <a:pt x="219576" y="679784"/>
                  </a:lnTo>
                  <a:lnTo>
                    <a:pt x="221080" y="678280"/>
                  </a:lnTo>
                  <a:lnTo>
                    <a:pt x="224089" y="673768"/>
                  </a:lnTo>
                  <a:lnTo>
                    <a:pt x="231608" y="669257"/>
                  </a:lnTo>
                  <a:lnTo>
                    <a:pt x="239128" y="666249"/>
                  </a:lnTo>
                  <a:lnTo>
                    <a:pt x="243640" y="665497"/>
                  </a:lnTo>
                  <a:lnTo>
                    <a:pt x="245895" y="663993"/>
                  </a:lnTo>
                  <a:lnTo>
                    <a:pt x="248904" y="663241"/>
                  </a:lnTo>
                  <a:lnTo>
                    <a:pt x="253415" y="663241"/>
                  </a:lnTo>
                  <a:lnTo>
                    <a:pt x="254919" y="662489"/>
                  </a:lnTo>
                  <a:lnTo>
                    <a:pt x="256423" y="660233"/>
                  </a:lnTo>
                  <a:lnTo>
                    <a:pt x="260935" y="647449"/>
                  </a:lnTo>
                  <a:lnTo>
                    <a:pt x="262439" y="646697"/>
                  </a:lnTo>
                  <a:lnTo>
                    <a:pt x="263943" y="646697"/>
                  </a:lnTo>
                  <a:lnTo>
                    <a:pt x="264695" y="645945"/>
                  </a:lnTo>
                  <a:lnTo>
                    <a:pt x="268455" y="642938"/>
                  </a:lnTo>
                  <a:lnTo>
                    <a:pt x="269959" y="641433"/>
                  </a:lnTo>
                  <a:lnTo>
                    <a:pt x="271463" y="636922"/>
                  </a:lnTo>
                  <a:lnTo>
                    <a:pt x="272967" y="636170"/>
                  </a:lnTo>
                  <a:lnTo>
                    <a:pt x="273719" y="636170"/>
                  </a:lnTo>
                  <a:lnTo>
                    <a:pt x="274470" y="635418"/>
                  </a:lnTo>
                  <a:lnTo>
                    <a:pt x="274470" y="633914"/>
                  </a:lnTo>
                  <a:lnTo>
                    <a:pt x="275223" y="630154"/>
                  </a:lnTo>
                  <a:lnTo>
                    <a:pt x="275223" y="629402"/>
                  </a:lnTo>
                  <a:lnTo>
                    <a:pt x="276727" y="628650"/>
                  </a:lnTo>
                  <a:lnTo>
                    <a:pt x="278230" y="627898"/>
                  </a:lnTo>
                  <a:lnTo>
                    <a:pt x="281238" y="624890"/>
                  </a:lnTo>
                  <a:lnTo>
                    <a:pt x="283494" y="623386"/>
                  </a:lnTo>
                  <a:lnTo>
                    <a:pt x="282742" y="624138"/>
                  </a:lnTo>
                  <a:lnTo>
                    <a:pt x="283494" y="624890"/>
                  </a:lnTo>
                  <a:lnTo>
                    <a:pt x="285750" y="624890"/>
                  </a:lnTo>
                  <a:lnTo>
                    <a:pt x="285750" y="624138"/>
                  </a:lnTo>
                  <a:lnTo>
                    <a:pt x="285750" y="622634"/>
                  </a:lnTo>
                  <a:lnTo>
                    <a:pt x="284246" y="621130"/>
                  </a:lnTo>
                  <a:lnTo>
                    <a:pt x="282742" y="620378"/>
                  </a:lnTo>
                  <a:lnTo>
                    <a:pt x="283494" y="618874"/>
                  </a:lnTo>
                  <a:lnTo>
                    <a:pt x="284998" y="618122"/>
                  </a:lnTo>
                  <a:lnTo>
                    <a:pt x="286502" y="617370"/>
                  </a:lnTo>
                  <a:lnTo>
                    <a:pt x="286502" y="618122"/>
                  </a:lnTo>
                  <a:lnTo>
                    <a:pt x="290262" y="620378"/>
                  </a:lnTo>
                  <a:lnTo>
                    <a:pt x="291014" y="618874"/>
                  </a:lnTo>
                  <a:lnTo>
                    <a:pt x="291766" y="614363"/>
                  </a:lnTo>
                  <a:lnTo>
                    <a:pt x="292518" y="612107"/>
                  </a:lnTo>
                  <a:lnTo>
                    <a:pt x="294022" y="611355"/>
                  </a:lnTo>
                  <a:lnTo>
                    <a:pt x="298534" y="610603"/>
                  </a:lnTo>
                  <a:lnTo>
                    <a:pt x="300789" y="609851"/>
                  </a:lnTo>
                  <a:lnTo>
                    <a:pt x="301542" y="609851"/>
                  </a:lnTo>
                  <a:lnTo>
                    <a:pt x="303798" y="606843"/>
                  </a:lnTo>
                  <a:lnTo>
                    <a:pt x="305302" y="607595"/>
                  </a:lnTo>
                  <a:lnTo>
                    <a:pt x="306806" y="608347"/>
                  </a:lnTo>
                  <a:lnTo>
                    <a:pt x="306806" y="609851"/>
                  </a:lnTo>
                  <a:lnTo>
                    <a:pt x="309061" y="610603"/>
                  </a:lnTo>
                  <a:lnTo>
                    <a:pt x="315077" y="609099"/>
                  </a:lnTo>
                  <a:lnTo>
                    <a:pt x="318837" y="607595"/>
                  </a:lnTo>
                  <a:lnTo>
                    <a:pt x="321845" y="606091"/>
                  </a:lnTo>
                  <a:lnTo>
                    <a:pt x="324853" y="605339"/>
                  </a:lnTo>
                  <a:lnTo>
                    <a:pt x="325605" y="605339"/>
                  </a:lnTo>
                  <a:lnTo>
                    <a:pt x="327861" y="602331"/>
                  </a:lnTo>
                  <a:lnTo>
                    <a:pt x="328613" y="601579"/>
                  </a:lnTo>
                  <a:lnTo>
                    <a:pt x="330117" y="601579"/>
                  </a:lnTo>
                  <a:lnTo>
                    <a:pt x="330868" y="601579"/>
                  </a:lnTo>
                  <a:lnTo>
                    <a:pt x="331621" y="601579"/>
                  </a:lnTo>
                  <a:lnTo>
                    <a:pt x="343652" y="600827"/>
                  </a:lnTo>
                  <a:lnTo>
                    <a:pt x="348916" y="600827"/>
                  </a:lnTo>
                  <a:lnTo>
                    <a:pt x="353428" y="603083"/>
                  </a:lnTo>
                  <a:lnTo>
                    <a:pt x="352676" y="603083"/>
                  </a:lnTo>
                  <a:lnTo>
                    <a:pt x="360947" y="607595"/>
                  </a:lnTo>
                  <a:lnTo>
                    <a:pt x="361700" y="608347"/>
                  </a:lnTo>
                  <a:lnTo>
                    <a:pt x="362451" y="608347"/>
                  </a:lnTo>
                  <a:lnTo>
                    <a:pt x="365460" y="608347"/>
                  </a:lnTo>
                  <a:lnTo>
                    <a:pt x="366964" y="609099"/>
                  </a:lnTo>
                  <a:lnTo>
                    <a:pt x="367715" y="610603"/>
                  </a:lnTo>
                  <a:lnTo>
                    <a:pt x="367715" y="612107"/>
                  </a:lnTo>
                  <a:lnTo>
                    <a:pt x="368467" y="613611"/>
                  </a:lnTo>
                  <a:lnTo>
                    <a:pt x="369219" y="613611"/>
                  </a:lnTo>
                  <a:lnTo>
                    <a:pt x="372227" y="614363"/>
                  </a:lnTo>
                  <a:lnTo>
                    <a:pt x="373731" y="615114"/>
                  </a:lnTo>
                  <a:lnTo>
                    <a:pt x="374483" y="616618"/>
                  </a:lnTo>
                  <a:lnTo>
                    <a:pt x="376739" y="620378"/>
                  </a:lnTo>
                  <a:lnTo>
                    <a:pt x="378243" y="621130"/>
                  </a:lnTo>
                  <a:lnTo>
                    <a:pt x="379747" y="621882"/>
                  </a:lnTo>
                  <a:lnTo>
                    <a:pt x="381251" y="622634"/>
                  </a:lnTo>
                  <a:lnTo>
                    <a:pt x="387266" y="622634"/>
                  </a:lnTo>
                  <a:lnTo>
                    <a:pt x="388771" y="622634"/>
                  </a:lnTo>
                  <a:lnTo>
                    <a:pt x="391779" y="621130"/>
                  </a:lnTo>
                  <a:lnTo>
                    <a:pt x="393283" y="618874"/>
                  </a:lnTo>
                  <a:lnTo>
                    <a:pt x="395538" y="617370"/>
                  </a:lnTo>
                  <a:lnTo>
                    <a:pt x="399298" y="616618"/>
                  </a:lnTo>
                  <a:lnTo>
                    <a:pt x="406066" y="616618"/>
                  </a:lnTo>
                  <a:lnTo>
                    <a:pt x="409074" y="615866"/>
                  </a:lnTo>
                  <a:lnTo>
                    <a:pt x="412082" y="614363"/>
                  </a:lnTo>
                  <a:lnTo>
                    <a:pt x="417345" y="610603"/>
                  </a:lnTo>
                  <a:lnTo>
                    <a:pt x="421105" y="609099"/>
                  </a:lnTo>
                  <a:lnTo>
                    <a:pt x="424865" y="610603"/>
                  </a:lnTo>
                  <a:lnTo>
                    <a:pt x="427873" y="612859"/>
                  </a:lnTo>
                  <a:lnTo>
                    <a:pt x="430881" y="612859"/>
                  </a:lnTo>
                  <a:lnTo>
                    <a:pt x="433889" y="612107"/>
                  </a:lnTo>
                  <a:lnTo>
                    <a:pt x="436897" y="611355"/>
                  </a:lnTo>
                  <a:lnTo>
                    <a:pt x="439905" y="609851"/>
                  </a:lnTo>
                  <a:lnTo>
                    <a:pt x="442913" y="610603"/>
                  </a:lnTo>
                  <a:lnTo>
                    <a:pt x="445169" y="610603"/>
                  </a:lnTo>
                  <a:lnTo>
                    <a:pt x="448928" y="611355"/>
                  </a:lnTo>
                  <a:lnTo>
                    <a:pt x="451936" y="609851"/>
                  </a:lnTo>
                  <a:lnTo>
                    <a:pt x="454192" y="607595"/>
                  </a:lnTo>
                  <a:lnTo>
                    <a:pt x="462464" y="598571"/>
                  </a:lnTo>
                  <a:lnTo>
                    <a:pt x="463968" y="596315"/>
                  </a:lnTo>
                  <a:lnTo>
                    <a:pt x="464720" y="592555"/>
                  </a:lnTo>
                  <a:lnTo>
                    <a:pt x="464720" y="589547"/>
                  </a:lnTo>
                  <a:lnTo>
                    <a:pt x="464720" y="588044"/>
                  </a:lnTo>
                  <a:lnTo>
                    <a:pt x="465472" y="586540"/>
                  </a:lnTo>
                  <a:lnTo>
                    <a:pt x="468480" y="584284"/>
                  </a:lnTo>
                  <a:lnTo>
                    <a:pt x="469232" y="582780"/>
                  </a:lnTo>
                  <a:lnTo>
                    <a:pt x="469984" y="579772"/>
                  </a:lnTo>
                  <a:lnTo>
                    <a:pt x="469984" y="570748"/>
                  </a:lnTo>
                  <a:lnTo>
                    <a:pt x="470736" y="569996"/>
                  </a:lnTo>
                  <a:lnTo>
                    <a:pt x="471488" y="569996"/>
                  </a:lnTo>
                  <a:lnTo>
                    <a:pt x="472240" y="569244"/>
                  </a:lnTo>
                  <a:lnTo>
                    <a:pt x="472992" y="567740"/>
                  </a:lnTo>
                  <a:lnTo>
                    <a:pt x="472992" y="566236"/>
                  </a:lnTo>
                  <a:lnTo>
                    <a:pt x="471488" y="562476"/>
                  </a:lnTo>
                  <a:lnTo>
                    <a:pt x="470736" y="560972"/>
                  </a:lnTo>
                  <a:lnTo>
                    <a:pt x="472992" y="551949"/>
                  </a:lnTo>
                  <a:lnTo>
                    <a:pt x="473743" y="550445"/>
                  </a:lnTo>
                  <a:lnTo>
                    <a:pt x="477503" y="548189"/>
                  </a:lnTo>
                  <a:lnTo>
                    <a:pt x="476752" y="545933"/>
                  </a:lnTo>
                  <a:lnTo>
                    <a:pt x="476000" y="545933"/>
                  </a:lnTo>
                  <a:lnTo>
                    <a:pt x="475247" y="545181"/>
                  </a:lnTo>
                  <a:lnTo>
                    <a:pt x="473743" y="544429"/>
                  </a:lnTo>
                  <a:lnTo>
                    <a:pt x="473743" y="533149"/>
                  </a:lnTo>
                  <a:lnTo>
                    <a:pt x="472240" y="530893"/>
                  </a:lnTo>
                  <a:lnTo>
                    <a:pt x="465472" y="528637"/>
                  </a:lnTo>
                  <a:lnTo>
                    <a:pt x="463216" y="527134"/>
                  </a:lnTo>
                  <a:lnTo>
                    <a:pt x="460960" y="524878"/>
                  </a:lnTo>
                  <a:lnTo>
                    <a:pt x="460208" y="523374"/>
                  </a:lnTo>
                  <a:lnTo>
                    <a:pt x="457952" y="523374"/>
                  </a:lnTo>
                  <a:lnTo>
                    <a:pt x="456448" y="522622"/>
                  </a:lnTo>
                  <a:lnTo>
                    <a:pt x="455696" y="521118"/>
                  </a:lnTo>
                  <a:lnTo>
                    <a:pt x="454944" y="518862"/>
                  </a:lnTo>
                  <a:lnTo>
                    <a:pt x="452688" y="516606"/>
                  </a:lnTo>
                  <a:lnTo>
                    <a:pt x="451936" y="513598"/>
                  </a:lnTo>
                  <a:lnTo>
                    <a:pt x="451184" y="512846"/>
                  </a:lnTo>
                  <a:lnTo>
                    <a:pt x="449681" y="512094"/>
                  </a:lnTo>
                  <a:lnTo>
                    <a:pt x="446673" y="511342"/>
                  </a:lnTo>
                  <a:lnTo>
                    <a:pt x="445169" y="510590"/>
                  </a:lnTo>
                  <a:lnTo>
                    <a:pt x="443664" y="509086"/>
                  </a:lnTo>
                  <a:lnTo>
                    <a:pt x="441409" y="504574"/>
                  </a:lnTo>
                  <a:lnTo>
                    <a:pt x="439905" y="502318"/>
                  </a:lnTo>
                  <a:lnTo>
                    <a:pt x="441409" y="499310"/>
                  </a:lnTo>
                  <a:lnTo>
                    <a:pt x="442161" y="497055"/>
                  </a:lnTo>
                  <a:lnTo>
                    <a:pt x="441409" y="494799"/>
                  </a:lnTo>
                  <a:lnTo>
                    <a:pt x="437649" y="488783"/>
                  </a:lnTo>
                  <a:lnTo>
                    <a:pt x="436145" y="485775"/>
                  </a:lnTo>
                  <a:lnTo>
                    <a:pt x="435393" y="482767"/>
                  </a:lnTo>
                  <a:lnTo>
                    <a:pt x="435393" y="479759"/>
                  </a:lnTo>
                  <a:lnTo>
                    <a:pt x="436145" y="478255"/>
                  </a:lnTo>
                  <a:lnTo>
                    <a:pt x="437649" y="475247"/>
                  </a:lnTo>
                  <a:lnTo>
                    <a:pt x="437649" y="473743"/>
                  </a:lnTo>
                  <a:lnTo>
                    <a:pt x="436145" y="470736"/>
                  </a:lnTo>
                  <a:lnTo>
                    <a:pt x="435393" y="459456"/>
                  </a:lnTo>
                  <a:lnTo>
                    <a:pt x="435393" y="456448"/>
                  </a:lnTo>
                  <a:lnTo>
                    <a:pt x="436897" y="454944"/>
                  </a:lnTo>
                  <a:lnTo>
                    <a:pt x="437649" y="453440"/>
                  </a:lnTo>
                  <a:lnTo>
                    <a:pt x="438401" y="452688"/>
                  </a:lnTo>
                  <a:lnTo>
                    <a:pt x="439153" y="450432"/>
                  </a:lnTo>
                  <a:lnTo>
                    <a:pt x="438401" y="449680"/>
                  </a:lnTo>
                  <a:lnTo>
                    <a:pt x="436897" y="448176"/>
                  </a:lnTo>
                  <a:lnTo>
                    <a:pt x="436897" y="447424"/>
                  </a:lnTo>
                  <a:lnTo>
                    <a:pt x="436897" y="445920"/>
                  </a:lnTo>
                  <a:lnTo>
                    <a:pt x="437649" y="444417"/>
                  </a:lnTo>
                  <a:lnTo>
                    <a:pt x="437649" y="443664"/>
                  </a:lnTo>
                  <a:lnTo>
                    <a:pt x="436897" y="441409"/>
                  </a:lnTo>
                  <a:lnTo>
                    <a:pt x="436145" y="439153"/>
                  </a:lnTo>
                  <a:lnTo>
                    <a:pt x="436145" y="436897"/>
                  </a:lnTo>
                  <a:lnTo>
                    <a:pt x="437649" y="434641"/>
                  </a:lnTo>
                  <a:lnTo>
                    <a:pt x="439153" y="433889"/>
                  </a:lnTo>
                  <a:lnTo>
                    <a:pt x="441409" y="433889"/>
                  </a:lnTo>
                  <a:lnTo>
                    <a:pt x="442913" y="433889"/>
                  </a:lnTo>
                  <a:lnTo>
                    <a:pt x="444417" y="432385"/>
                  </a:lnTo>
                  <a:lnTo>
                    <a:pt x="445921" y="430129"/>
                  </a:lnTo>
                  <a:lnTo>
                    <a:pt x="446673" y="429377"/>
                  </a:lnTo>
                  <a:lnTo>
                    <a:pt x="448177" y="427873"/>
                  </a:lnTo>
                  <a:lnTo>
                    <a:pt x="454192" y="415090"/>
                  </a:lnTo>
                  <a:lnTo>
                    <a:pt x="455696" y="413586"/>
                  </a:lnTo>
                  <a:lnTo>
                    <a:pt x="459456" y="410578"/>
                  </a:lnTo>
                  <a:lnTo>
                    <a:pt x="460208" y="408322"/>
                  </a:lnTo>
                  <a:lnTo>
                    <a:pt x="463216" y="403058"/>
                  </a:lnTo>
                  <a:lnTo>
                    <a:pt x="464720" y="401554"/>
                  </a:lnTo>
                  <a:lnTo>
                    <a:pt x="474496" y="394034"/>
                  </a:lnTo>
                  <a:lnTo>
                    <a:pt x="476752" y="389522"/>
                  </a:lnTo>
                  <a:lnTo>
                    <a:pt x="477503" y="382755"/>
                  </a:lnTo>
                  <a:lnTo>
                    <a:pt x="476752" y="378995"/>
                  </a:lnTo>
                  <a:lnTo>
                    <a:pt x="476752" y="378243"/>
                  </a:lnTo>
                  <a:lnTo>
                    <a:pt x="477503" y="375987"/>
                  </a:lnTo>
                  <a:lnTo>
                    <a:pt x="478256" y="374483"/>
                  </a:lnTo>
                  <a:lnTo>
                    <a:pt x="480511" y="371475"/>
                  </a:lnTo>
                  <a:lnTo>
                    <a:pt x="481263" y="369219"/>
                  </a:lnTo>
                  <a:lnTo>
                    <a:pt x="481263" y="366211"/>
                  </a:lnTo>
                  <a:lnTo>
                    <a:pt x="477503" y="359443"/>
                  </a:lnTo>
                  <a:lnTo>
                    <a:pt x="476752" y="357188"/>
                  </a:lnTo>
                  <a:lnTo>
                    <a:pt x="476000" y="347412"/>
                  </a:lnTo>
                  <a:lnTo>
                    <a:pt x="476000" y="344404"/>
                  </a:lnTo>
                  <a:lnTo>
                    <a:pt x="473743" y="339140"/>
                  </a:lnTo>
                  <a:lnTo>
                    <a:pt x="472992" y="336884"/>
                  </a:lnTo>
                  <a:lnTo>
                    <a:pt x="472992" y="335380"/>
                  </a:lnTo>
                  <a:lnTo>
                    <a:pt x="473743" y="333876"/>
                  </a:lnTo>
                  <a:lnTo>
                    <a:pt x="473743" y="332372"/>
                  </a:lnTo>
                  <a:lnTo>
                    <a:pt x="472992" y="330868"/>
                  </a:lnTo>
                  <a:lnTo>
                    <a:pt x="472240" y="329365"/>
                  </a:lnTo>
                  <a:lnTo>
                    <a:pt x="469232" y="327861"/>
                  </a:lnTo>
                  <a:lnTo>
                    <a:pt x="469232" y="327109"/>
                  </a:lnTo>
                  <a:lnTo>
                    <a:pt x="467728" y="321845"/>
                  </a:lnTo>
                  <a:lnTo>
                    <a:pt x="465472" y="315829"/>
                  </a:lnTo>
                  <a:lnTo>
                    <a:pt x="463968" y="314325"/>
                  </a:lnTo>
                  <a:lnTo>
                    <a:pt x="461712" y="312821"/>
                  </a:lnTo>
                  <a:lnTo>
                    <a:pt x="459456" y="310565"/>
                  </a:lnTo>
                  <a:lnTo>
                    <a:pt x="458704" y="308309"/>
                  </a:lnTo>
                  <a:lnTo>
                    <a:pt x="459456" y="305301"/>
                  </a:lnTo>
                  <a:lnTo>
                    <a:pt x="460960" y="303045"/>
                  </a:lnTo>
                  <a:lnTo>
                    <a:pt x="462464" y="301542"/>
                  </a:lnTo>
                  <a:lnTo>
                    <a:pt x="461712" y="298534"/>
                  </a:lnTo>
                  <a:lnTo>
                    <a:pt x="459456" y="293270"/>
                  </a:lnTo>
                  <a:lnTo>
                    <a:pt x="458704" y="290262"/>
                  </a:lnTo>
                  <a:lnTo>
                    <a:pt x="462464" y="288758"/>
                  </a:lnTo>
                  <a:lnTo>
                    <a:pt x="464720" y="287254"/>
                  </a:lnTo>
                  <a:lnTo>
                    <a:pt x="466224" y="284246"/>
                  </a:lnTo>
                  <a:lnTo>
                    <a:pt x="466976" y="283494"/>
                  </a:lnTo>
                  <a:lnTo>
                    <a:pt x="469984" y="276726"/>
                  </a:lnTo>
                  <a:lnTo>
                    <a:pt x="471488" y="269959"/>
                  </a:lnTo>
                  <a:lnTo>
                    <a:pt x="472240" y="266199"/>
                  </a:lnTo>
                  <a:lnTo>
                    <a:pt x="471488" y="263191"/>
                  </a:lnTo>
                  <a:lnTo>
                    <a:pt x="469232" y="260183"/>
                  </a:lnTo>
                  <a:lnTo>
                    <a:pt x="468480" y="254167"/>
                  </a:lnTo>
                  <a:lnTo>
                    <a:pt x="466976" y="251159"/>
                  </a:lnTo>
                  <a:lnTo>
                    <a:pt x="464720" y="249655"/>
                  </a:lnTo>
                  <a:lnTo>
                    <a:pt x="463216" y="248903"/>
                  </a:lnTo>
                  <a:lnTo>
                    <a:pt x="460960" y="248151"/>
                  </a:lnTo>
                  <a:lnTo>
                    <a:pt x="458704" y="249655"/>
                  </a:lnTo>
                  <a:lnTo>
                    <a:pt x="456448" y="246647"/>
                  </a:lnTo>
                  <a:lnTo>
                    <a:pt x="454944" y="239880"/>
                  </a:lnTo>
                  <a:lnTo>
                    <a:pt x="453441" y="236872"/>
                  </a:lnTo>
                  <a:lnTo>
                    <a:pt x="453441" y="233864"/>
                  </a:lnTo>
                  <a:lnTo>
                    <a:pt x="452688" y="226344"/>
                  </a:lnTo>
                  <a:lnTo>
                    <a:pt x="454192" y="224088"/>
                  </a:lnTo>
                  <a:lnTo>
                    <a:pt x="459456" y="217320"/>
                  </a:lnTo>
                  <a:lnTo>
                    <a:pt x="462464" y="215065"/>
                  </a:lnTo>
                  <a:lnTo>
                    <a:pt x="465472" y="213560"/>
                  </a:lnTo>
                  <a:lnTo>
                    <a:pt x="466224" y="212809"/>
                  </a:lnTo>
                  <a:lnTo>
                    <a:pt x="467728" y="212057"/>
                  </a:lnTo>
                  <a:lnTo>
                    <a:pt x="469984" y="206793"/>
                  </a:lnTo>
                  <a:lnTo>
                    <a:pt x="470736" y="206041"/>
                  </a:lnTo>
                  <a:lnTo>
                    <a:pt x="472240" y="203785"/>
                  </a:lnTo>
                  <a:lnTo>
                    <a:pt x="472992" y="203033"/>
                  </a:lnTo>
                  <a:lnTo>
                    <a:pt x="473743" y="197769"/>
                  </a:lnTo>
                  <a:lnTo>
                    <a:pt x="473743" y="196265"/>
                  </a:lnTo>
                  <a:lnTo>
                    <a:pt x="476000" y="193257"/>
                  </a:lnTo>
                  <a:lnTo>
                    <a:pt x="482767" y="186490"/>
                  </a:lnTo>
                  <a:lnTo>
                    <a:pt x="483519" y="184986"/>
                  </a:lnTo>
                  <a:lnTo>
                    <a:pt x="484271" y="183482"/>
                  </a:lnTo>
                  <a:lnTo>
                    <a:pt x="485775" y="181978"/>
                  </a:lnTo>
                  <a:lnTo>
                    <a:pt x="487279" y="181978"/>
                  </a:lnTo>
                  <a:lnTo>
                    <a:pt x="491791" y="178218"/>
                  </a:lnTo>
                  <a:lnTo>
                    <a:pt x="493295" y="176714"/>
                  </a:lnTo>
                  <a:lnTo>
                    <a:pt x="494047" y="173706"/>
                  </a:lnTo>
                  <a:lnTo>
                    <a:pt x="495551" y="170698"/>
                  </a:lnTo>
                  <a:lnTo>
                    <a:pt x="495551" y="167690"/>
                  </a:lnTo>
                  <a:lnTo>
                    <a:pt x="497055" y="164682"/>
                  </a:lnTo>
                  <a:lnTo>
                    <a:pt x="500815" y="160170"/>
                  </a:lnTo>
                  <a:lnTo>
                    <a:pt x="502319" y="157914"/>
                  </a:lnTo>
                  <a:lnTo>
                    <a:pt x="501567" y="146635"/>
                  </a:lnTo>
                  <a:lnTo>
                    <a:pt x="500815" y="144379"/>
                  </a:lnTo>
                  <a:lnTo>
                    <a:pt x="502319" y="140619"/>
                  </a:lnTo>
                  <a:lnTo>
                    <a:pt x="507582" y="131595"/>
                  </a:lnTo>
                  <a:lnTo>
                    <a:pt x="515854" y="124828"/>
                  </a:lnTo>
                  <a:lnTo>
                    <a:pt x="518862" y="121820"/>
                  </a:lnTo>
                  <a:lnTo>
                    <a:pt x="521870" y="115052"/>
                  </a:lnTo>
                  <a:lnTo>
                    <a:pt x="524126" y="112796"/>
                  </a:lnTo>
                  <a:lnTo>
                    <a:pt x="524878" y="111292"/>
                  </a:lnTo>
                  <a:lnTo>
                    <a:pt x="526382" y="107532"/>
                  </a:lnTo>
                  <a:lnTo>
                    <a:pt x="527134" y="106780"/>
                  </a:lnTo>
                  <a:lnTo>
                    <a:pt x="528638" y="106780"/>
                  </a:lnTo>
                  <a:lnTo>
                    <a:pt x="530141" y="108284"/>
                  </a:lnTo>
                  <a:lnTo>
                    <a:pt x="530894" y="109788"/>
                  </a:lnTo>
                  <a:lnTo>
                    <a:pt x="532398" y="111292"/>
                  </a:lnTo>
                  <a:lnTo>
                    <a:pt x="533901" y="111292"/>
                  </a:lnTo>
                  <a:lnTo>
                    <a:pt x="535405" y="110540"/>
                  </a:lnTo>
                  <a:lnTo>
                    <a:pt x="536909" y="109788"/>
                  </a:lnTo>
                  <a:lnTo>
                    <a:pt x="538413" y="109036"/>
                  </a:lnTo>
                  <a:lnTo>
                    <a:pt x="539918" y="109036"/>
                  </a:lnTo>
                  <a:lnTo>
                    <a:pt x="542925" y="109036"/>
                  </a:lnTo>
                  <a:lnTo>
                    <a:pt x="544429" y="109036"/>
                  </a:lnTo>
                  <a:lnTo>
                    <a:pt x="545933" y="107532"/>
                  </a:lnTo>
                  <a:lnTo>
                    <a:pt x="546685" y="106780"/>
                  </a:lnTo>
                  <a:lnTo>
                    <a:pt x="547437" y="106780"/>
                  </a:lnTo>
                  <a:lnTo>
                    <a:pt x="548941" y="106780"/>
                  </a:lnTo>
                  <a:lnTo>
                    <a:pt x="549693" y="106780"/>
                  </a:lnTo>
                  <a:lnTo>
                    <a:pt x="553453" y="106028"/>
                  </a:lnTo>
                  <a:lnTo>
                    <a:pt x="560973" y="106028"/>
                  </a:lnTo>
                  <a:lnTo>
                    <a:pt x="563229" y="106028"/>
                  </a:lnTo>
                  <a:lnTo>
                    <a:pt x="565484" y="104524"/>
                  </a:lnTo>
                  <a:lnTo>
                    <a:pt x="569996" y="104524"/>
                  </a:lnTo>
                  <a:lnTo>
                    <a:pt x="576012" y="99261"/>
                  </a:lnTo>
                  <a:lnTo>
                    <a:pt x="588044" y="84221"/>
                  </a:lnTo>
                  <a:lnTo>
                    <a:pt x="588044" y="82717"/>
                  </a:lnTo>
                  <a:lnTo>
                    <a:pt x="588044" y="81965"/>
                  </a:lnTo>
                  <a:lnTo>
                    <a:pt x="585788" y="80461"/>
                  </a:lnTo>
                  <a:lnTo>
                    <a:pt x="585036" y="78957"/>
                  </a:lnTo>
                  <a:lnTo>
                    <a:pt x="586540" y="78205"/>
                  </a:lnTo>
                  <a:lnTo>
                    <a:pt x="602331" y="73693"/>
                  </a:lnTo>
                  <a:lnTo>
                    <a:pt x="603835" y="72190"/>
                  </a:lnTo>
                  <a:lnTo>
                    <a:pt x="604587" y="69934"/>
                  </a:lnTo>
                  <a:lnTo>
                    <a:pt x="605339" y="69182"/>
                  </a:lnTo>
                  <a:lnTo>
                    <a:pt x="605339" y="67678"/>
                  </a:lnTo>
                  <a:lnTo>
                    <a:pt x="606843" y="66926"/>
                  </a:lnTo>
                  <a:lnTo>
                    <a:pt x="607595" y="66174"/>
                  </a:lnTo>
                  <a:lnTo>
                    <a:pt x="609851" y="66174"/>
                  </a:lnTo>
                  <a:lnTo>
                    <a:pt x="610603" y="65422"/>
                  </a:lnTo>
                  <a:lnTo>
                    <a:pt x="610603" y="63918"/>
                  </a:lnTo>
                  <a:lnTo>
                    <a:pt x="612859" y="57150"/>
                  </a:lnTo>
                  <a:lnTo>
                    <a:pt x="614363" y="54894"/>
                  </a:lnTo>
                  <a:lnTo>
                    <a:pt x="618875" y="52638"/>
                  </a:lnTo>
                  <a:lnTo>
                    <a:pt x="621131" y="50382"/>
                  </a:lnTo>
                  <a:lnTo>
                    <a:pt x="623386" y="46622"/>
                  </a:lnTo>
                  <a:lnTo>
                    <a:pt x="626394" y="43614"/>
                  </a:lnTo>
                  <a:lnTo>
                    <a:pt x="627146" y="42111"/>
                  </a:lnTo>
                  <a:lnTo>
                    <a:pt x="627898" y="38351"/>
                  </a:lnTo>
                  <a:lnTo>
                    <a:pt x="628650" y="36095"/>
                  </a:lnTo>
                  <a:lnTo>
                    <a:pt x="630154" y="33839"/>
                  </a:lnTo>
                  <a:lnTo>
                    <a:pt x="630906" y="31583"/>
                  </a:lnTo>
                  <a:lnTo>
                    <a:pt x="630906" y="28575"/>
                  </a:lnTo>
                  <a:lnTo>
                    <a:pt x="629402" y="27071"/>
                  </a:lnTo>
                  <a:lnTo>
                    <a:pt x="625642" y="24815"/>
                  </a:lnTo>
                  <a:lnTo>
                    <a:pt x="624890" y="23311"/>
                  </a:lnTo>
                  <a:lnTo>
                    <a:pt x="624138" y="21055"/>
                  </a:lnTo>
                  <a:lnTo>
                    <a:pt x="622635" y="16543"/>
                  </a:lnTo>
                  <a:lnTo>
                    <a:pt x="622635" y="13536"/>
                  </a:lnTo>
                  <a:lnTo>
                    <a:pt x="624138" y="14287"/>
                  </a:lnTo>
                  <a:lnTo>
                    <a:pt x="624890" y="14287"/>
                  </a:lnTo>
                  <a:lnTo>
                    <a:pt x="625642" y="5264"/>
                  </a:lnTo>
                  <a:lnTo>
                    <a:pt x="626394" y="3008"/>
                  </a:lnTo>
                  <a:lnTo>
                    <a:pt x="627898" y="2256"/>
                  </a:lnTo>
                  <a:lnTo>
                    <a:pt x="629402" y="1504"/>
                  </a:lnTo>
                  <a:lnTo>
                    <a:pt x="631658" y="0"/>
                  </a:lnTo>
                  <a:lnTo>
                    <a:pt x="636170" y="5264"/>
                  </a:lnTo>
                  <a:lnTo>
                    <a:pt x="648954" y="12784"/>
                  </a:lnTo>
                  <a:lnTo>
                    <a:pt x="653465" y="16543"/>
                  </a:lnTo>
                  <a:lnTo>
                    <a:pt x="654969" y="18799"/>
                  </a:lnTo>
                  <a:lnTo>
                    <a:pt x="653465" y="18047"/>
                  </a:lnTo>
                  <a:lnTo>
                    <a:pt x="651210" y="16543"/>
                  </a:lnTo>
                  <a:lnTo>
                    <a:pt x="650457" y="16543"/>
                  </a:lnTo>
                  <a:lnTo>
                    <a:pt x="651210" y="16543"/>
                  </a:lnTo>
                  <a:lnTo>
                    <a:pt x="651210" y="18799"/>
                  </a:lnTo>
                  <a:lnTo>
                    <a:pt x="649705" y="18047"/>
                  </a:lnTo>
                  <a:lnTo>
                    <a:pt x="648201" y="17295"/>
                  </a:lnTo>
                  <a:lnTo>
                    <a:pt x="648201" y="18799"/>
                  </a:lnTo>
                  <a:lnTo>
                    <a:pt x="650457" y="19551"/>
                  </a:lnTo>
                  <a:lnTo>
                    <a:pt x="651961" y="20303"/>
                  </a:lnTo>
                  <a:lnTo>
                    <a:pt x="653465" y="19551"/>
                  </a:lnTo>
                  <a:lnTo>
                    <a:pt x="655721" y="18799"/>
                  </a:lnTo>
                  <a:lnTo>
                    <a:pt x="657225" y="21055"/>
                  </a:lnTo>
                  <a:lnTo>
                    <a:pt x="660233" y="22559"/>
                  </a:lnTo>
                  <a:lnTo>
                    <a:pt x="663241" y="23311"/>
                  </a:lnTo>
                  <a:lnTo>
                    <a:pt x="676025" y="24063"/>
                  </a:lnTo>
                  <a:lnTo>
                    <a:pt x="679784" y="24063"/>
                  </a:lnTo>
                  <a:lnTo>
                    <a:pt x="683544" y="21807"/>
                  </a:lnTo>
                  <a:lnTo>
                    <a:pt x="685048" y="22559"/>
                  </a:lnTo>
                  <a:lnTo>
                    <a:pt x="686552" y="24063"/>
                  </a:lnTo>
                  <a:lnTo>
                    <a:pt x="686552" y="25567"/>
                  </a:lnTo>
                  <a:lnTo>
                    <a:pt x="685048" y="27823"/>
                  </a:lnTo>
                  <a:lnTo>
                    <a:pt x="686552" y="27823"/>
                  </a:lnTo>
                  <a:lnTo>
                    <a:pt x="686552" y="28575"/>
                  </a:lnTo>
                  <a:lnTo>
                    <a:pt x="685800" y="29327"/>
                  </a:lnTo>
                  <a:lnTo>
                    <a:pt x="685800" y="30079"/>
                  </a:lnTo>
                  <a:lnTo>
                    <a:pt x="686552" y="30079"/>
                  </a:lnTo>
                  <a:lnTo>
                    <a:pt x="687304" y="29327"/>
                  </a:lnTo>
                  <a:lnTo>
                    <a:pt x="688808" y="28575"/>
                  </a:lnTo>
                  <a:lnTo>
                    <a:pt x="687304" y="25567"/>
                  </a:lnTo>
                  <a:lnTo>
                    <a:pt x="690312" y="24815"/>
                  </a:lnTo>
                  <a:lnTo>
                    <a:pt x="702344" y="26319"/>
                  </a:lnTo>
                  <a:lnTo>
                    <a:pt x="703095" y="27071"/>
                  </a:lnTo>
                  <a:lnTo>
                    <a:pt x="704599" y="27823"/>
                  </a:lnTo>
                  <a:lnTo>
                    <a:pt x="704599" y="29327"/>
                  </a:lnTo>
                  <a:lnTo>
                    <a:pt x="703848" y="30831"/>
                  </a:lnTo>
                  <a:lnTo>
                    <a:pt x="702344" y="30831"/>
                  </a:lnTo>
                  <a:lnTo>
                    <a:pt x="703095" y="31583"/>
                  </a:lnTo>
                  <a:lnTo>
                    <a:pt x="704599" y="32335"/>
                  </a:lnTo>
                  <a:lnTo>
                    <a:pt x="705352" y="33087"/>
                  </a:lnTo>
                  <a:lnTo>
                    <a:pt x="706104" y="32335"/>
                  </a:lnTo>
                  <a:lnTo>
                    <a:pt x="706855" y="33087"/>
                  </a:lnTo>
                  <a:lnTo>
                    <a:pt x="708359" y="33839"/>
                  </a:lnTo>
                  <a:lnTo>
                    <a:pt x="708359" y="35343"/>
                  </a:lnTo>
                  <a:lnTo>
                    <a:pt x="709863" y="35343"/>
                  </a:lnTo>
                  <a:lnTo>
                    <a:pt x="709863" y="33087"/>
                  </a:lnTo>
                  <a:lnTo>
                    <a:pt x="712871" y="35343"/>
                  </a:lnTo>
                  <a:lnTo>
                    <a:pt x="715127" y="39103"/>
                  </a:lnTo>
                  <a:lnTo>
                    <a:pt x="716631" y="40607"/>
                  </a:lnTo>
                  <a:lnTo>
                    <a:pt x="716631" y="42111"/>
                  </a:lnTo>
                  <a:lnTo>
                    <a:pt x="715879" y="48878"/>
                  </a:lnTo>
                  <a:lnTo>
                    <a:pt x="715879" y="50382"/>
                  </a:lnTo>
                  <a:lnTo>
                    <a:pt x="697080" y="78957"/>
                  </a:lnTo>
                  <a:lnTo>
                    <a:pt x="693320" y="83469"/>
                  </a:lnTo>
                  <a:lnTo>
                    <a:pt x="689560" y="87229"/>
                  </a:lnTo>
                  <a:lnTo>
                    <a:pt x="688056" y="90989"/>
                  </a:lnTo>
                  <a:lnTo>
                    <a:pt x="687304" y="95501"/>
                  </a:lnTo>
                  <a:lnTo>
                    <a:pt x="686552" y="100013"/>
                  </a:lnTo>
                  <a:lnTo>
                    <a:pt x="686552" y="104524"/>
                  </a:lnTo>
                  <a:lnTo>
                    <a:pt x="688056" y="109788"/>
                  </a:lnTo>
                  <a:lnTo>
                    <a:pt x="689560" y="112796"/>
                  </a:lnTo>
                  <a:lnTo>
                    <a:pt x="692568" y="118060"/>
                  </a:lnTo>
                  <a:lnTo>
                    <a:pt x="695576" y="126332"/>
                  </a:lnTo>
                  <a:lnTo>
                    <a:pt x="696328" y="128588"/>
                  </a:lnTo>
                  <a:lnTo>
                    <a:pt x="697080" y="133851"/>
                  </a:lnTo>
                  <a:lnTo>
                    <a:pt x="697832" y="139115"/>
                  </a:lnTo>
                  <a:lnTo>
                    <a:pt x="697832" y="139867"/>
                  </a:lnTo>
                  <a:lnTo>
                    <a:pt x="700840" y="145883"/>
                  </a:lnTo>
                  <a:lnTo>
                    <a:pt x="705352" y="154155"/>
                  </a:lnTo>
                  <a:lnTo>
                    <a:pt x="709112" y="157914"/>
                  </a:lnTo>
                  <a:lnTo>
                    <a:pt x="711367" y="160922"/>
                  </a:lnTo>
                  <a:lnTo>
                    <a:pt x="712119" y="166938"/>
                  </a:lnTo>
                  <a:lnTo>
                    <a:pt x="713623" y="171450"/>
                  </a:lnTo>
                  <a:lnTo>
                    <a:pt x="716631" y="180474"/>
                  </a:lnTo>
                  <a:lnTo>
                    <a:pt x="717383" y="185737"/>
                  </a:lnTo>
                  <a:lnTo>
                    <a:pt x="719639" y="197017"/>
                  </a:lnTo>
                  <a:lnTo>
                    <a:pt x="724151" y="204537"/>
                  </a:lnTo>
                  <a:lnTo>
                    <a:pt x="727159" y="209049"/>
                  </a:lnTo>
                  <a:lnTo>
                    <a:pt x="730919" y="212057"/>
                  </a:lnTo>
                  <a:lnTo>
                    <a:pt x="733927" y="214313"/>
                  </a:lnTo>
                  <a:lnTo>
                    <a:pt x="736182" y="217320"/>
                  </a:lnTo>
                  <a:lnTo>
                    <a:pt x="739942" y="225592"/>
                  </a:lnTo>
                  <a:lnTo>
                    <a:pt x="741446" y="229352"/>
                  </a:lnTo>
                  <a:lnTo>
                    <a:pt x="742950" y="239880"/>
                  </a:lnTo>
                  <a:lnTo>
                    <a:pt x="739942" y="245143"/>
                  </a:lnTo>
                  <a:lnTo>
                    <a:pt x="736182" y="251911"/>
                  </a:lnTo>
                  <a:lnTo>
                    <a:pt x="733174" y="254919"/>
                  </a:lnTo>
                  <a:lnTo>
                    <a:pt x="728663" y="258679"/>
                  </a:lnTo>
                  <a:lnTo>
                    <a:pt x="724903" y="261687"/>
                  </a:lnTo>
                  <a:lnTo>
                    <a:pt x="720391" y="268455"/>
                  </a:lnTo>
                  <a:lnTo>
                    <a:pt x="718887" y="272214"/>
                  </a:lnTo>
                  <a:lnTo>
                    <a:pt x="718135" y="274470"/>
                  </a:lnTo>
                  <a:lnTo>
                    <a:pt x="717383" y="278982"/>
                  </a:lnTo>
                  <a:lnTo>
                    <a:pt x="717383" y="283494"/>
                  </a:lnTo>
                  <a:lnTo>
                    <a:pt x="718887" y="285750"/>
                  </a:lnTo>
                  <a:lnTo>
                    <a:pt x="719639" y="289510"/>
                  </a:lnTo>
                  <a:lnTo>
                    <a:pt x="719639" y="294774"/>
                  </a:lnTo>
                  <a:lnTo>
                    <a:pt x="719639" y="300037"/>
                  </a:lnTo>
                  <a:lnTo>
                    <a:pt x="721895" y="303045"/>
                  </a:lnTo>
                  <a:lnTo>
                    <a:pt x="724151" y="307557"/>
                  </a:lnTo>
                  <a:lnTo>
                    <a:pt x="725655" y="309813"/>
                  </a:lnTo>
                  <a:lnTo>
                    <a:pt x="727159" y="313573"/>
                  </a:lnTo>
                  <a:lnTo>
                    <a:pt x="726407" y="323349"/>
                  </a:lnTo>
                  <a:lnTo>
                    <a:pt x="726407" y="329365"/>
                  </a:lnTo>
                  <a:lnTo>
                    <a:pt x="727159" y="332372"/>
                  </a:lnTo>
                  <a:lnTo>
                    <a:pt x="728663" y="335380"/>
                  </a:lnTo>
                  <a:lnTo>
                    <a:pt x="733174" y="339892"/>
                  </a:lnTo>
                  <a:lnTo>
                    <a:pt x="735431" y="342900"/>
                  </a:lnTo>
                  <a:lnTo>
                    <a:pt x="736934" y="348164"/>
                  </a:lnTo>
                  <a:lnTo>
                    <a:pt x="736934" y="351924"/>
                  </a:lnTo>
                  <a:lnTo>
                    <a:pt x="739191" y="354932"/>
                  </a:lnTo>
                  <a:lnTo>
                    <a:pt x="740694" y="359443"/>
                  </a:lnTo>
                  <a:lnTo>
                    <a:pt x="742198" y="363955"/>
                  </a:lnTo>
                  <a:lnTo>
                    <a:pt x="745206" y="367715"/>
                  </a:lnTo>
                  <a:lnTo>
                    <a:pt x="745958" y="373731"/>
                  </a:lnTo>
                  <a:lnTo>
                    <a:pt x="745206" y="378243"/>
                  </a:lnTo>
                  <a:lnTo>
                    <a:pt x="743702" y="383507"/>
                  </a:lnTo>
                  <a:lnTo>
                    <a:pt x="743702" y="388770"/>
                  </a:lnTo>
                  <a:lnTo>
                    <a:pt x="745206" y="391026"/>
                  </a:lnTo>
                  <a:lnTo>
                    <a:pt x="748214" y="394034"/>
                  </a:lnTo>
                  <a:lnTo>
                    <a:pt x="750470" y="397794"/>
                  </a:lnTo>
                  <a:lnTo>
                    <a:pt x="754230" y="399298"/>
                  </a:lnTo>
                  <a:lnTo>
                    <a:pt x="756486" y="401554"/>
                  </a:lnTo>
                  <a:lnTo>
                    <a:pt x="760246" y="404562"/>
                  </a:lnTo>
                  <a:lnTo>
                    <a:pt x="761750" y="405314"/>
                  </a:lnTo>
                  <a:lnTo>
                    <a:pt x="763253" y="407570"/>
                  </a:lnTo>
                  <a:lnTo>
                    <a:pt x="763253" y="410578"/>
                  </a:lnTo>
                  <a:lnTo>
                    <a:pt x="763253" y="418097"/>
                  </a:lnTo>
                  <a:lnTo>
                    <a:pt x="767013" y="433889"/>
                  </a:lnTo>
                  <a:lnTo>
                    <a:pt x="767013" y="436145"/>
                  </a:lnTo>
                  <a:lnTo>
                    <a:pt x="765510" y="445920"/>
                  </a:lnTo>
                  <a:lnTo>
                    <a:pt x="766261" y="450432"/>
                  </a:lnTo>
                  <a:lnTo>
                    <a:pt x="768517" y="458704"/>
                  </a:lnTo>
                  <a:lnTo>
                    <a:pt x="770773" y="479759"/>
                  </a:lnTo>
                  <a:lnTo>
                    <a:pt x="772277" y="486527"/>
                  </a:lnTo>
                  <a:lnTo>
                    <a:pt x="773029" y="488783"/>
                  </a:lnTo>
                  <a:lnTo>
                    <a:pt x="772277" y="490287"/>
                  </a:lnTo>
                  <a:lnTo>
                    <a:pt x="770773" y="494047"/>
                  </a:lnTo>
                  <a:lnTo>
                    <a:pt x="770773" y="494799"/>
                  </a:lnTo>
                  <a:lnTo>
                    <a:pt x="770773" y="495551"/>
                  </a:lnTo>
                  <a:lnTo>
                    <a:pt x="773781" y="503070"/>
                  </a:lnTo>
                  <a:lnTo>
                    <a:pt x="774533" y="506078"/>
                  </a:lnTo>
                  <a:lnTo>
                    <a:pt x="783557" y="533149"/>
                  </a:lnTo>
                  <a:lnTo>
                    <a:pt x="785061" y="534653"/>
                  </a:lnTo>
                  <a:lnTo>
                    <a:pt x="785813" y="536909"/>
                  </a:lnTo>
                  <a:lnTo>
                    <a:pt x="785813" y="539917"/>
                  </a:lnTo>
                  <a:lnTo>
                    <a:pt x="785813" y="543677"/>
                  </a:lnTo>
                  <a:lnTo>
                    <a:pt x="785813" y="546685"/>
                  </a:lnTo>
                  <a:lnTo>
                    <a:pt x="785061" y="551949"/>
                  </a:lnTo>
                  <a:lnTo>
                    <a:pt x="785061" y="554205"/>
                  </a:lnTo>
                  <a:lnTo>
                    <a:pt x="787317" y="565484"/>
                  </a:lnTo>
                  <a:lnTo>
                    <a:pt x="788821" y="569244"/>
                  </a:lnTo>
                  <a:lnTo>
                    <a:pt x="793332" y="576012"/>
                  </a:lnTo>
                  <a:lnTo>
                    <a:pt x="797092" y="581276"/>
                  </a:lnTo>
                  <a:lnTo>
                    <a:pt x="797092" y="585035"/>
                  </a:lnTo>
                  <a:lnTo>
                    <a:pt x="796340" y="591803"/>
                  </a:lnTo>
                  <a:lnTo>
                    <a:pt x="797092" y="593307"/>
                  </a:lnTo>
                  <a:lnTo>
                    <a:pt x="797844" y="594811"/>
                  </a:lnTo>
                  <a:lnTo>
                    <a:pt x="800100" y="596315"/>
                  </a:lnTo>
                  <a:lnTo>
                    <a:pt x="806868" y="598571"/>
                  </a:lnTo>
                  <a:lnTo>
                    <a:pt x="809876" y="600827"/>
                  </a:lnTo>
                  <a:lnTo>
                    <a:pt x="812132" y="602331"/>
                  </a:lnTo>
                  <a:lnTo>
                    <a:pt x="833187" y="606091"/>
                  </a:lnTo>
                  <a:lnTo>
                    <a:pt x="834691" y="606843"/>
                  </a:lnTo>
                  <a:lnTo>
                    <a:pt x="836195" y="607595"/>
                  </a:lnTo>
                  <a:lnTo>
                    <a:pt x="837699" y="611355"/>
                  </a:lnTo>
                  <a:lnTo>
                    <a:pt x="838451" y="614363"/>
                  </a:lnTo>
                  <a:lnTo>
                    <a:pt x="839203" y="615114"/>
                  </a:lnTo>
                  <a:lnTo>
                    <a:pt x="840707" y="615866"/>
                  </a:lnTo>
                  <a:lnTo>
                    <a:pt x="841459" y="617370"/>
                  </a:lnTo>
                  <a:lnTo>
                    <a:pt x="842963" y="618122"/>
                  </a:lnTo>
                  <a:lnTo>
                    <a:pt x="842963" y="618874"/>
                  </a:lnTo>
                  <a:lnTo>
                    <a:pt x="842963" y="620378"/>
                  </a:lnTo>
                  <a:lnTo>
                    <a:pt x="842963" y="621882"/>
                  </a:lnTo>
                  <a:lnTo>
                    <a:pt x="842211" y="624890"/>
                  </a:lnTo>
                  <a:lnTo>
                    <a:pt x="839955" y="630154"/>
                  </a:lnTo>
                  <a:lnTo>
                    <a:pt x="839203" y="632410"/>
                  </a:lnTo>
                  <a:lnTo>
                    <a:pt x="828675" y="645945"/>
                  </a:lnTo>
                  <a:lnTo>
                    <a:pt x="828675" y="647449"/>
                  </a:lnTo>
                  <a:lnTo>
                    <a:pt x="817396" y="676776"/>
                  </a:lnTo>
                  <a:lnTo>
                    <a:pt x="817396" y="679032"/>
                  </a:lnTo>
                  <a:lnTo>
                    <a:pt x="818148" y="682040"/>
                  </a:lnTo>
                  <a:lnTo>
                    <a:pt x="820404" y="687304"/>
                  </a:lnTo>
                  <a:lnTo>
                    <a:pt x="821908" y="689560"/>
                  </a:lnTo>
                  <a:lnTo>
                    <a:pt x="823411" y="691064"/>
                  </a:lnTo>
                  <a:lnTo>
                    <a:pt x="824163" y="692568"/>
                  </a:lnTo>
                  <a:lnTo>
                    <a:pt x="824915" y="694824"/>
                  </a:lnTo>
                  <a:lnTo>
                    <a:pt x="824915" y="696328"/>
                  </a:lnTo>
                  <a:lnTo>
                    <a:pt x="824163" y="706103"/>
                  </a:lnTo>
                  <a:lnTo>
                    <a:pt x="807620" y="707607"/>
                  </a:lnTo>
                  <a:lnTo>
                    <a:pt x="806116" y="707607"/>
                  </a:lnTo>
                  <a:lnTo>
                    <a:pt x="803108" y="709863"/>
                  </a:lnTo>
                  <a:lnTo>
                    <a:pt x="802356" y="709863"/>
                  </a:lnTo>
                  <a:lnTo>
                    <a:pt x="801604" y="710615"/>
                  </a:lnTo>
                  <a:lnTo>
                    <a:pt x="801604" y="711367"/>
                  </a:lnTo>
                  <a:lnTo>
                    <a:pt x="801604" y="712119"/>
                  </a:lnTo>
                  <a:lnTo>
                    <a:pt x="800100" y="719639"/>
                  </a:lnTo>
                  <a:lnTo>
                    <a:pt x="800852" y="721143"/>
                  </a:lnTo>
                  <a:lnTo>
                    <a:pt x="800852" y="724151"/>
                  </a:lnTo>
                  <a:lnTo>
                    <a:pt x="801604" y="724903"/>
                  </a:lnTo>
                  <a:lnTo>
                    <a:pt x="807620" y="736182"/>
                  </a:lnTo>
                  <a:lnTo>
                    <a:pt x="810628" y="739942"/>
                  </a:lnTo>
                  <a:lnTo>
                    <a:pt x="810628" y="740694"/>
                  </a:lnTo>
                  <a:lnTo>
                    <a:pt x="811380" y="743702"/>
                  </a:lnTo>
                  <a:lnTo>
                    <a:pt x="812132" y="745206"/>
                  </a:lnTo>
                  <a:lnTo>
                    <a:pt x="811380" y="748966"/>
                  </a:lnTo>
                  <a:lnTo>
                    <a:pt x="811380" y="749718"/>
                  </a:lnTo>
                  <a:lnTo>
                    <a:pt x="811380" y="751222"/>
                  </a:lnTo>
                  <a:lnTo>
                    <a:pt x="809876" y="751974"/>
                  </a:lnTo>
                  <a:lnTo>
                    <a:pt x="809876" y="752726"/>
                  </a:lnTo>
                  <a:lnTo>
                    <a:pt x="807620" y="755734"/>
                  </a:lnTo>
                  <a:lnTo>
                    <a:pt x="806116" y="759493"/>
                  </a:lnTo>
                  <a:lnTo>
                    <a:pt x="805364" y="761749"/>
                  </a:lnTo>
                  <a:lnTo>
                    <a:pt x="805364" y="762501"/>
                  </a:lnTo>
                  <a:lnTo>
                    <a:pt x="806868" y="764005"/>
                  </a:lnTo>
                  <a:lnTo>
                    <a:pt x="807620" y="764757"/>
                  </a:lnTo>
                  <a:lnTo>
                    <a:pt x="816644" y="768517"/>
                  </a:lnTo>
                  <a:lnTo>
                    <a:pt x="818900" y="770021"/>
                  </a:lnTo>
                  <a:lnTo>
                    <a:pt x="821908" y="772277"/>
                  </a:lnTo>
                  <a:lnTo>
                    <a:pt x="823411" y="773781"/>
                  </a:lnTo>
                  <a:lnTo>
                    <a:pt x="824163" y="776037"/>
                  </a:lnTo>
                  <a:lnTo>
                    <a:pt x="824915" y="785061"/>
                  </a:lnTo>
                  <a:lnTo>
                    <a:pt x="824163" y="798596"/>
                  </a:lnTo>
                  <a:lnTo>
                    <a:pt x="823411" y="803860"/>
                  </a:lnTo>
                  <a:lnTo>
                    <a:pt x="818148" y="815139"/>
                  </a:lnTo>
                  <a:lnTo>
                    <a:pt x="817396" y="817396"/>
                  </a:lnTo>
                  <a:lnTo>
                    <a:pt x="816644" y="818147"/>
                  </a:lnTo>
                  <a:lnTo>
                    <a:pt x="815891" y="818899"/>
                  </a:lnTo>
                  <a:lnTo>
                    <a:pt x="815140" y="819651"/>
                  </a:lnTo>
                  <a:lnTo>
                    <a:pt x="814388" y="819651"/>
                  </a:lnTo>
                  <a:lnTo>
                    <a:pt x="813636" y="819651"/>
                  </a:lnTo>
                  <a:lnTo>
                    <a:pt x="812884" y="820403"/>
                  </a:lnTo>
                  <a:lnTo>
                    <a:pt x="811380" y="820403"/>
                  </a:lnTo>
                  <a:lnTo>
                    <a:pt x="808372" y="824915"/>
                  </a:lnTo>
                  <a:lnTo>
                    <a:pt x="805364" y="827171"/>
                  </a:lnTo>
                  <a:lnTo>
                    <a:pt x="803108" y="830179"/>
                  </a:lnTo>
                  <a:lnTo>
                    <a:pt x="802356" y="830931"/>
                  </a:lnTo>
                  <a:lnTo>
                    <a:pt x="792580" y="836947"/>
                  </a:lnTo>
                  <a:lnTo>
                    <a:pt x="791829" y="837699"/>
                  </a:lnTo>
                  <a:lnTo>
                    <a:pt x="791076" y="839203"/>
                  </a:lnTo>
                  <a:lnTo>
                    <a:pt x="790325" y="839955"/>
                  </a:lnTo>
                  <a:lnTo>
                    <a:pt x="788821" y="845218"/>
                  </a:lnTo>
                  <a:lnTo>
                    <a:pt x="784309" y="847474"/>
                  </a:lnTo>
                  <a:lnTo>
                    <a:pt x="782805" y="848978"/>
                  </a:lnTo>
                  <a:lnTo>
                    <a:pt x="782805" y="849730"/>
                  </a:lnTo>
                  <a:lnTo>
                    <a:pt x="782053" y="851986"/>
                  </a:lnTo>
                  <a:lnTo>
                    <a:pt x="781301" y="854242"/>
                  </a:lnTo>
                  <a:lnTo>
                    <a:pt x="779797" y="854994"/>
                  </a:lnTo>
                  <a:lnTo>
                    <a:pt x="779045" y="854994"/>
                  </a:lnTo>
                  <a:lnTo>
                    <a:pt x="778293" y="854994"/>
                  </a:lnTo>
                  <a:lnTo>
                    <a:pt x="777541" y="854242"/>
                  </a:lnTo>
                  <a:lnTo>
                    <a:pt x="775285" y="852738"/>
                  </a:lnTo>
                  <a:lnTo>
                    <a:pt x="774533" y="852738"/>
                  </a:lnTo>
                  <a:lnTo>
                    <a:pt x="773781" y="851986"/>
                  </a:lnTo>
                  <a:lnTo>
                    <a:pt x="772277" y="851986"/>
                  </a:lnTo>
                  <a:lnTo>
                    <a:pt x="771525" y="852738"/>
                  </a:lnTo>
                  <a:lnTo>
                    <a:pt x="771525" y="853490"/>
                  </a:lnTo>
                  <a:lnTo>
                    <a:pt x="770021" y="858002"/>
                  </a:lnTo>
                  <a:lnTo>
                    <a:pt x="770021" y="859506"/>
                  </a:lnTo>
                  <a:lnTo>
                    <a:pt x="770021" y="861010"/>
                  </a:lnTo>
                  <a:lnTo>
                    <a:pt x="769269" y="862514"/>
                  </a:lnTo>
                  <a:lnTo>
                    <a:pt x="767765" y="864770"/>
                  </a:lnTo>
                  <a:lnTo>
                    <a:pt x="767013" y="865522"/>
                  </a:lnTo>
                  <a:lnTo>
                    <a:pt x="766261" y="865522"/>
                  </a:lnTo>
                  <a:lnTo>
                    <a:pt x="765510" y="865522"/>
                  </a:lnTo>
                  <a:lnTo>
                    <a:pt x="764757" y="864770"/>
                  </a:lnTo>
                  <a:lnTo>
                    <a:pt x="763253" y="864770"/>
                  </a:lnTo>
                  <a:lnTo>
                    <a:pt x="757238" y="863266"/>
                  </a:lnTo>
                  <a:lnTo>
                    <a:pt x="755734" y="863266"/>
                  </a:lnTo>
                  <a:lnTo>
                    <a:pt x="754230" y="863266"/>
                  </a:lnTo>
                  <a:lnTo>
                    <a:pt x="751974" y="864018"/>
                  </a:lnTo>
                  <a:lnTo>
                    <a:pt x="750470" y="864018"/>
                  </a:lnTo>
                  <a:lnTo>
                    <a:pt x="749718" y="864770"/>
                  </a:lnTo>
                  <a:lnTo>
                    <a:pt x="749718" y="867026"/>
                  </a:lnTo>
                  <a:lnTo>
                    <a:pt x="748966" y="867778"/>
                  </a:lnTo>
                  <a:lnTo>
                    <a:pt x="747462" y="869282"/>
                  </a:lnTo>
                  <a:lnTo>
                    <a:pt x="745206" y="871537"/>
                  </a:lnTo>
                  <a:lnTo>
                    <a:pt x="744454" y="873042"/>
                  </a:lnTo>
                  <a:lnTo>
                    <a:pt x="743702" y="873794"/>
                  </a:lnTo>
                  <a:lnTo>
                    <a:pt x="743702" y="876049"/>
                  </a:lnTo>
                  <a:lnTo>
                    <a:pt x="743702" y="877553"/>
                  </a:lnTo>
                  <a:lnTo>
                    <a:pt x="742950" y="878305"/>
                  </a:lnTo>
                  <a:lnTo>
                    <a:pt x="741446" y="879809"/>
                  </a:lnTo>
                  <a:lnTo>
                    <a:pt x="740694" y="880561"/>
                  </a:lnTo>
                  <a:lnTo>
                    <a:pt x="739942" y="880561"/>
                  </a:lnTo>
                  <a:lnTo>
                    <a:pt x="739191" y="881313"/>
                  </a:lnTo>
                  <a:lnTo>
                    <a:pt x="735431" y="881313"/>
                  </a:lnTo>
                  <a:lnTo>
                    <a:pt x="731671" y="882065"/>
                  </a:lnTo>
                  <a:lnTo>
                    <a:pt x="730919" y="882817"/>
                  </a:lnTo>
                  <a:lnTo>
                    <a:pt x="730167" y="883569"/>
                  </a:lnTo>
                  <a:lnTo>
                    <a:pt x="728663" y="885825"/>
                  </a:lnTo>
                  <a:lnTo>
                    <a:pt x="727911" y="886577"/>
                  </a:lnTo>
                  <a:lnTo>
                    <a:pt x="727159" y="888081"/>
                  </a:lnTo>
                  <a:lnTo>
                    <a:pt x="726407" y="891089"/>
                  </a:lnTo>
                  <a:lnTo>
                    <a:pt x="724903" y="893345"/>
                  </a:lnTo>
                  <a:lnTo>
                    <a:pt x="724151" y="894849"/>
                  </a:lnTo>
                  <a:lnTo>
                    <a:pt x="723399" y="895601"/>
                  </a:lnTo>
                  <a:lnTo>
                    <a:pt x="722647" y="896353"/>
                  </a:lnTo>
                  <a:lnTo>
                    <a:pt x="711367" y="902368"/>
                  </a:lnTo>
                  <a:lnTo>
                    <a:pt x="697832" y="908384"/>
                  </a:lnTo>
                  <a:lnTo>
                    <a:pt x="695576" y="912896"/>
                  </a:lnTo>
                  <a:lnTo>
                    <a:pt x="694072" y="918912"/>
                  </a:lnTo>
                  <a:lnTo>
                    <a:pt x="693320" y="920416"/>
                  </a:lnTo>
                  <a:lnTo>
                    <a:pt x="692568" y="921168"/>
                  </a:lnTo>
                  <a:lnTo>
                    <a:pt x="691064" y="922672"/>
                  </a:lnTo>
                  <a:lnTo>
                    <a:pt x="690312" y="924176"/>
                  </a:lnTo>
                  <a:lnTo>
                    <a:pt x="688808" y="925680"/>
                  </a:lnTo>
                  <a:lnTo>
                    <a:pt x="688808" y="926432"/>
                  </a:lnTo>
                  <a:lnTo>
                    <a:pt x="683544" y="931695"/>
                  </a:lnTo>
                  <a:lnTo>
                    <a:pt x="682793" y="933199"/>
                  </a:lnTo>
                  <a:lnTo>
                    <a:pt x="679784" y="940719"/>
                  </a:lnTo>
                  <a:lnTo>
                    <a:pt x="679033" y="941471"/>
                  </a:lnTo>
                  <a:lnTo>
                    <a:pt x="679033" y="942223"/>
                  </a:lnTo>
                  <a:lnTo>
                    <a:pt x="678280" y="942223"/>
                  </a:lnTo>
                  <a:lnTo>
                    <a:pt x="673769" y="945231"/>
                  </a:lnTo>
                  <a:lnTo>
                    <a:pt x="673016" y="945983"/>
                  </a:lnTo>
                  <a:lnTo>
                    <a:pt x="671513" y="947487"/>
                  </a:lnTo>
                  <a:lnTo>
                    <a:pt x="670761" y="948239"/>
                  </a:lnTo>
                  <a:lnTo>
                    <a:pt x="670009" y="948239"/>
                  </a:lnTo>
                  <a:lnTo>
                    <a:pt x="668505" y="948239"/>
                  </a:lnTo>
                  <a:lnTo>
                    <a:pt x="667001" y="948239"/>
                  </a:lnTo>
                  <a:lnTo>
                    <a:pt x="665497" y="948239"/>
                  </a:lnTo>
                  <a:lnTo>
                    <a:pt x="664745" y="947487"/>
                  </a:lnTo>
                  <a:lnTo>
                    <a:pt x="663993" y="947487"/>
                  </a:lnTo>
                  <a:lnTo>
                    <a:pt x="663241" y="946735"/>
                  </a:lnTo>
                  <a:lnTo>
                    <a:pt x="662489" y="946735"/>
                  </a:lnTo>
                  <a:lnTo>
                    <a:pt x="660985" y="946735"/>
                  </a:lnTo>
                  <a:lnTo>
                    <a:pt x="660233" y="947487"/>
                  </a:lnTo>
                  <a:lnTo>
                    <a:pt x="654217" y="948991"/>
                  </a:lnTo>
                  <a:lnTo>
                    <a:pt x="652714" y="948991"/>
                  </a:lnTo>
                  <a:lnTo>
                    <a:pt x="647450" y="948991"/>
                  </a:lnTo>
                  <a:lnTo>
                    <a:pt x="645946" y="948991"/>
                  </a:lnTo>
                  <a:lnTo>
                    <a:pt x="644442" y="948991"/>
                  </a:lnTo>
                  <a:lnTo>
                    <a:pt x="642938" y="949743"/>
                  </a:lnTo>
                  <a:lnTo>
                    <a:pt x="642186" y="950495"/>
                  </a:lnTo>
                  <a:lnTo>
                    <a:pt x="641434" y="951247"/>
                  </a:lnTo>
                  <a:lnTo>
                    <a:pt x="641434" y="951999"/>
                  </a:lnTo>
                  <a:lnTo>
                    <a:pt x="641434" y="952751"/>
                  </a:lnTo>
                  <a:lnTo>
                    <a:pt x="642938" y="960271"/>
                  </a:lnTo>
                  <a:lnTo>
                    <a:pt x="642938" y="968542"/>
                  </a:lnTo>
                  <a:lnTo>
                    <a:pt x="642938" y="971550"/>
                  </a:lnTo>
                  <a:lnTo>
                    <a:pt x="642938" y="973054"/>
                  </a:lnTo>
                  <a:lnTo>
                    <a:pt x="642938" y="973806"/>
                  </a:lnTo>
                  <a:lnTo>
                    <a:pt x="642938" y="974558"/>
                  </a:lnTo>
                  <a:lnTo>
                    <a:pt x="642186" y="975310"/>
                  </a:lnTo>
                  <a:lnTo>
                    <a:pt x="642186" y="976062"/>
                  </a:lnTo>
                  <a:lnTo>
                    <a:pt x="640682" y="976062"/>
                  </a:lnTo>
                  <a:lnTo>
                    <a:pt x="634666" y="978318"/>
                  </a:lnTo>
                  <a:lnTo>
                    <a:pt x="633914" y="979070"/>
                  </a:lnTo>
                  <a:lnTo>
                    <a:pt x="633162" y="979822"/>
                  </a:lnTo>
                  <a:lnTo>
                    <a:pt x="632410" y="980574"/>
                  </a:lnTo>
                  <a:lnTo>
                    <a:pt x="632410" y="981326"/>
                  </a:lnTo>
                  <a:lnTo>
                    <a:pt x="629402" y="987341"/>
                  </a:lnTo>
                  <a:lnTo>
                    <a:pt x="627898" y="989597"/>
                  </a:lnTo>
                  <a:lnTo>
                    <a:pt x="626394" y="990349"/>
                  </a:lnTo>
                  <a:lnTo>
                    <a:pt x="625642" y="991101"/>
                  </a:lnTo>
                  <a:lnTo>
                    <a:pt x="624890" y="991853"/>
                  </a:lnTo>
                  <a:lnTo>
                    <a:pt x="623386" y="991853"/>
                  </a:lnTo>
                  <a:lnTo>
                    <a:pt x="621882" y="991101"/>
                  </a:lnTo>
                  <a:lnTo>
                    <a:pt x="621131" y="991101"/>
                  </a:lnTo>
                  <a:lnTo>
                    <a:pt x="621131" y="990349"/>
                  </a:lnTo>
                  <a:lnTo>
                    <a:pt x="619627" y="988093"/>
                  </a:lnTo>
                  <a:lnTo>
                    <a:pt x="619627" y="987341"/>
                  </a:lnTo>
                  <a:lnTo>
                    <a:pt x="618875" y="986590"/>
                  </a:lnTo>
                  <a:lnTo>
                    <a:pt x="618123" y="985838"/>
                  </a:lnTo>
                  <a:lnTo>
                    <a:pt x="617371" y="985086"/>
                  </a:lnTo>
                  <a:lnTo>
                    <a:pt x="615115" y="985086"/>
                  </a:lnTo>
                  <a:lnTo>
                    <a:pt x="614363" y="985086"/>
                  </a:lnTo>
                  <a:lnTo>
                    <a:pt x="613611" y="985086"/>
                  </a:lnTo>
                  <a:lnTo>
                    <a:pt x="612859" y="985838"/>
                  </a:lnTo>
                  <a:lnTo>
                    <a:pt x="612107" y="985838"/>
                  </a:lnTo>
                  <a:lnTo>
                    <a:pt x="611355" y="986590"/>
                  </a:lnTo>
                  <a:lnTo>
                    <a:pt x="609851" y="986590"/>
                  </a:lnTo>
                  <a:lnTo>
                    <a:pt x="608347" y="986590"/>
                  </a:lnTo>
                  <a:lnTo>
                    <a:pt x="607595" y="985838"/>
                  </a:lnTo>
                  <a:lnTo>
                    <a:pt x="606843" y="985838"/>
                  </a:lnTo>
                  <a:lnTo>
                    <a:pt x="605339" y="985086"/>
                  </a:lnTo>
                  <a:lnTo>
                    <a:pt x="604587" y="984334"/>
                  </a:lnTo>
                  <a:lnTo>
                    <a:pt x="603835" y="984334"/>
                  </a:lnTo>
                  <a:lnTo>
                    <a:pt x="602331" y="985086"/>
                  </a:lnTo>
                  <a:lnTo>
                    <a:pt x="600827" y="986590"/>
                  </a:lnTo>
                  <a:lnTo>
                    <a:pt x="600075" y="986590"/>
                  </a:lnTo>
                  <a:lnTo>
                    <a:pt x="599323" y="985838"/>
                  </a:lnTo>
                  <a:lnTo>
                    <a:pt x="597819" y="984334"/>
                  </a:lnTo>
                  <a:lnTo>
                    <a:pt x="596316" y="984334"/>
                  </a:lnTo>
                  <a:lnTo>
                    <a:pt x="594812" y="985086"/>
                  </a:lnTo>
                  <a:lnTo>
                    <a:pt x="594059" y="985838"/>
                  </a:lnTo>
                  <a:lnTo>
                    <a:pt x="593307" y="986590"/>
                  </a:lnTo>
                  <a:lnTo>
                    <a:pt x="591803" y="988093"/>
                  </a:lnTo>
                  <a:lnTo>
                    <a:pt x="588044" y="994109"/>
                  </a:lnTo>
                  <a:lnTo>
                    <a:pt x="586540" y="994861"/>
                  </a:lnTo>
                  <a:lnTo>
                    <a:pt x="585036" y="995613"/>
                  </a:lnTo>
                  <a:lnTo>
                    <a:pt x="581276" y="997117"/>
                  </a:lnTo>
                  <a:lnTo>
                    <a:pt x="580524" y="997869"/>
                  </a:lnTo>
                  <a:lnTo>
                    <a:pt x="562477" y="1000877"/>
                  </a:lnTo>
                  <a:lnTo>
                    <a:pt x="561724" y="1001629"/>
                  </a:lnTo>
                  <a:lnTo>
                    <a:pt x="559469" y="1000877"/>
                  </a:lnTo>
                  <a:lnTo>
                    <a:pt x="557965" y="1000125"/>
                  </a:lnTo>
                  <a:lnTo>
                    <a:pt x="557213" y="1000125"/>
                  </a:lnTo>
                  <a:lnTo>
                    <a:pt x="555709" y="1000125"/>
                  </a:lnTo>
                  <a:lnTo>
                    <a:pt x="554205" y="1000125"/>
                  </a:lnTo>
                  <a:lnTo>
                    <a:pt x="552701" y="1001629"/>
                  </a:lnTo>
                  <a:lnTo>
                    <a:pt x="551949" y="1002381"/>
                  </a:lnTo>
                  <a:lnTo>
                    <a:pt x="550445" y="1003885"/>
                  </a:lnTo>
                  <a:lnTo>
                    <a:pt x="549693" y="1005389"/>
                  </a:lnTo>
                  <a:lnTo>
                    <a:pt x="548941" y="1008397"/>
                  </a:lnTo>
                  <a:lnTo>
                    <a:pt x="548189" y="1009149"/>
                  </a:lnTo>
                  <a:lnTo>
                    <a:pt x="548189" y="1009901"/>
                  </a:lnTo>
                  <a:lnTo>
                    <a:pt x="547437" y="1009901"/>
                  </a:lnTo>
                  <a:lnTo>
                    <a:pt x="547437" y="1010653"/>
                  </a:lnTo>
                  <a:lnTo>
                    <a:pt x="545933" y="1011405"/>
                  </a:lnTo>
                  <a:lnTo>
                    <a:pt x="544429" y="1012157"/>
                  </a:lnTo>
                  <a:lnTo>
                    <a:pt x="539918" y="1013660"/>
                  </a:lnTo>
                  <a:lnTo>
                    <a:pt x="539165" y="1013660"/>
                  </a:lnTo>
                  <a:lnTo>
                    <a:pt x="538413" y="1014412"/>
                  </a:lnTo>
                  <a:lnTo>
                    <a:pt x="537661" y="1015165"/>
                  </a:lnTo>
                  <a:lnTo>
                    <a:pt x="536158" y="1017420"/>
                  </a:lnTo>
                  <a:lnTo>
                    <a:pt x="533150" y="1022684"/>
                  </a:lnTo>
                  <a:lnTo>
                    <a:pt x="531646" y="1024188"/>
                  </a:lnTo>
                  <a:lnTo>
                    <a:pt x="530894" y="1024940"/>
                  </a:lnTo>
                  <a:lnTo>
                    <a:pt x="530141" y="1025692"/>
                  </a:lnTo>
                  <a:lnTo>
                    <a:pt x="530141" y="1027196"/>
                  </a:lnTo>
                  <a:lnTo>
                    <a:pt x="530141" y="1027948"/>
                  </a:lnTo>
                  <a:lnTo>
                    <a:pt x="529390" y="1028700"/>
                  </a:lnTo>
                  <a:lnTo>
                    <a:pt x="528638" y="1029452"/>
                  </a:lnTo>
                  <a:lnTo>
                    <a:pt x="526382" y="1029452"/>
                  </a:lnTo>
                  <a:lnTo>
                    <a:pt x="518862" y="1027948"/>
                  </a:lnTo>
                  <a:lnTo>
                    <a:pt x="517358" y="1027196"/>
                  </a:lnTo>
                  <a:lnTo>
                    <a:pt x="516606" y="1027196"/>
                  </a:lnTo>
                  <a:lnTo>
                    <a:pt x="515854" y="1027196"/>
                  </a:lnTo>
                  <a:lnTo>
                    <a:pt x="514350" y="1027196"/>
                  </a:lnTo>
                  <a:lnTo>
                    <a:pt x="513598" y="1027948"/>
                  </a:lnTo>
                  <a:lnTo>
                    <a:pt x="512846" y="1028700"/>
                  </a:lnTo>
                  <a:lnTo>
                    <a:pt x="512846" y="1029452"/>
                  </a:lnTo>
                  <a:lnTo>
                    <a:pt x="511342" y="1035468"/>
                  </a:lnTo>
                  <a:lnTo>
                    <a:pt x="510590" y="1036972"/>
                  </a:lnTo>
                  <a:lnTo>
                    <a:pt x="509839" y="1038476"/>
                  </a:lnTo>
                  <a:lnTo>
                    <a:pt x="509086" y="1039228"/>
                  </a:lnTo>
                  <a:lnTo>
                    <a:pt x="508335" y="1039228"/>
                  </a:lnTo>
                  <a:lnTo>
                    <a:pt x="507582" y="1039228"/>
                  </a:lnTo>
                  <a:lnTo>
                    <a:pt x="506079" y="1038476"/>
                  </a:lnTo>
                  <a:lnTo>
                    <a:pt x="504575" y="1037724"/>
                  </a:lnTo>
                  <a:lnTo>
                    <a:pt x="503822" y="1037724"/>
                  </a:lnTo>
                  <a:lnTo>
                    <a:pt x="501567" y="1034716"/>
                  </a:lnTo>
                  <a:lnTo>
                    <a:pt x="500815" y="1033964"/>
                  </a:lnTo>
                  <a:lnTo>
                    <a:pt x="499311" y="1033964"/>
                  </a:lnTo>
                  <a:lnTo>
                    <a:pt x="493295" y="1032460"/>
                  </a:lnTo>
                  <a:lnTo>
                    <a:pt x="488783" y="1032460"/>
                  </a:lnTo>
                  <a:lnTo>
                    <a:pt x="484271" y="1033212"/>
                  </a:lnTo>
                  <a:lnTo>
                    <a:pt x="482015" y="1033212"/>
                  </a:lnTo>
                  <a:lnTo>
                    <a:pt x="479760" y="1033964"/>
                  </a:lnTo>
                  <a:lnTo>
                    <a:pt x="479007" y="1033964"/>
                  </a:lnTo>
                  <a:lnTo>
                    <a:pt x="477503" y="1035468"/>
                  </a:lnTo>
                  <a:lnTo>
                    <a:pt x="476752" y="1035468"/>
                  </a:lnTo>
                  <a:lnTo>
                    <a:pt x="476000" y="1036972"/>
                  </a:lnTo>
                  <a:lnTo>
                    <a:pt x="475247" y="1036972"/>
                  </a:lnTo>
                  <a:lnTo>
                    <a:pt x="473743" y="1036972"/>
                  </a:lnTo>
                  <a:lnTo>
                    <a:pt x="466976" y="1033212"/>
                  </a:lnTo>
                  <a:lnTo>
                    <a:pt x="463216" y="1032460"/>
                  </a:lnTo>
                  <a:lnTo>
                    <a:pt x="462464" y="1031708"/>
                  </a:lnTo>
                  <a:lnTo>
                    <a:pt x="461712" y="1031708"/>
                  </a:lnTo>
                  <a:lnTo>
                    <a:pt x="460960" y="1030956"/>
                  </a:lnTo>
                  <a:lnTo>
                    <a:pt x="460960" y="1030204"/>
                  </a:lnTo>
                  <a:lnTo>
                    <a:pt x="460208" y="1030204"/>
                  </a:lnTo>
                  <a:lnTo>
                    <a:pt x="460208" y="1029452"/>
                  </a:lnTo>
                  <a:lnTo>
                    <a:pt x="460208" y="1028700"/>
                  </a:lnTo>
                  <a:lnTo>
                    <a:pt x="460960" y="1027196"/>
                  </a:lnTo>
                  <a:lnTo>
                    <a:pt x="461712" y="1024940"/>
                  </a:lnTo>
                  <a:lnTo>
                    <a:pt x="461712" y="1024188"/>
                  </a:lnTo>
                  <a:lnTo>
                    <a:pt x="462464" y="1023436"/>
                  </a:lnTo>
                  <a:lnTo>
                    <a:pt x="461712" y="1022684"/>
                  </a:lnTo>
                  <a:lnTo>
                    <a:pt x="461712" y="1021932"/>
                  </a:lnTo>
                  <a:lnTo>
                    <a:pt x="460960" y="1021932"/>
                  </a:lnTo>
                  <a:lnTo>
                    <a:pt x="460208" y="1021180"/>
                  </a:lnTo>
                  <a:lnTo>
                    <a:pt x="456448" y="1020428"/>
                  </a:lnTo>
                  <a:lnTo>
                    <a:pt x="454944" y="1019676"/>
                  </a:lnTo>
                  <a:lnTo>
                    <a:pt x="453441" y="1018924"/>
                  </a:lnTo>
                  <a:lnTo>
                    <a:pt x="451936" y="1018924"/>
                  </a:lnTo>
                  <a:lnTo>
                    <a:pt x="448928" y="1019676"/>
                  </a:lnTo>
                  <a:lnTo>
                    <a:pt x="448177" y="1019676"/>
                  </a:lnTo>
                  <a:lnTo>
                    <a:pt x="447424" y="1018924"/>
                  </a:lnTo>
                  <a:lnTo>
                    <a:pt x="446673" y="1018172"/>
                  </a:lnTo>
                  <a:lnTo>
                    <a:pt x="446673" y="1017420"/>
                  </a:lnTo>
                  <a:lnTo>
                    <a:pt x="445921" y="1014412"/>
                  </a:lnTo>
                  <a:lnTo>
                    <a:pt x="445921" y="1013660"/>
                  </a:lnTo>
                  <a:lnTo>
                    <a:pt x="445169" y="1013660"/>
                  </a:lnTo>
                  <a:lnTo>
                    <a:pt x="444417" y="1012909"/>
                  </a:lnTo>
                  <a:lnTo>
                    <a:pt x="437649" y="1011405"/>
                  </a:lnTo>
                  <a:lnTo>
                    <a:pt x="436897" y="1011405"/>
                  </a:lnTo>
                  <a:lnTo>
                    <a:pt x="433889" y="1009901"/>
                  </a:lnTo>
                  <a:lnTo>
                    <a:pt x="433137" y="1009901"/>
                  </a:lnTo>
                  <a:lnTo>
                    <a:pt x="431633" y="1009901"/>
                  </a:lnTo>
                  <a:lnTo>
                    <a:pt x="430129" y="1010653"/>
                  </a:lnTo>
                  <a:lnTo>
                    <a:pt x="426369" y="1012157"/>
                  </a:lnTo>
                  <a:lnTo>
                    <a:pt x="425617" y="1012909"/>
                  </a:lnTo>
                  <a:lnTo>
                    <a:pt x="424113" y="1015917"/>
                  </a:lnTo>
                  <a:lnTo>
                    <a:pt x="423362" y="1016669"/>
                  </a:lnTo>
                  <a:lnTo>
                    <a:pt x="422609" y="1016669"/>
                  </a:lnTo>
                  <a:lnTo>
                    <a:pt x="421858" y="1016669"/>
                  </a:lnTo>
                  <a:lnTo>
                    <a:pt x="420353" y="1016669"/>
                  </a:lnTo>
                  <a:lnTo>
                    <a:pt x="419602" y="1015165"/>
                  </a:lnTo>
                  <a:lnTo>
                    <a:pt x="418849" y="1015165"/>
                  </a:lnTo>
                  <a:lnTo>
                    <a:pt x="417345" y="1014412"/>
                  </a:lnTo>
                  <a:lnTo>
                    <a:pt x="416594" y="1015165"/>
                  </a:lnTo>
                  <a:lnTo>
                    <a:pt x="413586" y="1015165"/>
                  </a:lnTo>
                  <a:lnTo>
                    <a:pt x="411330" y="1015165"/>
                  </a:lnTo>
                  <a:lnTo>
                    <a:pt x="406818" y="1014412"/>
                  </a:lnTo>
                  <a:lnTo>
                    <a:pt x="405314" y="1015165"/>
                  </a:lnTo>
                  <a:lnTo>
                    <a:pt x="404562" y="1015165"/>
                  </a:lnTo>
                  <a:lnTo>
                    <a:pt x="403058" y="1015917"/>
                  </a:lnTo>
                  <a:lnTo>
                    <a:pt x="403058" y="1016669"/>
                  </a:lnTo>
                  <a:lnTo>
                    <a:pt x="401554" y="1017420"/>
                  </a:lnTo>
                  <a:lnTo>
                    <a:pt x="400802" y="1018172"/>
                  </a:lnTo>
                  <a:lnTo>
                    <a:pt x="400050" y="1018172"/>
                  </a:lnTo>
                  <a:lnTo>
                    <a:pt x="399298" y="1018924"/>
                  </a:lnTo>
                  <a:lnTo>
                    <a:pt x="398546" y="1018924"/>
                  </a:lnTo>
                  <a:lnTo>
                    <a:pt x="396290" y="1018172"/>
                  </a:lnTo>
                  <a:lnTo>
                    <a:pt x="395538" y="1017420"/>
                  </a:lnTo>
                  <a:lnTo>
                    <a:pt x="394786" y="1016669"/>
                  </a:lnTo>
                  <a:lnTo>
                    <a:pt x="394034" y="1016669"/>
                  </a:lnTo>
                  <a:lnTo>
                    <a:pt x="394034" y="1015917"/>
                  </a:lnTo>
                  <a:lnTo>
                    <a:pt x="390275" y="1005389"/>
                  </a:lnTo>
                  <a:lnTo>
                    <a:pt x="389523" y="1004637"/>
                  </a:lnTo>
                  <a:lnTo>
                    <a:pt x="387266" y="1003133"/>
                  </a:lnTo>
                  <a:lnTo>
                    <a:pt x="383507" y="999373"/>
                  </a:lnTo>
                  <a:lnTo>
                    <a:pt x="382003" y="998621"/>
                  </a:lnTo>
                  <a:lnTo>
                    <a:pt x="381251" y="999373"/>
                  </a:lnTo>
                  <a:lnTo>
                    <a:pt x="378243" y="1000877"/>
                  </a:lnTo>
                  <a:lnTo>
                    <a:pt x="377491" y="1001629"/>
                  </a:lnTo>
                  <a:lnTo>
                    <a:pt x="376739" y="1003133"/>
                  </a:lnTo>
                  <a:lnTo>
                    <a:pt x="375987" y="1005389"/>
                  </a:lnTo>
                  <a:lnTo>
                    <a:pt x="375235" y="1006141"/>
                  </a:lnTo>
                  <a:lnTo>
                    <a:pt x="374483" y="1006893"/>
                  </a:lnTo>
                  <a:lnTo>
                    <a:pt x="373731" y="1007645"/>
                  </a:lnTo>
                  <a:lnTo>
                    <a:pt x="372979" y="1007645"/>
                  </a:lnTo>
                  <a:lnTo>
                    <a:pt x="372227" y="1007645"/>
                  </a:lnTo>
                  <a:lnTo>
                    <a:pt x="369971" y="1007645"/>
                  </a:lnTo>
                  <a:lnTo>
                    <a:pt x="367715" y="1007645"/>
                  </a:lnTo>
                  <a:lnTo>
                    <a:pt x="366964" y="1006893"/>
                  </a:lnTo>
                  <a:lnTo>
                    <a:pt x="364707" y="1005389"/>
                  </a:lnTo>
                  <a:lnTo>
                    <a:pt x="359444" y="1003885"/>
                  </a:lnTo>
                  <a:lnTo>
                    <a:pt x="357940" y="1003885"/>
                  </a:lnTo>
                  <a:lnTo>
                    <a:pt x="356436" y="1004637"/>
                  </a:lnTo>
                  <a:lnTo>
                    <a:pt x="354180" y="1006893"/>
                  </a:lnTo>
                  <a:lnTo>
                    <a:pt x="352676" y="1007645"/>
                  </a:lnTo>
                  <a:lnTo>
                    <a:pt x="351924" y="1008397"/>
                  </a:lnTo>
                  <a:lnTo>
                    <a:pt x="350420" y="1011405"/>
                  </a:lnTo>
                  <a:lnTo>
                    <a:pt x="349668" y="1012909"/>
                  </a:lnTo>
                  <a:lnTo>
                    <a:pt x="348164" y="1018172"/>
                  </a:lnTo>
                  <a:lnTo>
                    <a:pt x="348164" y="1018924"/>
                  </a:lnTo>
                  <a:lnTo>
                    <a:pt x="347412" y="1019676"/>
                  </a:lnTo>
                  <a:lnTo>
                    <a:pt x="346660" y="1020428"/>
                  </a:lnTo>
                  <a:lnTo>
                    <a:pt x="345908" y="1021180"/>
                  </a:lnTo>
                  <a:lnTo>
                    <a:pt x="345156" y="1021180"/>
                  </a:lnTo>
                  <a:lnTo>
                    <a:pt x="343652" y="1021180"/>
                  </a:lnTo>
                  <a:lnTo>
                    <a:pt x="337636" y="1018924"/>
                  </a:lnTo>
                  <a:lnTo>
                    <a:pt x="333877" y="1018924"/>
                  </a:lnTo>
                  <a:lnTo>
                    <a:pt x="328613" y="1018172"/>
                  </a:lnTo>
                  <a:lnTo>
                    <a:pt x="327109" y="1018924"/>
                  </a:lnTo>
                  <a:lnTo>
                    <a:pt x="326357" y="1018924"/>
                  </a:lnTo>
                  <a:lnTo>
                    <a:pt x="325605" y="1021180"/>
                  </a:lnTo>
                  <a:lnTo>
                    <a:pt x="324853" y="1026444"/>
                  </a:lnTo>
                  <a:lnTo>
                    <a:pt x="325605" y="1029452"/>
                  </a:lnTo>
                  <a:lnTo>
                    <a:pt x="326357" y="1030204"/>
                  </a:lnTo>
                  <a:lnTo>
                    <a:pt x="328613" y="1033212"/>
                  </a:lnTo>
                  <a:lnTo>
                    <a:pt x="329365" y="1033964"/>
                  </a:lnTo>
                  <a:lnTo>
                    <a:pt x="330868" y="1036972"/>
                  </a:lnTo>
                  <a:lnTo>
                    <a:pt x="331621" y="1037724"/>
                  </a:lnTo>
                  <a:lnTo>
                    <a:pt x="333125" y="1039228"/>
                  </a:lnTo>
                  <a:lnTo>
                    <a:pt x="333125" y="1039980"/>
                  </a:lnTo>
                  <a:lnTo>
                    <a:pt x="333877" y="1040732"/>
                  </a:lnTo>
                  <a:lnTo>
                    <a:pt x="338388" y="1054267"/>
                  </a:lnTo>
                  <a:lnTo>
                    <a:pt x="339140" y="1058027"/>
                  </a:lnTo>
                  <a:lnTo>
                    <a:pt x="339140" y="1061787"/>
                  </a:lnTo>
                  <a:lnTo>
                    <a:pt x="339892" y="1064043"/>
                  </a:lnTo>
                  <a:lnTo>
                    <a:pt x="340644" y="1065547"/>
                  </a:lnTo>
                  <a:lnTo>
                    <a:pt x="340644" y="1066299"/>
                  </a:lnTo>
                  <a:lnTo>
                    <a:pt x="341396" y="1067803"/>
                  </a:lnTo>
                  <a:lnTo>
                    <a:pt x="345908" y="1070811"/>
                  </a:lnTo>
                  <a:lnTo>
                    <a:pt x="346660" y="1070811"/>
                  </a:lnTo>
                  <a:lnTo>
                    <a:pt x="346660" y="1071563"/>
                  </a:lnTo>
                  <a:lnTo>
                    <a:pt x="347412" y="1072315"/>
                  </a:lnTo>
                  <a:lnTo>
                    <a:pt x="348164" y="1075322"/>
                  </a:lnTo>
                  <a:lnTo>
                    <a:pt x="348916" y="1082090"/>
                  </a:lnTo>
                  <a:lnTo>
                    <a:pt x="348164" y="1082842"/>
                  </a:lnTo>
                  <a:lnTo>
                    <a:pt x="348164" y="1085850"/>
                  </a:lnTo>
                  <a:lnTo>
                    <a:pt x="347412" y="1088106"/>
                  </a:lnTo>
                  <a:lnTo>
                    <a:pt x="344404" y="1095626"/>
                  </a:lnTo>
                  <a:lnTo>
                    <a:pt x="343652" y="1097130"/>
                  </a:lnTo>
                  <a:lnTo>
                    <a:pt x="343652" y="1098634"/>
                  </a:lnTo>
                  <a:lnTo>
                    <a:pt x="344404" y="1101642"/>
                  </a:lnTo>
                  <a:lnTo>
                    <a:pt x="345156" y="1103897"/>
                  </a:lnTo>
                  <a:lnTo>
                    <a:pt x="345908" y="1106905"/>
                  </a:lnTo>
                  <a:lnTo>
                    <a:pt x="345908" y="1109161"/>
                  </a:lnTo>
                  <a:lnTo>
                    <a:pt x="345156" y="1111417"/>
                  </a:lnTo>
                  <a:lnTo>
                    <a:pt x="344404" y="1113673"/>
                  </a:lnTo>
                  <a:lnTo>
                    <a:pt x="342900" y="1115929"/>
                  </a:lnTo>
                  <a:lnTo>
                    <a:pt x="337636" y="1121945"/>
                  </a:lnTo>
                  <a:lnTo>
                    <a:pt x="336885" y="1122697"/>
                  </a:lnTo>
                  <a:lnTo>
                    <a:pt x="336885" y="1124953"/>
                  </a:lnTo>
                  <a:lnTo>
                    <a:pt x="336132" y="1125705"/>
                  </a:lnTo>
                  <a:lnTo>
                    <a:pt x="336132" y="1130968"/>
                  </a:lnTo>
                  <a:lnTo>
                    <a:pt x="336132" y="1131720"/>
                  </a:lnTo>
                  <a:lnTo>
                    <a:pt x="336132" y="1132472"/>
                  </a:lnTo>
                  <a:lnTo>
                    <a:pt x="334628" y="1133976"/>
                  </a:lnTo>
                  <a:lnTo>
                    <a:pt x="333125" y="1134728"/>
                  </a:lnTo>
                  <a:lnTo>
                    <a:pt x="330868" y="1136232"/>
                  </a:lnTo>
                  <a:lnTo>
                    <a:pt x="330117" y="1136232"/>
                  </a:lnTo>
                  <a:lnTo>
                    <a:pt x="330117" y="1137736"/>
                  </a:lnTo>
                  <a:lnTo>
                    <a:pt x="328613" y="1139992"/>
                  </a:lnTo>
                  <a:lnTo>
                    <a:pt x="328613" y="1142248"/>
                  </a:lnTo>
                  <a:lnTo>
                    <a:pt x="328613" y="1143000"/>
                  </a:lnTo>
                  <a:lnTo>
                    <a:pt x="322597" y="1151272"/>
                  </a:lnTo>
                  <a:lnTo>
                    <a:pt x="321093" y="1154280"/>
                  </a:lnTo>
                  <a:lnTo>
                    <a:pt x="320341" y="1159544"/>
                  </a:lnTo>
                  <a:lnTo>
                    <a:pt x="319589" y="1161047"/>
                  </a:lnTo>
                  <a:lnTo>
                    <a:pt x="318837" y="1161799"/>
                  </a:lnTo>
                  <a:lnTo>
                    <a:pt x="318085" y="1161799"/>
                  </a:lnTo>
                  <a:lnTo>
                    <a:pt x="315077" y="1163303"/>
                  </a:lnTo>
                  <a:lnTo>
                    <a:pt x="314325" y="1164055"/>
                  </a:lnTo>
                  <a:lnTo>
                    <a:pt x="314325" y="1165559"/>
                  </a:lnTo>
                  <a:lnTo>
                    <a:pt x="313573" y="1170823"/>
                  </a:lnTo>
                  <a:lnTo>
                    <a:pt x="312821" y="1172327"/>
                  </a:lnTo>
                  <a:lnTo>
                    <a:pt x="312069" y="1173079"/>
                  </a:lnTo>
                  <a:lnTo>
                    <a:pt x="311317" y="1173831"/>
                  </a:lnTo>
                  <a:lnTo>
                    <a:pt x="309061" y="1174583"/>
                  </a:lnTo>
                  <a:lnTo>
                    <a:pt x="308309" y="1175335"/>
                  </a:lnTo>
                  <a:lnTo>
                    <a:pt x="306806" y="1175335"/>
                  </a:lnTo>
                  <a:lnTo>
                    <a:pt x="305302" y="1174583"/>
                  </a:lnTo>
                  <a:lnTo>
                    <a:pt x="303046" y="1174583"/>
                  </a:lnTo>
                  <a:lnTo>
                    <a:pt x="302294" y="1174583"/>
                  </a:lnTo>
                  <a:lnTo>
                    <a:pt x="301542" y="1176087"/>
                  </a:lnTo>
                  <a:lnTo>
                    <a:pt x="284246" y="1194134"/>
                  </a:lnTo>
                  <a:lnTo>
                    <a:pt x="281990" y="1196390"/>
                  </a:lnTo>
                  <a:lnTo>
                    <a:pt x="279734" y="1198646"/>
                  </a:lnTo>
                  <a:lnTo>
                    <a:pt x="278230" y="1199398"/>
                  </a:lnTo>
                  <a:lnTo>
                    <a:pt x="266951" y="1203158"/>
                  </a:lnTo>
                  <a:lnTo>
                    <a:pt x="266199" y="1203158"/>
                  </a:lnTo>
                  <a:lnTo>
                    <a:pt x="264695" y="1203158"/>
                  </a:lnTo>
                  <a:lnTo>
                    <a:pt x="263191" y="1202406"/>
                  </a:lnTo>
                  <a:lnTo>
                    <a:pt x="252663" y="1198646"/>
                  </a:lnTo>
                  <a:lnTo>
                    <a:pt x="238376" y="1196390"/>
                  </a:lnTo>
                  <a:lnTo>
                    <a:pt x="236120" y="1197142"/>
                  </a:lnTo>
                  <a:lnTo>
                    <a:pt x="235368" y="1197142"/>
                  </a:lnTo>
                  <a:lnTo>
                    <a:pt x="233864" y="1198646"/>
                  </a:lnTo>
                  <a:lnTo>
                    <a:pt x="229352" y="1200902"/>
                  </a:lnTo>
                  <a:lnTo>
                    <a:pt x="224840" y="1202406"/>
                  </a:lnTo>
                  <a:lnTo>
                    <a:pt x="220329" y="1202406"/>
                  </a:lnTo>
                  <a:lnTo>
                    <a:pt x="218825" y="1203158"/>
                  </a:lnTo>
                  <a:lnTo>
                    <a:pt x="218072" y="1203158"/>
                  </a:lnTo>
                  <a:lnTo>
                    <a:pt x="216569" y="1203910"/>
                  </a:lnTo>
                  <a:lnTo>
                    <a:pt x="215817" y="1204662"/>
                  </a:lnTo>
                  <a:lnTo>
                    <a:pt x="213561" y="1208422"/>
                  </a:lnTo>
                  <a:lnTo>
                    <a:pt x="212057" y="1209174"/>
                  </a:lnTo>
                  <a:lnTo>
                    <a:pt x="211305" y="1209926"/>
                  </a:lnTo>
                  <a:lnTo>
                    <a:pt x="210553" y="1209926"/>
                  </a:lnTo>
                  <a:lnTo>
                    <a:pt x="208297" y="1210678"/>
                  </a:lnTo>
                  <a:lnTo>
                    <a:pt x="206793" y="1211430"/>
                  </a:lnTo>
                  <a:lnTo>
                    <a:pt x="206041" y="1211430"/>
                  </a:lnTo>
                  <a:lnTo>
                    <a:pt x="206041" y="1212182"/>
                  </a:lnTo>
                  <a:lnTo>
                    <a:pt x="205289" y="1212934"/>
                  </a:lnTo>
                  <a:lnTo>
                    <a:pt x="203785" y="1216693"/>
                  </a:lnTo>
                  <a:lnTo>
                    <a:pt x="203033" y="1218197"/>
                  </a:lnTo>
                  <a:lnTo>
                    <a:pt x="202281" y="1218949"/>
                  </a:lnTo>
                  <a:lnTo>
                    <a:pt x="201529" y="1219701"/>
                  </a:lnTo>
                  <a:lnTo>
                    <a:pt x="200777" y="1220453"/>
                  </a:lnTo>
                  <a:lnTo>
                    <a:pt x="199273" y="1220453"/>
                  </a:lnTo>
                  <a:lnTo>
                    <a:pt x="194761" y="1221957"/>
                  </a:lnTo>
                  <a:lnTo>
                    <a:pt x="188746" y="1224213"/>
                  </a:lnTo>
                  <a:lnTo>
                    <a:pt x="187242" y="1224965"/>
                  </a:lnTo>
                  <a:lnTo>
                    <a:pt x="186490" y="1225717"/>
                  </a:lnTo>
                  <a:lnTo>
                    <a:pt x="185738" y="1226469"/>
                  </a:lnTo>
                  <a:lnTo>
                    <a:pt x="181226" y="1237749"/>
                  </a:lnTo>
                  <a:lnTo>
                    <a:pt x="180474" y="1238501"/>
                  </a:lnTo>
                  <a:lnTo>
                    <a:pt x="180474" y="1239253"/>
                  </a:lnTo>
                  <a:lnTo>
                    <a:pt x="179722" y="1239253"/>
                  </a:lnTo>
                  <a:lnTo>
                    <a:pt x="178218" y="1240005"/>
                  </a:lnTo>
                  <a:lnTo>
                    <a:pt x="176714" y="1240757"/>
                  </a:lnTo>
                  <a:lnTo>
                    <a:pt x="175210" y="1241509"/>
                  </a:lnTo>
                  <a:lnTo>
                    <a:pt x="172954" y="1241509"/>
                  </a:lnTo>
                  <a:lnTo>
                    <a:pt x="170698" y="1241509"/>
                  </a:lnTo>
                  <a:lnTo>
                    <a:pt x="158667" y="1238501"/>
                  </a:lnTo>
                  <a:lnTo>
                    <a:pt x="156411" y="1239253"/>
                  </a:lnTo>
                  <a:lnTo>
                    <a:pt x="151147" y="1240005"/>
                  </a:lnTo>
                  <a:lnTo>
                    <a:pt x="149643" y="1240757"/>
                  </a:lnTo>
                  <a:lnTo>
                    <a:pt x="148891" y="1240757"/>
                  </a:lnTo>
                  <a:lnTo>
                    <a:pt x="146635" y="1242261"/>
                  </a:lnTo>
                  <a:lnTo>
                    <a:pt x="145883" y="1243012"/>
                  </a:lnTo>
                  <a:lnTo>
                    <a:pt x="145131" y="1243012"/>
                  </a:lnTo>
                  <a:lnTo>
                    <a:pt x="143627" y="1243764"/>
                  </a:lnTo>
                  <a:lnTo>
                    <a:pt x="142123" y="1243764"/>
                  </a:lnTo>
                  <a:lnTo>
                    <a:pt x="140619" y="1243764"/>
                  </a:lnTo>
                  <a:lnTo>
                    <a:pt x="139867" y="1243764"/>
                  </a:lnTo>
                  <a:lnTo>
                    <a:pt x="138363" y="1243764"/>
                  </a:lnTo>
                  <a:lnTo>
                    <a:pt x="130092" y="1240005"/>
                  </a:lnTo>
                  <a:lnTo>
                    <a:pt x="127836" y="1239253"/>
                  </a:lnTo>
                  <a:lnTo>
                    <a:pt x="127084" y="1238501"/>
                  </a:lnTo>
                  <a:lnTo>
                    <a:pt x="121068" y="1234741"/>
                  </a:lnTo>
                  <a:lnTo>
                    <a:pt x="118060" y="1233237"/>
                  </a:lnTo>
                  <a:lnTo>
                    <a:pt x="111292" y="1230981"/>
                  </a:lnTo>
                  <a:lnTo>
                    <a:pt x="106029" y="1227221"/>
                  </a:lnTo>
                  <a:lnTo>
                    <a:pt x="104525" y="1227221"/>
                  </a:lnTo>
                  <a:lnTo>
                    <a:pt x="103020" y="1226469"/>
                  </a:lnTo>
                  <a:lnTo>
                    <a:pt x="100765" y="1226469"/>
                  </a:lnTo>
                  <a:lnTo>
                    <a:pt x="100013" y="1225717"/>
                  </a:lnTo>
                  <a:lnTo>
                    <a:pt x="99261" y="1224965"/>
                  </a:lnTo>
                  <a:lnTo>
                    <a:pt x="97005" y="1222709"/>
                  </a:lnTo>
                  <a:lnTo>
                    <a:pt x="90989" y="1212182"/>
                  </a:lnTo>
                  <a:lnTo>
                    <a:pt x="81965" y="1201654"/>
                  </a:lnTo>
                  <a:lnTo>
                    <a:pt x="81965" y="1200902"/>
                  </a:lnTo>
                  <a:lnTo>
                    <a:pt x="78957" y="1194134"/>
                  </a:lnTo>
                  <a:lnTo>
                    <a:pt x="78957" y="1193382"/>
                  </a:lnTo>
                  <a:lnTo>
                    <a:pt x="78205" y="1188118"/>
                  </a:lnTo>
                  <a:lnTo>
                    <a:pt x="78205" y="1184359"/>
                  </a:lnTo>
                  <a:lnTo>
                    <a:pt x="77454" y="1180599"/>
                  </a:lnTo>
                  <a:lnTo>
                    <a:pt x="76701" y="1179847"/>
                  </a:lnTo>
                  <a:lnTo>
                    <a:pt x="75197" y="1177591"/>
                  </a:lnTo>
                  <a:lnTo>
                    <a:pt x="70686" y="1170071"/>
                  </a:lnTo>
                  <a:lnTo>
                    <a:pt x="60910" y="1159544"/>
                  </a:lnTo>
                  <a:lnTo>
                    <a:pt x="58654" y="1158040"/>
                  </a:lnTo>
                  <a:lnTo>
                    <a:pt x="57150" y="1157288"/>
                  </a:lnTo>
                  <a:lnTo>
                    <a:pt x="52638" y="1156535"/>
                  </a:lnTo>
                  <a:lnTo>
                    <a:pt x="33839" y="1157288"/>
                  </a:lnTo>
                  <a:lnTo>
                    <a:pt x="23311" y="1157288"/>
                  </a:lnTo>
                  <a:lnTo>
                    <a:pt x="5264" y="1155032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4" name="Forma Livre: Forma 223">
              <a:extLst>
                <a:ext uri="{FF2B5EF4-FFF2-40B4-BE49-F238E27FC236}">
                  <a16:creationId xmlns:a16="http://schemas.microsoft.com/office/drawing/2014/main" id="{17C7B0C0-440D-7C83-432A-71F208D18B40}"/>
                </a:ext>
              </a:extLst>
            </p:cNvPr>
            <p:cNvSpPr/>
            <p:nvPr/>
          </p:nvSpPr>
          <p:spPr>
            <a:xfrm>
              <a:off x="8788366" y="2632660"/>
              <a:ext cx="637673" cy="770772"/>
            </a:xfrm>
            <a:custGeom>
              <a:avLst/>
              <a:gdLst>
                <a:gd name="csX0" fmla="*/ 137611 w 637673"/>
                <a:gd name="csY0" fmla="*/ 700087 h 770772"/>
                <a:gd name="csX1" fmla="*/ 138363 w 637673"/>
                <a:gd name="csY1" fmla="*/ 690312 h 770772"/>
                <a:gd name="csX2" fmla="*/ 138363 w 637673"/>
                <a:gd name="csY2" fmla="*/ 688808 h 770772"/>
                <a:gd name="csX3" fmla="*/ 137611 w 637673"/>
                <a:gd name="csY3" fmla="*/ 686552 h 770772"/>
                <a:gd name="csX4" fmla="*/ 136859 w 637673"/>
                <a:gd name="csY4" fmla="*/ 685048 h 770772"/>
                <a:gd name="csX5" fmla="*/ 135355 w 637673"/>
                <a:gd name="csY5" fmla="*/ 683544 h 770772"/>
                <a:gd name="csX6" fmla="*/ 133851 w 637673"/>
                <a:gd name="csY6" fmla="*/ 681288 h 770772"/>
                <a:gd name="csX7" fmla="*/ 131595 w 637673"/>
                <a:gd name="csY7" fmla="*/ 676024 h 770772"/>
                <a:gd name="csX8" fmla="*/ 130843 w 637673"/>
                <a:gd name="csY8" fmla="*/ 673016 h 770772"/>
                <a:gd name="csX9" fmla="*/ 130843 w 637673"/>
                <a:gd name="csY9" fmla="*/ 670761 h 770772"/>
                <a:gd name="csX10" fmla="*/ 142123 w 637673"/>
                <a:gd name="csY10" fmla="*/ 641434 h 770772"/>
                <a:gd name="csX11" fmla="*/ 142123 w 637673"/>
                <a:gd name="csY11" fmla="*/ 639930 h 770772"/>
                <a:gd name="csX12" fmla="*/ 152651 w 637673"/>
                <a:gd name="csY12" fmla="*/ 626394 h 770772"/>
                <a:gd name="csX13" fmla="*/ 153402 w 637673"/>
                <a:gd name="csY13" fmla="*/ 624138 h 770772"/>
                <a:gd name="csX14" fmla="*/ 155658 w 637673"/>
                <a:gd name="csY14" fmla="*/ 618874 h 770772"/>
                <a:gd name="csX15" fmla="*/ 156410 w 637673"/>
                <a:gd name="csY15" fmla="*/ 615867 h 770772"/>
                <a:gd name="csX16" fmla="*/ 156410 w 637673"/>
                <a:gd name="csY16" fmla="*/ 614363 h 770772"/>
                <a:gd name="csX17" fmla="*/ 156410 w 637673"/>
                <a:gd name="csY17" fmla="*/ 612858 h 770772"/>
                <a:gd name="csX18" fmla="*/ 156410 w 637673"/>
                <a:gd name="csY18" fmla="*/ 612107 h 770772"/>
                <a:gd name="csX19" fmla="*/ 154906 w 637673"/>
                <a:gd name="csY19" fmla="*/ 611355 h 770772"/>
                <a:gd name="csX20" fmla="*/ 154155 w 637673"/>
                <a:gd name="csY20" fmla="*/ 609851 h 770772"/>
                <a:gd name="csX21" fmla="*/ 152651 w 637673"/>
                <a:gd name="csY21" fmla="*/ 609099 h 770772"/>
                <a:gd name="csX22" fmla="*/ 151898 w 637673"/>
                <a:gd name="csY22" fmla="*/ 608347 h 770772"/>
                <a:gd name="csX23" fmla="*/ 151147 w 637673"/>
                <a:gd name="csY23" fmla="*/ 605339 h 770772"/>
                <a:gd name="csX24" fmla="*/ 149642 w 637673"/>
                <a:gd name="csY24" fmla="*/ 601579 h 770772"/>
                <a:gd name="csX25" fmla="*/ 148138 w 637673"/>
                <a:gd name="csY25" fmla="*/ 600827 h 770772"/>
                <a:gd name="csX26" fmla="*/ 146635 w 637673"/>
                <a:gd name="csY26" fmla="*/ 600075 h 770772"/>
                <a:gd name="csX27" fmla="*/ 125579 w 637673"/>
                <a:gd name="csY27" fmla="*/ 596315 h 770772"/>
                <a:gd name="csX28" fmla="*/ 123323 w 637673"/>
                <a:gd name="csY28" fmla="*/ 594811 h 770772"/>
                <a:gd name="csX29" fmla="*/ 120316 w 637673"/>
                <a:gd name="csY29" fmla="*/ 592555 h 770772"/>
                <a:gd name="csX30" fmla="*/ 113548 w 637673"/>
                <a:gd name="csY30" fmla="*/ 590299 h 770772"/>
                <a:gd name="csX31" fmla="*/ 111292 w 637673"/>
                <a:gd name="csY31" fmla="*/ 588795 h 770772"/>
                <a:gd name="csX32" fmla="*/ 110540 w 637673"/>
                <a:gd name="csY32" fmla="*/ 587291 h 770772"/>
                <a:gd name="csX33" fmla="*/ 109788 w 637673"/>
                <a:gd name="csY33" fmla="*/ 585788 h 770772"/>
                <a:gd name="csX34" fmla="*/ 110540 w 637673"/>
                <a:gd name="csY34" fmla="*/ 579020 h 770772"/>
                <a:gd name="csX35" fmla="*/ 110540 w 637673"/>
                <a:gd name="csY35" fmla="*/ 575260 h 770772"/>
                <a:gd name="csX36" fmla="*/ 106780 w 637673"/>
                <a:gd name="csY36" fmla="*/ 569996 h 770772"/>
                <a:gd name="csX37" fmla="*/ 102268 w 637673"/>
                <a:gd name="csY37" fmla="*/ 563228 h 770772"/>
                <a:gd name="csX38" fmla="*/ 100764 w 637673"/>
                <a:gd name="csY38" fmla="*/ 559469 h 770772"/>
                <a:gd name="csX39" fmla="*/ 98508 w 637673"/>
                <a:gd name="csY39" fmla="*/ 548189 h 770772"/>
                <a:gd name="csX40" fmla="*/ 98508 w 637673"/>
                <a:gd name="csY40" fmla="*/ 545933 h 770772"/>
                <a:gd name="csX41" fmla="*/ 99260 w 637673"/>
                <a:gd name="csY41" fmla="*/ 540669 h 770772"/>
                <a:gd name="csX42" fmla="*/ 99260 w 637673"/>
                <a:gd name="csY42" fmla="*/ 537661 h 770772"/>
                <a:gd name="csX43" fmla="*/ 99260 w 637673"/>
                <a:gd name="csY43" fmla="*/ 533901 h 770772"/>
                <a:gd name="csX44" fmla="*/ 99260 w 637673"/>
                <a:gd name="csY44" fmla="*/ 530893 h 770772"/>
                <a:gd name="csX45" fmla="*/ 98508 w 637673"/>
                <a:gd name="csY45" fmla="*/ 528638 h 770772"/>
                <a:gd name="csX46" fmla="*/ 97004 w 637673"/>
                <a:gd name="csY46" fmla="*/ 527134 h 770772"/>
                <a:gd name="csX47" fmla="*/ 87981 w 637673"/>
                <a:gd name="csY47" fmla="*/ 500062 h 770772"/>
                <a:gd name="csX48" fmla="*/ 87229 w 637673"/>
                <a:gd name="csY48" fmla="*/ 497055 h 770772"/>
                <a:gd name="csX49" fmla="*/ 84221 w 637673"/>
                <a:gd name="csY49" fmla="*/ 489535 h 770772"/>
                <a:gd name="csX50" fmla="*/ 84221 w 637673"/>
                <a:gd name="csY50" fmla="*/ 488783 h 770772"/>
                <a:gd name="csX51" fmla="*/ 84221 w 637673"/>
                <a:gd name="csY51" fmla="*/ 488031 h 770772"/>
                <a:gd name="csX52" fmla="*/ 85725 w 637673"/>
                <a:gd name="csY52" fmla="*/ 484271 h 770772"/>
                <a:gd name="csX53" fmla="*/ 86477 w 637673"/>
                <a:gd name="csY53" fmla="*/ 482767 h 770772"/>
                <a:gd name="csX54" fmla="*/ 85725 w 637673"/>
                <a:gd name="csY54" fmla="*/ 480511 h 770772"/>
                <a:gd name="csX55" fmla="*/ 84221 w 637673"/>
                <a:gd name="csY55" fmla="*/ 473743 h 770772"/>
                <a:gd name="csX56" fmla="*/ 81965 w 637673"/>
                <a:gd name="csY56" fmla="*/ 452688 h 770772"/>
                <a:gd name="csX57" fmla="*/ 79709 w 637673"/>
                <a:gd name="csY57" fmla="*/ 444416 h 770772"/>
                <a:gd name="csX58" fmla="*/ 78957 w 637673"/>
                <a:gd name="csY58" fmla="*/ 439905 h 770772"/>
                <a:gd name="csX59" fmla="*/ 80461 w 637673"/>
                <a:gd name="csY59" fmla="*/ 430129 h 770772"/>
                <a:gd name="csX60" fmla="*/ 80461 w 637673"/>
                <a:gd name="csY60" fmla="*/ 427873 h 770772"/>
                <a:gd name="csX61" fmla="*/ 76701 w 637673"/>
                <a:gd name="csY61" fmla="*/ 412082 h 770772"/>
                <a:gd name="csX62" fmla="*/ 76701 w 637673"/>
                <a:gd name="csY62" fmla="*/ 404562 h 770772"/>
                <a:gd name="csX63" fmla="*/ 76701 w 637673"/>
                <a:gd name="csY63" fmla="*/ 401554 h 770772"/>
                <a:gd name="csX64" fmla="*/ 75197 w 637673"/>
                <a:gd name="csY64" fmla="*/ 399298 h 770772"/>
                <a:gd name="csX65" fmla="*/ 73693 w 637673"/>
                <a:gd name="csY65" fmla="*/ 398546 h 770772"/>
                <a:gd name="csX66" fmla="*/ 69933 w 637673"/>
                <a:gd name="csY66" fmla="*/ 395538 h 770772"/>
                <a:gd name="csX67" fmla="*/ 67678 w 637673"/>
                <a:gd name="csY67" fmla="*/ 393282 h 770772"/>
                <a:gd name="csX68" fmla="*/ 63918 w 637673"/>
                <a:gd name="csY68" fmla="*/ 391778 h 770772"/>
                <a:gd name="csX69" fmla="*/ 61661 w 637673"/>
                <a:gd name="csY69" fmla="*/ 388018 h 770772"/>
                <a:gd name="csX70" fmla="*/ 58654 w 637673"/>
                <a:gd name="csY70" fmla="*/ 385011 h 770772"/>
                <a:gd name="csX71" fmla="*/ 57150 w 637673"/>
                <a:gd name="csY71" fmla="*/ 382755 h 770772"/>
                <a:gd name="csX72" fmla="*/ 57150 w 637673"/>
                <a:gd name="csY72" fmla="*/ 377491 h 770772"/>
                <a:gd name="csX73" fmla="*/ 58654 w 637673"/>
                <a:gd name="csY73" fmla="*/ 372227 h 770772"/>
                <a:gd name="csX74" fmla="*/ 59406 w 637673"/>
                <a:gd name="csY74" fmla="*/ 367715 h 770772"/>
                <a:gd name="csX75" fmla="*/ 58654 w 637673"/>
                <a:gd name="csY75" fmla="*/ 361699 h 770772"/>
                <a:gd name="csX76" fmla="*/ 55646 w 637673"/>
                <a:gd name="csY76" fmla="*/ 357939 h 770772"/>
                <a:gd name="csX77" fmla="*/ 54142 w 637673"/>
                <a:gd name="csY77" fmla="*/ 353428 h 770772"/>
                <a:gd name="csX78" fmla="*/ 52638 w 637673"/>
                <a:gd name="csY78" fmla="*/ 348916 h 770772"/>
                <a:gd name="csX79" fmla="*/ 50382 w 637673"/>
                <a:gd name="csY79" fmla="*/ 345908 h 770772"/>
                <a:gd name="csX80" fmla="*/ 50382 w 637673"/>
                <a:gd name="csY80" fmla="*/ 342148 h 770772"/>
                <a:gd name="csX81" fmla="*/ 48878 w 637673"/>
                <a:gd name="csY81" fmla="*/ 336884 h 770772"/>
                <a:gd name="csX82" fmla="*/ 46622 w 637673"/>
                <a:gd name="csY82" fmla="*/ 333876 h 770772"/>
                <a:gd name="csX83" fmla="*/ 42110 w 637673"/>
                <a:gd name="csY83" fmla="*/ 329365 h 770772"/>
                <a:gd name="csX84" fmla="*/ 40606 w 637673"/>
                <a:gd name="csY84" fmla="*/ 326357 h 770772"/>
                <a:gd name="csX85" fmla="*/ 39855 w 637673"/>
                <a:gd name="csY85" fmla="*/ 323349 h 770772"/>
                <a:gd name="csX86" fmla="*/ 39855 w 637673"/>
                <a:gd name="csY86" fmla="*/ 317333 h 770772"/>
                <a:gd name="csX87" fmla="*/ 40606 w 637673"/>
                <a:gd name="csY87" fmla="*/ 307557 h 770772"/>
                <a:gd name="csX88" fmla="*/ 39102 w 637673"/>
                <a:gd name="csY88" fmla="*/ 303797 h 770772"/>
                <a:gd name="csX89" fmla="*/ 37599 w 637673"/>
                <a:gd name="csY89" fmla="*/ 301541 h 770772"/>
                <a:gd name="csX90" fmla="*/ 35342 w 637673"/>
                <a:gd name="csY90" fmla="*/ 297030 h 770772"/>
                <a:gd name="csX91" fmla="*/ 33087 w 637673"/>
                <a:gd name="csY91" fmla="*/ 294022 h 770772"/>
                <a:gd name="csX92" fmla="*/ 33087 w 637673"/>
                <a:gd name="csY92" fmla="*/ 288758 h 770772"/>
                <a:gd name="csX93" fmla="*/ 33087 w 637673"/>
                <a:gd name="csY93" fmla="*/ 283494 h 770772"/>
                <a:gd name="csX94" fmla="*/ 32335 w 637673"/>
                <a:gd name="csY94" fmla="*/ 279734 h 770772"/>
                <a:gd name="csX95" fmla="*/ 30831 w 637673"/>
                <a:gd name="csY95" fmla="*/ 277478 h 770772"/>
                <a:gd name="csX96" fmla="*/ 30831 w 637673"/>
                <a:gd name="csY96" fmla="*/ 272966 h 770772"/>
                <a:gd name="csX97" fmla="*/ 31583 w 637673"/>
                <a:gd name="csY97" fmla="*/ 268455 h 770772"/>
                <a:gd name="csX98" fmla="*/ 32335 w 637673"/>
                <a:gd name="csY98" fmla="*/ 266199 h 770772"/>
                <a:gd name="csX99" fmla="*/ 33839 w 637673"/>
                <a:gd name="csY99" fmla="*/ 262439 h 770772"/>
                <a:gd name="csX100" fmla="*/ 38350 w 637673"/>
                <a:gd name="csY100" fmla="*/ 255671 h 770772"/>
                <a:gd name="csX101" fmla="*/ 42110 w 637673"/>
                <a:gd name="csY101" fmla="*/ 252663 h 770772"/>
                <a:gd name="csX102" fmla="*/ 46622 w 637673"/>
                <a:gd name="csY102" fmla="*/ 248903 h 770772"/>
                <a:gd name="csX103" fmla="*/ 49630 w 637673"/>
                <a:gd name="csY103" fmla="*/ 245895 h 770772"/>
                <a:gd name="csX104" fmla="*/ 53390 w 637673"/>
                <a:gd name="csY104" fmla="*/ 239128 h 770772"/>
                <a:gd name="csX105" fmla="*/ 56398 w 637673"/>
                <a:gd name="csY105" fmla="*/ 233864 h 770772"/>
                <a:gd name="csX106" fmla="*/ 54894 w 637673"/>
                <a:gd name="csY106" fmla="*/ 223336 h 770772"/>
                <a:gd name="csX107" fmla="*/ 53390 w 637673"/>
                <a:gd name="csY107" fmla="*/ 219576 h 770772"/>
                <a:gd name="csX108" fmla="*/ 49630 w 637673"/>
                <a:gd name="csY108" fmla="*/ 211305 h 770772"/>
                <a:gd name="csX109" fmla="*/ 47374 w 637673"/>
                <a:gd name="csY109" fmla="*/ 208297 h 770772"/>
                <a:gd name="csX110" fmla="*/ 44366 w 637673"/>
                <a:gd name="csY110" fmla="*/ 206041 h 770772"/>
                <a:gd name="csX111" fmla="*/ 40606 w 637673"/>
                <a:gd name="csY111" fmla="*/ 203033 h 770772"/>
                <a:gd name="csX112" fmla="*/ 37599 w 637673"/>
                <a:gd name="csY112" fmla="*/ 198521 h 770772"/>
                <a:gd name="csX113" fmla="*/ 33087 w 637673"/>
                <a:gd name="csY113" fmla="*/ 191001 h 770772"/>
                <a:gd name="csX114" fmla="*/ 30831 w 637673"/>
                <a:gd name="csY114" fmla="*/ 179722 h 770772"/>
                <a:gd name="csX115" fmla="*/ 30079 w 637673"/>
                <a:gd name="csY115" fmla="*/ 174458 h 770772"/>
                <a:gd name="csX116" fmla="*/ 27071 w 637673"/>
                <a:gd name="csY116" fmla="*/ 165434 h 770772"/>
                <a:gd name="csX117" fmla="*/ 25567 w 637673"/>
                <a:gd name="csY117" fmla="*/ 160922 h 770772"/>
                <a:gd name="csX118" fmla="*/ 24815 w 637673"/>
                <a:gd name="csY118" fmla="*/ 154907 h 770772"/>
                <a:gd name="csX119" fmla="*/ 22559 w 637673"/>
                <a:gd name="csY119" fmla="*/ 151899 h 770772"/>
                <a:gd name="csX120" fmla="*/ 18799 w 637673"/>
                <a:gd name="csY120" fmla="*/ 148139 h 770772"/>
                <a:gd name="csX121" fmla="*/ 14287 w 637673"/>
                <a:gd name="csY121" fmla="*/ 139867 h 770772"/>
                <a:gd name="csX122" fmla="*/ 11280 w 637673"/>
                <a:gd name="csY122" fmla="*/ 133851 h 770772"/>
                <a:gd name="csX123" fmla="*/ 11280 w 637673"/>
                <a:gd name="csY123" fmla="*/ 133099 h 770772"/>
                <a:gd name="csX124" fmla="*/ 10527 w 637673"/>
                <a:gd name="csY124" fmla="*/ 127836 h 770772"/>
                <a:gd name="csX125" fmla="*/ 9776 w 637673"/>
                <a:gd name="csY125" fmla="*/ 122572 h 770772"/>
                <a:gd name="csX126" fmla="*/ 9023 w 637673"/>
                <a:gd name="csY126" fmla="*/ 120316 h 770772"/>
                <a:gd name="csX127" fmla="*/ 6016 w 637673"/>
                <a:gd name="csY127" fmla="*/ 112044 h 770772"/>
                <a:gd name="csX128" fmla="*/ 3008 w 637673"/>
                <a:gd name="csY128" fmla="*/ 106780 h 770772"/>
                <a:gd name="csX129" fmla="*/ 1504 w 637673"/>
                <a:gd name="csY129" fmla="*/ 103772 h 770772"/>
                <a:gd name="csX130" fmla="*/ 0 w 637673"/>
                <a:gd name="csY130" fmla="*/ 98508 h 770772"/>
                <a:gd name="csX131" fmla="*/ 0 w 637673"/>
                <a:gd name="csY131" fmla="*/ 93997 h 770772"/>
                <a:gd name="csX132" fmla="*/ 752 w 637673"/>
                <a:gd name="csY132" fmla="*/ 89485 h 770772"/>
                <a:gd name="csX133" fmla="*/ 1504 w 637673"/>
                <a:gd name="csY133" fmla="*/ 84973 h 770772"/>
                <a:gd name="csX134" fmla="*/ 3008 w 637673"/>
                <a:gd name="csY134" fmla="*/ 81213 h 770772"/>
                <a:gd name="csX135" fmla="*/ 6767 w 637673"/>
                <a:gd name="csY135" fmla="*/ 77453 h 770772"/>
                <a:gd name="csX136" fmla="*/ 10527 w 637673"/>
                <a:gd name="csY136" fmla="*/ 72941 h 770772"/>
                <a:gd name="csX137" fmla="*/ 29327 w 637673"/>
                <a:gd name="csY137" fmla="*/ 44366 h 770772"/>
                <a:gd name="csX138" fmla="*/ 29327 w 637673"/>
                <a:gd name="csY138" fmla="*/ 42862 h 770772"/>
                <a:gd name="csX139" fmla="*/ 30079 w 637673"/>
                <a:gd name="csY139" fmla="*/ 36095 h 770772"/>
                <a:gd name="csX140" fmla="*/ 30079 w 637673"/>
                <a:gd name="csY140" fmla="*/ 34591 h 770772"/>
                <a:gd name="csX141" fmla="*/ 30831 w 637673"/>
                <a:gd name="csY141" fmla="*/ 34591 h 770772"/>
                <a:gd name="csX142" fmla="*/ 31583 w 637673"/>
                <a:gd name="csY142" fmla="*/ 30831 h 770772"/>
                <a:gd name="csX143" fmla="*/ 30831 w 637673"/>
                <a:gd name="csY143" fmla="*/ 28575 h 770772"/>
                <a:gd name="csX144" fmla="*/ 28575 w 637673"/>
                <a:gd name="csY144" fmla="*/ 24815 h 770772"/>
                <a:gd name="csX145" fmla="*/ 27823 w 637673"/>
                <a:gd name="csY145" fmla="*/ 21807 h 770772"/>
                <a:gd name="csX146" fmla="*/ 24815 w 637673"/>
                <a:gd name="csY146" fmla="*/ 19551 h 770772"/>
                <a:gd name="csX147" fmla="*/ 24063 w 637673"/>
                <a:gd name="csY147" fmla="*/ 18047 h 770772"/>
                <a:gd name="csX148" fmla="*/ 22559 w 637673"/>
                <a:gd name="csY148" fmla="*/ 18047 h 770772"/>
                <a:gd name="csX149" fmla="*/ 21807 w 637673"/>
                <a:gd name="csY149" fmla="*/ 18799 h 770772"/>
                <a:gd name="csX150" fmla="*/ 21055 w 637673"/>
                <a:gd name="csY150" fmla="*/ 18047 h 770772"/>
                <a:gd name="csX151" fmla="*/ 20303 w 637673"/>
                <a:gd name="csY151" fmla="*/ 18047 h 770772"/>
                <a:gd name="csX152" fmla="*/ 22559 w 637673"/>
                <a:gd name="csY152" fmla="*/ 16543 h 770772"/>
                <a:gd name="csX153" fmla="*/ 26319 w 637673"/>
                <a:gd name="csY153" fmla="*/ 14287 h 770772"/>
                <a:gd name="csX154" fmla="*/ 28575 w 637673"/>
                <a:gd name="csY154" fmla="*/ 13536 h 770772"/>
                <a:gd name="csX155" fmla="*/ 37599 w 637673"/>
                <a:gd name="csY155" fmla="*/ 13536 h 770772"/>
                <a:gd name="csX156" fmla="*/ 42110 w 637673"/>
                <a:gd name="csY156" fmla="*/ 14287 h 770772"/>
                <a:gd name="csX157" fmla="*/ 46622 w 637673"/>
                <a:gd name="csY157" fmla="*/ 15039 h 770772"/>
                <a:gd name="csX158" fmla="*/ 51134 w 637673"/>
                <a:gd name="csY158" fmla="*/ 16543 h 770772"/>
                <a:gd name="csX159" fmla="*/ 54142 w 637673"/>
                <a:gd name="csY159" fmla="*/ 19551 h 770772"/>
                <a:gd name="csX160" fmla="*/ 54894 w 637673"/>
                <a:gd name="csY160" fmla="*/ 19551 h 770772"/>
                <a:gd name="csX161" fmla="*/ 54894 w 637673"/>
                <a:gd name="csY161" fmla="*/ 18047 h 770772"/>
                <a:gd name="csX162" fmla="*/ 54142 w 637673"/>
                <a:gd name="csY162" fmla="*/ 16543 h 770772"/>
                <a:gd name="csX163" fmla="*/ 51886 w 637673"/>
                <a:gd name="csY163" fmla="*/ 13536 h 770772"/>
                <a:gd name="csX164" fmla="*/ 54142 w 637673"/>
                <a:gd name="csY164" fmla="*/ 14287 h 770772"/>
                <a:gd name="csX165" fmla="*/ 54894 w 637673"/>
                <a:gd name="csY165" fmla="*/ 14287 h 770772"/>
                <a:gd name="csX166" fmla="*/ 76701 w 637673"/>
                <a:gd name="csY166" fmla="*/ 12784 h 770772"/>
                <a:gd name="csX167" fmla="*/ 78957 w 637673"/>
                <a:gd name="csY167" fmla="*/ 12784 h 770772"/>
                <a:gd name="csX168" fmla="*/ 81213 w 637673"/>
                <a:gd name="csY168" fmla="*/ 13536 h 770772"/>
                <a:gd name="csX169" fmla="*/ 82717 w 637673"/>
                <a:gd name="csY169" fmla="*/ 13536 h 770772"/>
                <a:gd name="csX170" fmla="*/ 84221 w 637673"/>
                <a:gd name="csY170" fmla="*/ 13536 h 770772"/>
                <a:gd name="csX171" fmla="*/ 84973 w 637673"/>
                <a:gd name="csY171" fmla="*/ 12032 h 770772"/>
                <a:gd name="csX172" fmla="*/ 85725 w 637673"/>
                <a:gd name="csY172" fmla="*/ 11280 h 770772"/>
                <a:gd name="csX173" fmla="*/ 90237 w 637673"/>
                <a:gd name="csY173" fmla="*/ 11280 h 770772"/>
                <a:gd name="csX174" fmla="*/ 91740 w 637673"/>
                <a:gd name="csY174" fmla="*/ 12032 h 770772"/>
                <a:gd name="csX175" fmla="*/ 92493 w 637673"/>
                <a:gd name="csY175" fmla="*/ 14287 h 770772"/>
                <a:gd name="csX176" fmla="*/ 93997 w 637673"/>
                <a:gd name="csY176" fmla="*/ 14287 h 770772"/>
                <a:gd name="csX177" fmla="*/ 95500 w 637673"/>
                <a:gd name="csY177" fmla="*/ 12784 h 770772"/>
                <a:gd name="csX178" fmla="*/ 103020 w 637673"/>
                <a:gd name="csY178" fmla="*/ 9024 h 770772"/>
                <a:gd name="csX179" fmla="*/ 105276 w 637673"/>
                <a:gd name="csY179" fmla="*/ 8272 h 770772"/>
                <a:gd name="csX180" fmla="*/ 130843 w 637673"/>
                <a:gd name="csY180" fmla="*/ 6016 h 770772"/>
                <a:gd name="csX181" fmla="*/ 139115 w 637673"/>
                <a:gd name="csY181" fmla="*/ 2256 h 770772"/>
                <a:gd name="csX182" fmla="*/ 142123 w 637673"/>
                <a:gd name="csY182" fmla="*/ 2256 h 770772"/>
                <a:gd name="csX183" fmla="*/ 142123 w 637673"/>
                <a:gd name="csY183" fmla="*/ 1504 h 770772"/>
                <a:gd name="csX184" fmla="*/ 143627 w 637673"/>
                <a:gd name="csY184" fmla="*/ 0 h 770772"/>
                <a:gd name="csX185" fmla="*/ 144379 w 637673"/>
                <a:gd name="csY185" fmla="*/ 0 h 770772"/>
                <a:gd name="csX186" fmla="*/ 145131 w 637673"/>
                <a:gd name="csY186" fmla="*/ 752 h 770772"/>
                <a:gd name="csX187" fmla="*/ 145883 w 637673"/>
                <a:gd name="csY187" fmla="*/ 752 h 770772"/>
                <a:gd name="csX188" fmla="*/ 146635 w 637673"/>
                <a:gd name="csY188" fmla="*/ 752 h 770772"/>
                <a:gd name="csX189" fmla="*/ 157914 w 637673"/>
                <a:gd name="csY189" fmla="*/ 3008 h 770772"/>
                <a:gd name="csX190" fmla="*/ 177466 w 637673"/>
                <a:gd name="csY190" fmla="*/ 3008 h 770772"/>
                <a:gd name="csX191" fmla="*/ 191001 w 637673"/>
                <a:gd name="csY191" fmla="*/ 5264 h 770772"/>
                <a:gd name="csX192" fmla="*/ 192505 w 637673"/>
                <a:gd name="csY192" fmla="*/ 6016 h 770772"/>
                <a:gd name="csX193" fmla="*/ 195513 w 637673"/>
                <a:gd name="csY193" fmla="*/ 9024 h 770772"/>
                <a:gd name="csX194" fmla="*/ 197769 w 637673"/>
                <a:gd name="csY194" fmla="*/ 9776 h 770772"/>
                <a:gd name="csX195" fmla="*/ 199273 w 637673"/>
                <a:gd name="csY195" fmla="*/ 9024 h 770772"/>
                <a:gd name="csX196" fmla="*/ 200025 w 637673"/>
                <a:gd name="csY196" fmla="*/ 7520 h 770772"/>
                <a:gd name="csX197" fmla="*/ 200777 w 637673"/>
                <a:gd name="csY197" fmla="*/ 6016 h 770772"/>
                <a:gd name="csX198" fmla="*/ 203033 w 637673"/>
                <a:gd name="csY198" fmla="*/ 7520 h 770772"/>
                <a:gd name="csX199" fmla="*/ 204536 w 637673"/>
                <a:gd name="csY199" fmla="*/ 6768 h 770772"/>
                <a:gd name="csX200" fmla="*/ 206793 w 637673"/>
                <a:gd name="csY200" fmla="*/ 7520 h 770772"/>
                <a:gd name="csX201" fmla="*/ 209049 w 637673"/>
                <a:gd name="csY201" fmla="*/ 9024 h 770772"/>
                <a:gd name="csX202" fmla="*/ 211304 w 637673"/>
                <a:gd name="csY202" fmla="*/ 9776 h 770772"/>
                <a:gd name="csX203" fmla="*/ 218824 w 637673"/>
                <a:gd name="csY203" fmla="*/ 9024 h 770772"/>
                <a:gd name="csX204" fmla="*/ 221080 w 637673"/>
                <a:gd name="csY204" fmla="*/ 9776 h 770772"/>
                <a:gd name="csX205" fmla="*/ 233864 w 637673"/>
                <a:gd name="csY205" fmla="*/ 17295 h 770772"/>
                <a:gd name="csX206" fmla="*/ 238375 w 637673"/>
                <a:gd name="csY206" fmla="*/ 18799 h 770772"/>
                <a:gd name="csX207" fmla="*/ 239879 w 637673"/>
                <a:gd name="csY207" fmla="*/ 19551 h 770772"/>
                <a:gd name="csX208" fmla="*/ 248151 w 637673"/>
                <a:gd name="csY208" fmla="*/ 27823 h 770772"/>
                <a:gd name="csX209" fmla="*/ 250407 w 637673"/>
                <a:gd name="csY209" fmla="*/ 28575 h 770772"/>
                <a:gd name="csX210" fmla="*/ 251911 w 637673"/>
                <a:gd name="csY210" fmla="*/ 29327 h 770772"/>
                <a:gd name="csX211" fmla="*/ 254167 w 637673"/>
                <a:gd name="csY211" fmla="*/ 30079 h 770772"/>
                <a:gd name="csX212" fmla="*/ 257927 w 637673"/>
                <a:gd name="csY212" fmla="*/ 33087 h 770772"/>
                <a:gd name="csX213" fmla="*/ 260935 w 637673"/>
                <a:gd name="csY213" fmla="*/ 36095 h 770772"/>
                <a:gd name="csX214" fmla="*/ 259431 w 637673"/>
                <a:gd name="csY214" fmla="*/ 37599 h 770772"/>
                <a:gd name="csX215" fmla="*/ 260935 w 637673"/>
                <a:gd name="csY215" fmla="*/ 37599 h 770772"/>
                <a:gd name="csX216" fmla="*/ 261687 w 637673"/>
                <a:gd name="csY216" fmla="*/ 38351 h 770772"/>
                <a:gd name="csX217" fmla="*/ 262439 w 637673"/>
                <a:gd name="csY217" fmla="*/ 38351 h 770772"/>
                <a:gd name="csX218" fmla="*/ 263943 w 637673"/>
                <a:gd name="csY218" fmla="*/ 38351 h 770772"/>
                <a:gd name="csX219" fmla="*/ 262439 w 637673"/>
                <a:gd name="csY219" fmla="*/ 36095 h 770772"/>
                <a:gd name="csX220" fmla="*/ 264694 w 637673"/>
                <a:gd name="csY220" fmla="*/ 35343 h 770772"/>
                <a:gd name="csX221" fmla="*/ 267702 w 637673"/>
                <a:gd name="csY221" fmla="*/ 35343 h 770772"/>
                <a:gd name="csX222" fmla="*/ 272966 w 637673"/>
                <a:gd name="csY222" fmla="*/ 38351 h 770772"/>
                <a:gd name="csX223" fmla="*/ 273718 w 637673"/>
                <a:gd name="csY223" fmla="*/ 38351 h 770772"/>
                <a:gd name="csX224" fmla="*/ 276726 w 637673"/>
                <a:gd name="csY224" fmla="*/ 38351 h 770772"/>
                <a:gd name="csX225" fmla="*/ 277478 w 637673"/>
                <a:gd name="csY225" fmla="*/ 39103 h 770772"/>
                <a:gd name="csX226" fmla="*/ 278230 w 637673"/>
                <a:gd name="csY226" fmla="*/ 40607 h 770772"/>
                <a:gd name="csX227" fmla="*/ 278230 w 637673"/>
                <a:gd name="csY227" fmla="*/ 41359 h 770772"/>
                <a:gd name="csX228" fmla="*/ 284246 w 637673"/>
                <a:gd name="csY228" fmla="*/ 45870 h 770772"/>
                <a:gd name="csX229" fmla="*/ 295526 w 637673"/>
                <a:gd name="csY229" fmla="*/ 52638 h 770772"/>
                <a:gd name="csX230" fmla="*/ 297030 w 637673"/>
                <a:gd name="csY230" fmla="*/ 54142 h 770772"/>
                <a:gd name="csX231" fmla="*/ 310565 w 637673"/>
                <a:gd name="csY231" fmla="*/ 60158 h 770772"/>
                <a:gd name="csX232" fmla="*/ 312821 w 637673"/>
                <a:gd name="csY232" fmla="*/ 60910 h 770772"/>
                <a:gd name="csX233" fmla="*/ 313573 w 637673"/>
                <a:gd name="csY233" fmla="*/ 60910 h 770772"/>
                <a:gd name="csX234" fmla="*/ 315077 w 637673"/>
                <a:gd name="csY234" fmla="*/ 60158 h 770772"/>
                <a:gd name="csX235" fmla="*/ 316581 w 637673"/>
                <a:gd name="csY235" fmla="*/ 60158 h 770772"/>
                <a:gd name="csX236" fmla="*/ 317333 w 637673"/>
                <a:gd name="csY236" fmla="*/ 60910 h 770772"/>
                <a:gd name="csX237" fmla="*/ 318085 w 637673"/>
                <a:gd name="csY237" fmla="*/ 61662 h 770772"/>
                <a:gd name="csX238" fmla="*/ 318837 w 637673"/>
                <a:gd name="csY238" fmla="*/ 63166 h 770772"/>
                <a:gd name="csX239" fmla="*/ 321845 w 637673"/>
                <a:gd name="csY239" fmla="*/ 63918 h 770772"/>
                <a:gd name="csX240" fmla="*/ 327109 w 637673"/>
                <a:gd name="csY240" fmla="*/ 67678 h 770772"/>
                <a:gd name="csX241" fmla="*/ 328612 w 637673"/>
                <a:gd name="csY241" fmla="*/ 67678 h 770772"/>
                <a:gd name="csX242" fmla="*/ 329364 w 637673"/>
                <a:gd name="csY242" fmla="*/ 67678 h 770772"/>
                <a:gd name="csX243" fmla="*/ 330116 w 637673"/>
                <a:gd name="csY243" fmla="*/ 68430 h 770772"/>
                <a:gd name="csX244" fmla="*/ 330868 w 637673"/>
                <a:gd name="csY244" fmla="*/ 69182 h 770772"/>
                <a:gd name="csX245" fmla="*/ 330868 w 637673"/>
                <a:gd name="csY245" fmla="*/ 69934 h 770772"/>
                <a:gd name="csX246" fmla="*/ 331620 w 637673"/>
                <a:gd name="csY246" fmla="*/ 70685 h 770772"/>
                <a:gd name="csX247" fmla="*/ 341396 w 637673"/>
                <a:gd name="csY247" fmla="*/ 77453 h 770772"/>
                <a:gd name="csX248" fmla="*/ 345908 w 637673"/>
                <a:gd name="csY248" fmla="*/ 81213 h 770772"/>
                <a:gd name="csX249" fmla="*/ 346660 w 637673"/>
                <a:gd name="csY249" fmla="*/ 81965 h 770772"/>
                <a:gd name="csX250" fmla="*/ 348164 w 637673"/>
                <a:gd name="csY250" fmla="*/ 82717 h 770772"/>
                <a:gd name="csX251" fmla="*/ 351171 w 637673"/>
                <a:gd name="csY251" fmla="*/ 82717 h 770772"/>
                <a:gd name="csX252" fmla="*/ 353428 w 637673"/>
                <a:gd name="csY252" fmla="*/ 83469 h 770772"/>
                <a:gd name="csX253" fmla="*/ 354931 w 637673"/>
                <a:gd name="csY253" fmla="*/ 84973 h 770772"/>
                <a:gd name="csX254" fmla="*/ 356435 w 637673"/>
                <a:gd name="csY254" fmla="*/ 87981 h 770772"/>
                <a:gd name="csX255" fmla="*/ 358691 w 637673"/>
                <a:gd name="csY255" fmla="*/ 89485 h 770772"/>
                <a:gd name="csX256" fmla="*/ 361699 w 637673"/>
                <a:gd name="csY256" fmla="*/ 90237 h 770772"/>
                <a:gd name="csX257" fmla="*/ 368467 w 637673"/>
                <a:gd name="csY257" fmla="*/ 90989 h 770772"/>
                <a:gd name="csX258" fmla="*/ 370723 w 637673"/>
                <a:gd name="csY258" fmla="*/ 90989 h 770772"/>
                <a:gd name="csX259" fmla="*/ 372979 w 637673"/>
                <a:gd name="csY259" fmla="*/ 92493 h 770772"/>
                <a:gd name="csX260" fmla="*/ 376739 w 637673"/>
                <a:gd name="csY260" fmla="*/ 95501 h 770772"/>
                <a:gd name="csX261" fmla="*/ 378994 w 637673"/>
                <a:gd name="csY261" fmla="*/ 100013 h 770772"/>
                <a:gd name="csX262" fmla="*/ 383507 w 637673"/>
                <a:gd name="csY262" fmla="*/ 109036 h 770772"/>
                <a:gd name="csX263" fmla="*/ 386514 w 637673"/>
                <a:gd name="csY263" fmla="*/ 108284 h 770772"/>
                <a:gd name="csX264" fmla="*/ 388018 w 637673"/>
                <a:gd name="csY264" fmla="*/ 109036 h 770772"/>
                <a:gd name="csX265" fmla="*/ 390274 w 637673"/>
                <a:gd name="csY265" fmla="*/ 111292 h 770772"/>
                <a:gd name="csX266" fmla="*/ 392530 w 637673"/>
                <a:gd name="csY266" fmla="*/ 113548 h 770772"/>
                <a:gd name="csX267" fmla="*/ 400050 w 637673"/>
                <a:gd name="csY267" fmla="*/ 115052 h 770772"/>
                <a:gd name="csX268" fmla="*/ 402306 w 637673"/>
                <a:gd name="csY268" fmla="*/ 119564 h 770772"/>
                <a:gd name="csX269" fmla="*/ 406818 w 637673"/>
                <a:gd name="csY269" fmla="*/ 123324 h 770772"/>
                <a:gd name="csX270" fmla="*/ 411329 w 637673"/>
                <a:gd name="csY270" fmla="*/ 126332 h 770772"/>
                <a:gd name="csX271" fmla="*/ 415089 w 637673"/>
                <a:gd name="csY271" fmla="*/ 127836 h 770772"/>
                <a:gd name="csX272" fmla="*/ 416593 w 637673"/>
                <a:gd name="csY272" fmla="*/ 129339 h 770772"/>
                <a:gd name="csX273" fmla="*/ 420353 w 637673"/>
                <a:gd name="csY273" fmla="*/ 133851 h 770772"/>
                <a:gd name="csX274" fmla="*/ 421857 w 637673"/>
                <a:gd name="csY274" fmla="*/ 135355 h 770772"/>
                <a:gd name="csX275" fmla="*/ 431633 w 637673"/>
                <a:gd name="csY275" fmla="*/ 136859 h 770772"/>
                <a:gd name="csX276" fmla="*/ 442160 w 637673"/>
                <a:gd name="csY276" fmla="*/ 141371 h 770772"/>
                <a:gd name="csX277" fmla="*/ 447424 w 637673"/>
                <a:gd name="csY277" fmla="*/ 142123 h 770772"/>
                <a:gd name="csX278" fmla="*/ 449680 w 637673"/>
                <a:gd name="csY278" fmla="*/ 138363 h 770772"/>
                <a:gd name="csX279" fmla="*/ 451184 w 637673"/>
                <a:gd name="csY279" fmla="*/ 139115 h 770772"/>
                <a:gd name="csX280" fmla="*/ 452688 w 637673"/>
                <a:gd name="csY280" fmla="*/ 141371 h 770772"/>
                <a:gd name="csX281" fmla="*/ 455696 w 637673"/>
                <a:gd name="csY281" fmla="*/ 147387 h 770772"/>
                <a:gd name="csX282" fmla="*/ 460208 w 637673"/>
                <a:gd name="csY282" fmla="*/ 152651 h 770772"/>
                <a:gd name="csX283" fmla="*/ 460960 w 637673"/>
                <a:gd name="csY283" fmla="*/ 154907 h 770772"/>
                <a:gd name="csX284" fmla="*/ 461712 w 637673"/>
                <a:gd name="csY284" fmla="*/ 160170 h 770772"/>
                <a:gd name="csX285" fmla="*/ 463216 w 637673"/>
                <a:gd name="csY285" fmla="*/ 162426 h 770772"/>
                <a:gd name="csX286" fmla="*/ 464720 w 637673"/>
                <a:gd name="csY286" fmla="*/ 164682 h 770772"/>
                <a:gd name="csX287" fmla="*/ 473743 w 637673"/>
                <a:gd name="csY287" fmla="*/ 172202 h 770772"/>
                <a:gd name="csX288" fmla="*/ 475247 w 637673"/>
                <a:gd name="csY288" fmla="*/ 173706 h 770772"/>
                <a:gd name="csX289" fmla="*/ 482015 w 637673"/>
                <a:gd name="csY289" fmla="*/ 176714 h 770772"/>
                <a:gd name="csX290" fmla="*/ 484271 w 637673"/>
                <a:gd name="csY290" fmla="*/ 178218 h 770772"/>
                <a:gd name="csX291" fmla="*/ 493295 w 637673"/>
                <a:gd name="csY291" fmla="*/ 191753 h 770772"/>
                <a:gd name="csX292" fmla="*/ 506078 w 637673"/>
                <a:gd name="csY292" fmla="*/ 208297 h 770772"/>
                <a:gd name="csX293" fmla="*/ 517358 w 637673"/>
                <a:gd name="csY293" fmla="*/ 220328 h 770772"/>
                <a:gd name="csX294" fmla="*/ 531645 w 637673"/>
                <a:gd name="csY294" fmla="*/ 230856 h 770772"/>
                <a:gd name="csX295" fmla="*/ 533901 w 637673"/>
                <a:gd name="csY295" fmla="*/ 231608 h 770772"/>
                <a:gd name="csX296" fmla="*/ 544429 w 637673"/>
                <a:gd name="csY296" fmla="*/ 241383 h 770772"/>
                <a:gd name="csX297" fmla="*/ 546685 w 637673"/>
                <a:gd name="csY297" fmla="*/ 242888 h 770772"/>
                <a:gd name="csX298" fmla="*/ 550444 w 637673"/>
                <a:gd name="csY298" fmla="*/ 243639 h 770772"/>
                <a:gd name="csX299" fmla="*/ 553452 w 637673"/>
                <a:gd name="csY299" fmla="*/ 244391 h 770772"/>
                <a:gd name="csX300" fmla="*/ 557212 w 637673"/>
                <a:gd name="csY300" fmla="*/ 244391 h 770772"/>
                <a:gd name="csX301" fmla="*/ 565484 w 637673"/>
                <a:gd name="csY301" fmla="*/ 262439 h 770772"/>
                <a:gd name="csX302" fmla="*/ 569996 w 637673"/>
                <a:gd name="csY302" fmla="*/ 267703 h 770772"/>
                <a:gd name="csX303" fmla="*/ 575260 w 637673"/>
                <a:gd name="csY303" fmla="*/ 272214 h 770772"/>
                <a:gd name="csX304" fmla="*/ 581276 w 637673"/>
                <a:gd name="csY304" fmla="*/ 276726 h 770772"/>
                <a:gd name="csX305" fmla="*/ 588043 w 637673"/>
                <a:gd name="csY305" fmla="*/ 279734 h 770772"/>
                <a:gd name="csX306" fmla="*/ 591803 w 637673"/>
                <a:gd name="csY306" fmla="*/ 281238 h 770772"/>
                <a:gd name="csX307" fmla="*/ 594059 w 637673"/>
                <a:gd name="csY307" fmla="*/ 280486 h 770772"/>
                <a:gd name="csX308" fmla="*/ 595563 w 637673"/>
                <a:gd name="csY308" fmla="*/ 278982 h 770772"/>
                <a:gd name="csX309" fmla="*/ 599323 w 637673"/>
                <a:gd name="csY309" fmla="*/ 279734 h 770772"/>
                <a:gd name="csX310" fmla="*/ 609099 w 637673"/>
                <a:gd name="csY310" fmla="*/ 284246 h 770772"/>
                <a:gd name="csX311" fmla="*/ 624138 w 637673"/>
                <a:gd name="csY311" fmla="*/ 290262 h 770772"/>
                <a:gd name="csX312" fmla="*/ 629402 w 637673"/>
                <a:gd name="csY312" fmla="*/ 293270 h 770772"/>
                <a:gd name="csX313" fmla="*/ 631658 w 637673"/>
                <a:gd name="csY313" fmla="*/ 297030 h 770772"/>
                <a:gd name="csX314" fmla="*/ 637674 w 637673"/>
                <a:gd name="csY314" fmla="*/ 309813 h 770772"/>
                <a:gd name="csX315" fmla="*/ 591803 w 637673"/>
                <a:gd name="csY315" fmla="*/ 325605 h 770772"/>
                <a:gd name="csX316" fmla="*/ 585035 w 637673"/>
                <a:gd name="csY316" fmla="*/ 328612 h 770772"/>
                <a:gd name="csX317" fmla="*/ 583531 w 637673"/>
                <a:gd name="csY317" fmla="*/ 329365 h 770772"/>
                <a:gd name="csX318" fmla="*/ 563980 w 637673"/>
                <a:gd name="csY318" fmla="*/ 345908 h 770772"/>
                <a:gd name="csX319" fmla="*/ 563228 w 637673"/>
                <a:gd name="csY319" fmla="*/ 347412 h 770772"/>
                <a:gd name="csX320" fmla="*/ 551948 w 637673"/>
                <a:gd name="csY320" fmla="*/ 371475 h 770772"/>
                <a:gd name="csX321" fmla="*/ 534653 w 637673"/>
                <a:gd name="csY321" fmla="*/ 406818 h 770772"/>
                <a:gd name="csX322" fmla="*/ 533901 w 637673"/>
                <a:gd name="csY322" fmla="*/ 408322 h 770772"/>
                <a:gd name="csX323" fmla="*/ 522622 w 637673"/>
                <a:gd name="csY323" fmla="*/ 421857 h 770772"/>
                <a:gd name="csX324" fmla="*/ 519614 w 637673"/>
                <a:gd name="csY324" fmla="*/ 424865 h 770772"/>
                <a:gd name="csX325" fmla="*/ 518110 w 637673"/>
                <a:gd name="csY325" fmla="*/ 426369 h 770772"/>
                <a:gd name="csX326" fmla="*/ 515102 w 637673"/>
                <a:gd name="csY326" fmla="*/ 429377 h 770772"/>
                <a:gd name="csX327" fmla="*/ 510590 w 637673"/>
                <a:gd name="csY327" fmla="*/ 440657 h 770772"/>
                <a:gd name="csX328" fmla="*/ 509838 w 637673"/>
                <a:gd name="csY328" fmla="*/ 442913 h 770772"/>
                <a:gd name="csX329" fmla="*/ 509838 w 637673"/>
                <a:gd name="csY329" fmla="*/ 444416 h 770772"/>
                <a:gd name="csX330" fmla="*/ 510590 w 637673"/>
                <a:gd name="csY330" fmla="*/ 448928 h 770772"/>
                <a:gd name="csX331" fmla="*/ 510590 w 637673"/>
                <a:gd name="csY331" fmla="*/ 451936 h 770772"/>
                <a:gd name="csX332" fmla="*/ 506830 w 637673"/>
                <a:gd name="csY332" fmla="*/ 456448 h 770772"/>
                <a:gd name="csX333" fmla="*/ 503822 w 637673"/>
                <a:gd name="csY333" fmla="*/ 461712 h 770772"/>
                <a:gd name="csX334" fmla="*/ 503070 w 637673"/>
                <a:gd name="csY334" fmla="*/ 463216 h 770772"/>
                <a:gd name="csX335" fmla="*/ 503070 w 637673"/>
                <a:gd name="csY335" fmla="*/ 464720 h 770772"/>
                <a:gd name="csX336" fmla="*/ 503070 w 637673"/>
                <a:gd name="csY336" fmla="*/ 467728 h 770772"/>
                <a:gd name="csX337" fmla="*/ 502318 w 637673"/>
                <a:gd name="csY337" fmla="*/ 469983 h 770772"/>
                <a:gd name="csX338" fmla="*/ 500814 w 637673"/>
                <a:gd name="csY338" fmla="*/ 472240 h 770772"/>
                <a:gd name="csX339" fmla="*/ 483519 w 637673"/>
                <a:gd name="csY339" fmla="*/ 489535 h 770772"/>
                <a:gd name="csX340" fmla="*/ 482015 w 637673"/>
                <a:gd name="csY340" fmla="*/ 492543 h 770772"/>
                <a:gd name="csX341" fmla="*/ 481263 w 637673"/>
                <a:gd name="csY341" fmla="*/ 494047 h 770772"/>
                <a:gd name="csX342" fmla="*/ 480511 w 637673"/>
                <a:gd name="csY342" fmla="*/ 496303 h 770772"/>
                <a:gd name="csX343" fmla="*/ 479007 w 637673"/>
                <a:gd name="csY343" fmla="*/ 497807 h 770772"/>
                <a:gd name="csX344" fmla="*/ 476751 w 637673"/>
                <a:gd name="csY344" fmla="*/ 499311 h 770772"/>
                <a:gd name="csX345" fmla="*/ 471487 w 637673"/>
                <a:gd name="csY345" fmla="*/ 501566 h 770772"/>
                <a:gd name="csX346" fmla="*/ 468480 w 637673"/>
                <a:gd name="csY346" fmla="*/ 502318 h 770772"/>
                <a:gd name="csX347" fmla="*/ 466224 w 637673"/>
                <a:gd name="csY347" fmla="*/ 502318 h 770772"/>
                <a:gd name="csX348" fmla="*/ 465471 w 637673"/>
                <a:gd name="csY348" fmla="*/ 501566 h 770772"/>
                <a:gd name="csX349" fmla="*/ 461712 w 637673"/>
                <a:gd name="csY349" fmla="*/ 498559 h 770772"/>
                <a:gd name="csX350" fmla="*/ 460208 w 637673"/>
                <a:gd name="csY350" fmla="*/ 497807 h 770772"/>
                <a:gd name="csX351" fmla="*/ 459456 w 637673"/>
                <a:gd name="csY351" fmla="*/ 497807 h 770772"/>
                <a:gd name="csX352" fmla="*/ 457952 w 637673"/>
                <a:gd name="csY352" fmla="*/ 497807 h 770772"/>
                <a:gd name="csX353" fmla="*/ 455696 w 637673"/>
                <a:gd name="csY353" fmla="*/ 498559 h 770772"/>
                <a:gd name="csX354" fmla="*/ 452688 w 637673"/>
                <a:gd name="csY354" fmla="*/ 500814 h 770772"/>
                <a:gd name="csX355" fmla="*/ 448928 w 637673"/>
                <a:gd name="csY355" fmla="*/ 504574 h 770772"/>
                <a:gd name="csX356" fmla="*/ 447424 w 637673"/>
                <a:gd name="csY356" fmla="*/ 507582 h 770772"/>
                <a:gd name="csX357" fmla="*/ 445920 w 637673"/>
                <a:gd name="csY357" fmla="*/ 510590 h 770772"/>
                <a:gd name="csX358" fmla="*/ 445920 w 637673"/>
                <a:gd name="csY358" fmla="*/ 512846 h 770772"/>
                <a:gd name="csX359" fmla="*/ 445168 w 637673"/>
                <a:gd name="csY359" fmla="*/ 514350 h 770772"/>
                <a:gd name="csX360" fmla="*/ 444416 w 637673"/>
                <a:gd name="csY360" fmla="*/ 515854 h 770772"/>
                <a:gd name="csX361" fmla="*/ 440656 w 637673"/>
                <a:gd name="csY361" fmla="*/ 518110 h 770772"/>
                <a:gd name="csX362" fmla="*/ 439905 w 637673"/>
                <a:gd name="csY362" fmla="*/ 519614 h 770772"/>
                <a:gd name="csX363" fmla="*/ 439152 w 637673"/>
                <a:gd name="csY363" fmla="*/ 522622 h 770772"/>
                <a:gd name="csX364" fmla="*/ 438401 w 637673"/>
                <a:gd name="csY364" fmla="*/ 524126 h 770772"/>
                <a:gd name="csX365" fmla="*/ 437648 w 637673"/>
                <a:gd name="csY365" fmla="*/ 525630 h 770772"/>
                <a:gd name="csX366" fmla="*/ 435393 w 637673"/>
                <a:gd name="csY366" fmla="*/ 527134 h 770772"/>
                <a:gd name="csX367" fmla="*/ 433888 w 637673"/>
                <a:gd name="csY367" fmla="*/ 527886 h 770772"/>
                <a:gd name="csX368" fmla="*/ 433137 w 637673"/>
                <a:gd name="csY368" fmla="*/ 529390 h 770772"/>
                <a:gd name="csX369" fmla="*/ 433137 w 637673"/>
                <a:gd name="csY369" fmla="*/ 531645 h 770772"/>
                <a:gd name="csX370" fmla="*/ 433137 w 637673"/>
                <a:gd name="csY370" fmla="*/ 534653 h 770772"/>
                <a:gd name="csX371" fmla="*/ 433137 w 637673"/>
                <a:gd name="csY371" fmla="*/ 538413 h 770772"/>
                <a:gd name="csX372" fmla="*/ 433137 w 637673"/>
                <a:gd name="csY372" fmla="*/ 540669 h 770772"/>
                <a:gd name="csX373" fmla="*/ 433137 w 637673"/>
                <a:gd name="csY373" fmla="*/ 542925 h 770772"/>
                <a:gd name="csX374" fmla="*/ 432385 w 637673"/>
                <a:gd name="csY374" fmla="*/ 544429 h 770772"/>
                <a:gd name="csX375" fmla="*/ 431633 w 637673"/>
                <a:gd name="csY375" fmla="*/ 545181 h 770772"/>
                <a:gd name="csX376" fmla="*/ 430129 w 637673"/>
                <a:gd name="csY376" fmla="*/ 546685 h 770772"/>
                <a:gd name="csX377" fmla="*/ 430129 w 637673"/>
                <a:gd name="csY377" fmla="*/ 547437 h 770772"/>
                <a:gd name="csX378" fmla="*/ 430129 w 637673"/>
                <a:gd name="csY378" fmla="*/ 548941 h 770772"/>
                <a:gd name="csX379" fmla="*/ 430881 w 637673"/>
                <a:gd name="csY379" fmla="*/ 549693 h 770772"/>
                <a:gd name="csX380" fmla="*/ 432385 w 637673"/>
                <a:gd name="csY380" fmla="*/ 549693 h 770772"/>
                <a:gd name="csX381" fmla="*/ 434641 w 637673"/>
                <a:gd name="csY381" fmla="*/ 549693 h 770772"/>
                <a:gd name="csX382" fmla="*/ 436145 w 637673"/>
                <a:gd name="csY382" fmla="*/ 549693 h 770772"/>
                <a:gd name="csX383" fmla="*/ 439152 w 637673"/>
                <a:gd name="csY383" fmla="*/ 548941 h 770772"/>
                <a:gd name="csX384" fmla="*/ 442160 w 637673"/>
                <a:gd name="csY384" fmla="*/ 546685 h 770772"/>
                <a:gd name="csX385" fmla="*/ 441408 w 637673"/>
                <a:gd name="csY385" fmla="*/ 550445 h 770772"/>
                <a:gd name="csX386" fmla="*/ 440656 w 637673"/>
                <a:gd name="csY386" fmla="*/ 551949 h 770772"/>
                <a:gd name="csX387" fmla="*/ 439152 w 637673"/>
                <a:gd name="csY387" fmla="*/ 554957 h 770772"/>
                <a:gd name="csX388" fmla="*/ 436897 w 637673"/>
                <a:gd name="csY388" fmla="*/ 557212 h 770772"/>
                <a:gd name="csX389" fmla="*/ 434641 w 637673"/>
                <a:gd name="csY389" fmla="*/ 560972 h 770772"/>
                <a:gd name="csX390" fmla="*/ 425617 w 637673"/>
                <a:gd name="csY390" fmla="*/ 588795 h 770772"/>
                <a:gd name="csX391" fmla="*/ 424113 w 637673"/>
                <a:gd name="csY391" fmla="*/ 591051 h 770772"/>
                <a:gd name="csX392" fmla="*/ 424113 w 637673"/>
                <a:gd name="csY392" fmla="*/ 593307 h 770772"/>
                <a:gd name="csX393" fmla="*/ 424113 w 637673"/>
                <a:gd name="csY393" fmla="*/ 595563 h 770772"/>
                <a:gd name="csX394" fmla="*/ 424113 w 637673"/>
                <a:gd name="csY394" fmla="*/ 597067 h 770772"/>
                <a:gd name="csX395" fmla="*/ 424865 w 637673"/>
                <a:gd name="csY395" fmla="*/ 597819 h 770772"/>
                <a:gd name="csX396" fmla="*/ 425617 w 637673"/>
                <a:gd name="csY396" fmla="*/ 598571 h 770772"/>
                <a:gd name="csX397" fmla="*/ 427121 w 637673"/>
                <a:gd name="csY397" fmla="*/ 600827 h 770772"/>
                <a:gd name="csX398" fmla="*/ 427873 w 637673"/>
                <a:gd name="csY398" fmla="*/ 602331 h 770772"/>
                <a:gd name="csX399" fmla="*/ 428625 w 637673"/>
                <a:gd name="csY399" fmla="*/ 603835 h 770772"/>
                <a:gd name="csX400" fmla="*/ 428625 w 637673"/>
                <a:gd name="csY400" fmla="*/ 605339 h 770772"/>
                <a:gd name="csX401" fmla="*/ 427873 w 637673"/>
                <a:gd name="csY401" fmla="*/ 606843 h 770772"/>
                <a:gd name="csX402" fmla="*/ 426369 w 637673"/>
                <a:gd name="csY402" fmla="*/ 608347 h 770772"/>
                <a:gd name="csX403" fmla="*/ 423361 w 637673"/>
                <a:gd name="csY403" fmla="*/ 615867 h 770772"/>
                <a:gd name="csX404" fmla="*/ 421857 w 637673"/>
                <a:gd name="csY404" fmla="*/ 617370 h 770772"/>
                <a:gd name="csX405" fmla="*/ 420353 w 637673"/>
                <a:gd name="csY405" fmla="*/ 618874 h 770772"/>
                <a:gd name="csX406" fmla="*/ 416593 w 637673"/>
                <a:gd name="csY406" fmla="*/ 621130 h 770772"/>
                <a:gd name="csX407" fmla="*/ 414337 w 637673"/>
                <a:gd name="csY407" fmla="*/ 622634 h 770772"/>
                <a:gd name="csX408" fmla="*/ 412082 w 637673"/>
                <a:gd name="csY408" fmla="*/ 624138 h 770772"/>
                <a:gd name="csX409" fmla="*/ 409826 w 637673"/>
                <a:gd name="csY409" fmla="*/ 627146 h 770772"/>
                <a:gd name="csX410" fmla="*/ 409073 w 637673"/>
                <a:gd name="csY410" fmla="*/ 633914 h 770772"/>
                <a:gd name="csX411" fmla="*/ 409073 w 637673"/>
                <a:gd name="csY411" fmla="*/ 636170 h 770772"/>
                <a:gd name="csX412" fmla="*/ 409826 w 637673"/>
                <a:gd name="csY412" fmla="*/ 639178 h 770772"/>
                <a:gd name="csX413" fmla="*/ 410577 w 637673"/>
                <a:gd name="csY413" fmla="*/ 639930 h 770772"/>
                <a:gd name="csX414" fmla="*/ 411329 w 637673"/>
                <a:gd name="csY414" fmla="*/ 640682 h 770772"/>
                <a:gd name="csX415" fmla="*/ 412082 w 637673"/>
                <a:gd name="csY415" fmla="*/ 641434 h 770772"/>
                <a:gd name="csX416" fmla="*/ 414337 w 637673"/>
                <a:gd name="csY416" fmla="*/ 642186 h 770772"/>
                <a:gd name="csX417" fmla="*/ 415841 w 637673"/>
                <a:gd name="csY417" fmla="*/ 642937 h 770772"/>
                <a:gd name="csX418" fmla="*/ 417345 w 637673"/>
                <a:gd name="csY418" fmla="*/ 643689 h 770772"/>
                <a:gd name="csX419" fmla="*/ 418097 w 637673"/>
                <a:gd name="csY419" fmla="*/ 645193 h 770772"/>
                <a:gd name="csX420" fmla="*/ 418849 w 637673"/>
                <a:gd name="csY420" fmla="*/ 646697 h 770772"/>
                <a:gd name="csX421" fmla="*/ 419601 w 637673"/>
                <a:gd name="csY421" fmla="*/ 649705 h 770772"/>
                <a:gd name="csX422" fmla="*/ 420353 w 637673"/>
                <a:gd name="csY422" fmla="*/ 652713 h 770772"/>
                <a:gd name="csX423" fmla="*/ 421105 w 637673"/>
                <a:gd name="csY423" fmla="*/ 654969 h 770772"/>
                <a:gd name="csX424" fmla="*/ 421105 w 637673"/>
                <a:gd name="csY424" fmla="*/ 657225 h 770772"/>
                <a:gd name="csX425" fmla="*/ 419601 w 637673"/>
                <a:gd name="csY425" fmla="*/ 662489 h 770772"/>
                <a:gd name="csX426" fmla="*/ 419601 w 637673"/>
                <a:gd name="csY426" fmla="*/ 664745 h 770772"/>
                <a:gd name="csX427" fmla="*/ 420353 w 637673"/>
                <a:gd name="csY427" fmla="*/ 666249 h 770772"/>
                <a:gd name="csX428" fmla="*/ 421857 w 637673"/>
                <a:gd name="csY428" fmla="*/ 667001 h 770772"/>
                <a:gd name="csX429" fmla="*/ 424113 w 637673"/>
                <a:gd name="csY429" fmla="*/ 667753 h 770772"/>
                <a:gd name="csX430" fmla="*/ 425617 w 637673"/>
                <a:gd name="csY430" fmla="*/ 667753 h 770772"/>
                <a:gd name="csX431" fmla="*/ 427121 w 637673"/>
                <a:gd name="csY431" fmla="*/ 668505 h 770772"/>
                <a:gd name="csX432" fmla="*/ 427873 w 637673"/>
                <a:gd name="csY432" fmla="*/ 669256 h 770772"/>
                <a:gd name="csX433" fmla="*/ 429377 w 637673"/>
                <a:gd name="csY433" fmla="*/ 672265 h 770772"/>
                <a:gd name="csX434" fmla="*/ 430129 w 637673"/>
                <a:gd name="csY434" fmla="*/ 673768 h 770772"/>
                <a:gd name="csX435" fmla="*/ 430881 w 637673"/>
                <a:gd name="csY435" fmla="*/ 674520 h 770772"/>
                <a:gd name="csX436" fmla="*/ 432385 w 637673"/>
                <a:gd name="csY436" fmla="*/ 675272 h 770772"/>
                <a:gd name="csX437" fmla="*/ 433888 w 637673"/>
                <a:gd name="csY437" fmla="*/ 676024 h 770772"/>
                <a:gd name="csX438" fmla="*/ 437648 w 637673"/>
                <a:gd name="csY438" fmla="*/ 676024 h 770772"/>
                <a:gd name="csX439" fmla="*/ 439152 w 637673"/>
                <a:gd name="csY439" fmla="*/ 676776 h 770772"/>
                <a:gd name="csX440" fmla="*/ 439905 w 637673"/>
                <a:gd name="csY440" fmla="*/ 678280 h 770772"/>
                <a:gd name="csX441" fmla="*/ 439905 w 637673"/>
                <a:gd name="csY441" fmla="*/ 680536 h 770772"/>
                <a:gd name="csX442" fmla="*/ 441408 w 637673"/>
                <a:gd name="csY442" fmla="*/ 685800 h 770772"/>
                <a:gd name="csX443" fmla="*/ 441408 w 637673"/>
                <a:gd name="csY443" fmla="*/ 687304 h 770772"/>
                <a:gd name="csX444" fmla="*/ 441408 w 637673"/>
                <a:gd name="csY444" fmla="*/ 689560 h 770772"/>
                <a:gd name="csX445" fmla="*/ 440656 w 637673"/>
                <a:gd name="csY445" fmla="*/ 691816 h 770772"/>
                <a:gd name="csX446" fmla="*/ 439905 w 637673"/>
                <a:gd name="csY446" fmla="*/ 693320 h 770772"/>
                <a:gd name="csX447" fmla="*/ 439152 w 637673"/>
                <a:gd name="csY447" fmla="*/ 694824 h 770772"/>
                <a:gd name="csX448" fmla="*/ 436897 w 637673"/>
                <a:gd name="csY448" fmla="*/ 698584 h 770772"/>
                <a:gd name="csX449" fmla="*/ 434641 w 637673"/>
                <a:gd name="csY449" fmla="*/ 703095 h 770772"/>
                <a:gd name="csX450" fmla="*/ 433137 w 637673"/>
                <a:gd name="csY450" fmla="*/ 705351 h 770772"/>
                <a:gd name="csX451" fmla="*/ 430881 w 637673"/>
                <a:gd name="csY451" fmla="*/ 708359 h 770772"/>
                <a:gd name="csX452" fmla="*/ 427121 w 637673"/>
                <a:gd name="csY452" fmla="*/ 709863 h 770772"/>
                <a:gd name="csX453" fmla="*/ 426369 w 637673"/>
                <a:gd name="csY453" fmla="*/ 710615 h 770772"/>
                <a:gd name="csX454" fmla="*/ 426369 w 637673"/>
                <a:gd name="csY454" fmla="*/ 712119 h 770772"/>
                <a:gd name="csX455" fmla="*/ 427121 w 637673"/>
                <a:gd name="csY455" fmla="*/ 715879 h 770772"/>
                <a:gd name="csX456" fmla="*/ 427121 w 637673"/>
                <a:gd name="csY456" fmla="*/ 717383 h 770772"/>
                <a:gd name="csX457" fmla="*/ 426369 w 637673"/>
                <a:gd name="csY457" fmla="*/ 719639 h 770772"/>
                <a:gd name="csX458" fmla="*/ 425617 w 637673"/>
                <a:gd name="csY458" fmla="*/ 721895 h 770772"/>
                <a:gd name="csX459" fmla="*/ 422609 w 637673"/>
                <a:gd name="csY459" fmla="*/ 724903 h 770772"/>
                <a:gd name="csX460" fmla="*/ 421105 w 637673"/>
                <a:gd name="csY460" fmla="*/ 727159 h 770772"/>
                <a:gd name="csX461" fmla="*/ 416593 w 637673"/>
                <a:gd name="csY461" fmla="*/ 730166 h 770772"/>
                <a:gd name="csX462" fmla="*/ 415841 w 637673"/>
                <a:gd name="csY462" fmla="*/ 730918 h 770772"/>
                <a:gd name="csX463" fmla="*/ 415089 w 637673"/>
                <a:gd name="csY463" fmla="*/ 731670 h 770772"/>
                <a:gd name="csX464" fmla="*/ 415089 w 637673"/>
                <a:gd name="csY464" fmla="*/ 733174 h 770772"/>
                <a:gd name="csX465" fmla="*/ 416593 w 637673"/>
                <a:gd name="csY465" fmla="*/ 735430 h 770772"/>
                <a:gd name="csX466" fmla="*/ 412082 w 637673"/>
                <a:gd name="csY466" fmla="*/ 736934 h 770772"/>
                <a:gd name="csX467" fmla="*/ 410577 w 637673"/>
                <a:gd name="csY467" fmla="*/ 737686 h 770772"/>
                <a:gd name="csX468" fmla="*/ 408322 w 637673"/>
                <a:gd name="csY468" fmla="*/ 740694 h 770772"/>
                <a:gd name="csX469" fmla="*/ 408322 w 637673"/>
                <a:gd name="csY469" fmla="*/ 741446 h 770772"/>
                <a:gd name="csX470" fmla="*/ 407569 w 637673"/>
                <a:gd name="csY470" fmla="*/ 741446 h 770772"/>
                <a:gd name="csX471" fmla="*/ 406818 w 637673"/>
                <a:gd name="csY471" fmla="*/ 740694 h 770772"/>
                <a:gd name="csX472" fmla="*/ 405314 w 637673"/>
                <a:gd name="csY472" fmla="*/ 740694 h 770772"/>
                <a:gd name="csX473" fmla="*/ 403810 w 637673"/>
                <a:gd name="csY473" fmla="*/ 740694 h 770772"/>
                <a:gd name="csX474" fmla="*/ 400802 w 637673"/>
                <a:gd name="csY474" fmla="*/ 741446 h 770772"/>
                <a:gd name="csX475" fmla="*/ 399298 w 637673"/>
                <a:gd name="csY475" fmla="*/ 741446 h 770772"/>
                <a:gd name="csX476" fmla="*/ 397794 w 637673"/>
                <a:gd name="csY476" fmla="*/ 742198 h 770772"/>
                <a:gd name="csX477" fmla="*/ 397042 w 637673"/>
                <a:gd name="csY477" fmla="*/ 743702 h 770772"/>
                <a:gd name="csX478" fmla="*/ 397042 w 637673"/>
                <a:gd name="csY478" fmla="*/ 744454 h 770772"/>
                <a:gd name="csX479" fmla="*/ 396290 w 637673"/>
                <a:gd name="csY479" fmla="*/ 745206 h 770772"/>
                <a:gd name="csX480" fmla="*/ 396290 w 637673"/>
                <a:gd name="csY480" fmla="*/ 748214 h 770772"/>
                <a:gd name="csX481" fmla="*/ 395538 w 637673"/>
                <a:gd name="csY481" fmla="*/ 749718 h 770772"/>
                <a:gd name="csX482" fmla="*/ 394786 w 637673"/>
                <a:gd name="csY482" fmla="*/ 749718 h 770772"/>
                <a:gd name="csX483" fmla="*/ 394034 w 637673"/>
                <a:gd name="csY483" fmla="*/ 749718 h 770772"/>
                <a:gd name="csX484" fmla="*/ 394034 w 637673"/>
                <a:gd name="csY484" fmla="*/ 748966 h 770772"/>
                <a:gd name="csX485" fmla="*/ 393282 w 637673"/>
                <a:gd name="csY485" fmla="*/ 748214 h 770772"/>
                <a:gd name="csX486" fmla="*/ 392530 w 637673"/>
                <a:gd name="csY486" fmla="*/ 748214 h 770772"/>
                <a:gd name="csX487" fmla="*/ 391026 w 637673"/>
                <a:gd name="csY487" fmla="*/ 748214 h 770772"/>
                <a:gd name="csX488" fmla="*/ 390274 w 637673"/>
                <a:gd name="csY488" fmla="*/ 748214 h 770772"/>
                <a:gd name="csX489" fmla="*/ 390274 w 637673"/>
                <a:gd name="csY489" fmla="*/ 748966 h 770772"/>
                <a:gd name="csX490" fmla="*/ 388018 w 637673"/>
                <a:gd name="csY490" fmla="*/ 751974 h 770772"/>
                <a:gd name="csX491" fmla="*/ 385010 w 637673"/>
                <a:gd name="csY491" fmla="*/ 755733 h 770772"/>
                <a:gd name="csX492" fmla="*/ 383507 w 637673"/>
                <a:gd name="csY492" fmla="*/ 757238 h 770772"/>
                <a:gd name="csX493" fmla="*/ 381250 w 637673"/>
                <a:gd name="csY493" fmla="*/ 762501 h 770772"/>
                <a:gd name="csX494" fmla="*/ 378994 w 637673"/>
                <a:gd name="csY494" fmla="*/ 764757 h 770772"/>
                <a:gd name="csX495" fmla="*/ 377490 w 637673"/>
                <a:gd name="csY495" fmla="*/ 767765 h 770772"/>
                <a:gd name="csX496" fmla="*/ 375235 w 637673"/>
                <a:gd name="csY496" fmla="*/ 770021 h 770772"/>
                <a:gd name="csX497" fmla="*/ 374483 w 637673"/>
                <a:gd name="csY497" fmla="*/ 770773 h 770772"/>
                <a:gd name="csX498" fmla="*/ 373731 w 637673"/>
                <a:gd name="csY498" fmla="*/ 770773 h 770772"/>
                <a:gd name="csX499" fmla="*/ 372979 w 637673"/>
                <a:gd name="csY499" fmla="*/ 770021 h 770772"/>
                <a:gd name="csX500" fmla="*/ 371475 w 637673"/>
                <a:gd name="csY500" fmla="*/ 766261 h 770772"/>
                <a:gd name="csX501" fmla="*/ 370723 w 637673"/>
                <a:gd name="csY501" fmla="*/ 766261 h 770772"/>
                <a:gd name="csX502" fmla="*/ 369219 w 637673"/>
                <a:gd name="csY502" fmla="*/ 766261 h 770772"/>
                <a:gd name="csX503" fmla="*/ 366963 w 637673"/>
                <a:gd name="csY503" fmla="*/ 767765 h 770772"/>
                <a:gd name="csX504" fmla="*/ 362451 w 637673"/>
                <a:gd name="csY504" fmla="*/ 770021 h 770772"/>
                <a:gd name="csX505" fmla="*/ 360947 w 637673"/>
                <a:gd name="csY505" fmla="*/ 770773 h 770772"/>
                <a:gd name="csX506" fmla="*/ 359443 w 637673"/>
                <a:gd name="csY506" fmla="*/ 770773 h 770772"/>
                <a:gd name="csX507" fmla="*/ 358691 w 637673"/>
                <a:gd name="csY507" fmla="*/ 770773 h 770772"/>
                <a:gd name="csX508" fmla="*/ 358691 w 637673"/>
                <a:gd name="csY508" fmla="*/ 770021 h 770772"/>
                <a:gd name="csX509" fmla="*/ 357939 w 637673"/>
                <a:gd name="csY509" fmla="*/ 768517 h 770772"/>
                <a:gd name="csX510" fmla="*/ 354931 w 637673"/>
                <a:gd name="csY510" fmla="*/ 757238 h 770772"/>
                <a:gd name="csX511" fmla="*/ 354179 w 637673"/>
                <a:gd name="csY511" fmla="*/ 755733 h 770772"/>
                <a:gd name="csX512" fmla="*/ 353428 w 637673"/>
                <a:gd name="csY512" fmla="*/ 754230 h 770772"/>
                <a:gd name="csX513" fmla="*/ 351924 w 637673"/>
                <a:gd name="csY513" fmla="*/ 753478 h 770772"/>
                <a:gd name="csX514" fmla="*/ 351171 w 637673"/>
                <a:gd name="csY514" fmla="*/ 752726 h 770772"/>
                <a:gd name="csX515" fmla="*/ 346660 w 637673"/>
                <a:gd name="csY515" fmla="*/ 749718 h 770772"/>
                <a:gd name="csX516" fmla="*/ 344404 w 637673"/>
                <a:gd name="csY516" fmla="*/ 748966 h 770772"/>
                <a:gd name="csX517" fmla="*/ 343652 w 637673"/>
                <a:gd name="csY517" fmla="*/ 748966 h 770772"/>
                <a:gd name="csX518" fmla="*/ 342148 w 637673"/>
                <a:gd name="csY518" fmla="*/ 748214 h 770772"/>
                <a:gd name="csX519" fmla="*/ 333124 w 637673"/>
                <a:gd name="csY519" fmla="*/ 744454 h 770772"/>
                <a:gd name="csX520" fmla="*/ 330868 w 637673"/>
                <a:gd name="csY520" fmla="*/ 742950 h 770772"/>
                <a:gd name="csX521" fmla="*/ 324100 w 637673"/>
                <a:gd name="csY521" fmla="*/ 735430 h 770772"/>
                <a:gd name="csX522" fmla="*/ 323349 w 637673"/>
                <a:gd name="csY522" fmla="*/ 733926 h 770772"/>
                <a:gd name="csX523" fmla="*/ 321092 w 637673"/>
                <a:gd name="csY523" fmla="*/ 729414 h 770772"/>
                <a:gd name="csX524" fmla="*/ 320341 w 637673"/>
                <a:gd name="csY524" fmla="*/ 727159 h 770772"/>
                <a:gd name="csX525" fmla="*/ 318837 w 637673"/>
                <a:gd name="csY525" fmla="*/ 725655 h 770772"/>
                <a:gd name="csX526" fmla="*/ 318085 w 637673"/>
                <a:gd name="csY526" fmla="*/ 724903 h 770772"/>
                <a:gd name="csX527" fmla="*/ 317333 w 637673"/>
                <a:gd name="csY527" fmla="*/ 724151 h 770772"/>
                <a:gd name="csX528" fmla="*/ 314325 w 637673"/>
                <a:gd name="csY528" fmla="*/ 723399 h 770772"/>
                <a:gd name="csX529" fmla="*/ 312069 w 637673"/>
                <a:gd name="csY529" fmla="*/ 723399 h 770772"/>
                <a:gd name="csX530" fmla="*/ 306805 w 637673"/>
                <a:gd name="csY530" fmla="*/ 721143 h 770772"/>
                <a:gd name="csX531" fmla="*/ 300789 w 637673"/>
                <a:gd name="csY531" fmla="*/ 716631 h 770772"/>
                <a:gd name="csX532" fmla="*/ 298533 w 637673"/>
                <a:gd name="csY532" fmla="*/ 715879 h 770772"/>
                <a:gd name="csX533" fmla="*/ 297781 w 637673"/>
                <a:gd name="csY533" fmla="*/ 715127 h 770772"/>
                <a:gd name="csX534" fmla="*/ 291766 w 637673"/>
                <a:gd name="csY534" fmla="*/ 714375 h 770772"/>
                <a:gd name="csX535" fmla="*/ 290262 w 637673"/>
                <a:gd name="csY535" fmla="*/ 713623 h 770772"/>
                <a:gd name="csX536" fmla="*/ 289510 w 637673"/>
                <a:gd name="csY536" fmla="*/ 712871 h 770772"/>
                <a:gd name="csX537" fmla="*/ 287254 w 637673"/>
                <a:gd name="csY537" fmla="*/ 710615 h 770772"/>
                <a:gd name="csX538" fmla="*/ 283494 w 637673"/>
                <a:gd name="csY538" fmla="*/ 707607 h 770772"/>
                <a:gd name="csX539" fmla="*/ 274470 w 637673"/>
                <a:gd name="csY539" fmla="*/ 699335 h 770772"/>
                <a:gd name="csX540" fmla="*/ 271462 w 637673"/>
                <a:gd name="csY540" fmla="*/ 697832 h 770772"/>
                <a:gd name="csX541" fmla="*/ 242135 w 637673"/>
                <a:gd name="csY541" fmla="*/ 694072 h 770772"/>
                <a:gd name="csX542" fmla="*/ 230104 w 637673"/>
                <a:gd name="csY542" fmla="*/ 694824 h 770772"/>
                <a:gd name="csX543" fmla="*/ 226344 w 637673"/>
                <a:gd name="csY543" fmla="*/ 695576 h 770772"/>
                <a:gd name="csX544" fmla="*/ 218072 w 637673"/>
                <a:gd name="csY544" fmla="*/ 699335 h 770772"/>
                <a:gd name="csX545" fmla="*/ 212808 w 637673"/>
                <a:gd name="csY545" fmla="*/ 701592 h 770772"/>
                <a:gd name="csX546" fmla="*/ 209800 w 637673"/>
                <a:gd name="csY546" fmla="*/ 703095 h 770772"/>
                <a:gd name="csX547" fmla="*/ 196265 w 637673"/>
                <a:gd name="csY547" fmla="*/ 704599 h 770772"/>
                <a:gd name="csX548" fmla="*/ 193257 w 637673"/>
                <a:gd name="csY548" fmla="*/ 704599 h 770772"/>
                <a:gd name="csX549" fmla="*/ 179721 w 637673"/>
                <a:gd name="csY549" fmla="*/ 700839 h 770772"/>
                <a:gd name="csX550" fmla="*/ 177466 w 637673"/>
                <a:gd name="csY550" fmla="*/ 700087 h 770772"/>
                <a:gd name="csX551" fmla="*/ 175962 w 637673"/>
                <a:gd name="csY551" fmla="*/ 700087 h 770772"/>
                <a:gd name="csX552" fmla="*/ 174458 w 637673"/>
                <a:gd name="csY552" fmla="*/ 700839 h 770772"/>
                <a:gd name="csX553" fmla="*/ 137611 w 637673"/>
                <a:gd name="csY553" fmla="*/ 700087 h 770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</a:cxnLst>
              <a:rect l="l" t="t" r="r" b="b"/>
              <a:pathLst>
                <a:path w="637673" h="770772">
                  <a:moveTo>
                    <a:pt x="137611" y="700087"/>
                  </a:moveTo>
                  <a:lnTo>
                    <a:pt x="138363" y="690312"/>
                  </a:lnTo>
                  <a:lnTo>
                    <a:pt x="138363" y="688808"/>
                  </a:lnTo>
                  <a:lnTo>
                    <a:pt x="137611" y="686552"/>
                  </a:lnTo>
                  <a:lnTo>
                    <a:pt x="136859" y="685048"/>
                  </a:lnTo>
                  <a:lnTo>
                    <a:pt x="135355" y="683544"/>
                  </a:lnTo>
                  <a:lnTo>
                    <a:pt x="133851" y="681288"/>
                  </a:lnTo>
                  <a:lnTo>
                    <a:pt x="131595" y="676024"/>
                  </a:lnTo>
                  <a:lnTo>
                    <a:pt x="130843" y="673016"/>
                  </a:lnTo>
                  <a:lnTo>
                    <a:pt x="130843" y="670761"/>
                  </a:lnTo>
                  <a:lnTo>
                    <a:pt x="142123" y="641434"/>
                  </a:lnTo>
                  <a:lnTo>
                    <a:pt x="142123" y="639930"/>
                  </a:lnTo>
                  <a:lnTo>
                    <a:pt x="152651" y="626394"/>
                  </a:lnTo>
                  <a:lnTo>
                    <a:pt x="153402" y="624138"/>
                  </a:lnTo>
                  <a:lnTo>
                    <a:pt x="155658" y="618874"/>
                  </a:lnTo>
                  <a:lnTo>
                    <a:pt x="156410" y="615867"/>
                  </a:lnTo>
                  <a:lnTo>
                    <a:pt x="156410" y="614363"/>
                  </a:lnTo>
                  <a:lnTo>
                    <a:pt x="156410" y="612858"/>
                  </a:lnTo>
                  <a:lnTo>
                    <a:pt x="156410" y="612107"/>
                  </a:lnTo>
                  <a:lnTo>
                    <a:pt x="154906" y="611355"/>
                  </a:lnTo>
                  <a:lnTo>
                    <a:pt x="154155" y="609851"/>
                  </a:lnTo>
                  <a:lnTo>
                    <a:pt x="152651" y="609099"/>
                  </a:lnTo>
                  <a:lnTo>
                    <a:pt x="151898" y="608347"/>
                  </a:lnTo>
                  <a:lnTo>
                    <a:pt x="151147" y="605339"/>
                  </a:lnTo>
                  <a:lnTo>
                    <a:pt x="149642" y="601579"/>
                  </a:lnTo>
                  <a:lnTo>
                    <a:pt x="148138" y="600827"/>
                  </a:lnTo>
                  <a:lnTo>
                    <a:pt x="146635" y="600075"/>
                  </a:lnTo>
                  <a:lnTo>
                    <a:pt x="125579" y="596315"/>
                  </a:lnTo>
                  <a:lnTo>
                    <a:pt x="123323" y="594811"/>
                  </a:lnTo>
                  <a:lnTo>
                    <a:pt x="120316" y="592555"/>
                  </a:lnTo>
                  <a:lnTo>
                    <a:pt x="113548" y="590299"/>
                  </a:lnTo>
                  <a:lnTo>
                    <a:pt x="111292" y="588795"/>
                  </a:lnTo>
                  <a:lnTo>
                    <a:pt x="110540" y="587291"/>
                  </a:lnTo>
                  <a:lnTo>
                    <a:pt x="109788" y="585788"/>
                  </a:lnTo>
                  <a:lnTo>
                    <a:pt x="110540" y="579020"/>
                  </a:lnTo>
                  <a:lnTo>
                    <a:pt x="110540" y="575260"/>
                  </a:lnTo>
                  <a:lnTo>
                    <a:pt x="106780" y="569996"/>
                  </a:lnTo>
                  <a:lnTo>
                    <a:pt x="102268" y="563228"/>
                  </a:lnTo>
                  <a:lnTo>
                    <a:pt x="100764" y="559469"/>
                  </a:lnTo>
                  <a:lnTo>
                    <a:pt x="98508" y="548189"/>
                  </a:lnTo>
                  <a:lnTo>
                    <a:pt x="98508" y="545933"/>
                  </a:lnTo>
                  <a:lnTo>
                    <a:pt x="99260" y="540669"/>
                  </a:lnTo>
                  <a:lnTo>
                    <a:pt x="99260" y="537661"/>
                  </a:lnTo>
                  <a:lnTo>
                    <a:pt x="99260" y="533901"/>
                  </a:lnTo>
                  <a:lnTo>
                    <a:pt x="99260" y="530893"/>
                  </a:lnTo>
                  <a:lnTo>
                    <a:pt x="98508" y="528638"/>
                  </a:lnTo>
                  <a:lnTo>
                    <a:pt x="97004" y="527134"/>
                  </a:lnTo>
                  <a:lnTo>
                    <a:pt x="87981" y="500062"/>
                  </a:lnTo>
                  <a:lnTo>
                    <a:pt x="87229" y="497055"/>
                  </a:lnTo>
                  <a:lnTo>
                    <a:pt x="84221" y="489535"/>
                  </a:lnTo>
                  <a:lnTo>
                    <a:pt x="84221" y="488783"/>
                  </a:lnTo>
                  <a:lnTo>
                    <a:pt x="84221" y="488031"/>
                  </a:lnTo>
                  <a:lnTo>
                    <a:pt x="85725" y="484271"/>
                  </a:lnTo>
                  <a:lnTo>
                    <a:pt x="86477" y="482767"/>
                  </a:lnTo>
                  <a:lnTo>
                    <a:pt x="85725" y="480511"/>
                  </a:lnTo>
                  <a:lnTo>
                    <a:pt x="84221" y="473743"/>
                  </a:lnTo>
                  <a:lnTo>
                    <a:pt x="81965" y="452688"/>
                  </a:lnTo>
                  <a:lnTo>
                    <a:pt x="79709" y="444416"/>
                  </a:lnTo>
                  <a:lnTo>
                    <a:pt x="78957" y="439905"/>
                  </a:lnTo>
                  <a:lnTo>
                    <a:pt x="80461" y="430129"/>
                  </a:lnTo>
                  <a:lnTo>
                    <a:pt x="80461" y="427873"/>
                  </a:lnTo>
                  <a:lnTo>
                    <a:pt x="76701" y="412082"/>
                  </a:lnTo>
                  <a:lnTo>
                    <a:pt x="76701" y="404562"/>
                  </a:lnTo>
                  <a:lnTo>
                    <a:pt x="76701" y="401554"/>
                  </a:lnTo>
                  <a:lnTo>
                    <a:pt x="75197" y="399298"/>
                  </a:lnTo>
                  <a:lnTo>
                    <a:pt x="73693" y="398546"/>
                  </a:lnTo>
                  <a:lnTo>
                    <a:pt x="69933" y="395538"/>
                  </a:lnTo>
                  <a:lnTo>
                    <a:pt x="67678" y="393282"/>
                  </a:lnTo>
                  <a:lnTo>
                    <a:pt x="63918" y="391778"/>
                  </a:lnTo>
                  <a:lnTo>
                    <a:pt x="61661" y="388018"/>
                  </a:lnTo>
                  <a:lnTo>
                    <a:pt x="58654" y="385011"/>
                  </a:lnTo>
                  <a:lnTo>
                    <a:pt x="57150" y="382755"/>
                  </a:lnTo>
                  <a:lnTo>
                    <a:pt x="57150" y="377491"/>
                  </a:lnTo>
                  <a:lnTo>
                    <a:pt x="58654" y="372227"/>
                  </a:lnTo>
                  <a:lnTo>
                    <a:pt x="59406" y="367715"/>
                  </a:lnTo>
                  <a:lnTo>
                    <a:pt x="58654" y="361699"/>
                  </a:lnTo>
                  <a:lnTo>
                    <a:pt x="55646" y="357939"/>
                  </a:lnTo>
                  <a:lnTo>
                    <a:pt x="54142" y="353428"/>
                  </a:lnTo>
                  <a:lnTo>
                    <a:pt x="52638" y="348916"/>
                  </a:lnTo>
                  <a:lnTo>
                    <a:pt x="50382" y="345908"/>
                  </a:lnTo>
                  <a:lnTo>
                    <a:pt x="50382" y="342148"/>
                  </a:lnTo>
                  <a:lnTo>
                    <a:pt x="48878" y="336884"/>
                  </a:lnTo>
                  <a:lnTo>
                    <a:pt x="46622" y="333876"/>
                  </a:lnTo>
                  <a:lnTo>
                    <a:pt x="42110" y="329365"/>
                  </a:lnTo>
                  <a:lnTo>
                    <a:pt x="40606" y="326357"/>
                  </a:lnTo>
                  <a:lnTo>
                    <a:pt x="39855" y="323349"/>
                  </a:lnTo>
                  <a:lnTo>
                    <a:pt x="39855" y="317333"/>
                  </a:lnTo>
                  <a:lnTo>
                    <a:pt x="40606" y="307557"/>
                  </a:lnTo>
                  <a:lnTo>
                    <a:pt x="39102" y="303797"/>
                  </a:lnTo>
                  <a:lnTo>
                    <a:pt x="37599" y="301541"/>
                  </a:lnTo>
                  <a:lnTo>
                    <a:pt x="35342" y="297030"/>
                  </a:lnTo>
                  <a:lnTo>
                    <a:pt x="33087" y="294022"/>
                  </a:lnTo>
                  <a:lnTo>
                    <a:pt x="33087" y="288758"/>
                  </a:lnTo>
                  <a:lnTo>
                    <a:pt x="33087" y="283494"/>
                  </a:lnTo>
                  <a:lnTo>
                    <a:pt x="32335" y="279734"/>
                  </a:lnTo>
                  <a:lnTo>
                    <a:pt x="30831" y="277478"/>
                  </a:lnTo>
                  <a:lnTo>
                    <a:pt x="30831" y="272966"/>
                  </a:lnTo>
                  <a:lnTo>
                    <a:pt x="31583" y="268455"/>
                  </a:lnTo>
                  <a:lnTo>
                    <a:pt x="32335" y="266199"/>
                  </a:lnTo>
                  <a:lnTo>
                    <a:pt x="33839" y="262439"/>
                  </a:lnTo>
                  <a:lnTo>
                    <a:pt x="38350" y="255671"/>
                  </a:lnTo>
                  <a:lnTo>
                    <a:pt x="42110" y="252663"/>
                  </a:lnTo>
                  <a:lnTo>
                    <a:pt x="46622" y="248903"/>
                  </a:lnTo>
                  <a:lnTo>
                    <a:pt x="49630" y="245895"/>
                  </a:lnTo>
                  <a:lnTo>
                    <a:pt x="53390" y="239128"/>
                  </a:lnTo>
                  <a:lnTo>
                    <a:pt x="56398" y="233864"/>
                  </a:lnTo>
                  <a:lnTo>
                    <a:pt x="54894" y="223336"/>
                  </a:lnTo>
                  <a:lnTo>
                    <a:pt x="53390" y="219576"/>
                  </a:lnTo>
                  <a:lnTo>
                    <a:pt x="49630" y="211305"/>
                  </a:lnTo>
                  <a:lnTo>
                    <a:pt x="47374" y="208297"/>
                  </a:lnTo>
                  <a:lnTo>
                    <a:pt x="44366" y="206041"/>
                  </a:lnTo>
                  <a:lnTo>
                    <a:pt x="40606" y="203033"/>
                  </a:lnTo>
                  <a:lnTo>
                    <a:pt x="37599" y="198521"/>
                  </a:lnTo>
                  <a:lnTo>
                    <a:pt x="33087" y="191001"/>
                  </a:lnTo>
                  <a:lnTo>
                    <a:pt x="30831" y="179722"/>
                  </a:lnTo>
                  <a:lnTo>
                    <a:pt x="30079" y="174458"/>
                  </a:lnTo>
                  <a:lnTo>
                    <a:pt x="27071" y="165434"/>
                  </a:lnTo>
                  <a:lnTo>
                    <a:pt x="25567" y="160922"/>
                  </a:lnTo>
                  <a:lnTo>
                    <a:pt x="24815" y="154907"/>
                  </a:lnTo>
                  <a:lnTo>
                    <a:pt x="22559" y="151899"/>
                  </a:lnTo>
                  <a:lnTo>
                    <a:pt x="18799" y="148139"/>
                  </a:lnTo>
                  <a:lnTo>
                    <a:pt x="14287" y="139867"/>
                  </a:lnTo>
                  <a:lnTo>
                    <a:pt x="11280" y="133851"/>
                  </a:lnTo>
                  <a:lnTo>
                    <a:pt x="11280" y="133099"/>
                  </a:lnTo>
                  <a:lnTo>
                    <a:pt x="10527" y="127836"/>
                  </a:lnTo>
                  <a:lnTo>
                    <a:pt x="9776" y="122572"/>
                  </a:lnTo>
                  <a:lnTo>
                    <a:pt x="9023" y="120316"/>
                  </a:lnTo>
                  <a:lnTo>
                    <a:pt x="6016" y="112044"/>
                  </a:lnTo>
                  <a:lnTo>
                    <a:pt x="3008" y="106780"/>
                  </a:lnTo>
                  <a:lnTo>
                    <a:pt x="1504" y="103772"/>
                  </a:lnTo>
                  <a:lnTo>
                    <a:pt x="0" y="98508"/>
                  </a:lnTo>
                  <a:lnTo>
                    <a:pt x="0" y="93997"/>
                  </a:lnTo>
                  <a:lnTo>
                    <a:pt x="752" y="89485"/>
                  </a:lnTo>
                  <a:lnTo>
                    <a:pt x="1504" y="84973"/>
                  </a:lnTo>
                  <a:lnTo>
                    <a:pt x="3008" y="81213"/>
                  </a:lnTo>
                  <a:lnTo>
                    <a:pt x="6767" y="77453"/>
                  </a:lnTo>
                  <a:lnTo>
                    <a:pt x="10527" y="72941"/>
                  </a:lnTo>
                  <a:lnTo>
                    <a:pt x="29327" y="44366"/>
                  </a:lnTo>
                  <a:lnTo>
                    <a:pt x="29327" y="42862"/>
                  </a:lnTo>
                  <a:lnTo>
                    <a:pt x="30079" y="36095"/>
                  </a:lnTo>
                  <a:lnTo>
                    <a:pt x="30079" y="34591"/>
                  </a:lnTo>
                  <a:lnTo>
                    <a:pt x="30831" y="34591"/>
                  </a:lnTo>
                  <a:lnTo>
                    <a:pt x="31583" y="30831"/>
                  </a:lnTo>
                  <a:lnTo>
                    <a:pt x="30831" y="28575"/>
                  </a:lnTo>
                  <a:lnTo>
                    <a:pt x="28575" y="24815"/>
                  </a:lnTo>
                  <a:lnTo>
                    <a:pt x="27823" y="21807"/>
                  </a:lnTo>
                  <a:lnTo>
                    <a:pt x="24815" y="19551"/>
                  </a:lnTo>
                  <a:lnTo>
                    <a:pt x="24063" y="18047"/>
                  </a:lnTo>
                  <a:lnTo>
                    <a:pt x="22559" y="18047"/>
                  </a:lnTo>
                  <a:lnTo>
                    <a:pt x="21807" y="18799"/>
                  </a:lnTo>
                  <a:lnTo>
                    <a:pt x="21055" y="18047"/>
                  </a:lnTo>
                  <a:lnTo>
                    <a:pt x="20303" y="18047"/>
                  </a:lnTo>
                  <a:lnTo>
                    <a:pt x="22559" y="16543"/>
                  </a:lnTo>
                  <a:lnTo>
                    <a:pt x="26319" y="14287"/>
                  </a:lnTo>
                  <a:lnTo>
                    <a:pt x="28575" y="13536"/>
                  </a:lnTo>
                  <a:lnTo>
                    <a:pt x="37599" y="13536"/>
                  </a:lnTo>
                  <a:lnTo>
                    <a:pt x="42110" y="14287"/>
                  </a:lnTo>
                  <a:lnTo>
                    <a:pt x="46622" y="15039"/>
                  </a:lnTo>
                  <a:lnTo>
                    <a:pt x="51134" y="16543"/>
                  </a:lnTo>
                  <a:lnTo>
                    <a:pt x="54142" y="19551"/>
                  </a:lnTo>
                  <a:lnTo>
                    <a:pt x="54894" y="19551"/>
                  </a:lnTo>
                  <a:lnTo>
                    <a:pt x="54894" y="18047"/>
                  </a:lnTo>
                  <a:lnTo>
                    <a:pt x="54142" y="16543"/>
                  </a:lnTo>
                  <a:lnTo>
                    <a:pt x="51886" y="13536"/>
                  </a:lnTo>
                  <a:lnTo>
                    <a:pt x="54142" y="14287"/>
                  </a:lnTo>
                  <a:lnTo>
                    <a:pt x="54894" y="14287"/>
                  </a:lnTo>
                  <a:lnTo>
                    <a:pt x="76701" y="12784"/>
                  </a:lnTo>
                  <a:lnTo>
                    <a:pt x="78957" y="12784"/>
                  </a:lnTo>
                  <a:lnTo>
                    <a:pt x="81213" y="13536"/>
                  </a:lnTo>
                  <a:lnTo>
                    <a:pt x="82717" y="13536"/>
                  </a:lnTo>
                  <a:lnTo>
                    <a:pt x="84221" y="13536"/>
                  </a:lnTo>
                  <a:lnTo>
                    <a:pt x="84973" y="12032"/>
                  </a:lnTo>
                  <a:lnTo>
                    <a:pt x="85725" y="11280"/>
                  </a:lnTo>
                  <a:lnTo>
                    <a:pt x="90237" y="11280"/>
                  </a:lnTo>
                  <a:lnTo>
                    <a:pt x="91740" y="12032"/>
                  </a:lnTo>
                  <a:lnTo>
                    <a:pt x="92493" y="14287"/>
                  </a:lnTo>
                  <a:lnTo>
                    <a:pt x="93997" y="14287"/>
                  </a:lnTo>
                  <a:lnTo>
                    <a:pt x="95500" y="12784"/>
                  </a:lnTo>
                  <a:lnTo>
                    <a:pt x="103020" y="9024"/>
                  </a:lnTo>
                  <a:lnTo>
                    <a:pt x="105276" y="8272"/>
                  </a:lnTo>
                  <a:lnTo>
                    <a:pt x="130843" y="6016"/>
                  </a:lnTo>
                  <a:lnTo>
                    <a:pt x="139115" y="2256"/>
                  </a:lnTo>
                  <a:lnTo>
                    <a:pt x="142123" y="2256"/>
                  </a:lnTo>
                  <a:lnTo>
                    <a:pt x="142123" y="1504"/>
                  </a:lnTo>
                  <a:lnTo>
                    <a:pt x="143627" y="0"/>
                  </a:lnTo>
                  <a:lnTo>
                    <a:pt x="144379" y="0"/>
                  </a:lnTo>
                  <a:lnTo>
                    <a:pt x="145131" y="752"/>
                  </a:lnTo>
                  <a:lnTo>
                    <a:pt x="145883" y="752"/>
                  </a:lnTo>
                  <a:lnTo>
                    <a:pt x="146635" y="752"/>
                  </a:lnTo>
                  <a:lnTo>
                    <a:pt x="157914" y="3008"/>
                  </a:lnTo>
                  <a:lnTo>
                    <a:pt x="177466" y="3008"/>
                  </a:lnTo>
                  <a:lnTo>
                    <a:pt x="191001" y="5264"/>
                  </a:lnTo>
                  <a:lnTo>
                    <a:pt x="192505" y="6016"/>
                  </a:lnTo>
                  <a:lnTo>
                    <a:pt x="195513" y="9024"/>
                  </a:lnTo>
                  <a:lnTo>
                    <a:pt x="197769" y="9776"/>
                  </a:lnTo>
                  <a:lnTo>
                    <a:pt x="199273" y="9024"/>
                  </a:lnTo>
                  <a:lnTo>
                    <a:pt x="200025" y="7520"/>
                  </a:lnTo>
                  <a:lnTo>
                    <a:pt x="200777" y="6016"/>
                  </a:lnTo>
                  <a:lnTo>
                    <a:pt x="203033" y="7520"/>
                  </a:lnTo>
                  <a:lnTo>
                    <a:pt x="204536" y="6768"/>
                  </a:lnTo>
                  <a:lnTo>
                    <a:pt x="206793" y="7520"/>
                  </a:lnTo>
                  <a:lnTo>
                    <a:pt x="209049" y="9024"/>
                  </a:lnTo>
                  <a:lnTo>
                    <a:pt x="211304" y="9776"/>
                  </a:lnTo>
                  <a:lnTo>
                    <a:pt x="218824" y="9024"/>
                  </a:lnTo>
                  <a:lnTo>
                    <a:pt x="221080" y="9776"/>
                  </a:lnTo>
                  <a:lnTo>
                    <a:pt x="233864" y="17295"/>
                  </a:lnTo>
                  <a:lnTo>
                    <a:pt x="238375" y="18799"/>
                  </a:lnTo>
                  <a:lnTo>
                    <a:pt x="239879" y="19551"/>
                  </a:lnTo>
                  <a:lnTo>
                    <a:pt x="248151" y="27823"/>
                  </a:lnTo>
                  <a:lnTo>
                    <a:pt x="250407" y="28575"/>
                  </a:lnTo>
                  <a:lnTo>
                    <a:pt x="251911" y="29327"/>
                  </a:lnTo>
                  <a:lnTo>
                    <a:pt x="254167" y="30079"/>
                  </a:lnTo>
                  <a:lnTo>
                    <a:pt x="257927" y="33087"/>
                  </a:lnTo>
                  <a:lnTo>
                    <a:pt x="260935" y="36095"/>
                  </a:lnTo>
                  <a:lnTo>
                    <a:pt x="259431" y="37599"/>
                  </a:lnTo>
                  <a:lnTo>
                    <a:pt x="260935" y="37599"/>
                  </a:lnTo>
                  <a:lnTo>
                    <a:pt x="261687" y="38351"/>
                  </a:lnTo>
                  <a:lnTo>
                    <a:pt x="262439" y="38351"/>
                  </a:lnTo>
                  <a:lnTo>
                    <a:pt x="263943" y="38351"/>
                  </a:lnTo>
                  <a:lnTo>
                    <a:pt x="262439" y="36095"/>
                  </a:lnTo>
                  <a:lnTo>
                    <a:pt x="264694" y="35343"/>
                  </a:lnTo>
                  <a:lnTo>
                    <a:pt x="267702" y="35343"/>
                  </a:lnTo>
                  <a:lnTo>
                    <a:pt x="272966" y="38351"/>
                  </a:lnTo>
                  <a:lnTo>
                    <a:pt x="273718" y="38351"/>
                  </a:lnTo>
                  <a:lnTo>
                    <a:pt x="276726" y="38351"/>
                  </a:lnTo>
                  <a:lnTo>
                    <a:pt x="277478" y="39103"/>
                  </a:lnTo>
                  <a:lnTo>
                    <a:pt x="278230" y="40607"/>
                  </a:lnTo>
                  <a:lnTo>
                    <a:pt x="278230" y="41359"/>
                  </a:lnTo>
                  <a:lnTo>
                    <a:pt x="284246" y="45870"/>
                  </a:lnTo>
                  <a:lnTo>
                    <a:pt x="295526" y="52638"/>
                  </a:lnTo>
                  <a:lnTo>
                    <a:pt x="297030" y="54142"/>
                  </a:lnTo>
                  <a:lnTo>
                    <a:pt x="310565" y="60158"/>
                  </a:lnTo>
                  <a:lnTo>
                    <a:pt x="312821" y="60910"/>
                  </a:lnTo>
                  <a:lnTo>
                    <a:pt x="313573" y="60910"/>
                  </a:lnTo>
                  <a:lnTo>
                    <a:pt x="315077" y="60158"/>
                  </a:lnTo>
                  <a:lnTo>
                    <a:pt x="316581" y="60158"/>
                  </a:lnTo>
                  <a:lnTo>
                    <a:pt x="317333" y="60910"/>
                  </a:lnTo>
                  <a:lnTo>
                    <a:pt x="318085" y="61662"/>
                  </a:lnTo>
                  <a:lnTo>
                    <a:pt x="318837" y="63166"/>
                  </a:lnTo>
                  <a:lnTo>
                    <a:pt x="321845" y="63918"/>
                  </a:lnTo>
                  <a:lnTo>
                    <a:pt x="327109" y="67678"/>
                  </a:lnTo>
                  <a:lnTo>
                    <a:pt x="328612" y="67678"/>
                  </a:lnTo>
                  <a:lnTo>
                    <a:pt x="329364" y="67678"/>
                  </a:lnTo>
                  <a:lnTo>
                    <a:pt x="330116" y="68430"/>
                  </a:lnTo>
                  <a:lnTo>
                    <a:pt x="330868" y="69182"/>
                  </a:lnTo>
                  <a:lnTo>
                    <a:pt x="330868" y="69934"/>
                  </a:lnTo>
                  <a:lnTo>
                    <a:pt x="331620" y="70685"/>
                  </a:lnTo>
                  <a:lnTo>
                    <a:pt x="341396" y="77453"/>
                  </a:lnTo>
                  <a:lnTo>
                    <a:pt x="345908" y="81213"/>
                  </a:lnTo>
                  <a:lnTo>
                    <a:pt x="346660" y="81965"/>
                  </a:lnTo>
                  <a:lnTo>
                    <a:pt x="348164" y="82717"/>
                  </a:lnTo>
                  <a:lnTo>
                    <a:pt x="351171" y="82717"/>
                  </a:lnTo>
                  <a:lnTo>
                    <a:pt x="353428" y="83469"/>
                  </a:lnTo>
                  <a:lnTo>
                    <a:pt x="354931" y="84973"/>
                  </a:lnTo>
                  <a:lnTo>
                    <a:pt x="356435" y="87981"/>
                  </a:lnTo>
                  <a:lnTo>
                    <a:pt x="358691" y="89485"/>
                  </a:lnTo>
                  <a:lnTo>
                    <a:pt x="361699" y="90237"/>
                  </a:lnTo>
                  <a:lnTo>
                    <a:pt x="368467" y="90989"/>
                  </a:lnTo>
                  <a:lnTo>
                    <a:pt x="370723" y="90989"/>
                  </a:lnTo>
                  <a:lnTo>
                    <a:pt x="372979" y="92493"/>
                  </a:lnTo>
                  <a:lnTo>
                    <a:pt x="376739" y="95501"/>
                  </a:lnTo>
                  <a:lnTo>
                    <a:pt x="378994" y="100013"/>
                  </a:lnTo>
                  <a:lnTo>
                    <a:pt x="383507" y="109036"/>
                  </a:lnTo>
                  <a:lnTo>
                    <a:pt x="386514" y="108284"/>
                  </a:lnTo>
                  <a:lnTo>
                    <a:pt x="388018" y="109036"/>
                  </a:lnTo>
                  <a:lnTo>
                    <a:pt x="390274" y="111292"/>
                  </a:lnTo>
                  <a:lnTo>
                    <a:pt x="392530" y="113548"/>
                  </a:lnTo>
                  <a:lnTo>
                    <a:pt x="400050" y="115052"/>
                  </a:lnTo>
                  <a:lnTo>
                    <a:pt x="402306" y="119564"/>
                  </a:lnTo>
                  <a:lnTo>
                    <a:pt x="406818" y="123324"/>
                  </a:lnTo>
                  <a:lnTo>
                    <a:pt x="411329" y="126332"/>
                  </a:lnTo>
                  <a:lnTo>
                    <a:pt x="415089" y="127836"/>
                  </a:lnTo>
                  <a:lnTo>
                    <a:pt x="416593" y="129339"/>
                  </a:lnTo>
                  <a:lnTo>
                    <a:pt x="420353" y="133851"/>
                  </a:lnTo>
                  <a:lnTo>
                    <a:pt x="421857" y="135355"/>
                  </a:lnTo>
                  <a:lnTo>
                    <a:pt x="431633" y="136859"/>
                  </a:lnTo>
                  <a:lnTo>
                    <a:pt x="442160" y="141371"/>
                  </a:lnTo>
                  <a:lnTo>
                    <a:pt x="447424" y="142123"/>
                  </a:lnTo>
                  <a:lnTo>
                    <a:pt x="449680" y="138363"/>
                  </a:lnTo>
                  <a:lnTo>
                    <a:pt x="451184" y="139115"/>
                  </a:lnTo>
                  <a:lnTo>
                    <a:pt x="452688" y="141371"/>
                  </a:lnTo>
                  <a:lnTo>
                    <a:pt x="455696" y="147387"/>
                  </a:lnTo>
                  <a:lnTo>
                    <a:pt x="460208" y="152651"/>
                  </a:lnTo>
                  <a:lnTo>
                    <a:pt x="460960" y="154907"/>
                  </a:lnTo>
                  <a:lnTo>
                    <a:pt x="461712" y="160170"/>
                  </a:lnTo>
                  <a:lnTo>
                    <a:pt x="463216" y="162426"/>
                  </a:lnTo>
                  <a:lnTo>
                    <a:pt x="464720" y="164682"/>
                  </a:lnTo>
                  <a:lnTo>
                    <a:pt x="473743" y="172202"/>
                  </a:lnTo>
                  <a:lnTo>
                    <a:pt x="475247" y="173706"/>
                  </a:lnTo>
                  <a:lnTo>
                    <a:pt x="482015" y="176714"/>
                  </a:lnTo>
                  <a:lnTo>
                    <a:pt x="484271" y="178218"/>
                  </a:lnTo>
                  <a:lnTo>
                    <a:pt x="493295" y="191753"/>
                  </a:lnTo>
                  <a:lnTo>
                    <a:pt x="506078" y="208297"/>
                  </a:lnTo>
                  <a:lnTo>
                    <a:pt x="517358" y="220328"/>
                  </a:lnTo>
                  <a:lnTo>
                    <a:pt x="531645" y="230856"/>
                  </a:lnTo>
                  <a:lnTo>
                    <a:pt x="533901" y="231608"/>
                  </a:lnTo>
                  <a:lnTo>
                    <a:pt x="544429" y="241383"/>
                  </a:lnTo>
                  <a:lnTo>
                    <a:pt x="546685" y="242888"/>
                  </a:lnTo>
                  <a:lnTo>
                    <a:pt x="550444" y="243639"/>
                  </a:lnTo>
                  <a:lnTo>
                    <a:pt x="553452" y="244391"/>
                  </a:lnTo>
                  <a:lnTo>
                    <a:pt x="557212" y="244391"/>
                  </a:lnTo>
                  <a:lnTo>
                    <a:pt x="565484" y="262439"/>
                  </a:lnTo>
                  <a:lnTo>
                    <a:pt x="569996" y="267703"/>
                  </a:lnTo>
                  <a:lnTo>
                    <a:pt x="575260" y="272214"/>
                  </a:lnTo>
                  <a:lnTo>
                    <a:pt x="581276" y="276726"/>
                  </a:lnTo>
                  <a:lnTo>
                    <a:pt x="588043" y="279734"/>
                  </a:lnTo>
                  <a:lnTo>
                    <a:pt x="591803" y="281238"/>
                  </a:lnTo>
                  <a:lnTo>
                    <a:pt x="594059" y="280486"/>
                  </a:lnTo>
                  <a:lnTo>
                    <a:pt x="595563" y="278982"/>
                  </a:lnTo>
                  <a:lnTo>
                    <a:pt x="599323" y="279734"/>
                  </a:lnTo>
                  <a:lnTo>
                    <a:pt x="609099" y="284246"/>
                  </a:lnTo>
                  <a:lnTo>
                    <a:pt x="624138" y="290262"/>
                  </a:lnTo>
                  <a:lnTo>
                    <a:pt x="629402" y="293270"/>
                  </a:lnTo>
                  <a:lnTo>
                    <a:pt x="631658" y="297030"/>
                  </a:lnTo>
                  <a:lnTo>
                    <a:pt x="637674" y="309813"/>
                  </a:lnTo>
                  <a:lnTo>
                    <a:pt x="591803" y="325605"/>
                  </a:lnTo>
                  <a:lnTo>
                    <a:pt x="585035" y="328612"/>
                  </a:lnTo>
                  <a:lnTo>
                    <a:pt x="583531" y="329365"/>
                  </a:lnTo>
                  <a:lnTo>
                    <a:pt x="563980" y="345908"/>
                  </a:lnTo>
                  <a:lnTo>
                    <a:pt x="563228" y="347412"/>
                  </a:lnTo>
                  <a:lnTo>
                    <a:pt x="551948" y="371475"/>
                  </a:lnTo>
                  <a:lnTo>
                    <a:pt x="534653" y="406818"/>
                  </a:lnTo>
                  <a:lnTo>
                    <a:pt x="533901" y="408322"/>
                  </a:lnTo>
                  <a:lnTo>
                    <a:pt x="522622" y="421857"/>
                  </a:lnTo>
                  <a:lnTo>
                    <a:pt x="519614" y="424865"/>
                  </a:lnTo>
                  <a:lnTo>
                    <a:pt x="518110" y="426369"/>
                  </a:lnTo>
                  <a:lnTo>
                    <a:pt x="515102" y="429377"/>
                  </a:lnTo>
                  <a:lnTo>
                    <a:pt x="510590" y="440657"/>
                  </a:lnTo>
                  <a:lnTo>
                    <a:pt x="509838" y="442913"/>
                  </a:lnTo>
                  <a:lnTo>
                    <a:pt x="509838" y="444416"/>
                  </a:lnTo>
                  <a:lnTo>
                    <a:pt x="510590" y="448928"/>
                  </a:lnTo>
                  <a:lnTo>
                    <a:pt x="510590" y="451936"/>
                  </a:lnTo>
                  <a:lnTo>
                    <a:pt x="506830" y="456448"/>
                  </a:lnTo>
                  <a:lnTo>
                    <a:pt x="503822" y="461712"/>
                  </a:lnTo>
                  <a:lnTo>
                    <a:pt x="503070" y="463216"/>
                  </a:lnTo>
                  <a:lnTo>
                    <a:pt x="503070" y="464720"/>
                  </a:lnTo>
                  <a:lnTo>
                    <a:pt x="503070" y="467728"/>
                  </a:lnTo>
                  <a:lnTo>
                    <a:pt x="502318" y="469983"/>
                  </a:lnTo>
                  <a:lnTo>
                    <a:pt x="500814" y="472240"/>
                  </a:lnTo>
                  <a:lnTo>
                    <a:pt x="483519" y="489535"/>
                  </a:lnTo>
                  <a:lnTo>
                    <a:pt x="482015" y="492543"/>
                  </a:lnTo>
                  <a:lnTo>
                    <a:pt x="481263" y="494047"/>
                  </a:lnTo>
                  <a:lnTo>
                    <a:pt x="480511" y="496303"/>
                  </a:lnTo>
                  <a:lnTo>
                    <a:pt x="479007" y="497807"/>
                  </a:lnTo>
                  <a:lnTo>
                    <a:pt x="476751" y="499311"/>
                  </a:lnTo>
                  <a:lnTo>
                    <a:pt x="471487" y="501566"/>
                  </a:lnTo>
                  <a:lnTo>
                    <a:pt x="468480" y="502318"/>
                  </a:lnTo>
                  <a:lnTo>
                    <a:pt x="466224" y="502318"/>
                  </a:lnTo>
                  <a:lnTo>
                    <a:pt x="465471" y="501566"/>
                  </a:lnTo>
                  <a:lnTo>
                    <a:pt x="461712" y="498559"/>
                  </a:lnTo>
                  <a:lnTo>
                    <a:pt x="460208" y="497807"/>
                  </a:lnTo>
                  <a:lnTo>
                    <a:pt x="459456" y="497807"/>
                  </a:lnTo>
                  <a:lnTo>
                    <a:pt x="457952" y="497807"/>
                  </a:lnTo>
                  <a:lnTo>
                    <a:pt x="455696" y="498559"/>
                  </a:lnTo>
                  <a:lnTo>
                    <a:pt x="452688" y="500814"/>
                  </a:lnTo>
                  <a:lnTo>
                    <a:pt x="448928" y="504574"/>
                  </a:lnTo>
                  <a:lnTo>
                    <a:pt x="447424" y="507582"/>
                  </a:lnTo>
                  <a:lnTo>
                    <a:pt x="445920" y="510590"/>
                  </a:lnTo>
                  <a:lnTo>
                    <a:pt x="445920" y="512846"/>
                  </a:lnTo>
                  <a:lnTo>
                    <a:pt x="445168" y="514350"/>
                  </a:lnTo>
                  <a:lnTo>
                    <a:pt x="444416" y="515854"/>
                  </a:lnTo>
                  <a:lnTo>
                    <a:pt x="440656" y="518110"/>
                  </a:lnTo>
                  <a:lnTo>
                    <a:pt x="439905" y="519614"/>
                  </a:lnTo>
                  <a:lnTo>
                    <a:pt x="439152" y="522622"/>
                  </a:lnTo>
                  <a:lnTo>
                    <a:pt x="438401" y="524126"/>
                  </a:lnTo>
                  <a:lnTo>
                    <a:pt x="437648" y="525630"/>
                  </a:lnTo>
                  <a:lnTo>
                    <a:pt x="435393" y="527134"/>
                  </a:lnTo>
                  <a:lnTo>
                    <a:pt x="433888" y="527886"/>
                  </a:lnTo>
                  <a:lnTo>
                    <a:pt x="433137" y="529390"/>
                  </a:lnTo>
                  <a:lnTo>
                    <a:pt x="433137" y="531645"/>
                  </a:lnTo>
                  <a:lnTo>
                    <a:pt x="433137" y="534653"/>
                  </a:lnTo>
                  <a:lnTo>
                    <a:pt x="433137" y="538413"/>
                  </a:lnTo>
                  <a:lnTo>
                    <a:pt x="433137" y="540669"/>
                  </a:lnTo>
                  <a:lnTo>
                    <a:pt x="433137" y="542925"/>
                  </a:lnTo>
                  <a:lnTo>
                    <a:pt x="432385" y="544429"/>
                  </a:lnTo>
                  <a:lnTo>
                    <a:pt x="431633" y="545181"/>
                  </a:lnTo>
                  <a:lnTo>
                    <a:pt x="430129" y="546685"/>
                  </a:lnTo>
                  <a:lnTo>
                    <a:pt x="430129" y="547437"/>
                  </a:lnTo>
                  <a:lnTo>
                    <a:pt x="430129" y="548941"/>
                  </a:lnTo>
                  <a:lnTo>
                    <a:pt x="430881" y="549693"/>
                  </a:lnTo>
                  <a:lnTo>
                    <a:pt x="432385" y="549693"/>
                  </a:lnTo>
                  <a:lnTo>
                    <a:pt x="434641" y="549693"/>
                  </a:lnTo>
                  <a:lnTo>
                    <a:pt x="436145" y="549693"/>
                  </a:lnTo>
                  <a:lnTo>
                    <a:pt x="439152" y="548941"/>
                  </a:lnTo>
                  <a:lnTo>
                    <a:pt x="442160" y="546685"/>
                  </a:lnTo>
                  <a:lnTo>
                    <a:pt x="441408" y="550445"/>
                  </a:lnTo>
                  <a:lnTo>
                    <a:pt x="440656" y="551949"/>
                  </a:lnTo>
                  <a:lnTo>
                    <a:pt x="439152" y="554957"/>
                  </a:lnTo>
                  <a:lnTo>
                    <a:pt x="436897" y="557212"/>
                  </a:lnTo>
                  <a:lnTo>
                    <a:pt x="434641" y="560972"/>
                  </a:lnTo>
                  <a:lnTo>
                    <a:pt x="425617" y="588795"/>
                  </a:lnTo>
                  <a:lnTo>
                    <a:pt x="424113" y="591051"/>
                  </a:lnTo>
                  <a:lnTo>
                    <a:pt x="424113" y="593307"/>
                  </a:lnTo>
                  <a:lnTo>
                    <a:pt x="424113" y="595563"/>
                  </a:lnTo>
                  <a:lnTo>
                    <a:pt x="424113" y="597067"/>
                  </a:lnTo>
                  <a:lnTo>
                    <a:pt x="424865" y="597819"/>
                  </a:lnTo>
                  <a:lnTo>
                    <a:pt x="425617" y="598571"/>
                  </a:lnTo>
                  <a:lnTo>
                    <a:pt x="427121" y="600827"/>
                  </a:lnTo>
                  <a:lnTo>
                    <a:pt x="427873" y="602331"/>
                  </a:lnTo>
                  <a:lnTo>
                    <a:pt x="428625" y="603835"/>
                  </a:lnTo>
                  <a:lnTo>
                    <a:pt x="428625" y="605339"/>
                  </a:lnTo>
                  <a:lnTo>
                    <a:pt x="427873" y="606843"/>
                  </a:lnTo>
                  <a:lnTo>
                    <a:pt x="426369" y="608347"/>
                  </a:lnTo>
                  <a:lnTo>
                    <a:pt x="423361" y="615867"/>
                  </a:lnTo>
                  <a:lnTo>
                    <a:pt x="421857" y="617370"/>
                  </a:lnTo>
                  <a:lnTo>
                    <a:pt x="420353" y="618874"/>
                  </a:lnTo>
                  <a:lnTo>
                    <a:pt x="416593" y="621130"/>
                  </a:lnTo>
                  <a:lnTo>
                    <a:pt x="414337" y="622634"/>
                  </a:lnTo>
                  <a:lnTo>
                    <a:pt x="412082" y="624138"/>
                  </a:lnTo>
                  <a:lnTo>
                    <a:pt x="409826" y="627146"/>
                  </a:lnTo>
                  <a:lnTo>
                    <a:pt x="409073" y="633914"/>
                  </a:lnTo>
                  <a:lnTo>
                    <a:pt x="409073" y="636170"/>
                  </a:lnTo>
                  <a:lnTo>
                    <a:pt x="409826" y="639178"/>
                  </a:lnTo>
                  <a:lnTo>
                    <a:pt x="410577" y="639930"/>
                  </a:lnTo>
                  <a:lnTo>
                    <a:pt x="411329" y="640682"/>
                  </a:lnTo>
                  <a:lnTo>
                    <a:pt x="412082" y="641434"/>
                  </a:lnTo>
                  <a:lnTo>
                    <a:pt x="414337" y="642186"/>
                  </a:lnTo>
                  <a:lnTo>
                    <a:pt x="415841" y="642937"/>
                  </a:lnTo>
                  <a:lnTo>
                    <a:pt x="417345" y="643689"/>
                  </a:lnTo>
                  <a:lnTo>
                    <a:pt x="418097" y="645193"/>
                  </a:lnTo>
                  <a:lnTo>
                    <a:pt x="418849" y="646697"/>
                  </a:lnTo>
                  <a:lnTo>
                    <a:pt x="419601" y="649705"/>
                  </a:lnTo>
                  <a:lnTo>
                    <a:pt x="420353" y="652713"/>
                  </a:lnTo>
                  <a:lnTo>
                    <a:pt x="421105" y="654969"/>
                  </a:lnTo>
                  <a:lnTo>
                    <a:pt x="421105" y="657225"/>
                  </a:lnTo>
                  <a:lnTo>
                    <a:pt x="419601" y="662489"/>
                  </a:lnTo>
                  <a:lnTo>
                    <a:pt x="419601" y="664745"/>
                  </a:lnTo>
                  <a:lnTo>
                    <a:pt x="420353" y="666249"/>
                  </a:lnTo>
                  <a:lnTo>
                    <a:pt x="421857" y="667001"/>
                  </a:lnTo>
                  <a:lnTo>
                    <a:pt x="424113" y="667753"/>
                  </a:lnTo>
                  <a:lnTo>
                    <a:pt x="425617" y="667753"/>
                  </a:lnTo>
                  <a:lnTo>
                    <a:pt x="427121" y="668505"/>
                  </a:lnTo>
                  <a:lnTo>
                    <a:pt x="427873" y="669256"/>
                  </a:lnTo>
                  <a:lnTo>
                    <a:pt x="429377" y="672265"/>
                  </a:lnTo>
                  <a:lnTo>
                    <a:pt x="430129" y="673768"/>
                  </a:lnTo>
                  <a:lnTo>
                    <a:pt x="430881" y="674520"/>
                  </a:lnTo>
                  <a:lnTo>
                    <a:pt x="432385" y="675272"/>
                  </a:lnTo>
                  <a:lnTo>
                    <a:pt x="433888" y="676024"/>
                  </a:lnTo>
                  <a:lnTo>
                    <a:pt x="437648" y="676024"/>
                  </a:lnTo>
                  <a:lnTo>
                    <a:pt x="439152" y="676776"/>
                  </a:lnTo>
                  <a:lnTo>
                    <a:pt x="439905" y="678280"/>
                  </a:lnTo>
                  <a:lnTo>
                    <a:pt x="439905" y="680536"/>
                  </a:lnTo>
                  <a:lnTo>
                    <a:pt x="441408" y="685800"/>
                  </a:lnTo>
                  <a:lnTo>
                    <a:pt x="441408" y="687304"/>
                  </a:lnTo>
                  <a:lnTo>
                    <a:pt x="441408" y="689560"/>
                  </a:lnTo>
                  <a:lnTo>
                    <a:pt x="440656" y="691816"/>
                  </a:lnTo>
                  <a:lnTo>
                    <a:pt x="439905" y="693320"/>
                  </a:lnTo>
                  <a:lnTo>
                    <a:pt x="439152" y="694824"/>
                  </a:lnTo>
                  <a:lnTo>
                    <a:pt x="436897" y="698584"/>
                  </a:lnTo>
                  <a:lnTo>
                    <a:pt x="434641" y="703095"/>
                  </a:lnTo>
                  <a:lnTo>
                    <a:pt x="433137" y="705351"/>
                  </a:lnTo>
                  <a:lnTo>
                    <a:pt x="430881" y="708359"/>
                  </a:lnTo>
                  <a:lnTo>
                    <a:pt x="427121" y="709863"/>
                  </a:lnTo>
                  <a:lnTo>
                    <a:pt x="426369" y="710615"/>
                  </a:lnTo>
                  <a:lnTo>
                    <a:pt x="426369" y="712119"/>
                  </a:lnTo>
                  <a:lnTo>
                    <a:pt x="427121" y="715879"/>
                  </a:lnTo>
                  <a:lnTo>
                    <a:pt x="427121" y="717383"/>
                  </a:lnTo>
                  <a:lnTo>
                    <a:pt x="426369" y="719639"/>
                  </a:lnTo>
                  <a:lnTo>
                    <a:pt x="425617" y="721895"/>
                  </a:lnTo>
                  <a:lnTo>
                    <a:pt x="422609" y="724903"/>
                  </a:lnTo>
                  <a:lnTo>
                    <a:pt x="421105" y="727159"/>
                  </a:lnTo>
                  <a:lnTo>
                    <a:pt x="416593" y="730166"/>
                  </a:lnTo>
                  <a:lnTo>
                    <a:pt x="415841" y="730918"/>
                  </a:lnTo>
                  <a:lnTo>
                    <a:pt x="415089" y="731670"/>
                  </a:lnTo>
                  <a:lnTo>
                    <a:pt x="415089" y="733174"/>
                  </a:lnTo>
                  <a:lnTo>
                    <a:pt x="416593" y="735430"/>
                  </a:lnTo>
                  <a:lnTo>
                    <a:pt x="412082" y="736934"/>
                  </a:lnTo>
                  <a:lnTo>
                    <a:pt x="410577" y="737686"/>
                  </a:lnTo>
                  <a:lnTo>
                    <a:pt x="408322" y="740694"/>
                  </a:lnTo>
                  <a:lnTo>
                    <a:pt x="408322" y="741446"/>
                  </a:lnTo>
                  <a:lnTo>
                    <a:pt x="407569" y="741446"/>
                  </a:lnTo>
                  <a:lnTo>
                    <a:pt x="406818" y="740694"/>
                  </a:lnTo>
                  <a:lnTo>
                    <a:pt x="405314" y="740694"/>
                  </a:lnTo>
                  <a:lnTo>
                    <a:pt x="403810" y="740694"/>
                  </a:lnTo>
                  <a:lnTo>
                    <a:pt x="400802" y="741446"/>
                  </a:lnTo>
                  <a:lnTo>
                    <a:pt x="399298" y="741446"/>
                  </a:lnTo>
                  <a:lnTo>
                    <a:pt x="397794" y="742198"/>
                  </a:lnTo>
                  <a:lnTo>
                    <a:pt x="397042" y="743702"/>
                  </a:lnTo>
                  <a:lnTo>
                    <a:pt x="397042" y="744454"/>
                  </a:lnTo>
                  <a:lnTo>
                    <a:pt x="396290" y="745206"/>
                  </a:lnTo>
                  <a:lnTo>
                    <a:pt x="396290" y="748214"/>
                  </a:lnTo>
                  <a:lnTo>
                    <a:pt x="395538" y="749718"/>
                  </a:lnTo>
                  <a:lnTo>
                    <a:pt x="394786" y="749718"/>
                  </a:lnTo>
                  <a:lnTo>
                    <a:pt x="394034" y="749718"/>
                  </a:lnTo>
                  <a:lnTo>
                    <a:pt x="394034" y="748966"/>
                  </a:lnTo>
                  <a:lnTo>
                    <a:pt x="393282" y="748214"/>
                  </a:lnTo>
                  <a:lnTo>
                    <a:pt x="392530" y="748214"/>
                  </a:lnTo>
                  <a:lnTo>
                    <a:pt x="391026" y="748214"/>
                  </a:lnTo>
                  <a:lnTo>
                    <a:pt x="390274" y="748214"/>
                  </a:lnTo>
                  <a:lnTo>
                    <a:pt x="390274" y="748966"/>
                  </a:lnTo>
                  <a:lnTo>
                    <a:pt x="388018" y="751974"/>
                  </a:lnTo>
                  <a:lnTo>
                    <a:pt x="385010" y="755733"/>
                  </a:lnTo>
                  <a:lnTo>
                    <a:pt x="383507" y="757238"/>
                  </a:lnTo>
                  <a:lnTo>
                    <a:pt x="381250" y="762501"/>
                  </a:lnTo>
                  <a:lnTo>
                    <a:pt x="378994" y="764757"/>
                  </a:lnTo>
                  <a:lnTo>
                    <a:pt x="377490" y="767765"/>
                  </a:lnTo>
                  <a:lnTo>
                    <a:pt x="375235" y="770021"/>
                  </a:lnTo>
                  <a:lnTo>
                    <a:pt x="374483" y="770773"/>
                  </a:lnTo>
                  <a:lnTo>
                    <a:pt x="373731" y="770773"/>
                  </a:lnTo>
                  <a:lnTo>
                    <a:pt x="372979" y="770021"/>
                  </a:lnTo>
                  <a:lnTo>
                    <a:pt x="371475" y="766261"/>
                  </a:lnTo>
                  <a:lnTo>
                    <a:pt x="370723" y="766261"/>
                  </a:lnTo>
                  <a:lnTo>
                    <a:pt x="369219" y="766261"/>
                  </a:lnTo>
                  <a:lnTo>
                    <a:pt x="366963" y="767765"/>
                  </a:lnTo>
                  <a:lnTo>
                    <a:pt x="362451" y="770021"/>
                  </a:lnTo>
                  <a:lnTo>
                    <a:pt x="360947" y="770773"/>
                  </a:lnTo>
                  <a:lnTo>
                    <a:pt x="359443" y="770773"/>
                  </a:lnTo>
                  <a:lnTo>
                    <a:pt x="358691" y="770773"/>
                  </a:lnTo>
                  <a:lnTo>
                    <a:pt x="358691" y="770021"/>
                  </a:lnTo>
                  <a:lnTo>
                    <a:pt x="357939" y="768517"/>
                  </a:lnTo>
                  <a:lnTo>
                    <a:pt x="354931" y="757238"/>
                  </a:lnTo>
                  <a:lnTo>
                    <a:pt x="354179" y="755733"/>
                  </a:lnTo>
                  <a:lnTo>
                    <a:pt x="353428" y="754230"/>
                  </a:lnTo>
                  <a:lnTo>
                    <a:pt x="351924" y="753478"/>
                  </a:lnTo>
                  <a:lnTo>
                    <a:pt x="351171" y="752726"/>
                  </a:lnTo>
                  <a:lnTo>
                    <a:pt x="346660" y="749718"/>
                  </a:lnTo>
                  <a:lnTo>
                    <a:pt x="344404" y="748966"/>
                  </a:lnTo>
                  <a:lnTo>
                    <a:pt x="343652" y="748966"/>
                  </a:lnTo>
                  <a:lnTo>
                    <a:pt x="342148" y="748214"/>
                  </a:lnTo>
                  <a:lnTo>
                    <a:pt x="333124" y="744454"/>
                  </a:lnTo>
                  <a:lnTo>
                    <a:pt x="330868" y="742950"/>
                  </a:lnTo>
                  <a:lnTo>
                    <a:pt x="324100" y="735430"/>
                  </a:lnTo>
                  <a:lnTo>
                    <a:pt x="323349" y="733926"/>
                  </a:lnTo>
                  <a:lnTo>
                    <a:pt x="321092" y="729414"/>
                  </a:lnTo>
                  <a:lnTo>
                    <a:pt x="320341" y="727159"/>
                  </a:lnTo>
                  <a:lnTo>
                    <a:pt x="318837" y="725655"/>
                  </a:lnTo>
                  <a:lnTo>
                    <a:pt x="318085" y="724903"/>
                  </a:lnTo>
                  <a:lnTo>
                    <a:pt x="317333" y="724151"/>
                  </a:lnTo>
                  <a:lnTo>
                    <a:pt x="314325" y="723399"/>
                  </a:lnTo>
                  <a:lnTo>
                    <a:pt x="312069" y="723399"/>
                  </a:lnTo>
                  <a:lnTo>
                    <a:pt x="306805" y="721143"/>
                  </a:lnTo>
                  <a:lnTo>
                    <a:pt x="300789" y="716631"/>
                  </a:lnTo>
                  <a:lnTo>
                    <a:pt x="298533" y="715879"/>
                  </a:lnTo>
                  <a:lnTo>
                    <a:pt x="297781" y="715127"/>
                  </a:lnTo>
                  <a:lnTo>
                    <a:pt x="291766" y="714375"/>
                  </a:lnTo>
                  <a:lnTo>
                    <a:pt x="290262" y="713623"/>
                  </a:lnTo>
                  <a:lnTo>
                    <a:pt x="289510" y="712871"/>
                  </a:lnTo>
                  <a:lnTo>
                    <a:pt x="287254" y="710615"/>
                  </a:lnTo>
                  <a:lnTo>
                    <a:pt x="283494" y="707607"/>
                  </a:lnTo>
                  <a:lnTo>
                    <a:pt x="274470" y="699335"/>
                  </a:lnTo>
                  <a:lnTo>
                    <a:pt x="271462" y="697832"/>
                  </a:lnTo>
                  <a:lnTo>
                    <a:pt x="242135" y="694072"/>
                  </a:lnTo>
                  <a:lnTo>
                    <a:pt x="230104" y="694824"/>
                  </a:lnTo>
                  <a:lnTo>
                    <a:pt x="226344" y="695576"/>
                  </a:lnTo>
                  <a:lnTo>
                    <a:pt x="218072" y="699335"/>
                  </a:lnTo>
                  <a:lnTo>
                    <a:pt x="212808" y="701592"/>
                  </a:lnTo>
                  <a:lnTo>
                    <a:pt x="209800" y="703095"/>
                  </a:lnTo>
                  <a:lnTo>
                    <a:pt x="196265" y="704599"/>
                  </a:lnTo>
                  <a:lnTo>
                    <a:pt x="193257" y="704599"/>
                  </a:lnTo>
                  <a:lnTo>
                    <a:pt x="179721" y="700839"/>
                  </a:lnTo>
                  <a:lnTo>
                    <a:pt x="177466" y="700087"/>
                  </a:lnTo>
                  <a:lnTo>
                    <a:pt x="175962" y="700087"/>
                  </a:lnTo>
                  <a:lnTo>
                    <a:pt x="174458" y="700839"/>
                  </a:lnTo>
                  <a:lnTo>
                    <a:pt x="137611" y="700087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5" name="Forma Livre: Forma 224">
              <a:extLst>
                <a:ext uri="{FF2B5EF4-FFF2-40B4-BE49-F238E27FC236}">
                  <a16:creationId xmlns:a16="http://schemas.microsoft.com/office/drawing/2014/main" id="{726B1790-C54B-4384-DDC6-498499F377E4}"/>
                </a:ext>
              </a:extLst>
            </p:cNvPr>
            <p:cNvSpPr/>
            <p:nvPr/>
          </p:nvSpPr>
          <p:spPr>
            <a:xfrm>
              <a:off x="9218495" y="2075447"/>
              <a:ext cx="1402430" cy="1194134"/>
            </a:xfrm>
            <a:custGeom>
              <a:avLst/>
              <a:gdLst>
                <a:gd name="csX0" fmla="*/ 12032 w 1402430"/>
                <a:gd name="csY0" fmla="*/ 1103897 h 1194134"/>
                <a:gd name="csX1" fmla="*/ 9024 w 1402430"/>
                <a:gd name="csY1" fmla="*/ 1106153 h 1194134"/>
                <a:gd name="csX2" fmla="*/ 6016 w 1402430"/>
                <a:gd name="csY2" fmla="*/ 1106905 h 1194134"/>
                <a:gd name="csX3" fmla="*/ 4512 w 1402430"/>
                <a:gd name="csY3" fmla="*/ 1106905 h 1194134"/>
                <a:gd name="csX4" fmla="*/ 2256 w 1402430"/>
                <a:gd name="csY4" fmla="*/ 1106905 h 1194134"/>
                <a:gd name="csX5" fmla="*/ 752 w 1402430"/>
                <a:gd name="csY5" fmla="*/ 1106905 h 1194134"/>
                <a:gd name="csX6" fmla="*/ 0 w 1402430"/>
                <a:gd name="csY6" fmla="*/ 1106153 h 1194134"/>
                <a:gd name="csX7" fmla="*/ 0 w 1402430"/>
                <a:gd name="csY7" fmla="*/ 1104649 h 1194134"/>
                <a:gd name="csX8" fmla="*/ 0 w 1402430"/>
                <a:gd name="csY8" fmla="*/ 1103897 h 1194134"/>
                <a:gd name="csX9" fmla="*/ 1504 w 1402430"/>
                <a:gd name="csY9" fmla="*/ 1102393 h 1194134"/>
                <a:gd name="csX10" fmla="*/ 2256 w 1402430"/>
                <a:gd name="csY10" fmla="*/ 1101642 h 1194134"/>
                <a:gd name="csX11" fmla="*/ 3008 w 1402430"/>
                <a:gd name="csY11" fmla="*/ 1100138 h 1194134"/>
                <a:gd name="csX12" fmla="*/ 3008 w 1402430"/>
                <a:gd name="csY12" fmla="*/ 1097882 h 1194134"/>
                <a:gd name="csX13" fmla="*/ 3008 w 1402430"/>
                <a:gd name="csY13" fmla="*/ 1095626 h 1194134"/>
                <a:gd name="csX14" fmla="*/ 3008 w 1402430"/>
                <a:gd name="csY14" fmla="*/ 1091866 h 1194134"/>
                <a:gd name="csX15" fmla="*/ 3008 w 1402430"/>
                <a:gd name="csY15" fmla="*/ 1088858 h 1194134"/>
                <a:gd name="csX16" fmla="*/ 3008 w 1402430"/>
                <a:gd name="csY16" fmla="*/ 1086602 h 1194134"/>
                <a:gd name="csX17" fmla="*/ 3760 w 1402430"/>
                <a:gd name="csY17" fmla="*/ 1085098 h 1194134"/>
                <a:gd name="csX18" fmla="*/ 5264 w 1402430"/>
                <a:gd name="csY18" fmla="*/ 1084346 h 1194134"/>
                <a:gd name="csX19" fmla="*/ 7520 w 1402430"/>
                <a:gd name="csY19" fmla="*/ 1082842 h 1194134"/>
                <a:gd name="csX20" fmla="*/ 8272 w 1402430"/>
                <a:gd name="csY20" fmla="*/ 1081338 h 1194134"/>
                <a:gd name="csX21" fmla="*/ 9024 w 1402430"/>
                <a:gd name="csY21" fmla="*/ 1079834 h 1194134"/>
                <a:gd name="csX22" fmla="*/ 9776 w 1402430"/>
                <a:gd name="csY22" fmla="*/ 1076826 h 1194134"/>
                <a:gd name="csX23" fmla="*/ 10528 w 1402430"/>
                <a:gd name="csY23" fmla="*/ 1075323 h 1194134"/>
                <a:gd name="csX24" fmla="*/ 14288 w 1402430"/>
                <a:gd name="csY24" fmla="*/ 1073066 h 1194134"/>
                <a:gd name="csX25" fmla="*/ 15039 w 1402430"/>
                <a:gd name="csY25" fmla="*/ 1071563 h 1194134"/>
                <a:gd name="csX26" fmla="*/ 15792 w 1402430"/>
                <a:gd name="csY26" fmla="*/ 1070059 h 1194134"/>
                <a:gd name="csX27" fmla="*/ 15792 w 1402430"/>
                <a:gd name="csY27" fmla="*/ 1067803 h 1194134"/>
                <a:gd name="csX28" fmla="*/ 17296 w 1402430"/>
                <a:gd name="csY28" fmla="*/ 1064795 h 1194134"/>
                <a:gd name="csX29" fmla="*/ 18799 w 1402430"/>
                <a:gd name="csY29" fmla="*/ 1061787 h 1194134"/>
                <a:gd name="csX30" fmla="*/ 22559 w 1402430"/>
                <a:gd name="csY30" fmla="*/ 1058027 h 1194134"/>
                <a:gd name="csX31" fmla="*/ 25567 w 1402430"/>
                <a:gd name="csY31" fmla="*/ 1055771 h 1194134"/>
                <a:gd name="csX32" fmla="*/ 27823 w 1402430"/>
                <a:gd name="csY32" fmla="*/ 1055019 h 1194134"/>
                <a:gd name="csX33" fmla="*/ 29327 w 1402430"/>
                <a:gd name="csY33" fmla="*/ 1055019 h 1194134"/>
                <a:gd name="csX34" fmla="*/ 30079 w 1402430"/>
                <a:gd name="csY34" fmla="*/ 1055019 h 1194134"/>
                <a:gd name="csX35" fmla="*/ 31583 w 1402430"/>
                <a:gd name="csY35" fmla="*/ 1055771 h 1194134"/>
                <a:gd name="csX36" fmla="*/ 35343 w 1402430"/>
                <a:gd name="csY36" fmla="*/ 1058779 h 1194134"/>
                <a:gd name="csX37" fmla="*/ 36095 w 1402430"/>
                <a:gd name="csY37" fmla="*/ 1059531 h 1194134"/>
                <a:gd name="csX38" fmla="*/ 38351 w 1402430"/>
                <a:gd name="csY38" fmla="*/ 1059531 h 1194134"/>
                <a:gd name="csX39" fmla="*/ 41359 w 1402430"/>
                <a:gd name="csY39" fmla="*/ 1058779 h 1194134"/>
                <a:gd name="csX40" fmla="*/ 46622 w 1402430"/>
                <a:gd name="csY40" fmla="*/ 1056523 h 1194134"/>
                <a:gd name="csX41" fmla="*/ 48878 w 1402430"/>
                <a:gd name="csY41" fmla="*/ 1055019 h 1194134"/>
                <a:gd name="csX42" fmla="*/ 50382 w 1402430"/>
                <a:gd name="csY42" fmla="*/ 1053515 h 1194134"/>
                <a:gd name="csX43" fmla="*/ 51135 w 1402430"/>
                <a:gd name="csY43" fmla="*/ 1051259 h 1194134"/>
                <a:gd name="csX44" fmla="*/ 51886 w 1402430"/>
                <a:gd name="csY44" fmla="*/ 1049755 h 1194134"/>
                <a:gd name="csX45" fmla="*/ 53390 w 1402430"/>
                <a:gd name="csY45" fmla="*/ 1046747 h 1194134"/>
                <a:gd name="csX46" fmla="*/ 70686 w 1402430"/>
                <a:gd name="csY46" fmla="*/ 1029452 h 1194134"/>
                <a:gd name="csX47" fmla="*/ 72190 w 1402430"/>
                <a:gd name="csY47" fmla="*/ 1027196 h 1194134"/>
                <a:gd name="csX48" fmla="*/ 72942 w 1402430"/>
                <a:gd name="csY48" fmla="*/ 1024940 h 1194134"/>
                <a:gd name="csX49" fmla="*/ 72942 w 1402430"/>
                <a:gd name="csY49" fmla="*/ 1021932 h 1194134"/>
                <a:gd name="csX50" fmla="*/ 72942 w 1402430"/>
                <a:gd name="csY50" fmla="*/ 1020428 h 1194134"/>
                <a:gd name="csX51" fmla="*/ 73694 w 1402430"/>
                <a:gd name="csY51" fmla="*/ 1018924 h 1194134"/>
                <a:gd name="csX52" fmla="*/ 76701 w 1402430"/>
                <a:gd name="csY52" fmla="*/ 1013661 h 1194134"/>
                <a:gd name="csX53" fmla="*/ 80461 w 1402430"/>
                <a:gd name="csY53" fmla="*/ 1009149 h 1194134"/>
                <a:gd name="csX54" fmla="*/ 80461 w 1402430"/>
                <a:gd name="csY54" fmla="*/ 1006141 h 1194134"/>
                <a:gd name="csX55" fmla="*/ 79709 w 1402430"/>
                <a:gd name="csY55" fmla="*/ 1001629 h 1194134"/>
                <a:gd name="csX56" fmla="*/ 79709 w 1402430"/>
                <a:gd name="csY56" fmla="*/ 1000125 h 1194134"/>
                <a:gd name="csX57" fmla="*/ 80461 w 1402430"/>
                <a:gd name="csY57" fmla="*/ 997869 h 1194134"/>
                <a:gd name="csX58" fmla="*/ 84973 w 1402430"/>
                <a:gd name="csY58" fmla="*/ 986589 h 1194134"/>
                <a:gd name="csX59" fmla="*/ 87981 w 1402430"/>
                <a:gd name="csY59" fmla="*/ 983582 h 1194134"/>
                <a:gd name="csX60" fmla="*/ 89485 w 1402430"/>
                <a:gd name="csY60" fmla="*/ 982078 h 1194134"/>
                <a:gd name="csX61" fmla="*/ 92493 w 1402430"/>
                <a:gd name="csY61" fmla="*/ 979070 h 1194134"/>
                <a:gd name="csX62" fmla="*/ 103773 w 1402430"/>
                <a:gd name="csY62" fmla="*/ 965534 h 1194134"/>
                <a:gd name="csX63" fmla="*/ 104525 w 1402430"/>
                <a:gd name="csY63" fmla="*/ 964030 h 1194134"/>
                <a:gd name="csX64" fmla="*/ 121820 w 1402430"/>
                <a:gd name="csY64" fmla="*/ 928688 h 1194134"/>
                <a:gd name="csX65" fmla="*/ 133099 w 1402430"/>
                <a:gd name="csY65" fmla="*/ 904624 h 1194134"/>
                <a:gd name="csX66" fmla="*/ 133852 w 1402430"/>
                <a:gd name="csY66" fmla="*/ 903120 h 1194134"/>
                <a:gd name="csX67" fmla="*/ 153403 w 1402430"/>
                <a:gd name="csY67" fmla="*/ 886577 h 1194134"/>
                <a:gd name="csX68" fmla="*/ 154907 w 1402430"/>
                <a:gd name="csY68" fmla="*/ 885825 h 1194134"/>
                <a:gd name="csX69" fmla="*/ 161674 w 1402430"/>
                <a:gd name="csY69" fmla="*/ 882817 h 1194134"/>
                <a:gd name="csX70" fmla="*/ 207545 w 1402430"/>
                <a:gd name="csY70" fmla="*/ 867026 h 1194134"/>
                <a:gd name="csX71" fmla="*/ 208297 w 1402430"/>
                <a:gd name="csY71" fmla="*/ 869282 h 1194134"/>
                <a:gd name="csX72" fmla="*/ 215817 w 1402430"/>
                <a:gd name="csY72" fmla="*/ 879809 h 1194134"/>
                <a:gd name="csX73" fmla="*/ 222584 w 1402430"/>
                <a:gd name="csY73" fmla="*/ 882817 h 1194134"/>
                <a:gd name="csX74" fmla="*/ 225592 w 1402430"/>
                <a:gd name="csY74" fmla="*/ 881313 h 1194134"/>
                <a:gd name="csX75" fmla="*/ 228600 w 1402430"/>
                <a:gd name="csY75" fmla="*/ 881313 h 1194134"/>
                <a:gd name="csX76" fmla="*/ 230856 w 1402430"/>
                <a:gd name="csY76" fmla="*/ 882065 h 1194134"/>
                <a:gd name="csX77" fmla="*/ 236120 w 1402430"/>
                <a:gd name="csY77" fmla="*/ 883569 h 1194134"/>
                <a:gd name="csX78" fmla="*/ 237624 w 1402430"/>
                <a:gd name="csY78" fmla="*/ 883569 h 1194134"/>
                <a:gd name="csX79" fmla="*/ 241384 w 1402430"/>
                <a:gd name="csY79" fmla="*/ 882817 h 1194134"/>
                <a:gd name="csX80" fmla="*/ 245895 w 1402430"/>
                <a:gd name="csY80" fmla="*/ 882817 h 1194134"/>
                <a:gd name="csX81" fmla="*/ 258679 w 1402430"/>
                <a:gd name="csY81" fmla="*/ 883569 h 1194134"/>
                <a:gd name="csX82" fmla="*/ 261687 w 1402430"/>
                <a:gd name="csY82" fmla="*/ 885073 h 1194134"/>
                <a:gd name="csX83" fmla="*/ 266199 w 1402430"/>
                <a:gd name="csY83" fmla="*/ 891089 h 1194134"/>
                <a:gd name="csX84" fmla="*/ 266951 w 1402430"/>
                <a:gd name="csY84" fmla="*/ 891841 h 1194134"/>
                <a:gd name="csX85" fmla="*/ 268455 w 1402430"/>
                <a:gd name="csY85" fmla="*/ 892593 h 1194134"/>
                <a:gd name="csX86" fmla="*/ 270711 w 1402430"/>
                <a:gd name="csY86" fmla="*/ 894097 h 1194134"/>
                <a:gd name="csX87" fmla="*/ 272215 w 1402430"/>
                <a:gd name="csY87" fmla="*/ 896353 h 1194134"/>
                <a:gd name="csX88" fmla="*/ 272967 w 1402430"/>
                <a:gd name="csY88" fmla="*/ 897857 h 1194134"/>
                <a:gd name="csX89" fmla="*/ 275223 w 1402430"/>
                <a:gd name="csY89" fmla="*/ 900865 h 1194134"/>
                <a:gd name="csX90" fmla="*/ 280487 w 1402430"/>
                <a:gd name="csY90" fmla="*/ 903120 h 1194134"/>
                <a:gd name="csX91" fmla="*/ 285750 w 1402430"/>
                <a:gd name="csY91" fmla="*/ 904624 h 1194134"/>
                <a:gd name="csX92" fmla="*/ 289510 w 1402430"/>
                <a:gd name="csY92" fmla="*/ 904624 h 1194134"/>
                <a:gd name="csX93" fmla="*/ 289510 w 1402430"/>
                <a:gd name="csY93" fmla="*/ 906880 h 1194134"/>
                <a:gd name="csX94" fmla="*/ 291766 w 1402430"/>
                <a:gd name="csY94" fmla="*/ 907632 h 1194134"/>
                <a:gd name="csX95" fmla="*/ 297782 w 1402430"/>
                <a:gd name="csY95" fmla="*/ 906880 h 1194134"/>
                <a:gd name="csX96" fmla="*/ 303046 w 1402430"/>
                <a:gd name="csY96" fmla="*/ 907632 h 1194134"/>
                <a:gd name="csX97" fmla="*/ 305302 w 1402430"/>
                <a:gd name="csY97" fmla="*/ 909136 h 1194134"/>
                <a:gd name="csX98" fmla="*/ 309813 w 1402430"/>
                <a:gd name="csY98" fmla="*/ 912144 h 1194134"/>
                <a:gd name="csX99" fmla="*/ 312069 w 1402430"/>
                <a:gd name="csY99" fmla="*/ 912896 h 1194134"/>
                <a:gd name="csX100" fmla="*/ 314325 w 1402430"/>
                <a:gd name="csY100" fmla="*/ 912144 h 1194134"/>
                <a:gd name="csX101" fmla="*/ 315077 w 1402430"/>
                <a:gd name="csY101" fmla="*/ 909136 h 1194134"/>
                <a:gd name="csX102" fmla="*/ 314325 w 1402430"/>
                <a:gd name="csY102" fmla="*/ 908384 h 1194134"/>
                <a:gd name="csX103" fmla="*/ 308309 w 1402430"/>
                <a:gd name="csY103" fmla="*/ 906880 h 1194134"/>
                <a:gd name="csX104" fmla="*/ 306806 w 1402430"/>
                <a:gd name="csY104" fmla="*/ 905376 h 1194134"/>
                <a:gd name="csX105" fmla="*/ 312069 w 1402430"/>
                <a:gd name="csY105" fmla="*/ 906880 h 1194134"/>
                <a:gd name="csX106" fmla="*/ 330868 w 1402430"/>
                <a:gd name="csY106" fmla="*/ 905376 h 1194134"/>
                <a:gd name="csX107" fmla="*/ 343652 w 1402430"/>
                <a:gd name="csY107" fmla="*/ 906880 h 1194134"/>
                <a:gd name="csX108" fmla="*/ 349668 w 1402430"/>
                <a:gd name="csY108" fmla="*/ 908384 h 1194134"/>
                <a:gd name="csX109" fmla="*/ 351924 w 1402430"/>
                <a:gd name="csY109" fmla="*/ 909136 h 1194134"/>
                <a:gd name="csX110" fmla="*/ 355684 w 1402430"/>
                <a:gd name="csY110" fmla="*/ 909136 h 1194134"/>
                <a:gd name="csX111" fmla="*/ 355684 w 1402430"/>
                <a:gd name="csY111" fmla="*/ 907632 h 1194134"/>
                <a:gd name="csX112" fmla="*/ 350420 w 1402430"/>
                <a:gd name="csY112" fmla="*/ 907632 h 1194134"/>
                <a:gd name="csX113" fmla="*/ 350420 w 1402430"/>
                <a:gd name="csY113" fmla="*/ 906880 h 1194134"/>
                <a:gd name="csX114" fmla="*/ 375235 w 1402430"/>
                <a:gd name="csY114" fmla="*/ 907632 h 1194134"/>
                <a:gd name="csX115" fmla="*/ 377491 w 1402430"/>
                <a:gd name="csY115" fmla="*/ 906880 h 1194134"/>
                <a:gd name="csX116" fmla="*/ 382755 w 1402430"/>
                <a:gd name="csY116" fmla="*/ 904624 h 1194134"/>
                <a:gd name="csX117" fmla="*/ 388019 w 1402430"/>
                <a:gd name="csY117" fmla="*/ 903120 h 1194134"/>
                <a:gd name="csX118" fmla="*/ 392530 w 1402430"/>
                <a:gd name="csY118" fmla="*/ 900865 h 1194134"/>
                <a:gd name="csX119" fmla="*/ 395538 w 1402430"/>
                <a:gd name="csY119" fmla="*/ 900113 h 1194134"/>
                <a:gd name="csX120" fmla="*/ 407570 w 1402430"/>
                <a:gd name="csY120" fmla="*/ 902368 h 1194134"/>
                <a:gd name="csX121" fmla="*/ 430129 w 1402430"/>
                <a:gd name="csY121" fmla="*/ 906128 h 1194134"/>
                <a:gd name="csX122" fmla="*/ 446673 w 1402430"/>
                <a:gd name="csY122" fmla="*/ 909888 h 1194134"/>
                <a:gd name="csX123" fmla="*/ 457952 w 1402430"/>
                <a:gd name="csY123" fmla="*/ 911392 h 1194134"/>
                <a:gd name="csX124" fmla="*/ 463216 w 1402430"/>
                <a:gd name="csY124" fmla="*/ 912896 h 1194134"/>
                <a:gd name="csX125" fmla="*/ 469232 w 1402430"/>
                <a:gd name="csY125" fmla="*/ 915152 h 1194134"/>
                <a:gd name="csX126" fmla="*/ 471488 w 1402430"/>
                <a:gd name="csY126" fmla="*/ 917408 h 1194134"/>
                <a:gd name="csX127" fmla="*/ 477503 w 1402430"/>
                <a:gd name="csY127" fmla="*/ 923424 h 1194134"/>
                <a:gd name="csX128" fmla="*/ 479760 w 1402430"/>
                <a:gd name="csY128" fmla="*/ 924176 h 1194134"/>
                <a:gd name="csX129" fmla="*/ 482767 w 1402430"/>
                <a:gd name="csY129" fmla="*/ 925680 h 1194134"/>
                <a:gd name="csX130" fmla="*/ 485023 w 1402430"/>
                <a:gd name="csY130" fmla="*/ 927936 h 1194134"/>
                <a:gd name="csX131" fmla="*/ 487279 w 1402430"/>
                <a:gd name="csY131" fmla="*/ 930191 h 1194134"/>
                <a:gd name="csX132" fmla="*/ 490287 w 1402430"/>
                <a:gd name="csY132" fmla="*/ 935455 h 1194134"/>
                <a:gd name="csX133" fmla="*/ 491039 w 1402430"/>
                <a:gd name="csY133" fmla="*/ 939215 h 1194134"/>
                <a:gd name="csX134" fmla="*/ 492543 w 1402430"/>
                <a:gd name="csY134" fmla="*/ 942223 h 1194134"/>
                <a:gd name="csX135" fmla="*/ 492543 w 1402430"/>
                <a:gd name="csY135" fmla="*/ 945983 h 1194134"/>
                <a:gd name="csX136" fmla="*/ 493295 w 1402430"/>
                <a:gd name="csY136" fmla="*/ 947487 h 1194134"/>
                <a:gd name="csX137" fmla="*/ 497807 w 1402430"/>
                <a:gd name="csY137" fmla="*/ 951247 h 1194134"/>
                <a:gd name="csX138" fmla="*/ 506830 w 1402430"/>
                <a:gd name="csY138" fmla="*/ 967038 h 1194134"/>
                <a:gd name="csX139" fmla="*/ 507582 w 1402430"/>
                <a:gd name="csY139" fmla="*/ 973054 h 1194134"/>
                <a:gd name="csX140" fmla="*/ 509086 w 1402430"/>
                <a:gd name="csY140" fmla="*/ 976062 h 1194134"/>
                <a:gd name="csX141" fmla="*/ 510590 w 1402430"/>
                <a:gd name="csY141" fmla="*/ 979070 h 1194134"/>
                <a:gd name="csX142" fmla="*/ 512094 w 1402430"/>
                <a:gd name="csY142" fmla="*/ 982078 h 1194134"/>
                <a:gd name="csX143" fmla="*/ 511342 w 1402430"/>
                <a:gd name="csY143" fmla="*/ 982830 h 1194134"/>
                <a:gd name="csX144" fmla="*/ 512094 w 1402430"/>
                <a:gd name="csY144" fmla="*/ 984334 h 1194134"/>
                <a:gd name="csX145" fmla="*/ 515102 w 1402430"/>
                <a:gd name="csY145" fmla="*/ 994861 h 1194134"/>
                <a:gd name="csX146" fmla="*/ 515102 w 1402430"/>
                <a:gd name="csY146" fmla="*/ 996365 h 1194134"/>
                <a:gd name="csX147" fmla="*/ 516606 w 1402430"/>
                <a:gd name="csY147" fmla="*/ 997869 h 1194134"/>
                <a:gd name="csX148" fmla="*/ 516606 w 1402430"/>
                <a:gd name="csY148" fmla="*/ 1009149 h 1194134"/>
                <a:gd name="csX149" fmla="*/ 518110 w 1402430"/>
                <a:gd name="csY149" fmla="*/ 1010653 h 1194134"/>
                <a:gd name="csX150" fmla="*/ 518862 w 1402430"/>
                <a:gd name="csY150" fmla="*/ 1012157 h 1194134"/>
                <a:gd name="csX151" fmla="*/ 520366 w 1402430"/>
                <a:gd name="csY151" fmla="*/ 1014413 h 1194134"/>
                <a:gd name="csX152" fmla="*/ 521118 w 1402430"/>
                <a:gd name="csY152" fmla="*/ 1017420 h 1194134"/>
                <a:gd name="csX153" fmla="*/ 520366 w 1402430"/>
                <a:gd name="csY153" fmla="*/ 1020428 h 1194134"/>
                <a:gd name="csX154" fmla="*/ 520366 w 1402430"/>
                <a:gd name="csY154" fmla="*/ 1021932 h 1194134"/>
                <a:gd name="csX155" fmla="*/ 521118 w 1402430"/>
                <a:gd name="csY155" fmla="*/ 1023436 h 1194134"/>
                <a:gd name="csX156" fmla="*/ 523374 w 1402430"/>
                <a:gd name="csY156" fmla="*/ 1026444 h 1194134"/>
                <a:gd name="csX157" fmla="*/ 524126 w 1402430"/>
                <a:gd name="csY157" fmla="*/ 1026444 h 1194134"/>
                <a:gd name="csX158" fmla="*/ 524126 w 1402430"/>
                <a:gd name="csY158" fmla="*/ 1027948 h 1194134"/>
                <a:gd name="csX159" fmla="*/ 524126 w 1402430"/>
                <a:gd name="csY159" fmla="*/ 1033212 h 1194134"/>
                <a:gd name="csX160" fmla="*/ 524126 w 1402430"/>
                <a:gd name="csY160" fmla="*/ 1034716 h 1194134"/>
                <a:gd name="csX161" fmla="*/ 525630 w 1402430"/>
                <a:gd name="csY161" fmla="*/ 1036972 h 1194134"/>
                <a:gd name="csX162" fmla="*/ 525630 w 1402430"/>
                <a:gd name="csY162" fmla="*/ 1038476 h 1194134"/>
                <a:gd name="csX163" fmla="*/ 526382 w 1402430"/>
                <a:gd name="csY163" fmla="*/ 1039228 h 1194134"/>
                <a:gd name="csX164" fmla="*/ 529390 w 1402430"/>
                <a:gd name="csY164" fmla="*/ 1041484 h 1194134"/>
                <a:gd name="csX165" fmla="*/ 530141 w 1402430"/>
                <a:gd name="csY165" fmla="*/ 1042988 h 1194134"/>
                <a:gd name="csX166" fmla="*/ 530141 w 1402430"/>
                <a:gd name="csY166" fmla="*/ 1044492 h 1194134"/>
                <a:gd name="csX167" fmla="*/ 530141 w 1402430"/>
                <a:gd name="csY167" fmla="*/ 1049755 h 1194134"/>
                <a:gd name="csX168" fmla="*/ 529390 w 1402430"/>
                <a:gd name="csY168" fmla="*/ 1052763 h 1194134"/>
                <a:gd name="csX169" fmla="*/ 529390 w 1402430"/>
                <a:gd name="csY169" fmla="*/ 1054267 h 1194134"/>
                <a:gd name="csX170" fmla="*/ 530894 w 1402430"/>
                <a:gd name="csY170" fmla="*/ 1055019 h 1194134"/>
                <a:gd name="csX171" fmla="*/ 530894 w 1402430"/>
                <a:gd name="csY171" fmla="*/ 1055771 h 1194134"/>
                <a:gd name="csX172" fmla="*/ 532398 w 1402430"/>
                <a:gd name="csY172" fmla="*/ 1073819 h 1194134"/>
                <a:gd name="csX173" fmla="*/ 527886 w 1402430"/>
                <a:gd name="csY173" fmla="*/ 1070811 h 1194134"/>
                <a:gd name="csX174" fmla="*/ 527134 w 1402430"/>
                <a:gd name="csY174" fmla="*/ 1073066 h 1194134"/>
                <a:gd name="csX175" fmla="*/ 523374 w 1402430"/>
                <a:gd name="csY175" fmla="*/ 1076826 h 1194134"/>
                <a:gd name="csX176" fmla="*/ 523374 w 1402430"/>
                <a:gd name="csY176" fmla="*/ 1078330 h 1194134"/>
                <a:gd name="csX177" fmla="*/ 525630 w 1402430"/>
                <a:gd name="csY177" fmla="*/ 1079834 h 1194134"/>
                <a:gd name="csX178" fmla="*/ 527886 w 1402430"/>
                <a:gd name="csY178" fmla="*/ 1078330 h 1194134"/>
                <a:gd name="csX179" fmla="*/ 530141 w 1402430"/>
                <a:gd name="csY179" fmla="*/ 1076074 h 1194134"/>
                <a:gd name="csX180" fmla="*/ 531646 w 1402430"/>
                <a:gd name="csY180" fmla="*/ 1074571 h 1194134"/>
                <a:gd name="csX181" fmla="*/ 533150 w 1402430"/>
                <a:gd name="csY181" fmla="*/ 1075323 h 1194134"/>
                <a:gd name="csX182" fmla="*/ 534654 w 1402430"/>
                <a:gd name="csY182" fmla="*/ 1079082 h 1194134"/>
                <a:gd name="csX183" fmla="*/ 535405 w 1402430"/>
                <a:gd name="csY183" fmla="*/ 1079834 h 1194134"/>
                <a:gd name="csX184" fmla="*/ 539165 w 1402430"/>
                <a:gd name="csY184" fmla="*/ 1079834 h 1194134"/>
                <a:gd name="csX185" fmla="*/ 539918 w 1402430"/>
                <a:gd name="csY185" fmla="*/ 1080586 h 1194134"/>
                <a:gd name="csX186" fmla="*/ 540669 w 1402430"/>
                <a:gd name="csY186" fmla="*/ 1081338 h 1194134"/>
                <a:gd name="csX187" fmla="*/ 540669 w 1402430"/>
                <a:gd name="csY187" fmla="*/ 1085098 h 1194134"/>
                <a:gd name="csX188" fmla="*/ 542173 w 1402430"/>
                <a:gd name="csY188" fmla="*/ 1091114 h 1194134"/>
                <a:gd name="csX189" fmla="*/ 542925 w 1402430"/>
                <a:gd name="csY189" fmla="*/ 1094122 h 1194134"/>
                <a:gd name="csX190" fmla="*/ 542173 w 1402430"/>
                <a:gd name="csY190" fmla="*/ 1096378 h 1194134"/>
                <a:gd name="csX191" fmla="*/ 542173 w 1402430"/>
                <a:gd name="csY191" fmla="*/ 1097882 h 1194134"/>
                <a:gd name="csX192" fmla="*/ 543677 w 1402430"/>
                <a:gd name="csY192" fmla="*/ 1099386 h 1194134"/>
                <a:gd name="csX193" fmla="*/ 544429 w 1402430"/>
                <a:gd name="csY193" fmla="*/ 1100890 h 1194134"/>
                <a:gd name="csX194" fmla="*/ 546685 w 1402430"/>
                <a:gd name="csY194" fmla="*/ 1101642 h 1194134"/>
                <a:gd name="csX195" fmla="*/ 548189 w 1402430"/>
                <a:gd name="csY195" fmla="*/ 1103145 h 1194134"/>
                <a:gd name="csX196" fmla="*/ 548941 w 1402430"/>
                <a:gd name="csY196" fmla="*/ 1104649 h 1194134"/>
                <a:gd name="csX197" fmla="*/ 550445 w 1402430"/>
                <a:gd name="csY197" fmla="*/ 1111417 h 1194134"/>
                <a:gd name="csX198" fmla="*/ 551949 w 1402430"/>
                <a:gd name="csY198" fmla="*/ 1121945 h 1194134"/>
                <a:gd name="csX199" fmla="*/ 551197 w 1402430"/>
                <a:gd name="csY199" fmla="*/ 1121945 h 1194134"/>
                <a:gd name="csX200" fmla="*/ 544429 w 1402430"/>
                <a:gd name="csY200" fmla="*/ 1123449 h 1194134"/>
                <a:gd name="csX201" fmla="*/ 542925 w 1402430"/>
                <a:gd name="csY201" fmla="*/ 1124953 h 1194134"/>
                <a:gd name="csX202" fmla="*/ 540669 w 1402430"/>
                <a:gd name="csY202" fmla="*/ 1126457 h 1194134"/>
                <a:gd name="csX203" fmla="*/ 539165 w 1402430"/>
                <a:gd name="csY203" fmla="*/ 1127209 h 1194134"/>
                <a:gd name="csX204" fmla="*/ 536909 w 1402430"/>
                <a:gd name="csY204" fmla="*/ 1126457 h 1194134"/>
                <a:gd name="csX205" fmla="*/ 533901 w 1402430"/>
                <a:gd name="csY205" fmla="*/ 1124953 h 1194134"/>
                <a:gd name="csX206" fmla="*/ 528638 w 1402430"/>
                <a:gd name="csY206" fmla="*/ 1124953 h 1194134"/>
                <a:gd name="csX207" fmla="*/ 518110 w 1402430"/>
                <a:gd name="csY207" fmla="*/ 1123449 h 1194134"/>
                <a:gd name="csX208" fmla="*/ 507582 w 1402430"/>
                <a:gd name="csY208" fmla="*/ 1122697 h 1194134"/>
                <a:gd name="csX209" fmla="*/ 503822 w 1402430"/>
                <a:gd name="csY209" fmla="*/ 1124953 h 1194134"/>
                <a:gd name="csX210" fmla="*/ 501567 w 1402430"/>
                <a:gd name="csY210" fmla="*/ 1125705 h 1194134"/>
                <a:gd name="csX211" fmla="*/ 500063 w 1402430"/>
                <a:gd name="csY211" fmla="*/ 1125705 h 1194134"/>
                <a:gd name="csX212" fmla="*/ 491039 w 1402430"/>
                <a:gd name="csY212" fmla="*/ 1124201 h 1194134"/>
                <a:gd name="csX213" fmla="*/ 479007 w 1402430"/>
                <a:gd name="csY213" fmla="*/ 1118185 h 1194134"/>
                <a:gd name="csX214" fmla="*/ 475247 w 1402430"/>
                <a:gd name="csY214" fmla="*/ 1115929 h 1194134"/>
                <a:gd name="csX215" fmla="*/ 470736 w 1402430"/>
                <a:gd name="csY215" fmla="*/ 1115177 h 1194134"/>
                <a:gd name="csX216" fmla="*/ 460960 w 1402430"/>
                <a:gd name="csY216" fmla="*/ 1114425 h 1194134"/>
                <a:gd name="csX217" fmla="*/ 452688 w 1402430"/>
                <a:gd name="csY217" fmla="*/ 1112169 h 1194134"/>
                <a:gd name="csX218" fmla="*/ 448928 w 1402430"/>
                <a:gd name="csY218" fmla="*/ 1110665 h 1194134"/>
                <a:gd name="csX219" fmla="*/ 446673 w 1402430"/>
                <a:gd name="csY219" fmla="*/ 1109913 h 1194134"/>
                <a:gd name="csX220" fmla="*/ 444417 w 1402430"/>
                <a:gd name="csY220" fmla="*/ 1109913 h 1194134"/>
                <a:gd name="csX221" fmla="*/ 442161 w 1402430"/>
                <a:gd name="csY221" fmla="*/ 1110665 h 1194134"/>
                <a:gd name="csX222" fmla="*/ 438401 w 1402430"/>
                <a:gd name="csY222" fmla="*/ 1112169 h 1194134"/>
                <a:gd name="csX223" fmla="*/ 436897 w 1402430"/>
                <a:gd name="csY223" fmla="*/ 1112921 h 1194134"/>
                <a:gd name="csX224" fmla="*/ 426369 w 1402430"/>
                <a:gd name="csY224" fmla="*/ 1113673 h 1194134"/>
                <a:gd name="csX225" fmla="*/ 419602 w 1402430"/>
                <a:gd name="csY225" fmla="*/ 1115177 h 1194134"/>
                <a:gd name="csX226" fmla="*/ 406066 w 1402430"/>
                <a:gd name="csY226" fmla="*/ 1116681 h 1194134"/>
                <a:gd name="csX227" fmla="*/ 400802 w 1402430"/>
                <a:gd name="csY227" fmla="*/ 1115929 h 1194134"/>
                <a:gd name="csX228" fmla="*/ 391026 w 1402430"/>
                <a:gd name="csY228" fmla="*/ 1113673 h 1194134"/>
                <a:gd name="csX229" fmla="*/ 388019 w 1402430"/>
                <a:gd name="csY229" fmla="*/ 1113673 h 1194134"/>
                <a:gd name="csX230" fmla="*/ 385763 w 1402430"/>
                <a:gd name="csY230" fmla="*/ 1113673 h 1194134"/>
                <a:gd name="csX231" fmla="*/ 383507 w 1402430"/>
                <a:gd name="csY231" fmla="*/ 1113673 h 1194134"/>
                <a:gd name="csX232" fmla="*/ 375987 w 1402430"/>
                <a:gd name="csY232" fmla="*/ 1111417 h 1194134"/>
                <a:gd name="csX233" fmla="*/ 356436 w 1402430"/>
                <a:gd name="csY233" fmla="*/ 1108409 h 1194134"/>
                <a:gd name="csX234" fmla="*/ 354180 w 1402430"/>
                <a:gd name="csY234" fmla="*/ 1106153 h 1194134"/>
                <a:gd name="csX235" fmla="*/ 353428 w 1402430"/>
                <a:gd name="csY235" fmla="*/ 1104649 h 1194134"/>
                <a:gd name="csX236" fmla="*/ 351924 w 1402430"/>
                <a:gd name="csY236" fmla="*/ 1100890 h 1194134"/>
                <a:gd name="csX237" fmla="*/ 352676 w 1402430"/>
                <a:gd name="csY237" fmla="*/ 1098634 h 1194134"/>
                <a:gd name="csX238" fmla="*/ 352676 w 1402430"/>
                <a:gd name="csY238" fmla="*/ 1097130 h 1194134"/>
                <a:gd name="csX239" fmla="*/ 352676 w 1402430"/>
                <a:gd name="csY239" fmla="*/ 1095626 h 1194134"/>
                <a:gd name="csX240" fmla="*/ 351924 w 1402430"/>
                <a:gd name="csY240" fmla="*/ 1093370 h 1194134"/>
                <a:gd name="csX241" fmla="*/ 350420 w 1402430"/>
                <a:gd name="csY241" fmla="*/ 1091866 h 1194134"/>
                <a:gd name="csX242" fmla="*/ 347412 w 1402430"/>
                <a:gd name="csY242" fmla="*/ 1091114 h 1194134"/>
                <a:gd name="csX243" fmla="*/ 343652 w 1402430"/>
                <a:gd name="csY243" fmla="*/ 1091866 h 1194134"/>
                <a:gd name="csX244" fmla="*/ 342148 w 1402430"/>
                <a:gd name="csY244" fmla="*/ 1091866 h 1194134"/>
                <a:gd name="csX245" fmla="*/ 339892 w 1402430"/>
                <a:gd name="csY245" fmla="*/ 1091866 h 1194134"/>
                <a:gd name="csX246" fmla="*/ 338388 w 1402430"/>
                <a:gd name="csY246" fmla="*/ 1091866 h 1194134"/>
                <a:gd name="csX247" fmla="*/ 336885 w 1402430"/>
                <a:gd name="csY247" fmla="*/ 1091866 h 1194134"/>
                <a:gd name="csX248" fmla="*/ 335381 w 1402430"/>
                <a:gd name="csY248" fmla="*/ 1091866 h 1194134"/>
                <a:gd name="csX249" fmla="*/ 333877 w 1402430"/>
                <a:gd name="csY249" fmla="*/ 1093370 h 1194134"/>
                <a:gd name="csX250" fmla="*/ 328613 w 1402430"/>
                <a:gd name="csY250" fmla="*/ 1099386 h 1194134"/>
                <a:gd name="csX251" fmla="*/ 326357 w 1402430"/>
                <a:gd name="csY251" fmla="*/ 1100890 h 1194134"/>
                <a:gd name="csX252" fmla="*/ 321845 w 1402430"/>
                <a:gd name="csY252" fmla="*/ 1102393 h 1194134"/>
                <a:gd name="csX253" fmla="*/ 320341 w 1402430"/>
                <a:gd name="csY253" fmla="*/ 1103145 h 1194134"/>
                <a:gd name="csX254" fmla="*/ 318837 w 1402430"/>
                <a:gd name="csY254" fmla="*/ 1103897 h 1194134"/>
                <a:gd name="csX255" fmla="*/ 318085 w 1402430"/>
                <a:gd name="csY255" fmla="*/ 1106905 h 1194134"/>
                <a:gd name="csX256" fmla="*/ 317333 w 1402430"/>
                <a:gd name="csY256" fmla="*/ 1112921 h 1194134"/>
                <a:gd name="csX257" fmla="*/ 316581 w 1402430"/>
                <a:gd name="csY257" fmla="*/ 1118185 h 1194134"/>
                <a:gd name="csX258" fmla="*/ 317333 w 1402430"/>
                <a:gd name="csY258" fmla="*/ 1121193 h 1194134"/>
                <a:gd name="csX259" fmla="*/ 318085 w 1402430"/>
                <a:gd name="csY259" fmla="*/ 1122697 h 1194134"/>
                <a:gd name="csX260" fmla="*/ 321845 w 1402430"/>
                <a:gd name="csY260" fmla="*/ 1125705 h 1194134"/>
                <a:gd name="csX261" fmla="*/ 322597 w 1402430"/>
                <a:gd name="csY261" fmla="*/ 1127209 h 1194134"/>
                <a:gd name="csX262" fmla="*/ 326357 w 1402430"/>
                <a:gd name="csY262" fmla="*/ 1135480 h 1194134"/>
                <a:gd name="csX263" fmla="*/ 327861 w 1402430"/>
                <a:gd name="csY263" fmla="*/ 1139992 h 1194134"/>
                <a:gd name="csX264" fmla="*/ 327861 w 1402430"/>
                <a:gd name="csY264" fmla="*/ 1141496 h 1194134"/>
                <a:gd name="csX265" fmla="*/ 326357 w 1402430"/>
                <a:gd name="csY265" fmla="*/ 1142248 h 1194134"/>
                <a:gd name="csX266" fmla="*/ 324853 w 1402430"/>
                <a:gd name="csY266" fmla="*/ 1142248 h 1194134"/>
                <a:gd name="csX267" fmla="*/ 323349 w 1402430"/>
                <a:gd name="csY267" fmla="*/ 1141496 h 1194134"/>
                <a:gd name="csX268" fmla="*/ 321093 w 1402430"/>
                <a:gd name="csY268" fmla="*/ 1139992 h 1194134"/>
                <a:gd name="csX269" fmla="*/ 319589 w 1402430"/>
                <a:gd name="csY269" fmla="*/ 1139240 h 1194134"/>
                <a:gd name="csX270" fmla="*/ 318085 w 1402430"/>
                <a:gd name="csY270" fmla="*/ 1138488 h 1194134"/>
                <a:gd name="csX271" fmla="*/ 316581 w 1402430"/>
                <a:gd name="csY271" fmla="*/ 1138488 h 1194134"/>
                <a:gd name="csX272" fmla="*/ 315829 w 1402430"/>
                <a:gd name="csY272" fmla="*/ 1139240 h 1194134"/>
                <a:gd name="csX273" fmla="*/ 314325 w 1402430"/>
                <a:gd name="csY273" fmla="*/ 1140744 h 1194134"/>
                <a:gd name="csX274" fmla="*/ 313573 w 1402430"/>
                <a:gd name="csY274" fmla="*/ 1143000 h 1194134"/>
                <a:gd name="csX275" fmla="*/ 312821 w 1402430"/>
                <a:gd name="csY275" fmla="*/ 1145256 h 1194134"/>
                <a:gd name="csX276" fmla="*/ 312821 w 1402430"/>
                <a:gd name="csY276" fmla="*/ 1147512 h 1194134"/>
                <a:gd name="csX277" fmla="*/ 312821 w 1402430"/>
                <a:gd name="csY277" fmla="*/ 1150520 h 1194134"/>
                <a:gd name="csX278" fmla="*/ 313573 w 1402430"/>
                <a:gd name="csY278" fmla="*/ 1154280 h 1194134"/>
                <a:gd name="csX279" fmla="*/ 314325 w 1402430"/>
                <a:gd name="csY279" fmla="*/ 1157288 h 1194134"/>
                <a:gd name="csX280" fmla="*/ 315077 w 1402430"/>
                <a:gd name="csY280" fmla="*/ 1158791 h 1194134"/>
                <a:gd name="csX281" fmla="*/ 315829 w 1402430"/>
                <a:gd name="csY281" fmla="*/ 1160295 h 1194134"/>
                <a:gd name="csX282" fmla="*/ 316581 w 1402430"/>
                <a:gd name="csY282" fmla="*/ 1161047 h 1194134"/>
                <a:gd name="csX283" fmla="*/ 317333 w 1402430"/>
                <a:gd name="csY283" fmla="*/ 1162551 h 1194134"/>
                <a:gd name="csX284" fmla="*/ 318085 w 1402430"/>
                <a:gd name="csY284" fmla="*/ 1163303 h 1194134"/>
                <a:gd name="csX285" fmla="*/ 318837 w 1402430"/>
                <a:gd name="csY285" fmla="*/ 1164807 h 1194134"/>
                <a:gd name="csX286" fmla="*/ 318837 w 1402430"/>
                <a:gd name="csY286" fmla="*/ 1167063 h 1194134"/>
                <a:gd name="csX287" fmla="*/ 318085 w 1402430"/>
                <a:gd name="csY287" fmla="*/ 1168567 h 1194134"/>
                <a:gd name="csX288" fmla="*/ 316581 w 1402430"/>
                <a:gd name="csY288" fmla="*/ 1172327 h 1194134"/>
                <a:gd name="csX289" fmla="*/ 314325 w 1402430"/>
                <a:gd name="csY289" fmla="*/ 1177591 h 1194134"/>
                <a:gd name="csX290" fmla="*/ 313573 w 1402430"/>
                <a:gd name="csY290" fmla="*/ 1179095 h 1194134"/>
                <a:gd name="csX291" fmla="*/ 309813 w 1402430"/>
                <a:gd name="csY291" fmla="*/ 1184359 h 1194134"/>
                <a:gd name="csX292" fmla="*/ 309061 w 1402430"/>
                <a:gd name="csY292" fmla="*/ 1185863 h 1194134"/>
                <a:gd name="csX293" fmla="*/ 307557 w 1402430"/>
                <a:gd name="csY293" fmla="*/ 1186615 h 1194134"/>
                <a:gd name="csX294" fmla="*/ 305302 w 1402430"/>
                <a:gd name="csY294" fmla="*/ 1187367 h 1194134"/>
                <a:gd name="csX295" fmla="*/ 303798 w 1402430"/>
                <a:gd name="csY295" fmla="*/ 1187367 h 1194134"/>
                <a:gd name="csX296" fmla="*/ 298534 w 1402430"/>
                <a:gd name="csY296" fmla="*/ 1185863 h 1194134"/>
                <a:gd name="csX297" fmla="*/ 296278 w 1402430"/>
                <a:gd name="csY297" fmla="*/ 1186615 h 1194134"/>
                <a:gd name="csX298" fmla="*/ 294774 w 1402430"/>
                <a:gd name="csY298" fmla="*/ 1187367 h 1194134"/>
                <a:gd name="csX299" fmla="*/ 287254 w 1402430"/>
                <a:gd name="csY299" fmla="*/ 1194134 h 1194134"/>
                <a:gd name="csX300" fmla="*/ 285750 w 1402430"/>
                <a:gd name="csY300" fmla="*/ 1194134 h 1194134"/>
                <a:gd name="csX301" fmla="*/ 283494 w 1402430"/>
                <a:gd name="csY301" fmla="*/ 1193382 h 1194134"/>
                <a:gd name="csX302" fmla="*/ 280487 w 1402430"/>
                <a:gd name="csY302" fmla="*/ 1191126 h 1194134"/>
                <a:gd name="csX303" fmla="*/ 278983 w 1402430"/>
                <a:gd name="csY303" fmla="*/ 1188870 h 1194134"/>
                <a:gd name="csX304" fmla="*/ 278230 w 1402430"/>
                <a:gd name="csY304" fmla="*/ 1187367 h 1194134"/>
                <a:gd name="csX305" fmla="*/ 278230 w 1402430"/>
                <a:gd name="csY305" fmla="*/ 1185863 h 1194134"/>
                <a:gd name="csX306" fmla="*/ 278230 w 1402430"/>
                <a:gd name="csY306" fmla="*/ 1184359 h 1194134"/>
                <a:gd name="csX307" fmla="*/ 282742 w 1402430"/>
                <a:gd name="csY307" fmla="*/ 1174583 h 1194134"/>
                <a:gd name="csX308" fmla="*/ 282742 w 1402430"/>
                <a:gd name="csY308" fmla="*/ 1172327 h 1194134"/>
                <a:gd name="csX309" fmla="*/ 281990 w 1402430"/>
                <a:gd name="csY309" fmla="*/ 1170823 h 1194134"/>
                <a:gd name="csX310" fmla="*/ 281238 w 1402430"/>
                <a:gd name="csY310" fmla="*/ 1169319 h 1194134"/>
                <a:gd name="csX311" fmla="*/ 278983 w 1402430"/>
                <a:gd name="csY311" fmla="*/ 1167815 h 1194134"/>
                <a:gd name="csX312" fmla="*/ 276727 w 1402430"/>
                <a:gd name="csY312" fmla="*/ 1164055 h 1194134"/>
                <a:gd name="csX313" fmla="*/ 275223 w 1402430"/>
                <a:gd name="csY313" fmla="*/ 1162551 h 1194134"/>
                <a:gd name="csX314" fmla="*/ 272967 w 1402430"/>
                <a:gd name="csY314" fmla="*/ 1161047 h 1194134"/>
                <a:gd name="csX315" fmla="*/ 266951 w 1402430"/>
                <a:gd name="csY315" fmla="*/ 1160295 h 1194134"/>
                <a:gd name="csX316" fmla="*/ 257175 w 1402430"/>
                <a:gd name="csY316" fmla="*/ 1158791 h 1194134"/>
                <a:gd name="csX317" fmla="*/ 255671 w 1402430"/>
                <a:gd name="csY317" fmla="*/ 1158791 h 1194134"/>
                <a:gd name="csX318" fmla="*/ 253415 w 1402430"/>
                <a:gd name="csY318" fmla="*/ 1159543 h 1194134"/>
                <a:gd name="csX319" fmla="*/ 251911 w 1402430"/>
                <a:gd name="csY319" fmla="*/ 1159543 h 1194134"/>
                <a:gd name="csX320" fmla="*/ 250408 w 1402430"/>
                <a:gd name="csY320" fmla="*/ 1158040 h 1194134"/>
                <a:gd name="csX321" fmla="*/ 248151 w 1402430"/>
                <a:gd name="csY321" fmla="*/ 1155032 h 1194134"/>
                <a:gd name="csX322" fmla="*/ 246648 w 1402430"/>
                <a:gd name="csY322" fmla="*/ 1154280 h 1194134"/>
                <a:gd name="csX323" fmla="*/ 245144 w 1402430"/>
                <a:gd name="csY323" fmla="*/ 1153528 h 1194134"/>
                <a:gd name="csX324" fmla="*/ 243640 w 1402430"/>
                <a:gd name="csY324" fmla="*/ 1153528 h 1194134"/>
                <a:gd name="csX325" fmla="*/ 242888 w 1402430"/>
                <a:gd name="csY325" fmla="*/ 1153528 h 1194134"/>
                <a:gd name="csX326" fmla="*/ 242136 w 1402430"/>
                <a:gd name="csY326" fmla="*/ 1155032 h 1194134"/>
                <a:gd name="csX327" fmla="*/ 239880 w 1402430"/>
                <a:gd name="csY327" fmla="*/ 1158040 h 1194134"/>
                <a:gd name="csX328" fmla="*/ 238376 w 1402430"/>
                <a:gd name="csY328" fmla="*/ 1159543 h 1194134"/>
                <a:gd name="csX329" fmla="*/ 236872 w 1402430"/>
                <a:gd name="csY329" fmla="*/ 1160295 h 1194134"/>
                <a:gd name="csX330" fmla="*/ 235368 w 1402430"/>
                <a:gd name="csY330" fmla="*/ 1161047 h 1194134"/>
                <a:gd name="csX331" fmla="*/ 233112 w 1402430"/>
                <a:gd name="csY331" fmla="*/ 1161800 h 1194134"/>
                <a:gd name="csX332" fmla="*/ 220329 w 1402430"/>
                <a:gd name="csY332" fmla="*/ 1164807 h 1194134"/>
                <a:gd name="csX333" fmla="*/ 218825 w 1402430"/>
                <a:gd name="csY333" fmla="*/ 1165559 h 1194134"/>
                <a:gd name="csX334" fmla="*/ 216569 w 1402430"/>
                <a:gd name="csY334" fmla="*/ 1166311 h 1194134"/>
                <a:gd name="csX335" fmla="*/ 212057 w 1402430"/>
                <a:gd name="csY335" fmla="*/ 1170071 h 1194134"/>
                <a:gd name="csX336" fmla="*/ 210553 w 1402430"/>
                <a:gd name="csY336" fmla="*/ 1170823 h 1194134"/>
                <a:gd name="csX337" fmla="*/ 208297 w 1402430"/>
                <a:gd name="csY337" fmla="*/ 1170823 h 1194134"/>
                <a:gd name="csX338" fmla="*/ 206793 w 1402430"/>
                <a:gd name="csY338" fmla="*/ 1169319 h 1194134"/>
                <a:gd name="csX339" fmla="*/ 204537 w 1402430"/>
                <a:gd name="csY339" fmla="*/ 1164807 h 1194134"/>
                <a:gd name="csX340" fmla="*/ 203033 w 1402430"/>
                <a:gd name="csY340" fmla="*/ 1160295 h 1194134"/>
                <a:gd name="csX341" fmla="*/ 202281 w 1402430"/>
                <a:gd name="csY341" fmla="*/ 1158040 h 1194134"/>
                <a:gd name="csX342" fmla="*/ 201529 w 1402430"/>
                <a:gd name="csY342" fmla="*/ 1156536 h 1194134"/>
                <a:gd name="csX343" fmla="*/ 198521 w 1402430"/>
                <a:gd name="csY343" fmla="*/ 1154280 h 1194134"/>
                <a:gd name="csX344" fmla="*/ 196265 w 1402430"/>
                <a:gd name="csY344" fmla="*/ 1153528 h 1194134"/>
                <a:gd name="csX345" fmla="*/ 194010 w 1402430"/>
                <a:gd name="csY345" fmla="*/ 1152776 h 1194134"/>
                <a:gd name="csX346" fmla="*/ 192506 w 1402430"/>
                <a:gd name="csY346" fmla="*/ 1152024 h 1194134"/>
                <a:gd name="csX347" fmla="*/ 191002 w 1402430"/>
                <a:gd name="csY347" fmla="*/ 1152024 h 1194134"/>
                <a:gd name="csX348" fmla="*/ 187242 w 1402430"/>
                <a:gd name="csY348" fmla="*/ 1152024 h 1194134"/>
                <a:gd name="csX349" fmla="*/ 185738 w 1402430"/>
                <a:gd name="csY349" fmla="*/ 1151272 h 1194134"/>
                <a:gd name="csX350" fmla="*/ 184234 w 1402430"/>
                <a:gd name="csY350" fmla="*/ 1151272 h 1194134"/>
                <a:gd name="csX351" fmla="*/ 180474 w 1402430"/>
                <a:gd name="csY351" fmla="*/ 1152024 h 1194134"/>
                <a:gd name="csX352" fmla="*/ 178970 w 1402430"/>
                <a:gd name="csY352" fmla="*/ 1152024 h 1194134"/>
                <a:gd name="csX353" fmla="*/ 169946 w 1402430"/>
                <a:gd name="csY353" fmla="*/ 1149768 h 1194134"/>
                <a:gd name="csX354" fmla="*/ 167691 w 1402430"/>
                <a:gd name="csY354" fmla="*/ 1149768 h 1194134"/>
                <a:gd name="csX355" fmla="*/ 166186 w 1402430"/>
                <a:gd name="csY355" fmla="*/ 1149768 h 1194134"/>
                <a:gd name="csX356" fmla="*/ 165434 w 1402430"/>
                <a:gd name="csY356" fmla="*/ 1149016 h 1194134"/>
                <a:gd name="csX357" fmla="*/ 164682 w 1402430"/>
                <a:gd name="csY357" fmla="*/ 1147512 h 1194134"/>
                <a:gd name="csX358" fmla="*/ 163931 w 1402430"/>
                <a:gd name="csY358" fmla="*/ 1146008 h 1194134"/>
                <a:gd name="csX359" fmla="*/ 163931 w 1402430"/>
                <a:gd name="csY359" fmla="*/ 1144504 h 1194134"/>
                <a:gd name="csX360" fmla="*/ 163931 w 1402430"/>
                <a:gd name="csY360" fmla="*/ 1140744 h 1194134"/>
                <a:gd name="csX361" fmla="*/ 165434 w 1402430"/>
                <a:gd name="csY361" fmla="*/ 1132472 h 1194134"/>
                <a:gd name="csX362" fmla="*/ 165434 w 1402430"/>
                <a:gd name="csY362" fmla="*/ 1130969 h 1194134"/>
                <a:gd name="csX363" fmla="*/ 166186 w 1402430"/>
                <a:gd name="csY363" fmla="*/ 1129465 h 1194134"/>
                <a:gd name="csX364" fmla="*/ 167691 w 1402430"/>
                <a:gd name="csY364" fmla="*/ 1128712 h 1194134"/>
                <a:gd name="csX365" fmla="*/ 169946 w 1402430"/>
                <a:gd name="csY365" fmla="*/ 1127961 h 1194134"/>
                <a:gd name="csX366" fmla="*/ 173706 w 1402430"/>
                <a:gd name="csY366" fmla="*/ 1126457 h 1194134"/>
                <a:gd name="csX367" fmla="*/ 178218 w 1402430"/>
                <a:gd name="csY367" fmla="*/ 1124201 h 1194134"/>
                <a:gd name="csX368" fmla="*/ 181226 w 1402430"/>
                <a:gd name="csY368" fmla="*/ 1115177 h 1194134"/>
                <a:gd name="csX369" fmla="*/ 183482 w 1402430"/>
                <a:gd name="csY369" fmla="*/ 1104649 h 1194134"/>
                <a:gd name="csX370" fmla="*/ 184234 w 1402430"/>
                <a:gd name="csY370" fmla="*/ 1103145 h 1194134"/>
                <a:gd name="csX371" fmla="*/ 185738 w 1402430"/>
                <a:gd name="csY371" fmla="*/ 1100890 h 1194134"/>
                <a:gd name="csX372" fmla="*/ 193257 w 1402430"/>
                <a:gd name="csY372" fmla="*/ 1091866 h 1194134"/>
                <a:gd name="csX373" fmla="*/ 199273 w 1402430"/>
                <a:gd name="csY373" fmla="*/ 1085098 h 1194134"/>
                <a:gd name="csX374" fmla="*/ 209049 w 1402430"/>
                <a:gd name="csY374" fmla="*/ 1071563 h 1194134"/>
                <a:gd name="csX375" fmla="*/ 211305 w 1402430"/>
                <a:gd name="csY375" fmla="*/ 1069307 h 1194134"/>
                <a:gd name="csX376" fmla="*/ 215065 w 1402430"/>
                <a:gd name="csY376" fmla="*/ 1066299 h 1194134"/>
                <a:gd name="csX377" fmla="*/ 216569 w 1402430"/>
                <a:gd name="csY377" fmla="*/ 1063291 h 1194134"/>
                <a:gd name="csX378" fmla="*/ 216569 w 1402430"/>
                <a:gd name="csY378" fmla="*/ 1053515 h 1194134"/>
                <a:gd name="csX379" fmla="*/ 215817 w 1402430"/>
                <a:gd name="csY379" fmla="*/ 1052763 h 1194134"/>
                <a:gd name="csX380" fmla="*/ 215065 w 1402430"/>
                <a:gd name="csY380" fmla="*/ 1052011 h 1194134"/>
                <a:gd name="csX381" fmla="*/ 213561 w 1402430"/>
                <a:gd name="csY381" fmla="*/ 1051259 h 1194134"/>
                <a:gd name="csX382" fmla="*/ 212057 w 1402430"/>
                <a:gd name="csY382" fmla="*/ 1049755 h 1194134"/>
                <a:gd name="csX383" fmla="*/ 210553 w 1402430"/>
                <a:gd name="csY383" fmla="*/ 1049003 h 1194134"/>
                <a:gd name="csX384" fmla="*/ 206041 w 1402430"/>
                <a:gd name="csY384" fmla="*/ 1049003 h 1194134"/>
                <a:gd name="csX385" fmla="*/ 203785 w 1402430"/>
                <a:gd name="csY385" fmla="*/ 1049003 h 1194134"/>
                <a:gd name="csX386" fmla="*/ 199273 w 1402430"/>
                <a:gd name="csY386" fmla="*/ 1052011 h 1194134"/>
                <a:gd name="csX387" fmla="*/ 192506 w 1402430"/>
                <a:gd name="csY387" fmla="*/ 1053515 h 1194134"/>
                <a:gd name="csX388" fmla="*/ 186490 w 1402430"/>
                <a:gd name="csY388" fmla="*/ 1057275 h 1194134"/>
                <a:gd name="csX389" fmla="*/ 182730 w 1402430"/>
                <a:gd name="csY389" fmla="*/ 1058779 h 1194134"/>
                <a:gd name="csX390" fmla="*/ 181226 w 1402430"/>
                <a:gd name="csY390" fmla="*/ 1059531 h 1194134"/>
                <a:gd name="csX391" fmla="*/ 178970 w 1402430"/>
                <a:gd name="csY391" fmla="*/ 1060283 h 1194134"/>
                <a:gd name="csX392" fmla="*/ 177466 w 1402430"/>
                <a:gd name="csY392" fmla="*/ 1060283 h 1194134"/>
                <a:gd name="csX393" fmla="*/ 174458 w 1402430"/>
                <a:gd name="csY393" fmla="*/ 1058779 h 1194134"/>
                <a:gd name="csX394" fmla="*/ 172954 w 1402430"/>
                <a:gd name="csY394" fmla="*/ 1058027 h 1194134"/>
                <a:gd name="csX395" fmla="*/ 171450 w 1402430"/>
                <a:gd name="csY395" fmla="*/ 1058779 h 1194134"/>
                <a:gd name="csX396" fmla="*/ 167691 w 1402430"/>
                <a:gd name="csY396" fmla="*/ 1059531 h 1194134"/>
                <a:gd name="csX397" fmla="*/ 162427 w 1402430"/>
                <a:gd name="csY397" fmla="*/ 1059531 h 1194134"/>
                <a:gd name="csX398" fmla="*/ 160923 w 1402430"/>
                <a:gd name="csY398" fmla="*/ 1060283 h 1194134"/>
                <a:gd name="csX399" fmla="*/ 159419 w 1402430"/>
                <a:gd name="csY399" fmla="*/ 1060283 h 1194134"/>
                <a:gd name="csX400" fmla="*/ 157914 w 1402430"/>
                <a:gd name="csY400" fmla="*/ 1061787 h 1194134"/>
                <a:gd name="csX401" fmla="*/ 157163 w 1402430"/>
                <a:gd name="csY401" fmla="*/ 1062539 h 1194134"/>
                <a:gd name="csX402" fmla="*/ 154907 w 1402430"/>
                <a:gd name="csY402" fmla="*/ 1063291 h 1194134"/>
                <a:gd name="csX403" fmla="*/ 149643 w 1402430"/>
                <a:gd name="csY403" fmla="*/ 1064043 h 1194134"/>
                <a:gd name="csX404" fmla="*/ 146635 w 1402430"/>
                <a:gd name="csY404" fmla="*/ 1064795 h 1194134"/>
                <a:gd name="csX405" fmla="*/ 136859 w 1402430"/>
                <a:gd name="csY405" fmla="*/ 1068555 h 1194134"/>
                <a:gd name="csX406" fmla="*/ 131595 w 1402430"/>
                <a:gd name="csY406" fmla="*/ 1070059 h 1194134"/>
                <a:gd name="csX407" fmla="*/ 130092 w 1402430"/>
                <a:gd name="csY407" fmla="*/ 1070811 h 1194134"/>
                <a:gd name="csX408" fmla="*/ 128588 w 1402430"/>
                <a:gd name="csY408" fmla="*/ 1072314 h 1194134"/>
                <a:gd name="csX409" fmla="*/ 127084 w 1402430"/>
                <a:gd name="csY409" fmla="*/ 1073819 h 1194134"/>
                <a:gd name="csX410" fmla="*/ 127084 w 1402430"/>
                <a:gd name="csY410" fmla="*/ 1076074 h 1194134"/>
                <a:gd name="csX411" fmla="*/ 126332 w 1402430"/>
                <a:gd name="csY411" fmla="*/ 1077578 h 1194134"/>
                <a:gd name="csX412" fmla="*/ 125580 w 1402430"/>
                <a:gd name="csY412" fmla="*/ 1079834 h 1194134"/>
                <a:gd name="csX413" fmla="*/ 125580 w 1402430"/>
                <a:gd name="csY413" fmla="*/ 1084346 h 1194134"/>
                <a:gd name="csX414" fmla="*/ 124828 w 1402430"/>
                <a:gd name="csY414" fmla="*/ 1085850 h 1194134"/>
                <a:gd name="csX415" fmla="*/ 124076 w 1402430"/>
                <a:gd name="csY415" fmla="*/ 1088858 h 1194134"/>
                <a:gd name="csX416" fmla="*/ 123324 w 1402430"/>
                <a:gd name="csY416" fmla="*/ 1089610 h 1194134"/>
                <a:gd name="csX417" fmla="*/ 121820 w 1402430"/>
                <a:gd name="csY417" fmla="*/ 1089610 h 1194134"/>
                <a:gd name="csX418" fmla="*/ 121068 w 1402430"/>
                <a:gd name="csY418" fmla="*/ 1088858 h 1194134"/>
                <a:gd name="csX419" fmla="*/ 120316 w 1402430"/>
                <a:gd name="csY419" fmla="*/ 1088858 h 1194134"/>
                <a:gd name="csX420" fmla="*/ 118812 w 1402430"/>
                <a:gd name="csY420" fmla="*/ 1089610 h 1194134"/>
                <a:gd name="csX421" fmla="*/ 118060 w 1402430"/>
                <a:gd name="csY421" fmla="*/ 1091866 h 1194134"/>
                <a:gd name="csX422" fmla="*/ 118060 w 1402430"/>
                <a:gd name="csY422" fmla="*/ 1093370 h 1194134"/>
                <a:gd name="csX423" fmla="*/ 117308 w 1402430"/>
                <a:gd name="csY423" fmla="*/ 1095626 h 1194134"/>
                <a:gd name="csX424" fmla="*/ 115804 w 1402430"/>
                <a:gd name="csY424" fmla="*/ 1097130 h 1194134"/>
                <a:gd name="csX425" fmla="*/ 105276 w 1402430"/>
                <a:gd name="csY425" fmla="*/ 1103145 h 1194134"/>
                <a:gd name="csX426" fmla="*/ 94749 w 1402430"/>
                <a:gd name="csY426" fmla="*/ 1109913 h 1194134"/>
                <a:gd name="csX427" fmla="*/ 93245 w 1402430"/>
                <a:gd name="csY427" fmla="*/ 1110665 h 1194134"/>
                <a:gd name="csX428" fmla="*/ 91741 w 1402430"/>
                <a:gd name="csY428" fmla="*/ 1110665 h 1194134"/>
                <a:gd name="csX429" fmla="*/ 91741 w 1402430"/>
                <a:gd name="csY429" fmla="*/ 1111417 h 1194134"/>
                <a:gd name="csX430" fmla="*/ 90237 w 1402430"/>
                <a:gd name="csY430" fmla="*/ 1112921 h 1194134"/>
                <a:gd name="csX431" fmla="*/ 90237 w 1402430"/>
                <a:gd name="csY431" fmla="*/ 1114425 h 1194134"/>
                <a:gd name="csX432" fmla="*/ 88733 w 1402430"/>
                <a:gd name="csY432" fmla="*/ 1118185 h 1194134"/>
                <a:gd name="csX433" fmla="*/ 84973 w 1402430"/>
                <a:gd name="csY433" fmla="*/ 1116681 h 1194134"/>
                <a:gd name="csX434" fmla="*/ 84973 w 1402430"/>
                <a:gd name="csY434" fmla="*/ 1115177 h 1194134"/>
                <a:gd name="csX435" fmla="*/ 84221 w 1402430"/>
                <a:gd name="csY435" fmla="*/ 1114425 h 1194134"/>
                <a:gd name="csX436" fmla="*/ 83469 w 1402430"/>
                <a:gd name="csY436" fmla="*/ 1112921 h 1194134"/>
                <a:gd name="csX437" fmla="*/ 81965 w 1402430"/>
                <a:gd name="csY437" fmla="*/ 1112921 h 1194134"/>
                <a:gd name="csX438" fmla="*/ 80461 w 1402430"/>
                <a:gd name="csY438" fmla="*/ 1113673 h 1194134"/>
                <a:gd name="csX439" fmla="*/ 79709 w 1402430"/>
                <a:gd name="csY439" fmla="*/ 1115177 h 1194134"/>
                <a:gd name="csX440" fmla="*/ 74446 w 1402430"/>
                <a:gd name="csY440" fmla="*/ 1123449 h 1194134"/>
                <a:gd name="csX441" fmla="*/ 73694 w 1402430"/>
                <a:gd name="csY441" fmla="*/ 1124201 h 1194134"/>
                <a:gd name="csX442" fmla="*/ 72190 w 1402430"/>
                <a:gd name="csY442" fmla="*/ 1124201 h 1194134"/>
                <a:gd name="csX443" fmla="*/ 55646 w 1402430"/>
                <a:gd name="csY443" fmla="*/ 1118937 h 1194134"/>
                <a:gd name="csX444" fmla="*/ 54142 w 1402430"/>
                <a:gd name="csY444" fmla="*/ 1118937 h 1194134"/>
                <a:gd name="csX445" fmla="*/ 52638 w 1402430"/>
                <a:gd name="csY445" fmla="*/ 1119689 h 1194134"/>
                <a:gd name="csX446" fmla="*/ 51135 w 1402430"/>
                <a:gd name="csY446" fmla="*/ 1121193 h 1194134"/>
                <a:gd name="csX447" fmla="*/ 48878 w 1402430"/>
                <a:gd name="csY447" fmla="*/ 1122697 h 1194134"/>
                <a:gd name="csX448" fmla="*/ 48127 w 1402430"/>
                <a:gd name="csY448" fmla="*/ 1121945 h 1194134"/>
                <a:gd name="csX449" fmla="*/ 47375 w 1402430"/>
                <a:gd name="csY449" fmla="*/ 1121945 h 1194134"/>
                <a:gd name="csX450" fmla="*/ 44367 w 1402430"/>
                <a:gd name="csY450" fmla="*/ 1118937 h 1194134"/>
                <a:gd name="csX451" fmla="*/ 25567 w 1402430"/>
                <a:gd name="csY451" fmla="*/ 1108409 h 1194134"/>
                <a:gd name="csX452" fmla="*/ 22559 w 1402430"/>
                <a:gd name="csY452" fmla="*/ 1107657 h 1194134"/>
                <a:gd name="csX453" fmla="*/ 20303 w 1402430"/>
                <a:gd name="csY453" fmla="*/ 1106905 h 1194134"/>
                <a:gd name="csX454" fmla="*/ 18799 w 1402430"/>
                <a:gd name="csY454" fmla="*/ 1106153 h 1194134"/>
                <a:gd name="csX455" fmla="*/ 17296 w 1402430"/>
                <a:gd name="csY455" fmla="*/ 1103897 h 1194134"/>
                <a:gd name="csX456" fmla="*/ 17296 w 1402430"/>
                <a:gd name="csY456" fmla="*/ 1102393 h 1194134"/>
                <a:gd name="csX457" fmla="*/ 17296 w 1402430"/>
                <a:gd name="csY457" fmla="*/ 1099386 h 1194134"/>
                <a:gd name="csX458" fmla="*/ 16544 w 1402430"/>
                <a:gd name="csY458" fmla="*/ 1098634 h 1194134"/>
                <a:gd name="csX459" fmla="*/ 15039 w 1402430"/>
                <a:gd name="csY459" fmla="*/ 1098634 h 1194134"/>
                <a:gd name="csX460" fmla="*/ 14288 w 1402430"/>
                <a:gd name="csY460" fmla="*/ 1099386 h 1194134"/>
                <a:gd name="csX461" fmla="*/ 12032 w 1402430"/>
                <a:gd name="csY461" fmla="*/ 1103897 h 1194134"/>
                <a:gd name="csX462" fmla="*/ 939215 w 1402430"/>
                <a:gd name="csY462" fmla="*/ 716631 h 1194134"/>
                <a:gd name="csX463" fmla="*/ 941471 w 1402430"/>
                <a:gd name="csY463" fmla="*/ 715879 h 1194134"/>
                <a:gd name="csX464" fmla="*/ 942223 w 1402430"/>
                <a:gd name="csY464" fmla="*/ 717383 h 1194134"/>
                <a:gd name="csX465" fmla="*/ 941471 w 1402430"/>
                <a:gd name="csY465" fmla="*/ 718887 h 1194134"/>
                <a:gd name="csX466" fmla="*/ 939967 w 1402430"/>
                <a:gd name="csY466" fmla="*/ 720391 h 1194134"/>
                <a:gd name="csX467" fmla="*/ 937711 w 1402430"/>
                <a:gd name="csY467" fmla="*/ 721143 h 1194134"/>
                <a:gd name="csX468" fmla="*/ 933951 w 1402430"/>
                <a:gd name="csY468" fmla="*/ 723399 h 1194134"/>
                <a:gd name="csX469" fmla="*/ 931696 w 1402430"/>
                <a:gd name="csY469" fmla="*/ 723399 h 1194134"/>
                <a:gd name="csX470" fmla="*/ 930192 w 1402430"/>
                <a:gd name="csY470" fmla="*/ 722647 h 1194134"/>
                <a:gd name="csX471" fmla="*/ 930944 w 1402430"/>
                <a:gd name="csY471" fmla="*/ 721895 h 1194134"/>
                <a:gd name="csX472" fmla="*/ 933200 w 1402430"/>
                <a:gd name="csY472" fmla="*/ 720391 h 1194134"/>
                <a:gd name="csX473" fmla="*/ 933951 w 1402430"/>
                <a:gd name="csY473" fmla="*/ 719639 h 1194134"/>
                <a:gd name="csX474" fmla="*/ 934704 w 1402430"/>
                <a:gd name="csY474" fmla="*/ 718887 h 1194134"/>
                <a:gd name="csX475" fmla="*/ 936207 w 1402430"/>
                <a:gd name="csY475" fmla="*/ 718135 h 1194134"/>
                <a:gd name="csX476" fmla="*/ 937711 w 1402430"/>
                <a:gd name="csY476" fmla="*/ 717383 h 1194134"/>
                <a:gd name="csX477" fmla="*/ 939215 w 1402430"/>
                <a:gd name="csY477" fmla="*/ 716631 h 1194134"/>
                <a:gd name="csX478" fmla="*/ 1393408 w 1402430"/>
                <a:gd name="csY478" fmla="*/ 752 h 1194134"/>
                <a:gd name="csX479" fmla="*/ 1397168 w 1402430"/>
                <a:gd name="csY479" fmla="*/ 0 h 1194134"/>
                <a:gd name="csX480" fmla="*/ 1400927 w 1402430"/>
                <a:gd name="csY480" fmla="*/ 1504 h 1194134"/>
                <a:gd name="csX481" fmla="*/ 1402431 w 1402430"/>
                <a:gd name="csY481" fmla="*/ 3760 h 1194134"/>
                <a:gd name="csX482" fmla="*/ 1401679 w 1402430"/>
                <a:gd name="csY482" fmla="*/ 6016 h 1194134"/>
                <a:gd name="csX483" fmla="*/ 1400927 w 1402430"/>
                <a:gd name="csY483" fmla="*/ 7520 h 1194134"/>
                <a:gd name="csX484" fmla="*/ 1398671 w 1402430"/>
                <a:gd name="csY484" fmla="*/ 9024 h 1194134"/>
                <a:gd name="csX485" fmla="*/ 1395664 w 1402430"/>
                <a:gd name="csY485" fmla="*/ 9024 h 1194134"/>
                <a:gd name="csX486" fmla="*/ 1392655 w 1402430"/>
                <a:gd name="csY486" fmla="*/ 9024 h 1194134"/>
                <a:gd name="csX487" fmla="*/ 1391151 w 1402430"/>
                <a:gd name="csY487" fmla="*/ 7520 h 1194134"/>
                <a:gd name="csX488" fmla="*/ 1390400 w 1402430"/>
                <a:gd name="csY488" fmla="*/ 5264 h 1194134"/>
                <a:gd name="csX489" fmla="*/ 1390400 w 1402430"/>
                <a:gd name="csY489" fmla="*/ 3008 h 1194134"/>
                <a:gd name="csX490" fmla="*/ 1393408 w 1402430"/>
                <a:gd name="csY490" fmla="*/ 752 h 11941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</a:cxnLst>
              <a:rect l="l" t="t" r="r" b="b"/>
              <a:pathLst>
                <a:path w="1402430" h="1194134">
                  <a:moveTo>
                    <a:pt x="12032" y="1103897"/>
                  </a:moveTo>
                  <a:lnTo>
                    <a:pt x="9024" y="1106153"/>
                  </a:lnTo>
                  <a:lnTo>
                    <a:pt x="6016" y="1106905"/>
                  </a:lnTo>
                  <a:lnTo>
                    <a:pt x="4512" y="1106905"/>
                  </a:lnTo>
                  <a:lnTo>
                    <a:pt x="2256" y="1106905"/>
                  </a:lnTo>
                  <a:lnTo>
                    <a:pt x="752" y="1106905"/>
                  </a:lnTo>
                  <a:lnTo>
                    <a:pt x="0" y="1106153"/>
                  </a:lnTo>
                  <a:lnTo>
                    <a:pt x="0" y="1104649"/>
                  </a:lnTo>
                  <a:lnTo>
                    <a:pt x="0" y="1103897"/>
                  </a:lnTo>
                  <a:lnTo>
                    <a:pt x="1504" y="1102393"/>
                  </a:lnTo>
                  <a:lnTo>
                    <a:pt x="2256" y="1101642"/>
                  </a:lnTo>
                  <a:lnTo>
                    <a:pt x="3008" y="1100138"/>
                  </a:lnTo>
                  <a:lnTo>
                    <a:pt x="3008" y="1097882"/>
                  </a:lnTo>
                  <a:lnTo>
                    <a:pt x="3008" y="1095626"/>
                  </a:lnTo>
                  <a:lnTo>
                    <a:pt x="3008" y="1091866"/>
                  </a:lnTo>
                  <a:lnTo>
                    <a:pt x="3008" y="1088858"/>
                  </a:lnTo>
                  <a:lnTo>
                    <a:pt x="3008" y="1086602"/>
                  </a:lnTo>
                  <a:lnTo>
                    <a:pt x="3760" y="1085098"/>
                  </a:lnTo>
                  <a:lnTo>
                    <a:pt x="5264" y="1084346"/>
                  </a:lnTo>
                  <a:lnTo>
                    <a:pt x="7520" y="1082842"/>
                  </a:lnTo>
                  <a:lnTo>
                    <a:pt x="8272" y="1081338"/>
                  </a:lnTo>
                  <a:lnTo>
                    <a:pt x="9024" y="1079834"/>
                  </a:lnTo>
                  <a:lnTo>
                    <a:pt x="9776" y="1076826"/>
                  </a:lnTo>
                  <a:lnTo>
                    <a:pt x="10528" y="1075323"/>
                  </a:lnTo>
                  <a:lnTo>
                    <a:pt x="14288" y="1073066"/>
                  </a:lnTo>
                  <a:lnTo>
                    <a:pt x="15039" y="1071563"/>
                  </a:lnTo>
                  <a:lnTo>
                    <a:pt x="15792" y="1070059"/>
                  </a:lnTo>
                  <a:lnTo>
                    <a:pt x="15792" y="1067803"/>
                  </a:lnTo>
                  <a:lnTo>
                    <a:pt x="17296" y="1064795"/>
                  </a:lnTo>
                  <a:lnTo>
                    <a:pt x="18799" y="1061787"/>
                  </a:lnTo>
                  <a:lnTo>
                    <a:pt x="22559" y="1058027"/>
                  </a:lnTo>
                  <a:lnTo>
                    <a:pt x="25567" y="1055771"/>
                  </a:lnTo>
                  <a:lnTo>
                    <a:pt x="27823" y="1055019"/>
                  </a:lnTo>
                  <a:lnTo>
                    <a:pt x="29327" y="1055019"/>
                  </a:lnTo>
                  <a:lnTo>
                    <a:pt x="30079" y="1055019"/>
                  </a:lnTo>
                  <a:lnTo>
                    <a:pt x="31583" y="1055771"/>
                  </a:lnTo>
                  <a:lnTo>
                    <a:pt x="35343" y="1058779"/>
                  </a:lnTo>
                  <a:lnTo>
                    <a:pt x="36095" y="1059531"/>
                  </a:lnTo>
                  <a:lnTo>
                    <a:pt x="38351" y="1059531"/>
                  </a:lnTo>
                  <a:lnTo>
                    <a:pt x="41359" y="1058779"/>
                  </a:lnTo>
                  <a:lnTo>
                    <a:pt x="46622" y="1056523"/>
                  </a:lnTo>
                  <a:lnTo>
                    <a:pt x="48878" y="1055019"/>
                  </a:lnTo>
                  <a:lnTo>
                    <a:pt x="50382" y="1053515"/>
                  </a:lnTo>
                  <a:lnTo>
                    <a:pt x="51135" y="1051259"/>
                  </a:lnTo>
                  <a:lnTo>
                    <a:pt x="51886" y="1049755"/>
                  </a:lnTo>
                  <a:lnTo>
                    <a:pt x="53390" y="1046747"/>
                  </a:lnTo>
                  <a:lnTo>
                    <a:pt x="70686" y="1029452"/>
                  </a:lnTo>
                  <a:lnTo>
                    <a:pt x="72190" y="1027196"/>
                  </a:lnTo>
                  <a:lnTo>
                    <a:pt x="72942" y="1024940"/>
                  </a:lnTo>
                  <a:lnTo>
                    <a:pt x="72942" y="1021932"/>
                  </a:lnTo>
                  <a:lnTo>
                    <a:pt x="72942" y="1020428"/>
                  </a:lnTo>
                  <a:lnTo>
                    <a:pt x="73694" y="1018924"/>
                  </a:lnTo>
                  <a:lnTo>
                    <a:pt x="76701" y="1013661"/>
                  </a:lnTo>
                  <a:lnTo>
                    <a:pt x="80461" y="1009149"/>
                  </a:lnTo>
                  <a:lnTo>
                    <a:pt x="80461" y="1006141"/>
                  </a:lnTo>
                  <a:lnTo>
                    <a:pt x="79709" y="1001629"/>
                  </a:lnTo>
                  <a:lnTo>
                    <a:pt x="79709" y="1000125"/>
                  </a:lnTo>
                  <a:lnTo>
                    <a:pt x="80461" y="997869"/>
                  </a:lnTo>
                  <a:lnTo>
                    <a:pt x="84973" y="986589"/>
                  </a:lnTo>
                  <a:lnTo>
                    <a:pt x="87981" y="983582"/>
                  </a:lnTo>
                  <a:lnTo>
                    <a:pt x="89485" y="982078"/>
                  </a:lnTo>
                  <a:lnTo>
                    <a:pt x="92493" y="979070"/>
                  </a:lnTo>
                  <a:lnTo>
                    <a:pt x="103773" y="965534"/>
                  </a:lnTo>
                  <a:lnTo>
                    <a:pt x="104525" y="964030"/>
                  </a:lnTo>
                  <a:lnTo>
                    <a:pt x="121820" y="928688"/>
                  </a:lnTo>
                  <a:lnTo>
                    <a:pt x="133099" y="904624"/>
                  </a:lnTo>
                  <a:lnTo>
                    <a:pt x="133852" y="903120"/>
                  </a:lnTo>
                  <a:lnTo>
                    <a:pt x="153403" y="886577"/>
                  </a:lnTo>
                  <a:lnTo>
                    <a:pt x="154907" y="885825"/>
                  </a:lnTo>
                  <a:lnTo>
                    <a:pt x="161674" y="882817"/>
                  </a:lnTo>
                  <a:lnTo>
                    <a:pt x="207545" y="867026"/>
                  </a:lnTo>
                  <a:lnTo>
                    <a:pt x="208297" y="869282"/>
                  </a:lnTo>
                  <a:lnTo>
                    <a:pt x="215817" y="879809"/>
                  </a:lnTo>
                  <a:lnTo>
                    <a:pt x="222584" y="882817"/>
                  </a:lnTo>
                  <a:lnTo>
                    <a:pt x="225592" y="881313"/>
                  </a:lnTo>
                  <a:lnTo>
                    <a:pt x="228600" y="881313"/>
                  </a:lnTo>
                  <a:lnTo>
                    <a:pt x="230856" y="882065"/>
                  </a:lnTo>
                  <a:lnTo>
                    <a:pt x="236120" y="883569"/>
                  </a:lnTo>
                  <a:lnTo>
                    <a:pt x="237624" y="883569"/>
                  </a:lnTo>
                  <a:lnTo>
                    <a:pt x="241384" y="882817"/>
                  </a:lnTo>
                  <a:lnTo>
                    <a:pt x="245895" y="882817"/>
                  </a:lnTo>
                  <a:lnTo>
                    <a:pt x="258679" y="883569"/>
                  </a:lnTo>
                  <a:lnTo>
                    <a:pt x="261687" y="885073"/>
                  </a:lnTo>
                  <a:lnTo>
                    <a:pt x="266199" y="891089"/>
                  </a:lnTo>
                  <a:lnTo>
                    <a:pt x="266951" y="891841"/>
                  </a:lnTo>
                  <a:lnTo>
                    <a:pt x="268455" y="892593"/>
                  </a:lnTo>
                  <a:lnTo>
                    <a:pt x="270711" y="894097"/>
                  </a:lnTo>
                  <a:lnTo>
                    <a:pt x="272215" y="896353"/>
                  </a:lnTo>
                  <a:lnTo>
                    <a:pt x="272967" y="897857"/>
                  </a:lnTo>
                  <a:lnTo>
                    <a:pt x="275223" y="900865"/>
                  </a:lnTo>
                  <a:lnTo>
                    <a:pt x="280487" y="903120"/>
                  </a:lnTo>
                  <a:lnTo>
                    <a:pt x="285750" y="904624"/>
                  </a:lnTo>
                  <a:lnTo>
                    <a:pt x="289510" y="904624"/>
                  </a:lnTo>
                  <a:lnTo>
                    <a:pt x="289510" y="906880"/>
                  </a:lnTo>
                  <a:lnTo>
                    <a:pt x="291766" y="907632"/>
                  </a:lnTo>
                  <a:lnTo>
                    <a:pt x="297782" y="906880"/>
                  </a:lnTo>
                  <a:lnTo>
                    <a:pt x="303046" y="907632"/>
                  </a:lnTo>
                  <a:lnTo>
                    <a:pt x="305302" y="909136"/>
                  </a:lnTo>
                  <a:lnTo>
                    <a:pt x="309813" y="912144"/>
                  </a:lnTo>
                  <a:lnTo>
                    <a:pt x="312069" y="912896"/>
                  </a:lnTo>
                  <a:lnTo>
                    <a:pt x="314325" y="912144"/>
                  </a:lnTo>
                  <a:lnTo>
                    <a:pt x="315077" y="909136"/>
                  </a:lnTo>
                  <a:lnTo>
                    <a:pt x="314325" y="908384"/>
                  </a:lnTo>
                  <a:lnTo>
                    <a:pt x="308309" y="906880"/>
                  </a:lnTo>
                  <a:lnTo>
                    <a:pt x="306806" y="905376"/>
                  </a:lnTo>
                  <a:lnTo>
                    <a:pt x="312069" y="906880"/>
                  </a:lnTo>
                  <a:lnTo>
                    <a:pt x="330868" y="905376"/>
                  </a:lnTo>
                  <a:lnTo>
                    <a:pt x="343652" y="906880"/>
                  </a:lnTo>
                  <a:lnTo>
                    <a:pt x="349668" y="908384"/>
                  </a:lnTo>
                  <a:lnTo>
                    <a:pt x="351924" y="909136"/>
                  </a:lnTo>
                  <a:lnTo>
                    <a:pt x="355684" y="909136"/>
                  </a:lnTo>
                  <a:lnTo>
                    <a:pt x="355684" y="907632"/>
                  </a:lnTo>
                  <a:lnTo>
                    <a:pt x="350420" y="907632"/>
                  </a:lnTo>
                  <a:lnTo>
                    <a:pt x="350420" y="906880"/>
                  </a:lnTo>
                  <a:lnTo>
                    <a:pt x="375235" y="907632"/>
                  </a:lnTo>
                  <a:lnTo>
                    <a:pt x="377491" y="906880"/>
                  </a:lnTo>
                  <a:lnTo>
                    <a:pt x="382755" y="904624"/>
                  </a:lnTo>
                  <a:lnTo>
                    <a:pt x="388019" y="903120"/>
                  </a:lnTo>
                  <a:lnTo>
                    <a:pt x="392530" y="900865"/>
                  </a:lnTo>
                  <a:lnTo>
                    <a:pt x="395538" y="900113"/>
                  </a:lnTo>
                  <a:lnTo>
                    <a:pt x="407570" y="902368"/>
                  </a:lnTo>
                  <a:lnTo>
                    <a:pt x="430129" y="906128"/>
                  </a:lnTo>
                  <a:lnTo>
                    <a:pt x="446673" y="909888"/>
                  </a:lnTo>
                  <a:lnTo>
                    <a:pt x="457952" y="911392"/>
                  </a:lnTo>
                  <a:lnTo>
                    <a:pt x="463216" y="912896"/>
                  </a:lnTo>
                  <a:lnTo>
                    <a:pt x="469232" y="915152"/>
                  </a:lnTo>
                  <a:lnTo>
                    <a:pt x="471488" y="917408"/>
                  </a:lnTo>
                  <a:lnTo>
                    <a:pt x="477503" y="923424"/>
                  </a:lnTo>
                  <a:lnTo>
                    <a:pt x="479760" y="924176"/>
                  </a:lnTo>
                  <a:lnTo>
                    <a:pt x="482767" y="925680"/>
                  </a:lnTo>
                  <a:lnTo>
                    <a:pt x="485023" y="927936"/>
                  </a:lnTo>
                  <a:lnTo>
                    <a:pt x="487279" y="930191"/>
                  </a:lnTo>
                  <a:lnTo>
                    <a:pt x="490287" y="935455"/>
                  </a:lnTo>
                  <a:lnTo>
                    <a:pt x="491039" y="939215"/>
                  </a:lnTo>
                  <a:lnTo>
                    <a:pt x="492543" y="942223"/>
                  </a:lnTo>
                  <a:lnTo>
                    <a:pt x="492543" y="945983"/>
                  </a:lnTo>
                  <a:lnTo>
                    <a:pt x="493295" y="947487"/>
                  </a:lnTo>
                  <a:lnTo>
                    <a:pt x="497807" y="951247"/>
                  </a:lnTo>
                  <a:lnTo>
                    <a:pt x="506830" y="967038"/>
                  </a:lnTo>
                  <a:lnTo>
                    <a:pt x="507582" y="973054"/>
                  </a:lnTo>
                  <a:lnTo>
                    <a:pt x="509086" y="976062"/>
                  </a:lnTo>
                  <a:lnTo>
                    <a:pt x="510590" y="979070"/>
                  </a:lnTo>
                  <a:lnTo>
                    <a:pt x="512094" y="982078"/>
                  </a:lnTo>
                  <a:lnTo>
                    <a:pt x="511342" y="982830"/>
                  </a:lnTo>
                  <a:lnTo>
                    <a:pt x="512094" y="984334"/>
                  </a:lnTo>
                  <a:lnTo>
                    <a:pt x="515102" y="994861"/>
                  </a:lnTo>
                  <a:lnTo>
                    <a:pt x="515102" y="996365"/>
                  </a:lnTo>
                  <a:lnTo>
                    <a:pt x="516606" y="997869"/>
                  </a:lnTo>
                  <a:lnTo>
                    <a:pt x="516606" y="1009149"/>
                  </a:lnTo>
                  <a:lnTo>
                    <a:pt x="518110" y="1010653"/>
                  </a:lnTo>
                  <a:lnTo>
                    <a:pt x="518862" y="1012157"/>
                  </a:lnTo>
                  <a:lnTo>
                    <a:pt x="520366" y="1014413"/>
                  </a:lnTo>
                  <a:lnTo>
                    <a:pt x="521118" y="1017420"/>
                  </a:lnTo>
                  <a:lnTo>
                    <a:pt x="520366" y="1020428"/>
                  </a:lnTo>
                  <a:lnTo>
                    <a:pt x="520366" y="1021932"/>
                  </a:lnTo>
                  <a:lnTo>
                    <a:pt x="521118" y="1023436"/>
                  </a:lnTo>
                  <a:lnTo>
                    <a:pt x="523374" y="1026444"/>
                  </a:lnTo>
                  <a:lnTo>
                    <a:pt x="524126" y="1026444"/>
                  </a:lnTo>
                  <a:lnTo>
                    <a:pt x="524126" y="1027948"/>
                  </a:lnTo>
                  <a:lnTo>
                    <a:pt x="524126" y="1033212"/>
                  </a:lnTo>
                  <a:lnTo>
                    <a:pt x="524126" y="1034716"/>
                  </a:lnTo>
                  <a:lnTo>
                    <a:pt x="525630" y="1036972"/>
                  </a:lnTo>
                  <a:lnTo>
                    <a:pt x="525630" y="1038476"/>
                  </a:lnTo>
                  <a:lnTo>
                    <a:pt x="526382" y="1039228"/>
                  </a:lnTo>
                  <a:lnTo>
                    <a:pt x="529390" y="1041484"/>
                  </a:lnTo>
                  <a:lnTo>
                    <a:pt x="530141" y="1042988"/>
                  </a:lnTo>
                  <a:lnTo>
                    <a:pt x="530141" y="1044492"/>
                  </a:lnTo>
                  <a:lnTo>
                    <a:pt x="530141" y="1049755"/>
                  </a:lnTo>
                  <a:lnTo>
                    <a:pt x="529390" y="1052763"/>
                  </a:lnTo>
                  <a:lnTo>
                    <a:pt x="529390" y="1054267"/>
                  </a:lnTo>
                  <a:lnTo>
                    <a:pt x="530894" y="1055019"/>
                  </a:lnTo>
                  <a:lnTo>
                    <a:pt x="530894" y="1055771"/>
                  </a:lnTo>
                  <a:lnTo>
                    <a:pt x="532398" y="1073819"/>
                  </a:lnTo>
                  <a:lnTo>
                    <a:pt x="527886" y="1070811"/>
                  </a:lnTo>
                  <a:lnTo>
                    <a:pt x="527134" y="1073066"/>
                  </a:lnTo>
                  <a:lnTo>
                    <a:pt x="523374" y="1076826"/>
                  </a:lnTo>
                  <a:lnTo>
                    <a:pt x="523374" y="1078330"/>
                  </a:lnTo>
                  <a:lnTo>
                    <a:pt x="525630" y="1079834"/>
                  </a:lnTo>
                  <a:lnTo>
                    <a:pt x="527886" y="1078330"/>
                  </a:lnTo>
                  <a:lnTo>
                    <a:pt x="530141" y="1076074"/>
                  </a:lnTo>
                  <a:lnTo>
                    <a:pt x="531646" y="1074571"/>
                  </a:lnTo>
                  <a:lnTo>
                    <a:pt x="533150" y="1075323"/>
                  </a:lnTo>
                  <a:lnTo>
                    <a:pt x="534654" y="1079082"/>
                  </a:lnTo>
                  <a:lnTo>
                    <a:pt x="535405" y="1079834"/>
                  </a:lnTo>
                  <a:lnTo>
                    <a:pt x="539165" y="1079834"/>
                  </a:lnTo>
                  <a:lnTo>
                    <a:pt x="539918" y="1080586"/>
                  </a:lnTo>
                  <a:lnTo>
                    <a:pt x="540669" y="1081338"/>
                  </a:lnTo>
                  <a:lnTo>
                    <a:pt x="540669" y="1085098"/>
                  </a:lnTo>
                  <a:lnTo>
                    <a:pt x="542173" y="1091114"/>
                  </a:lnTo>
                  <a:lnTo>
                    <a:pt x="542925" y="1094122"/>
                  </a:lnTo>
                  <a:lnTo>
                    <a:pt x="542173" y="1096378"/>
                  </a:lnTo>
                  <a:lnTo>
                    <a:pt x="542173" y="1097882"/>
                  </a:lnTo>
                  <a:lnTo>
                    <a:pt x="543677" y="1099386"/>
                  </a:lnTo>
                  <a:lnTo>
                    <a:pt x="544429" y="1100890"/>
                  </a:lnTo>
                  <a:lnTo>
                    <a:pt x="546685" y="1101642"/>
                  </a:lnTo>
                  <a:lnTo>
                    <a:pt x="548189" y="1103145"/>
                  </a:lnTo>
                  <a:lnTo>
                    <a:pt x="548941" y="1104649"/>
                  </a:lnTo>
                  <a:lnTo>
                    <a:pt x="550445" y="1111417"/>
                  </a:lnTo>
                  <a:lnTo>
                    <a:pt x="551949" y="1121945"/>
                  </a:lnTo>
                  <a:lnTo>
                    <a:pt x="551197" y="1121945"/>
                  </a:lnTo>
                  <a:lnTo>
                    <a:pt x="544429" y="1123449"/>
                  </a:lnTo>
                  <a:lnTo>
                    <a:pt x="542925" y="1124953"/>
                  </a:lnTo>
                  <a:lnTo>
                    <a:pt x="540669" y="1126457"/>
                  </a:lnTo>
                  <a:lnTo>
                    <a:pt x="539165" y="1127209"/>
                  </a:lnTo>
                  <a:lnTo>
                    <a:pt x="536909" y="1126457"/>
                  </a:lnTo>
                  <a:lnTo>
                    <a:pt x="533901" y="1124953"/>
                  </a:lnTo>
                  <a:lnTo>
                    <a:pt x="528638" y="1124953"/>
                  </a:lnTo>
                  <a:lnTo>
                    <a:pt x="518110" y="1123449"/>
                  </a:lnTo>
                  <a:lnTo>
                    <a:pt x="507582" y="1122697"/>
                  </a:lnTo>
                  <a:lnTo>
                    <a:pt x="503822" y="1124953"/>
                  </a:lnTo>
                  <a:lnTo>
                    <a:pt x="501567" y="1125705"/>
                  </a:lnTo>
                  <a:lnTo>
                    <a:pt x="500063" y="1125705"/>
                  </a:lnTo>
                  <a:lnTo>
                    <a:pt x="491039" y="1124201"/>
                  </a:lnTo>
                  <a:lnTo>
                    <a:pt x="479007" y="1118185"/>
                  </a:lnTo>
                  <a:lnTo>
                    <a:pt x="475247" y="1115929"/>
                  </a:lnTo>
                  <a:lnTo>
                    <a:pt x="470736" y="1115177"/>
                  </a:lnTo>
                  <a:lnTo>
                    <a:pt x="460960" y="1114425"/>
                  </a:lnTo>
                  <a:lnTo>
                    <a:pt x="452688" y="1112169"/>
                  </a:lnTo>
                  <a:lnTo>
                    <a:pt x="448928" y="1110665"/>
                  </a:lnTo>
                  <a:lnTo>
                    <a:pt x="446673" y="1109913"/>
                  </a:lnTo>
                  <a:lnTo>
                    <a:pt x="444417" y="1109913"/>
                  </a:lnTo>
                  <a:lnTo>
                    <a:pt x="442161" y="1110665"/>
                  </a:lnTo>
                  <a:lnTo>
                    <a:pt x="438401" y="1112169"/>
                  </a:lnTo>
                  <a:lnTo>
                    <a:pt x="436897" y="1112921"/>
                  </a:lnTo>
                  <a:lnTo>
                    <a:pt x="426369" y="1113673"/>
                  </a:lnTo>
                  <a:lnTo>
                    <a:pt x="419602" y="1115177"/>
                  </a:lnTo>
                  <a:lnTo>
                    <a:pt x="406066" y="1116681"/>
                  </a:lnTo>
                  <a:lnTo>
                    <a:pt x="400802" y="1115929"/>
                  </a:lnTo>
                  <a:lnTo>
                    <a:pt x="391026" y="1113673"/>
                  </a:lnTo>
                  <a:lnTo>
                    <a:pt x="388019" y="1113673"/>
                  </a:lnTo>
                  <a:lnTo>
                    <a:pt x="385763" y="1113673"/>
                  </a:lnTo>
                  <a:lnTo>
                    <a:pt x="383507" y="1113673"/>
                  </a:lnTo>
                  <a:lnTo>
                    <a:pt x="375987" y="1111417"/>
                  </a:lnTo>
                  <a:lnTo>
                    <a:pt x="356436" y="1108409"/>
                  </a:lnTo>
                  <a:lnTo>
                    <a:pt x="354180" y="1106153"/>
                  </a:lnTo>
                  <a:lnTo>
                    <a:pt x="353428" y="1104649"/>
                  </a:lnTo>
                  <a:lnTo>
                    <a:pt x="351924" y="1100890"/>
                  </a:lnTo>
                  <a:lnTo>
                    <a:pt x="352676" y="1098634"/>
                  </a:lnTo>
                  <a:lnTo>
                    <a:pt x="352676" y="1097130"/>
                  </a:lnTo>
                  <a:lnTo>
                    <a:pt x="352676" y="1095626"/>
                  </a:lnTo>
                  <a:lnTo>
                    <a:pt x="351924" y="1093370"/>
                  </a:lnTo>
                  <a:lnTo>
                    <a:pt x="350420" y="1091866"/>
                  </a:lnTo>
                  <a:lnTo>
                    <a:pt x="347412" y="1091114"/>
                  </a:lnTo>
                  <a:lnTo>
                    <a:pt x="343652" y="1091866"/>
                  </a:lnTo>
                  <a:lnTo>
                    <a:pt x="342148" y="1091866"/>
                  </a:lnTo>
                  <a:lnTo>
                    <a:pt x="339892" y="1091866"/>
                  </a:lnTo>
                  <a:lnTo>
                    <a:pt x="338388" y="1091866"/>
                  </a:lnTo>
                  <a:lnTo>
                    <a:pt x="336885" y="1091866"/>
                  </a:lnTo>
                  <a:lnTo>
                    <a:pt x="335381" y="1091866"/>
                  </a:lnTo>
                  <a:lnTo>
                    <a:pt x="333877" y="1093370"/>
                  </a:lnTo>
                  <a:lnTo>
                    <a:pt x="328613" y="1099386"/>
                  </a:lnTo>
                  <a:lnTo>
                    <a:pt x="326357" y="1100890"/>
                  </a:lnTo>
                  <a:lnTo>
                    <a:pt x="321845" y="1102393"/>
                  </a:lnTo>
                  <a:lnTo>
                    <a:pt x="320341" y="1103145"/>
                  </a:lnTo>
                  <a:lnTo>
                    <a:pt x="318837" y="1103897"/>
                  </a:lnTo>
                  <a:lnTo>
                    <a:pt x="318085" y="1106905"/>
                  </a:lnTo>
                  <a:lnTo>
                    <a:pt x="317333" y="1112921"/>
                  </a:lnTo>
                  <a:lnTo>
                    <a:pt x="316581" y="1118185"/>
                  </a:lnTo>
                  <a:lnTo>
                    <a:pt x="317333" y="1121193"/>
                  </a:lnTo>
                  <a:lnTo>
                    <a:pt x="318085" y="1122697"/>
                  </a:lnTo>
                  <a:lnTo>
                    <a:pt x="321845" y="1125705"/>
                  </a:lnTo>
                  <a:lnTo>
                    <a:pt x="322597" y="1127209"/>
                  </a:lnTo>
                  <a:lnTo>
                    <a:pt x="326357" y="1135480"/>
                  </a:lnTo>
                  <a:lnTo>
                    <a:pt x="327861" y="1139992"/>
                  </a:lnTo>
                  <a:lnTo>
                    <a:pt x="327861" y="1141496"/>
                  </a:lnTo>
                  <a:lnTo>
                    <a:pt x="326357" y="1142248"/>
                  </a:lnTo>
                  <a:lnTo>
                    <a:pt x="324853" y="1142248"/>
                  </a:lnTo>
                  <a:lnTo>
                    <a:pt x="323349" y="1141496"/>
                  </a:lnTo>
                  <a:lnTo>
                    <a:pt x="321093" y="1139992"/>
                  </a:lnTo>
                  <a:lnTo>
                    <a:pt x="319589" y="1139240"/>
                  </a:lnTo>
                  <a:lnTo>
                    <a:pt x="318085" y="1138488"/>
                  </a:lnTo>
                  <a:lnTo>
                    <a:pt x="316581" y="1138488"/>
                  </a:lnTo>
                  <a:lnTo>
                    <a:pt x="315829" y="1139240"/>
                  </a:lnTo>
                  <a:lnTo>
                    <a:pt x="314325" y="1140744"/>
                  </a:lnTo>
                  <a:lnTo>
                    <a:pt x="313573" y="1143000"/>
                  </a:lnTo>
                  <a:lnTo>
                    <a:pt x="312821" y="1145256"/>
                  </a:lnTo>
                  <a:lnTo>
                    <a:pt x="312821" y="1147512"/>
                  </a:lnTo>
                  <a:lnTo>
                    <a:pt x="312821" y="1150520"/>
                  </a:lnTo>
                  <a:lnTo>
                    <a:pt x="313573" y="1154280"/>
                  </a:lnTo>
                  <a:lnTo>
                    <a:pt x="314325" y="1157288"/>
                  </a:lnTo>
                  <a:lnTo>
                    <a:pt x="315077" y="1158791"/>
                  </a:lnTo>
                  <a:lnTo>
                    <a:pt x="315829" y="1160295"/>
                  </a:lnTo>
                  <a:lnTo>
                    <a:pt x="316581" y="1161047"/>
                  </a:lnTo>
                  <a:lnTo>
                    <a:pt x="317333" y="1162551"/>
                  </a:lnTo>
                  <a:lnTo>
                    <a:pt x="318085" y="1163303"/>
                  </a:lnTo>
                  <a:lnTo>
                    <a:pt x="318837" y="1164807"/>
                  </a:lnTo>
                  <a:lnTo>
                    <a:pt x="318837" y="1167063"/>
                  </a:lnTo>
                  <a:lnTo>
                    <a:pt x="318085" y="1168567"/>
                  </a:lnTo>
                  <a:lnTo>
                    <a:pt x="316581" y="1172327"/>
                  </a:lnTo>
                  <a:lnTo>
                    <a:pt x="314325" y="1177591"/>
                  </a:lnTo>
                  <a:lnTo>
                    <a:pt x="313573" y="1179095"/>
                  </a:lnTo>
                  <a:lnTo>
                    <a:pt x="309813" y="1184359"/>
                  </a:lnTo>
                  <a:lnTo>
                    <a:pt x="309061" y="1185863"/>
                  </a:lnTo>
                  <a:lnTo>
                    <a:pt x="307557" y="1186615"/>
                  </a:lnTo>
                  <a:lnTo>
                    <a:pt x="305302" y="1187367"/>
                  </a:lnTo>
                  <a:lnTo>
                    <a:pt x="303798" y="1187367"/>
                  </a:lnTo>
                  <a:lnTo>
                    <a:pt x="298534" y="1185863"/>
                  </a:lnTo>
                  <a:lnTo>
                    <a:pt x="296278" y="1186615"/>
                  </a:lnTo>
                  <a:lnTo>
                    <a:pt x="294774" y="1187367"/>
                  </a:lnTo>
                  <a:lnTo>
                    <a:pt x="287254" y="1194134"/>
                  </a:lnTo>
                  <a:lnTo>
                    <a:pt x="285750" y="1194134"/>
                  </a:lnTo>
                  <a:lnTo>
                    <a:pt x="283494" y="1193382"/>
                  </a:lnTo>
                  <a:lnTo>
                    <a:pt x="280487" y="1191126"/>
                  </a:lnTo>
                  <a:lnTo>
                    <a:pt x="278983" y="1188870"/>
                  </a:lnTo>
                  <a:lnTo>
                    <a:pt x="278230" y="1187367"/>
                  </a:lnTo>
                  <a:lnTo>
                    <a:pt x="278230" y="1185863"/>
                  </a:lnTo>
                  <a:lnTo>
                    <a:pt x="278230" y="1184359"/>
                  </a:lnTo>
                  <a:lnTo>
                    <a:pt x="282742" y="1174583"/>
                  </a:lnTo>
                  <a:lnTo>
                    <a:pt x="282742" y="1172327"/>
                  </a:lnTo>
                  <a:lnTo>
                    <a:pt x="281990" y="1170823"/>
                  </a:lnTo>
                  <a:lnTo>
                    <a:pt x="281238" y="1169319"/>
                  </a:lnTo>
                  <a:lnTo>
                    <a:pt x="278983" y="1167815"/>
                  </a:lnTo>
                  <a:lnTo>
                    <a:pt x="276727" y="1164055"/>
                  </a:lnTo>
                  <a:lnTo>
                    <a:pt x="275223" y="1162551"/>
                  </a:lnTo>
                  <a:lnTo>
                    <a:pt x="272967" y="1161047"/>
                  </a:lnTo>
                  <a:lnTo>
                    <a:pt x="266951" y="1160295"/>
                  </a:lnTo>
                  <a:lnTo>
                    <a:pt x="257175" y="1158791"/>
                  </a:lnTo>
                  <a:lnTo>
                    <a:pt x="255671" y="1158791"/>
                  </a:lnTo>
                  <a:lnTo>
                    <a:pt x="253415" y="1159543"/>
                  </a:lnTo>
                  <a:lnTo>
                    <a:pt x="251911" y="1159543"/>
                  </a:lnTo>
                  <a:lnTo>
                    <a:pt x="250408" y="1158040"/>
                  </a:lnTo>
                  <a:lnTo>
                    <a:pt x="248151" y="1155032"/>
                  </a:lnTo>
                  <a:lnTo>
                    <a:pt x="246648" y="1154280"/>
                  </a:lnTo>
                  <a:lnTo>
                    <a:pt x="245144" y="1153528"/>
                  </a:lnTo>
                  <a:lnTo>
                    <a:pt x="243640" y="1153528"/>
                  </a:lnTo>
                  <a:lnTo>
                    <a:pt x="242888" y="1153528"/>
                  </a:lnTo>
                  <a:lnTo>
                    <a:pt x="242136" y="1155032"/>
                  </a:lnTo>
                  <a:lnTo>
                    <a:pt x="239880" y="1158040"/>
                  </a:lnTo>
                  <a:lnTo>
                    <a:pt x="238376" y="1159543"/>
                  </a:lnTo>
                  <a:lnTo>
                    <a:pt x="236872" y="1160295"/>
                  </a:lnTo>
                  <a:lnTo>
                    <a:pt x="235368" y="1161047"/>
                  </a:lnTo>
                  <a:lnTo>
                    <a:pt x="233112" y="1161800"/>
                  </a:lnTo>
                  <a:lnTo>
                    <a:pt x="220329" y="1164807"/>
                  </a:lnTo>
                  <a:lnTo>
                    <a:pt x="218825" y="1165559"/>
                  </a:lnTo>
                  <a:lnTo>
                    <a:pt x="216569" y="1166311"/>
                  </a:lnTo>
                  <a:lnTo>
                    <a:pt x="212057" y="1170071"/>
                  </a:lnTo>
                  <a:lnTo>
                    <a:pt x="210553" y="1170823"/>
                  </a:lnTo>
                  <a:lnTo>
                    <a:pt x="208297" y="1170823"/>
                  </a:lnTo>
                  <a:lnTo>
                    <a:pt x="206793" y="1169319"/>
                  </a:lnTo>
                  <a:lnTo>
                    <a:pt x="204537" y="1164807"/>
                  </a:lnTo>
                  <a:lnTo>
                    <a:pt x="203033" y="1160295"/>
                  </a:lnTo>
                  <a:lnTo>
                    <a:pt x="202281" y="1158040"/>
                  </a:lnTo>
                  <a:lnTo>
                    <a:pt x="201529" y="1156536"/>
                  </a:lnTo>
                  <a:lnTo>
                    <a:pt x="198521" y="1154280"/>
                  </a:lnTo>
                  <a:lnTo>
                    <a:pt x="196265" y="1153528"/>
                  </a:lnTo>
                  <a:lnTo>
                    <a:pt x="194010" y="1152776"/>
                  </a:lnTo>
                  <a:lnTo>
                    <a:pt x="192506" y="1152024"/>
                  </a:lnTo>
                  <a:lnTo>
                    <a:pt x="191002" y="1152024"/>
                  </a:lnTo>
                  <a:lnTo>
                    <a:pt x="187242" y="1152024"/>
                  </a:lnTo>
                  <a:lnTo>
                    <a:pt x="185738" y="1151272"/>
                  </a:lnTo>
                  <a:lnTo>
                    <a:pt x="184234" y="1151272"/>
                  </a:lnTo>
                  <a:lnTo>
                    <a:pt x="180474" y="1152024"/>
                  </a:lnTo>
                  <a:lnTo>
                    <a:pt x="178970" y="1152024"/>
                  </a:lnTo>
                  <a:lnTo>
                    <a:pt x="169946" y="1149768"/>
                  </a:lnTo>
                  <a:lnTo>
                    <a:pt x="167691" y="1149768"/>
                  </a:lnTo>
                  <a:lnTo>
                    <a:pt x="166186" y="1149768"/>
                  </a:lnTo>
                  <a:lnTo>
                    <a:pt x="165434" y="1149016"/>
                  </a:lnTo>
                  <a:lnTo>
                    <a:pt x="164682" y="1147512"/>
                  </a:lnTo>
                  <a:lnTo>
                    <a:pt x="163931" y="1146008"/>
                  </a:lnTo>
                  <a:lnTo>
                    <a:pt x="163931" y="1144504"/>
                  </a:lnTo>
                  <a:lnTo>
                    <a:pt x="163931" y="1140744"/>
                  </a:lnTo>
                  <a:lnTo>
                    <a:pt x="165434" y="1132472"/>
                  </a:lnTo>
                  <a:lnTo>
                    <a:pt x="165434" y="1130969"/>
                  </a:lnTo>
                  <a:lnTo>
                    <a:pt x="166186" y="1129465"/>
                  </a:lnTo>
                  <a:lnTo>
                    <a:pt x="167691" y="1128712"/>
                  </a:lnTo>
                  <a:lnTo>
                    <a:pt x="169946" y="1127961"/>
                  </a:lnTo>
                  <a:lnTo>
                    <a:pt x="173706" y="1126457"/>
                  </a:lnTo>
                  <a:lnTo>
                    <a:pt x="178218" y="1124201"/>
                  </a:lnTo>
                  <a:lnTo>
                    <a:pt x="181226" y="1115177"/>
                  </a:lnTo>
                  <a:lnTo>
                    <a:pt x="183482" y="1104649"/>
                  </a:lnTo>
                  <a:lnTo>
                    <a:pt x="184234" y="1103145"/>
                  </a:lnTo>
                  <a:lnTo>
                    <a:pt x="185738" y="1100890"/>
                  </a:lnTo>
                  <a:lnTo>
                    <a:pt x="193257" y="1091866"/>
                  </a:lnTo>
                  <a:lnTo>
                    <a:pt x="199273" y="1085098"/>
                  </a:lnTo>
                  <a:lnTo>
                    <a:pt x="209049" y="1071563"/>
                  </a:lnTo>
                  <a:lnTo>
                    <a:pt x="211305" y="1069307"/>
                  </a:lnTo>
                  <a:lnTo>
                    <a:pt x="215065" y="1066299"/>
                  </a:lnTo>
                  <a:lnTo>
                    <a:pt x="216569" y="1063291"/>
                  </a:lnTo>
                  <a:lnTo>
                    <a:pt x="216569" y="1053515"/>
                  </a:lnTo>
                  <a:lnTo>
                    <a:pt x="215817" y="1052763"/>
                  </a:lnTo>
                  <a:lnTo>
                    <a:pt x="215065" y="1052011"/>
                  </a:lnTo>
                  <a:lnTo>
                    <a:pt x="213561" y="1051259"/>
                  </a:lnTo>
                  <a:lnTo>
                    <a:pt x="212057" y="1049755"/>
                  </a:lnTo>
                  <a:lnTo>
                    <a:pt x="210553" y="1049003"/>
                  </a:lnTo>
                  <a:lnTo>
                    <a:pt x="206041" y="1049003"/>
                  </a:lnTo>
                  <a:lnTo>
                    <a:pt x="203785" y="1049003"/>
                  </a:lnTo>
                  <a:lnTo>
                    <a:pt x="199273" y="1052011"/>
                  </a:lnTo>
                  <a:lnTo>
                    <a:pt x="192506" y="1053515"/>
                  </a:lnTo>
                  <a:lnTo>
                    <a:pt x="186490" y="1057275"/>
                  </a:lnTo>
                  <a:lnTo>
                    <a:pt x="182730" y="1058779"/>
                  </a:lnTo>
                  <a:lnTo>
                    <a:pt x="181226" y="1059531"/>
                  </a:lnTo>
                  <a:lnTo>
                    <a:pt x="178970" y="1060283"/>
                  </a:lnTo>
                  <a:lnTo>
                    <a:pt x="177466" y="1060283"/>
                  </a:lnTo>
                  <a:lnTo>
                    <a:pt x="174458" y="1058779"/>
                  </a:lnTo>
                  <a:lnTo>
                    <a:pt x="172954" y="1058027"/>
                  </a:lnTo>
                  <a:lnTo>
                    <a:pt x="171450" y="1058779"/>
                  </a:lnTo>
                  <a:lnTo>
                    <a:pt x="167691" y="1059531"/>
                  </a:lnTo>
                  <a:lnTo>
                    <a:pt x="162427" y="1059531"/>
                  </a:lnTo>
                  <a:lnTo>
                    <a:pt x="160923" y="1060283"/>
                  </a:lnTo>
                  <a:lnTo>
                    <a:pt x="159419" y="1060283"/>
                  </a:lnTo>
                  <a:lnTo>
                    <a:pt x="157914" y="1061787"/>
                  </a:lnTo>
                  <a:lnTo>
                    <a:pt x="157163" y="1062539"/>
                  </a:lnTo>
                  <a:lnTo>
                    <a:pt x="154907" y="1063291"/>
                  </a:lnTo>
                  <a:lnTo>
                    <a:pt x="149643" y="1064043"/>
                  </a:lnTo>
                  <a:lnTo>
                    <a:pt x="146635" y="1064795"/>
                  </a:lnTo>
                  <a:lnTo>
                    <a:pt x="136859" y="1068555"/>
                  </a:lnTo>
                  <a:lnTo>
                    <a:pt x="131595" y="1070059"/>
                  </a:lnTo>
                  <a:lnTo>
                    <a:pt x="130092" y="1070811"/>
                  </a:lnTo>
                  <a:lnTo>
                    <a:pt x="128588" y="1072314"/>
                  </a:lnTo>
                  <a:lnTo>
                    <a:pt x="127084" y="1073819"/>
                  </a:lnTo>
                  <a:lnTo>
                    <a:pt x="127084" y="1076074"/>
                  </a:lnTo>
                  <a:lnTo>
                    <a:pt x="126332" y="1077578"/>
                  </a:lnTo>
                  <a:lnTo>
                    <a:pt x="125580" y="1079834"/>
                  </a:lnTo>
                  <a:lnTo>
                    <a:pt x="125580" y="1084346"/>
                  </a:lnTo>
                  <a:lnTo>
                    <a:pt x="124828" y="1085850"/>
                  </a:lnTo>
                  <a:lnTo>
                    <a:pt x="124076" y="1088858"/>
                  </a:lnTo>
                  <a:lnTo>
                    <a:pt x="123324" y="1089610"/>
                  </a:lnTo>
                  <a:lnTo>
                    <a:pt x="121820" y="1089610"/>
                  </a:lnTo>
                  <a:lnTo>
                    <a:pt x="121068" y="1088858"/>
                  </a:lnTo>
                  <a:lnTo>
                    <a:pt x="120316" y="1088858"/>
                  </a:lnTo>
                  <a:lnTo>
                    <a:pt x="118812" y="1089610"/>
                  </a:lnTo>
                  <a:lnTo>
                    <a:pt x="118060" y="1091866"/>
                  </a:lnTo>
                  <a:lnTo>
                    <a:pt x="118060" y="1093370"/>
                  </a:lnTo>
                  <a:lnTo>
                    <a:pt x="117308" y="1095626"/>
                  </a:lnTo>
                  <a:lnTo>
                    <a:pt x="115804" y="1097130"/>
                  </a:lnTo>
                  <a:lnTo>
                    <a:pt x="105276" y="1103145"/>
                  </a:lnTo>
                  <a:lnTo>
                    <a:pt x="94749" y="1109913"/>
                  </a:lnTo>
                  <a:lnTo>
                    <a:pt x="93245" y="1110665"/>
                  </a:lnTo>
                  <a:lnTo>
                    <a:pt x="91741" y="1110665"/>
                  </a:lnTo>
                  <a:lnTo>
                    <a:pt x="91741" y="1111417"/>
                  </a:lnTo>
                  <a:lnTo>
                    <a:pt x="90237" y="1112921"/>
                  </a:lnTo>
                  <a:lnTo>
                    <a:pt x="90237" y="1114425"/>
                  </a:lnTo>
                  <a:lnTo>
                    <a:pt x="88733" y="1118185"/>
                  </a:lnTo>
                  <a:lnTo>
                    <a:pt x="84973" y="1116681"/>
                  </a:lnTo>
                  <a:lnTo>
                    <a:pt x="84973" y="1115177"/>
                  </a:lnTo>
                  <a:lnTo>
                    <a:pt x="84221" y="1114425"/>
                  </a:lnTo>
                  <a:lnTo>
                    <a:pt x="83469" y="1112921"/>
                  </a:lnTo>
                  <a:lnTo>
                    <a:pt x="81965" y="1112921"/>
                  </a:lnTo>
                  <a:lnTo>
                    <a:pt x="80461" y="1113673"/>
                  </a:lnTo>
                  <a:lnTo>
                    <a:pt x="79709" y="1115177"/>
                  </a:lnTo>
                  <a:lnTo>
                    <a:pt x="74446" y="1123449"/>
                  </a:lnTo>
                  <a:lnTo>
                    <a:pt x="73694" y="1124201"/>
                  </a:lnTo>
                  <a:lnTo>
                    <a:pt x="72190" y="1124201"/>
                  </a:lnTo>
                  <a:lnTo>
                    <a:pt x="55646" y="1118937"/>
                  </a:lnTo>
                  <a:lnTo>
                    <a:pt x="54142" y="1118937"/>
                  </a:lnTo>
                  <a:lnTo>
                    <a:pt x="52638" y="1119689"/>
                  </a:lnTo>
                  <a:lnTo>
                    <a:pt x="51135" y="1121193"/>
                  </a:lnTo>
                  <a:lnTo>
                    <a:pt x="48878" y="1122697"/>
                  </a:lnTo>
                  <a:lnTo>
                    <a:pt x="48127" y="1121945"/>
                  </a:lnTo>
                  <a:lnTo>
                    <a:pt x="47375" y="1121945"/>
                  </a:lnTo>
                  <a:lnTo>
                    <a:pt x="44367" y="1118937"/>
                  </a:lnTo>
                  <a:lnTo>
                    <a:pt x="25567" y="1108409"/>
                  </a:lnTo>
                  <a:lnTo>
                    <a:pt x="22559" y="1107657"/>
                  </a:lnTo>
                  <a:lnTo>
                    <a:pt x="20303" y="1106905"/>
                  </a:lnTo>
                  <a:lnTo>
                    <a:pt x="18799" y="1106153"/>
                  </a:lnTo>
                  <a:lnTo>
                    <a:pt x="17296" y="1103897"/>
                  </a:lnTo>
                  <a:lnTo>
                    <a:pt x="17296" y="1102393"/>
                  </a:lnTo>
                  <a:lnTo>
                    <a:pt x="17296" y="1099386"/>
                  </a:lnTo>
                  <a:lnTo>
                    <a:pt x="16544" y="1098634"/>
                  </a:lnTo>
                  <a:lnTo>
                    <a:pt x="15039" y="1098634"/>
                  </a:lnTo>
                  <a:lnTo>
                    <a:pt x="14288" y="1099386"/>
                  </a:lnTo>
                  <a:lnTo>
                    <a:pt x="12032" y="1103897"/>
                  </a:lnTo>
                  <a:close/>
                  <a:moveTo>
                    <a:pt x="939215" y="716631"/>
                  </a:moveTo>
                  <a:lnTo>
                    <a:pt x="941471" y="715879"/>
                  </a:lnTo>
                  <a:lnTo>
                    <a:pt x="942223" y="717383"/>
                  </a:lnTo>
                  <a:lnTo>
                    <a:pt x="941471" y="718887"/>
                  </a:lnTo>
                  <a:lnTo>
                    <a:pt x="939967" y="720391"/>
                  </a:lnTo>
                  <a:lnTo>
                    <a:pt x="937711" y="721143"/>
                  </a:lnTo>
                  <a:lnTo>
                    <a:pt x="933951" y="723399"/>
                  </a:lnTo>
                  <a:lnTo>
                    <a:pt x="931696" y="723399"/>
                  </a:lnTo>
                  <a:lnTo>
                    <a:pt x="930192" y="722647"/>
                  </a:lnTo>
                  <a:lnTo>
                    <a:pt x="930944" y="721895"/>
                  </a:lnTo>
                  <a:lnTo>
                    <a:pt x="933200" y="720391"/>
                  </a:lnTo>
                  <a:lnTo>
                    <a:pt x="933951" y="719639"/>
                  </a:lnTo>
                  <a:lnTo>
                    <a:pt x="934704" y="718887"/>
                  </a:lnTo>
                  <a:lnTo>
                    <a:pt x="936207" y="718135"/>
                  </a:lnTo>
                  <a:lnTo>
                    <a:pt x="937711" y="717383"/>
                  </a:lnTo>
                  <a:lnTo>
                    <a:pt x="939215" y="716631"/>
                  </a:lnTo>
                  <a:close/>
                  <a:moveTo>
                    <a:pt x="1393408" y="752"/>
                  </a:moveTo>
                  <a:lnTo>
                    <a:pt x="1397168" y="0"/>
                  </a:lnTo>
                  <a:lnTo>
                    <a:pt x="1400927" y="1504"/>
                  </a:lnTo>
                  <a:lnTo>
                    <a:pt x="1402431" y="3760"/>
                  </a:lnTo>
                  <a:lnTo>
                    <a:pt x="1401679" y="6016"/>
                  </a:lnTo>
                  <a:lnTo>
                    <a:pt x="1400927" y="7520"/>
                  </a:lnTo>
                  <a:lnTo>
                    <a:pt x="1398671" y="9024"/>
                  </a:lnTo>
                  <a:lnTo>
                    <a:pt x="1395664" y="9024"/>
                  </a:lnTo>
                  <a:lnTo>
                    <a:pt x="1392655" y="9024"/>
                  </a:lnTo>
                  <a:lnTo>
                    <a:pt x="1391151" y="7520"/>
                  </a:lnTo>
                  <a:lnTo>
                    <a:pt x="1390400" y="5264"/>
                  </a:lnTo>
                  <a:lnTo>
                    <a:pt x="1390400" y="3008"/>
                  </a:lnTo>
                  <a:lnTo>
                    <a:pt x="1393408" y="752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26" name="Forma Livre: Forma 225">
              <a:extLst>
                <a:ext uri="{FF2B5EF4-FFF2-40B4-BE49-F238E27FC236}">
                  <a16:creationId xmlns:a16="http://schemas.microsoft.com/office/drawing/2014/main" id="{C5E45719-F974-882A-2392-69EF515952C7}"/>
                </a:ext>
              </a:extLst>
            </p:cNvPr>
            <p:cNvSpPr/>
            <p:nvPr/>
          </p:nvSpPr>
          <p:spPr>
            <a:xfrm>
              <a:off x="9197440" y="3124451"/>
              <a:ext cx="598571" cy="345155"/>
            </a:xfrm>
            <a:custGeom>
              <a:avLst/>
              <a:gdLst>
                <a:gd name="csX0" fmla="*/ 7520 w 598571"/>
                <a:gd name="csY0" fmla="*/ 243639 h 345155"/>
                <a:gd name="csX1" fmla="*/ 6016 w 598571"/>
                <a:gd name="csY1" fmla="*/ 241383 h 345155"/>
                <a:gd name="csX2" fmla="*/ 6016 w 598571"/>
                <a:gd name="csY2" fmla="*/ 239880 h 345155"/>
                <a:gd name="csX3" fmla="*/ 6768 w 598571"/>
                <a:gd name="csY3" fmla="*/ 239128 h 345155"/>
                <a:gd name="csX4" fmla="*/ 7520 w 598571"/>
                <a:gd name="csY4" fmla="*/ 238376 h 345155"/>
                <a:gd name="csX5" fmla="*/ 12032 w 598571"/>
                <a:gd name="csY5" fmla="*/ 235368 h 345155"/>
                <a:gd name="csX6" fmla="*/ 13535 w 598571"/>
                <a:gd name="csY6" fmla="*/ 233112 h 345155"/>
                <a:gd name="csX7" fmla="*/ 16544 w 598571"/>
                <a:gd name="csY7" fmla="*/ 230104 h 345155"/>
                <a:gd name="csX8" fmla="*/ 17295 w 598571"/>
                <a:gd name="csY8" fmla="*/ 227848 h 345155"/>
                <a:gd name="csX9" fmla="*/ 18048 w 598571"/>
                <a:gd name="csY9" fmla="*/ 225592 h 345155"/>
                <a:gd name="csX10" fmla="*/ 18048 w 598571"/>
                <a:gd name="csY10" fmla="*/ 224088 h 345155"/>
                <a:gd name="csX11" fmla="*/ 17295 w 598571"/>
                <a:gd name="csY11" fmla="*/ 220328 h 345155"/>
                <a:gd name="csX12" fmla="*/ 17295 w 598571"/>
                <a:gd name="csY12" fmla="*/ 218824 h 345155"/>
                <a:gd name="csX13" fmla="*/ 18048 w 598571"/>
                <a:gd name="csY13" fmla="*/ 218072 h 345155"/>
                <a:gd name="csX14" fmla="*/ 21807 w 598571"/>
                <a:gd name="csY14" fmla="*/ 216568 h 345155"/>
                <a:gd name="csX15" fmla="*/ 24063 w 598571"/>
                <a:gd name="csY15" fmla="*/ 213560 h 345155"/>
                <a:gd name="csX16" fmla="*/ 25567 w 598571"/>
                <a:gd name="csY16" fmla="*/ 211304 h 345155"/>
                <a:gd name="csX17" fmla="*/ 27823 w 598571"/>
                <a:gd name="csY17" fmla="*/ 206793 h 345155"/>
                <a:gd name="csX18" fmla="*/ 30079 w 598571"/>
                <a:gd name="csY18" fmla="*/ 203033 h 345155"/>
                <a:gd name="csX19" fmla="*/ 30831 w 598571"/>
                <a:gd name="csY19" fmla="*/ 201529 h 345155"/>
                <a:gd name="csX20" fmla="*/ 31583 w 598571"/>
                <a:gd name="csY20" fmla="*/ 200025 h 345155"/>
                <a:gd name="csX21" fmla="*/ 32335 w 598571"/>
                <a:gd name="csY21" fmla="*/ 197769 h 345155"/>
                <a:gd name="csX22" fmla="*/ 32335 w 598571"/>
                <a:gd name="csY22" fmla="*/ 195513 h 345155"/>
                <a:gd name="csX23" fmla="*/ 32335 w 598571"/>
                <a:gd name="csY23" fmla="*/ 194009 h 345155"/>
                <a:gd name="csX24" fmla="*/ 30831 w 598571"/>
                <a:gd name="csY24" fmla="*/ 188745 h 345155"/>
                <a:gd name="csX25" fmla="*/ 30831 w 598571"/>
                <a:gd name="csY25" fmla="*/ 186489 h 345155"/>
                <a:gd name="csX26" fmla="*/ 30079 w 598571"/>
                <a:gd name="csY26" fmla="*/ 184985 h 345155"/>
                <a:gd name="csX27" fmla="*/ 28575 w 598571"/>
                <a:gd name="csY27" fmla="*/ 184234 h 345155"/>
                <a:gd name="csX28" fmla="*/ 24815 w 598571"/>
                <a:gd name="csY28" fmla="*/ 184234 h 345155"/>
                <a:gd name="csX29" fmla="*/ 23311 w 598571"/>
                <a:gd name="csY29" fmla="*/ 183482 h 345155"/>
                <a:gd name="csX30" fmla="*/ 21807 w 598571"/>
                <a:gd name="csY30" fmla="*/ 182730 h 345155"/>
                <a:gd name="csX31" fmla="*/ 21055 w 598571"/>
                <a:gd name="csY31" fmla="*/ 181978 h 345155"/>
                <a:gd name="csX32" fmla="*/ 20303 w 598571"/>
                <a:gd name="csY32" fmla="*/ 180474 h 345155"/>
                <a:gd name="csX33" fmla="*/ 18799 w 598571"/>
                <a:gd name="csY33" fmla="*/ 177466 h 345155"/>
                <a:gd name="csX34" fmla="*/ 18048 w 598571"/>
                <a:gd name="csY34" fmla="*/ 176714 h 345155"/>
                <a:gd name="csX35" fmla="*/ 16544 w 598571"/>
                <a:gd name="csY35" fmla="*/ 175962 h 345155"/>
                <a:gd name="csX36" fmla="*/ 15039 w 598571"/>
                <a:gd name="csY36" fmla="*/ 175962 h 345155"/>
                <a:gd name="csX37" fmla="*/ 12784 w 598571"/>
                <a:gd name="csY37" fmla="*/ 175210 h 345155"/>
                <a:gd name="csX38" fmla="*/ 11280 w 598571"/>
                <a:gd name="csY38" fmla="*/ 174458 h 345155"/>
                <a:gd name="csX39" fmla="*/ 10528 w 598571"/>
                <a:gd name="csY39" fmla="*/ 172954 h 345155"/>
                <a:gd name="csX40" fmla="*/ 10528 w 598571"/>
                <a:gd name="csY40" fmla="*/ 170698 h 345155"/>
                <a:gd name="csX41" fmla="*/ 12032 w 598571"/>
                <a:gd name="csY41" fmla="*/ 165434 h 345155"/>
                <a:gd name="csX42" fmla="*/ 12032 w 598571"/>
                <a:gd name="csY42" fmla="*/ 163178 h 345155"/>
                <a:gd name="csX43" fmla="*/ 11280 w 598571"/>
                <a:gd name="csY43" fmla="*/ 160922 h 345155"/>
                <a:gd name="csX44" fmla="*/ 10528 w 598571"/>
                <a:gd name="csY44" fmla="*/ 157914 h 345155"/>
                <a:gd name="csX45" fmla="*/ 9776 w 598571"/>
                <a:gd name="csY45" fmla="*/ 154906 h 345155"/>
                <a:gd name="csX46" fmla="*/ 9024 w 598571"/>
                <a:gd name="csY46" fmla="*/ 153403 h 345155"/>
                <a:gd name="csX47" fmla="*/ 8272 w 598571"/>
                <a:gd name="csY47" fmla="*/ 151899 h 345155"/>
                <a:gd name="csX48" fmla="*/ 6768 w 598571"/>
                <a:gd name="csY48" fmla="*/ 151147 h 345155"/>
                <a:gd name="csX49" fmla="*/ 5264 w 598571"/>
                <a:gd name="csY49" fmla="*/ 150395 h 345155"/>
                <a:gd name="csX50" fmla="*/ 3008 w 598571"/>
                <a:gd name="csY50" fmla="*/ 149643 h 345155"/>
                <a:gd name="csX51" fmla="*/ 2256 w 598571"/>
                <a:gd name="csY51" fmla="*/ 148891 h 345155"/>
                <a:gd name="csX52" fmla="*/ 1504 w 598571"/>
                <a:gd name="csY52" fmla="*/ 148139 h 345155"/>
                <a:gd name="csX53" fmla="*/ 752 w 598571"/>
                <a:gd name="csY53" fmla="*/ 147387 h 345155"/>
                <a:gd name="csX54" fmla="*/ 0 w 598571"/>
                <a:gd name="csY54" fmla="*/ 144379 h 345155"/>
                <a:gd name="csX55" fmla="*/ 0 w 598571"/>
                <a:gd name="csY55" fmla="*/ 142123 h 345155"/>
                <a:gd name="csX56" fmla="*/ 752 w 598571"/>
                <a:gd name="csY56" fmla="*/ 135355 h 345155"/>
                <a:gd name="csX57" fmla="*/ 3008 w 598571"/>
                <a:gd name="csY57" fmla="*/ 132347 h 345155"/>
                <a:gd name="csX58" fmla="*/ 5264 w 598571"/>
                <a:gd name="csY58" fmla="*/ 130843 h 345155"/>
                <a:gd name="csX59" fmla="*/ 7520 w 598571"/>
                <a:gd name="csY59" fmla="*/ 129339 h 345155"/>
                <a:gd name="csX60" fmla="*/ 11280 w 598571"/>
                <a:gd name="csY60" fmla="*/ 127084 h 345155"/>
                <a:gd name="csX61" fmla="*/ 12784 w 598571"/>
                <a:gd name="csY61" fmla="*/ 125579 h 345155"/>
                <a:gd name="csX62" fmla="*/ 14288 w 598571"/>
                <a:gd name="csY62" fmla="*/ 124076 h 345155"/>
                <a:gd name="csX63" fmla="*/ 17295 w 598571"/>
                <a:gd name="csY63" fmla="*/ 116556 h 345155"/>
                <a:gd name="csX64" fmla="*/ 18799 w 598571"/>
                <a:gd name="csY64" fmla="*/ 115052 h 345155"/>
                <a:gd name="csX65" fmla="*/ 19552 w 598571"/>
                <a:gd name="csY65" fmla="*/ 113548 h 345155"/>
                <a:gd name="csX66" fmla="*/ 19552 w 598571"/>
                <a:gd name="csY66" fmla="*/ 112044 h 345155"/>
                <a:gd name="csX67" fmla="*/ 18799 w 598571"/>
                <a:gd name="csY67" fmla="*/ 110540 h 345155"/>
                <a:gd name="csX68" fmla="*/ 18048 w 598571"/>
                <a:gd name="csY68" fmla="*/ 109036 h 345155"/>
                <a:gd name="csX69" fmla="*/ 16544 w 598571"/>
                <a:gd name="csY69" fmla="*/ 106780 h 345155"/>
                <a:gd name="csX70" fmla="*/ 15792 w 598571"/>
                <a:gd name="csY70" fmla="*/ 106028 h 345155"/>
                <a:gd name="csX71" fmla="*/ 15039 w 598571"/>
                <a:gd name="csY71" fmla="*/ 105276 h 345155"/>
                <a:gd name="csX72" fmla="*/ 15039 w 598571"/>
                <a:gd name="csY72" fmla="*/ 103772 h 345155"/>
                <a:gd name="csX73" fmla="*/ 15039 w 598571"/>
                <a:gd name="csY73" fmla="*/ 101516 h 345155"/>
                <a:gd name="csX74" fmla="*/ 15039 w 598571"/>
                <a:gd name="csY74" fmla="*/ 99260 h 345155"/>
                <a:gd name="csX75" fmla="*/ 16544 w 598571"/>
                <a:gd name="csY75" fmla="*/ 97005 h 345155"/>
                <a:gd name="csX76" fmla="*/ 25567 w 598571"/>
                <a:gd name="csY76" fmla="*/ 69181 h 345155"/>
                <a:gd name="csX77" fmla="*/ 27823 w 598571"/>
                <a:gd name="csY77" fmla="*/ 65422 h 345155"/>
                <a:gd name="csX78" fmla="*/ 30079 w 598571"/>
                <a:gd name="csY78" fmla="*/ 63166 h 345155"/>
                <a:gd name="csX79" fmla="*/ 31583 w 598571"/>
                <a:gd name="csY79" fmla="*/ 60158 h 345155"/>
                <a:gd name="csX80" fmla="*/ 32335 w 598571"/>
                <a:gd name="csY80" fmla="*/ 58654 h 345155"/>
                <a:gd name="csX81" fmla="*/ 33087 w 598571"/>
                <a:gd name="csY81" fmla="*/ 54894 h 345155"/>
                <a:gd name="csX82" fmla="*/ 35343 w 598571"/>
                <a:gd name="csY82" fmla="*/ 50382 h 345155"/>
                <a:gd name="csX83" fmla="*/ 36095 w 598571"/>
                <a:gd name="csY83" fmla="*/ 49630 h 345155"/>
                <a:gd name="csX84" fmla="*/ 37599 w 598571"/>
                <a:gd name="csY84" fmla="*/ 49630 h 345155"/>
                <a:gd name="csX85" fmla="*/ 38351 w 598571"/>
                <a:gd name="csY85" fmla="*/ 50382 h 345155"/>
                <a:gd name="csX86" fmla="*/ 38351 w 598571"/>
                <a:gd name="csY86" fmla="*/ 53390 h 345155"/>
                <a:gd name="csX87" fmla="*/ 38351 w 598571"/>
                <a:gd name="csY87" fmla="*/ 54894 h 345155"/>
                <a:gd name="csX88" fmla="*/ 39855 w 598571"/>
                <a:gd name="csY88" fmla="*/ 57150 h 345155"/>
                <a:gd name="csX89" fmla="*/ 41359 w 598571"/>
                <a:gd name="csY89" fmla="*/ 57902 h 345155"/>
                <a:gd name="csX90" fmla="*/ 43614 w 598571"/>
                <a:gd name="csY90" fmla="*/ 58654 h 345155"/>
                <a:gd name="csX91" fmla="*/ 46622 w 598571"/>
                <a:gd name="csY91" fmla="*/ 59406 h 345155"/>
                <a:gd name="csX92" fmla="*/ 65422 w 598571"/>
                <a:gd name="csY92" fmla="*/ 69933 h 345155"/>
                <a:gd name="csX93" fmla="*/ 68430 w 598571"/>
                <a:gd name="csY93" fmla="*/ 72941 h 345155"/>
                <a:gd name="csX94" fmla="*/ 69182 w 598571"/>
                <a:gd name="csY94" fmla="*/ 72941 h 345155"/>
                <a:gd name="csX95" fmla="*/ 69933 w 598571"/>
                <a:gd name="csY95" fmla="*/ 73693 h 345155"/>
                <a:gd name="csX96" fmla="*/ 72190 w 598571"/>
                <a:gd name="csY96" fmla="*/ 72189 h 345155"/>
                <a:gd name="csX97" fmla="*/ 73693 w 598571"/>
                <a:gd name="csY97" fmla="*/ 70685 h 345155"/>
                <a:gd name="csX98" fmla="*/ 75197 w 598571"/>
                <a:gd name="csY98" fmla="*/ 69933 h 345155"/>
                <a:gd name="csX99" fmla="*/ 76701 w 598571"/>
                <a:gd name="csY99" fmla="*/ 69933 h 345155"/>
                <a:gd name="csX100" fmla="*/ 93245 w 598571"/>
                <a:gd name="csY100" fmla="*/ 75197 h 345155"/>
                <a:gd name="csX101" fmla="*/ 94749 w 598571"/>
                <a:gd name="csY101" fmla="*/ 75197 h 345155"/>
                <a:gd name="csX102" fmla="*/ 95501 w 598571"/>
                <a:gd name="csY102" fmla="*/ 74445 h 345155"/>
                <a:gd name="csX103" fmla="*/ 100765 w 598571"/>
                <a:gd name="csY103" fmla="*/ 66174 h 345155"/>
                <a:gd name="csX104" fmla="*/ 101516 w 598571"/>
                <a:gd name="csY104" fmla="*/ 64670 h 345155"/>
                <a:gd name="csX105" fmla="*/ 103020 w 598571"/>
                <a:gd name="csY105" fmla="*/ 63918 h 345155"/>
                <a:gd name="csX106" fmla="*/ 104525 w 598571"/>
                <a:gd name="csY106" fmla="*/ 63918 h 345155"/>
                <a:gd name="csX107" fmla="*/ 105276 w 598571"/>
                <a:gd name="csY107" fmla="*/ 65422 h 345155"/>
                <a:gd name="csX108" fmla="*/ 106029 w 598571"/>
                <a:gd name="csY108" fmla="*/ 66174 h 345155"/>
                <a:gd name="csX109" fmla="*/ 106029 w 598571"/>
                <a:gd name="csY109" fmla="*/ 67678 h 345155"/>
                <a:gd name="csX110" fmla="*/ 109788 w 598571"/>
                <a:gd name="csY110" fmla="*/ 69181 h 345155"/>
                <a:gd name="csX111" fmla="*/ 111292 w 598571"/>
                <a:gd name="csY111" fmla="*/ 65422 h 345155"/>
                <a:gd name="csX112" fmla="*/ 111292 w 598571"/>
                <a:gd name="csY112" fmla="*/ 63918 h 345155"/>
                <a:gd name="csX113" fmla="*/ 112796 w 598571"/>
                <a:gd name="csY113" fmla="*/ 62414 h 345155"/>
                <a:gd name="csX114" fmla="*/ 112796 w 598571"/>
                <a:gd name="csY114" fmla="*/ 61662 h 345155"/>
                <a:gd name="csX115" fmla="*/ 114300 w 598571"/>
                <a:gd name="csY115" fmla="*/ 61662 h 345155"/>
                <a:gd name="csX116" fmla="*/ 115804 w 598571"/>
                <a:gd name="csY116" fmla="*/ 60910 h 345155"/>
                <a:gd name="csX117" fmla="*/ 126331 w 598571"/>
                <a:gd name="csY117" fmla="*/ 54142 h 345155"/>
                <a:gd name="csX118" fmla="*/ 136859 w 598571"/>
                <a:gd name="csY118" fmla="*/ 48126 h 345155"/>
                <a:gd name="csX119" fmla="*/ 138363 w 598571"/>
                <a:gd name="csY119" fmla="*/ 46622 h 345155"/>
                <a:gd name="csX120" fmla="*/ 139115 w 598571"/>
                <a:gd name="csY120" fmla="*/ 44366 h 345155"/>
                <a:gd name="csX121" fmla="*/ 139115 w 598571"/>
                <a:gd name="csY121" fmla="*/ 42862 h 345155"/>
                <a:gd name="csX122" fmla="*/ 139867 w 598571"/>
                <a:gd name="csY122" fmla="*/ 40607 h 345155"/>
                <a:gd name="csX123" fmla="*/ 141371 w 598571"/>
                <a:gd name="csY123" fmla="*/ 39855 h 345155"/>
                <a:gd name="csX124" fmla="*/ 142123 w 598571"/>
                <a:gd name="csY124" fmla="*/ 39855 h 345155"/>
                <a:gd name="csX125" fmla="*/ 142875 w 598571"/>
                <a:gd name="csY125" fmla="*/ 40607 h 345155"/>
                <a:gd name="csX126" fmla="*/ 144379 w 598571"/>
                <a:gd name="csY126" fmla="*/ 40607 h 345155"/>
                <a:gd name="csX127" fmla="*/ 145131 w 598571"/>
                <a:gd name="csY127" fmla="*/ 39855 h 345155"/>
                <a:gd name="csX128" fmla="*/ 145883 w 598571"/>
                <a:gd name="csY128" fmla="*/ 36847 h 345155"/>
                <a:gd name="csX129" fmla="*/ 146635 w 598571"/>
                <a:gd name="csY129" fmla="*/ 35343 h 345155"/>
                <a:gd name="csX130" fmla="*/ 146635 w 598571"/>
                <a:gd name="csY130" fmla="*/ 30831 h 345155"/>
                <a:gd name="csX131" fmla="*/ 147387 w 598571"/>
                <a:gd name="csY131" fmla="*/ 28575 h 345155"/>
                <a:gd name="csX132" fmla="*/ 148139 w 598571"/>
                <a:gd name="csY132" fmla="*/ 27071 h 345155"/>
                <a:gd name="csX133" fmla="*/ 148139 w 598571"/>
                <a:gd name="csY133" fmla="*/ 24815 h 345155"/>
                <a:gd name="csX134" fmla="*/ 149643 w 598571"/>
                <a:gd name="csY134" fmla="*/ 23311 h 345155"/>
                <a:gd name="csX135" fmla="*/ 151147 w 598571"/>
                <a:gd name="csY135" fmla="*/ 21807 h 345155"/>
                <a:gd name="csX136" fmla="*/ 152651 w 598571"/>
                <a:gd name="csY136" fmla="*/ 21055 h 345155"/>
                <a:gd name="csX137" fmla="*/ 157914 w 598571"/>
                <a:gd name="csY137" fmla="*/ 19551 h 345155"/>
                <a:gd name="csX138" fmla="*/ 167690 w 598571"/>
                <a:gd name="csY138" fmla="*/ 15791 h 345155"/>
                <a:gd name="csX139" fmla="*/ 170698 w 598571"/>
                <a:gd name="csY139" fmla="*/ 15039 h 345155"/>
                <a:gd name="csX140" fmla="*/ 175962 w 598571"/>
                <a:gd name="csY140" fmla="*/ 14287 h 345155"/>
                <a:gd name="csX141" fmla="*/ 178218 w 598571"/>
                <a:gd name="csY141" fmla="*/ 13535 h 345155"/>
                <a:gd name="csX142" fmla="*/ 178970 w 598571"/>
                <a:gd name="csY142" fmla="*/ 12783 h 345155"/>
                <a:gd name="csX143" fmla="*/ 180474 w 598571"/>
                <a:gd name="csY143" fmla="*/ 11280 h 345155"/>
                <a:gd name="csX144" fmla="*/ 181978 w 598571"/>
                <a:gd name="csY144" fmla="*/ 11280 h 345155"/>
                <a:gd name="csX145" fmla="*/ 183482 w 598571"/>
                <a:gd name="csY145" fmla="*/ 10528 h 345155"/>
                <a:gd name="csX146" fmla="*/ 188746 w 598571"/>
                <a:gd name="csY146" fmla="*/ 10528 h 345155"/>
                <a:gd name="csX147" fmla="*/ 192506 w 598571"/>
                <a:gd name="csY147" fmla="*/ 9776 h 345155"/>
                <a:gd name="csX148" fmla="*/ 194009 w 598571"/>
                <a:gd name="csY148" fmla="*/ 9024 h 345155"/>
                <a:gd name="csX149" fmla="*/ 195513 w 598571"/>
                <a:gd name="csY149" fmla="*/ 9776 h 345155"/>
                <a:gd name="csX150" fmla="*/ 198521 w 598571"/>
                <a:gd name="csY150" fmla="*/ 11280 h 345155"/>
                <a:gd name="csX151" fmla="*/ 200025 w 598571"/>
                <a:gd name="csY151" fmla="*/ 11280 h 345155"/>
                <a:gd name="csX152" fmla="*/ 202281 w 598571"/>
                <a:gd name="csY152" fmla="*/ 10528 h 345155"/>
                <a:gd name="csX153" fmla="*/ 203785 w 598571"/>
                <a:gd name="csY153" fmla="*/ 9776 h 345155"/>
                <a:gd name="csX154" fmla="*/ 207545 w 598571"/>
                <a:gd name="csY154" fmla="*/ 8272 h 345155"/>
                <a:gd name="csX155" fmla="*/ 213561 w 598571"/>
                <a:gd name="csY155" fmla="*/ 4512 h 345155"/>
                <a:gd name="csX156" fmla="*/ 220328 w 598571"/>
                <a:gd name="csY156" fmla="*/ 3008 h 345155"/>
                <a:gd name="csX157" fmla="*/ 224840 w 598571"/>
                <a:gd name="csY157" fmla="*/ 0 h 345155"/>
                <a:gd name="csX158" fmla="*/ 227096 w 598571"/>
                <a:gd name="csY158" fmla="*/ 0 h 345155"/>
                <a:gd name="csX159" fmla="*/ 231608 w 598571"/>
                <a:gd name="csY159" fmla="*/ 0 h 345155"/>
                <a:gd name="csX160" fmla="*/ 233112 w 598571"/>
                <a:gd name="csY160" fmla="*/ 752 h 345155"/>
                <a:gd name="csX161" fmla="*/ 234616 w 598571"/>
                <a:gd name="csY161" fmla="*/ 2256 h 345155"/>
                <a:gd name="csX162" fmla="*/ 236120 w 598571"/>
                <a:gd name="csY162" fmla="*/ 3008 h 345155"/>
                <a:gd name="csX163" fmla="*/ 236872 w 598571"/>
                <a:gd name="csY163" fmla="*/ 3760 h 345155"/>
                <a:gd name="csX164" fmla="*/ 237624 w 598571"/>
                <a:gd name="csY164" fmla="*/ 4512 h 345155"/>
                <a:gd name="csX165" fmla="*/ 237624 w 598571"/>
                <a:gd name="csY165" fmla="*/ 14287 h 345155"/>
                <a:gd name="csX166" fmla="*/ 236120 w 598571"/>
                <a:gd name="csY166" fmla="*/ 17295 h 345155"/>
                <a:gd name="csX167" fmla="*/ 232360 w 598571"/>
                <a:gd name="csY167" fmla="*/ 20303 h 345155"/>
                <a:gd name="csX168" fmla="*/ 230104 w 598571"/>
                <a:gd name="csY168" fmla="*/ 22559 h 345155"/>
                <a:gd name="csX169" fmla="*/ 220328 w 598571"/>
                <a:gd name="csY169" fmla="*/ 36095 h 345155"/>
                <a:gd name="csX170" fmla="*/ 214313 w 598571"/>
                <a:gd name="csY170" fmla="*/ 42862 h 345155"/>
                <a:gd name="csX171" fmla="*/ 206793 w 598571"/>
                <a:gd name="csY171" fmla="*/ 51886 h 345155"/>
                <a:gd name="csX172" fmla="*/ 205289 w 598571"/>
                <a:gd name="csY172" fmla="*/ 54142 h 345155"/>
                <a:gd name="csX173" fmla="*/ 204537 w 598571"/>
                <a:gd name="csY173" fmla="*/ 55646 h 345155"/>
                <a:gd name="csX174" fmla="*/ 202281 w 598571"/>
                <a:gd name="csY174" fmla="*/ 66174 h 345155"/>
                <a:gd name="csX175" fmla="*/ 199273 w 598571"/>
                <a:gd name="csY175" fmla="*/ 75197 h 345155"/>
                <a:gd name="csX176" fmla="*/ 194761 w 598571"/>
                <a:gd name="csY176" fmla="*/ 77453 h 345155"/>
                <a:gd name="csX177" fmla="*/ 191002 w 598571"/>
                <a:gd name="csY177" fmla="*/ 78957 h 345155"/>
                <a:gd name="csX178" fmla="*/ 188746 w 598571"/>
                <a:gd name="csY178" fmla="*/ 79709 h 345155"/>
                <a:gd name="csX179" fmla="*/ 187242 w 598571"/>
                <a:gd name="csY179" fmla="*/ 80461 h 345155"/>
                <a:gd name="csX180" fmla="*/ 186489 w 598571"/>
                <a:gd name="csY180" fmla="*/ 81965 h 345155"/>
                <a:gd name="csX181" fmla="*/ 186489 w 598571"/>
                <a:gd name="csY181" fmla="*/ 83469 h 345155"/>
                <a:gd name="csX182" fmla="*/ 184986 w 598571"/>
                <a:gd name="csY182" fmla="*/ 91741 h 345155"/>
                <a:gd name="csX183" fmla="*/ 184986 w 598571"/>
                <a:gd name="csY183" fmla="*/ 95501 h 345155"/>
                <a:gd name="csX184" fmla="*/ 184986 w 598571"/>
                <a:gd name="csY184" fmla="*/ 97005 h 345155"/>
                <a:gd name="csX185" fmla="*/ 185738 w 598571"/>
                <a:gd name="csY185" fmla="*/ 98508 h 345155"/>
                <a:gd name="csX186" fmla="*/ 186489 w 598571"/>
                <a:gd name="csY186" fmla="*/ 100012 h 345155"/>
                <a:gd name="csX187" fmla="*/ 187242 w 598571"/>
                <a:gd name="csY187" fmla="*/ 100764 h 345155"/>
                <a:gd name="csX188" fmla="*/ 188746 w 598571"/>
                <a:gd name="csY188" fmla="*/ 100764 h 345155"/>
                <a:gd name="csX189" fmla="*/ 191002 w 598571"/>
                <a:gd name="csY189" fmla="*/ 100764 h 345155"/>
                <a:gd name="csX190" fmla="*/ 200025 w 598571"/>
                <a:gd name="csY190" fmla="*/ 103020 h 345155"/>
                <a:gd name="csX191" fmla="*/ 201529 w 598571"/>
                <a:gd name="csY191" fmla="*/ 103020 h 345155"/>
                <a:gd name="csX192" fmla="*/ 205289 w 598571"/>
                <a:gd name="csY192" fmla="*/ 102268 h 345155"/>
                <a:gd name="csX193" fmla="*/ 206793 w 598571"/>
                <a:gd name="csY193" fmla="*/ 102268 h 345155"/>
                <a:gd name="csX194" fmla="*/ 208297 w 598571"/>
                <a:gd name="csY194" fmla="*/ 103020 h 345155"/>
                <a:gd name="csX195" fmla="*/ 212057 w 598571"/>
                <a:gd name="csY195" fmla="*/ 103020 h 345155"/>
                <a:gd name="csX196" fmla="*/ 213561 w 598571"/>
                <a:gd name="csY196" fmla="*/ 103020 h 345155"/>
                <a:gd name="csX197" fmla="*/ 215065 w 598571"/>
                <a:gd name="csY197" fmla="*/ 103772 h 345155"/>
                <a:gd name="csX198" fmla="*/ 217321 w 598571"/>
                <a:gd name="csY198" fmla="*/ 104524 h 345155"/>
                <a:gd name="csX199" fmla="*/ 219576 w 598571"/>
                <a:gd name="csY199" fmla="*/ 105276 h 345155"/>
                <a:gd name="csX200" fmla="*/ 222584 w 598571"/>
                <a:gd name="csY200" fmla="*/ 107532 h 345155"/>
                <a:gd name="csX201" fmla="*/ 223336 w 598571"/>
                <a:gd name="csY201" fmla="*/ 109036 h 345155"/>
                <a:gd name="csX202" fmla="*/ 224088 w 598571"/>
                <a:gd name="csY202" fmla="*/ 111292 h 345155"/>
                <a:gd name="csX203" fmla="*/ 225592 w 598571"/>
                <a:gd name="csY203" fmla="*/ 115804 h 345155"/>
                <a:gd name="csX204" fmla="*/ 227848 w 598571"/>
                <a:gd name="csY204" fmla="*/ 120316 h 345155"/>
                <a:gd name="csX205" fmla="*/ 229352 w 598571"/>
                <a:gd name="csY205" fmla="*/ 121820 h 345155"/>
                <a:gd name="csX206" fmla="*/ 231608 w 598571"/>
                <a:gd name="csY206" fmla="*/ 121820 h 345155"/>
                <a:gd name="csX207" fmla="*/ 233112 w 598571"/>
                <a:gd name="csY207" fmla="*/ 121068 h 345155"/>
                <a:gd name="csX208" fmla="*/ 237624 w 598571"/>
                <a:gd name="csY208" fmla="*/ 117308 h 345155"/>
                <a:gd name="csX209" fmla="*/ 239880 w 598571"/>
                <a:gd name="csY209" fmla="*/ 116556 h 345155"/>
                <a:gd name="csX210" fmla="*/ 241384 w 598571"/>
                <a:gd name="csY210" fmla="*/ 115804 h 345155"/>
                <a:gd name="csX211" fmla="*/ 254167 w 598571"/>
                <a:gd name="csY211" fmla="*/ 112796 h 345155"/>
                <a:gd name="csX212" fmla="*/ 256423 w 598571"/>
                <a:gd name="csY212" fmla="*/ 112044 h 345155"/>
                <a:gd name="csX213" fmla="*/ 257927 w 598571"/>
                <a:gd name="csY213" fmla="*/ 111292 h 345155"/>
                <a:gd name="csX214" fmla="*/ 259431 w 598571"/>
                <a:gd name="csY214" fmla="*/ 110540 h 345155"/>
                <a:gd name="csX215" fmla="*/ 260935 w 598571"/>
                <a:gd name="csY215" fmla="*/ 109036 h 345155"/>
                <a:gd name="csX216" fmla="*/ 263191 w 598571"/>
                <a:gd name="csY216" fmla="*/ 106028 h 345155"/>
                <a:gd name="csX217" fmla="*/ 263943 w 598571"/>
                <a:gd name="csY217" fmla="*/ 104524 h 345155"/>
                <a:gd name="csX218" fmla="*/ 264695 w 598571"/>
                <a:gd name="csY218" fmla="*/ 104524 h 345155"/>
                <a:gd name="csX219" fmla="*/ 266199 w 598571"/>
                <a:gd name="csY219" fmla="*/ 104524 h 345155"/>
                <a:gd name="csX220" fmla="*/ 267703 w 598571"/>
                <a:gd name="csY220" fmla="*/ 105276 h 345155"/>
                <a:gd name="csX221" fmla="*/ 269207 w 598571"/>
                <a:gd name="csY221" fmla="*/ 106028 h 345155"/>
                <a:gd name="csX222" fmla="*/ 271463 w 598571"/>
                <a:gd name="csY222" fmla="*/ 109036 h 345155"/>
                <a:gd name="csX223" fmla="*/ 272966 w 598571"/>
                <a:gd name="csY223" fmla="*/ 110540 h 345155"/>
                <a:gd name="csX224" fmla="*/ 274470 w 598571"/>
                <a:gd name="csY224" fmla="*/ 110540 h 345155"/>
                <a:gd name="csX225" fmla="*/ 276726 w 598571"/>
                <a:gd name="csY225" fmla="*/ 109788 h 345155"/>
                <a:gd name="csX226" fmla="*/ 278230 w 598571"/>
                <a:gd name="csY226" fmla="*/ 109788 h 345155"/>
                <a:gd name="csX227" fmla="*/ 288006 w 598571"/>
                <a:gd name="csY227" fmla="*/ 111292 h 345155"/>
                <a:gd name="csX228" fmla="*/ 294022 w 598571"/>
                <a:gd name="csY228" fmla="*/ 112044 h 345155"/>
                <a:gd name="csX229" fmla="*/ 296278 w 598571"/>
                <a:gd name="csY229" fmla="*/ 113548 h 345155"/>
                <a:gd name="csX230" fmla="*/ 297782 w 598571"/>
                <a:gd name="csY230" fmla="*/ 115052 h 345155"/>
                <a:gd name="csX231" fmla="*/ 300038 w 598571"/>
                <a:gd name="csY231" fmla="*/ 118812 h 345155"/>
                <a:gd name="csX232" fmla="*/ 302294 w 598571"/>
                <a:gd name="csY232" fmla="*/ 120316 h 345155"/>
                <a:gd name="csX233" fmla="*/ 303045 w 598571"/>
                <a:gd name="csY233" fmla="*/ 121820 h 345155"/>
                <a:gd name="csX234" fmla="*/ 303798 w 598571"/>
                <a:gd name="csY234" fmla="*/ 123324 h 345155"/>
                <a:gd name="csX235" fmla="*/ 303798 w 598571"/>
                <a:gd name="csY235" fmla="*/ 125579 h 345155"/>
                <a:gd name="csX236" fmla="*/ 299285 w 598571"/>
                <a:gd name="csY236" fmla="*/ 135355 h 345155"/>
                <a:gd name="csX237" fmla="*/ 299285 w 598571"/>
                <a:gd name="csY237" fmla="*/ 136859 h 345155"/>
                <a:gd name="csX238" fmla="*/ 299285 w 598571"/>
                <a:gd name="csY238" fmla="*/ 138363 h 345155"/>
                <a:gd name="csX239" fmla="*/ 300038 w 598571"/>
                <a:gd name="csY239" fmla="*/ 139867 h 345155"/>
                <a:gd name="csX240" fmla="*/ 301542 w 598571"/>
                <a:gd name="csY240" fmla="*/ 142123 h 345155"/>
                <a:gd name="csX241" fmla="*/ 304549 w 598571"/>
                <a:gd name="csY241" fmla="*/ 144379 h 345155"/>
                <a:gd name="csX242" fmla="*/ 306805 w 598571"/>
                <a:gd name="csY242" fmla="*/ 145131 h 345155"/>
                <a:gd name="csX243" fmla="*/ 308309 w 598571"/>
                <a:gd name="csY243" fmla="*/ 145131 h 345155"/>
                <a:gd name="csX244" fmla="*/ 315829 w 598571"/>
                <a:gd name="csY244" fmla="*/ 138363 h 345155"/>
                <a:gd name="csX245" fmla="*/ 317333 w 598571"/>
                <a:gd name="csY245" fmla="*/ 137611 h 345155"/>
                <a:gd name="csX246" fmla="*/ 319589 w 598571"/>
                <a:gd name="csY246" fmla="*/ 136859 h 345155"/>
                <a:gd name="csX247" fmla="*/ 324853 w 598571"/>
                <a:gd name="csY247" fmla="*/ 138363 h 345155"/>
                <a:gd name="csX248" fmla="*/ 326357 w 598571"/>
                <a:gd name="csY248" fmla="*/ 138363 h 345155"/>
                <a:gd name="csX249" fmla="*/ 328613 w 598571"/>
                <a:gd name="csY249" fmla="*/ 137611 h 345155"/>
                <a:gd name="csX250" fmla="*/ 330117 w 598571"/>
                <a:gd name="csY250" fmla="*/ 136859 h 345155"/>
                <a:gd name="csX251" fmla="*/ 330868 w 598571"/>
                <a:gd name="csY251" fmla="*/ 135355 h 345155"/>
                <a:gd name="csX252" fmla="*/ 334628 w 598571"/>
                <a:gd name="csY252" fmla="*/ 130091 h 345155"/>
                <a:gd name="csX253" fmla="*/ 335381 w 598571"/>
                <a:gd name="csY253" fmla="*/ 128587 h 345155"/>
                <a:gd name="csX254" fmla="*/ 337636 w 598571"/>
                <a:gd name="csY254" fmla="*/ 123324 h 345155"/>
                <a:gd name="csX255" fmla="*/ 339140 w 598571"/>
                <a:gd name="csY255" fmla="*/ 119564 h 345155"/>
                <a:gd name="csX256" fmla="*/ 339892 w 598571"/>
                <a:gd name="csY256" fmla="*/ 118060 h 345155"/>
                <a:gd name="csX257" fmla="*/ 339892 w 598571"/>
                <a:gd name="csY257" fmla="*/ 115804 h 345155"/>
                <a:gd name="csX258" fmla="*/ 339140 w 598571"/>
                <a:gd name="csY258" fmla="*/ 114300 h 345155"/>
                <a:gd name="csX259" fmla="*/ 338388 w 598571"/>
                <a:gd name="csY259" fmla="*/ 113548 h 345155"/>
                <a:gd name="csX260" fmla="*/ 337636 w 598571"/>
                <a:gd name="csY260" fmla="*/ 112044 h 345155"/>
                <a:gd name="csX261" fmla="*/ 336884 w 598571"/>
                <a:gd name="csY261" fmla="*/ 111292 h 345155"/>
                <a:gd name="csX262" fmla="*/ 336132 w 598571"/>
                <a:gd name="csY262" fmla="*/ 109788 h 345155"/>
                <a:gd name="csX263" fmla="*/ 335381 w 598571"/>
                <a:gd name="csY263" fmla="*/ 108284 h 345155"/>
                <a:gd name="csX264" fmla="*/ 334628 w 598571"/>
                <a:gd name="csY264" fmla="*/ 105276 h 345155"/>
                <a:gd name="csX265" fmla="*/ 333877 w 598571"/>
                <a:gd name="csY265" fmla="*/ 101516 h 345155"/>
                <a:gd name="csX266" fmla="*/ 333877 w 598571"/>
                <a:gd name="csY266" fmla="*/ 98508 h 345155"/>
                <a:gd name="csX267" fmla="*/ 333877 w 598571"/>
                <a:gd name="csY267" fmla="*/ 96253 h 345155"/>
                <a:gd name="csX268" fmla="*/ 334628 w 598571"/>
                <a:gd name="csY268" fmla="*/ 93997 h 345155"/>
                <a:gd name="csX269" fmla="*/ 335381 w 598571"/>
                <a:gd name="csY269" fmla="*/ 91741 h 345155"/>
                <a:gd name="csX270" fmla="*/ 336884 w 598571"/>
                <a:gd name="csY270" fmla="*/ 90237 h 345155"/>
                <a:gd name="csX271" fmla="*/ 337636 w 598571"/>
                <a:gd name="csY271" fmla="*/ 89485 h 345155"/>
                <a:gd name="csX272" fmla="*/ 339140 w 598571"/>
                <a:gd name="csY272" fmla="*/ 89485 h 345155"/>
                <a:gd name="csX273" fmla="*/ 340644 w 598571"/>
                <a:gd name="csY273" fmla="*/ 90237 h 345155"/>
                <a:gd name="csX274" fmla="*/ 342148 w 598571"/>
                <a:gd name="csY274" fmla="*/ 90989 h 345155"/>
                <a:gd name="csX275" fmla="*/ 344404 w 598571"/>
                <a:gd name="csY275" fmla="*/ 92493 h 345155"/>
                <a:gd name="csX276" fmla="*/ 345908 w 598571"/>
                <a:gd name="csY276" fmla="*/ 93245 h 345155"/>
                <a:gd name="csX277" fmla="*/ 347412 w 598571"/>
                <a:gd name="csY277" fmla="*/ 93245 h 345155"/>
                <a:gd name="csX278" fmla="*/ 348916 w 598571"/>
                <a:gd name="csY278" fmla="*/ 92493 h 345155"/>
                <a:gd name="csX279" fmla="*/ 348916 w 598571"/>
                <a:gd name="csY279" fmla="*/ 90989 h 345155"/>
                <a:gd name="csX280" fmla="*/ 347412 w 598571"/>
                <a:gd name="csY280" fmla="*/ 86477 h 345155"/>
                <a:gd name="csX281" fmla="*/ 343652 w 598571"/>
                <a:gd name="csY281" fmla="*/ 78205 h 345155"/>
                <a:gd name="csX282" fmla="*/ 342900 w 598571"/>
                <a:gd name="csY282" fmla="*/ 76701 h 345155"/>
                <a:gd name="csX283" fmla="*/ 339140 w 598571"/>
                <a:gd name="csY283" fmla="*/ 73693 h 345155"/>
                <a:gd name="csX284" fmla="*/ 338388 w 598571"/>
                <a:gd name="csY284" fmla="*/ 72189 h 345155"/>
                <a:gd name="csX285" fmla="*/ 337636 w 598571"/>
                <a:gd name="csY285" fmla="*/ 69181 h 345155"/>
                <a:gd name="csX286" fmla="*/ 338388 w 598571"/>
                <a:gd name="csY286" fmla="*/ 63918 h 345155"/>
                <a:gd name="csX287" fmla="*/ 339140 w 598571"/>
                <a:gd name="csY287" fmla="*/ 57902 h 345155"/>
                <a:gd name="csX288" fmla="*/ 339892 w 598571"/>
                <a:gd name="csY288" fmla="*/ 54894 h 345155"/>
                <a:gd name="csX289" fmla="*/ 341396 w 598571"/>
                <a:gd name="csY289" fmla="*/ 54142 h 345155"/>
                <a:gd name="csX290" fmla="*/ 342900 w 598571"/>
                <a:gd name="csY290" fmla="*/ 53390 h 345155"/>
                <a:gd name="csX291" fmla="*/ 347412 w 598571"/>
                <a:gd name="csY291" fmla="*/ 51886 h 345155"/>
                <a:gd name="csX292" fmla="*/ 349668 w 598571"/>
                <a:gd name="csY292" fmla="*/ 50382 h 345155"/>
                <a:gd name="csX293" fmla="*/ 354932 w 598571"/>
                <a:gd name="csY293" fmla="*/ 44366 h 345155"/>
                <a:gd name="csX294" fmla="*/ 356436 w 598571"/>
                <a:gd name="csY294" fmla="*/ 42862 h 345155"/>
                <a:gd name="csX295" fmla="*/ 357940 w 598571"/>
                <a:gd name="csY295" fmla="*/ 42862 h 345155"/>
                <a:gd name="csX296" fmla="*/ 359443 w 598571"/>
                <a:gd name="csY296" fmla="*/ 42862 h 345155"/>
                <a:gd name="csX297" fmla="*/ 360947 w 598571"/>
                <a:gd name="csY297" fmla="*/ 42862 h 345155"/>
                <a:gd name="csX298" fmla="*/ 363203 w 598571"/>
                <a:gd name="csY298" fmla="*/ 42862 h 345155"/>
                <a:gd name="csX299" fmla="*/ 364707 w 598571"/>
                <a:gd name="csY299" fmla="*/ 42862 h 345155"/>
                <a:gd name="csX300" fmla="*/ 368467 w 598571"/>
                <a:gd name="csY300" fmla="*/ 42110 h 345155"/>
                <a:gd name="csX301" fmla="*/ 371475 w 598571"/>
                <a:gd name="csY301" fmla="*/ 42862 h 345155"/>
                <a:gd name="csX302" fmla="*/ 372979 w 598571"/>
                <a:gd name="csY302" fmla="*/ 44366 h 345155"/>
                <a:gd name="csX303" fmla="*/ 373731 w 598571"/>
                <a:gd name="csY303" fmla="*/ 46622 h 345155"/>
                <a:gd name="csX304" fmla="*/ 373731 w 598571"/>
                <a:gd name="csY304" fmla="*/ 48126 h 345155"/>
                <a:gd name="csX305" fmla="*/ 373731 w 598571"/>
                <a:gd name="csY305" fmla="*/ 49630 h 345155"/>
                <a:gd name="csX306" fmla="*/ 372979 w 598571"/>
                <a:gd name="csY306" fmla="*/ 51886 h 345155"/>
                <a:gd name="csX307" fmla="*/ 374483 w 598571"/>
                <a:gd name="csY307" fmla="*/ 55646 h 345155"/>
                <a:gd name="csX308" fmla="*/ 375235 w 598571"/>
                <a:gd name="csY308" fmla="*/ 57150 h 345155"/>
                <a:gd name="csX309" fmla="*/ 377491 w 598571"/>
                <a:gd name="csY309" fmla="*/ 59406 h 345155"/>
                <a:gd name="csX310" fmla="*/ 397042 w 598571"/>
                <a:gd name="csY310" fmla="*/ 62414 h 345155"/>
                <a:gd name="csX311" fmla="*/ 404562 w 598571"/>
                <a:gd name="csY311" fmla="*/ 64670 h 345155"/>
                <a:gd name="csX312" fmla="*/ 406818 w 598571"/>
                <a:gd name="csY312" fmla="*/ 64670 h 345155"/>
                <a:gd name="csX313" fmla="*/ 409074 w 598571"/>
                <a:gd name="csY313" fmla="*/ 64670 h 345155"/>
                <a:gd name="csX314" fmla="*/ 412082 w 598571"/>
                <a:gd name="csY314" fmla="*/ 64670 h 345155"/>
                <a:gd name="csX315" fmla="*/ 421858 w 598571"/>
                <a:gd name="csY315" fmla="*/ 66926 h 345155"/>
                <a:gd name="csX316" fmla="*/ 427121 w 598571"/>
                <a:gd name="csY316" fmla="*/ 67678 h 345155"/>
                <a:gd name="csX317" fmla="*/ 440657 w 598571"/>
                <a:gd name="csY317" fmla="*/ 66174 h 345155"/>
                <a:gd name="csX318" fmla="*/ 447424 w 598571"/>
                <a:gd name="csY318" fmla="*/ 64670 h 345155"/>
                <a:gd name="csX319" fmla="*/ 457952 w 598571"/>
                <a:gd name="csY319" fmla="*/ 63918 h 345155"/>
                <a:gd name="csX320" fmla="*/ 459456 w 598571"/>
                <a:gd name="csY320" fmla="*/ 63166 h 345155"/>
                <a:gd name="csX321" fmla="*/ 463216 w 598571"/>
                <a:gd name="csY321" fmla="*/ 61662 h 345155"/>
                <a:gd name="csX322" fmla="*/ 465472 w 598571"/>
                <a:gd name="csY322" fmla="*/ 60910 h 345155"/>
                <a:gd name="csX323" fmla="*/ 467728 w 598571"/>
                <a:gd name="csY323" fmla="*/ 60910 h 345155"/>
                <a:gd name="csX324" fmla="*/ 469984 w 598571"/>
                <a:gd name="csY324" fmla="*/ 61662 h 345155"/>
                <a:gd name="csX325" fmla="*/ 473743 w 598571"/>
                <a:gd name="csY325" fmla="*/ 63166 h 345155"/>
                <a:gd name="csX326" fmla="*/ 482015 w 598571"/>
                <a:gd name="csY326" fmla="*/ 65422 h 345155"/>
                <a:gd name="csX327" fmla="*/ 491791 w 598571"/>
                <a:gd name="csY327" fmla="*/ 66174 h 345155"/>
                <a:gd name="csX328" fmla="*/ 496303 w 598571"/>
                <a:gd name="csY328" fmla="*/ 66926 h 345155"/>
                <a:gd name="csX329" fmla="*/ 500063 w 598571"/>
                <a:gd name="csY329" fmla="*/ 69181 h 345155"/>
                <a:gd name="csX330" fmla="*/ 512094 w 598571"/>
                <a:gd name="csY330" fmla="*/ 75197 h 345155"/>
                <a:gd name="csX331" fmla="*/ 521118 w 598571"/>
                <a:gd name="csY331" fmla="*/ 76701 h 345155"/>
                <a:gd name="csX332" fmla="*/ 522622 w 598571"/>
                <a:gd name="csY332" fmla="*/ 76701 h 345155"/>
                <a:gd name="csX333" fmla="*/ 524878 w 598571"/>
                <a:gd name="csY333" fmla="*/ 75949 h 345155"/>
                <a:gd name="csX334" fmla="*/ 528637 w 598571"/>
                <a:gd name="csY334" fmla="*/ 73693 h 345155"/>
                <a:gd name="csX335" fmla="*/ 539165 w 598571"/>
                <a:gd name="csY335" fmla="*/ 74445 h 345155"/>
                <a:gd name="csX336" fmla="*/ 549693 w 598571"/>
                <a:gd name="csY336" fmla="*/ 75949 h 345155"/>
                <a:gd name="csX337" fmla="*/ 554957 w 598571"/>
                <a:gd name="csY337" fmla="*/ 75949 h 345155"/>
                <a:gd name="csX338" fmla="*/ 557965 w 598571"/>
                <a:gd name="csY338" fmla="*/ 77453 h 345155"/>
                <a:gd name="csX339" fmla="*/ 560220 w 598571"/>
                <a:gd name="csY339" fmla="*/ 78205 h 345155"/>
                <a:gd name="csX340" fmla="*/ 561724 w 598571"/>
                <a:gd name="csY340" fmla="*/ 77453 h 345155"/>
                <a:gd name="csX341" fmla="*/ 563980 w 598571"/>
                <a:gd name="csY341" fmla="*/ 75949 h 345155"/>
                <a:gd name="csX342" fmla="*/ 565484 w 598571"/>
                <a:gd name="csY342" fmla="*/ 74445 h 345155"/>
                <a:gd name="csX343" fmla="*/ 572252 w 598571"/>
                <a:gd name="csY343" fmla="*/ 72941 h 345155"/>
                <a:gd name="csX344" fmla="*/ 573004 w 598571"/>
                <a:gd name="csY344" fmla="*/ 72941 h 345155"/>
                <a:gd name="csX345" fmla="*/ 573756 w 598571"/>
                <a:gd name="csY345" fmla="*/ 78205 h 345155"/>
                <a:gd name="csX346" fmla="*/ 573756 w 598571"/>
                <a:gd name="csY346" fmla="*/ 84973 h 345155"/>
                <a:gd name="csX347" fmla="*/ 571500 w 598571"/>
                <a:gd name="csY347" fmla="*/ 90237 h 345155"/>
                <a:gd name="csX348" fmla="*/ 573004 w 598571"/>
                <a:gd name="csY348" fmla="*/ 93997 h 345155"/>
                <a:gd name="csX349" fmla="*/ 573756 w 598571"/>
                <a:gd name="csY349" fmla="*/ 95501 h 345155"/>
                <a:gd name="csX350" fmla="*/ 574508 w 598571"/>
                <a:gd name="csY350" fmla="*/ 99260 h 345155"/>
                <a:gd name="csX351" fmla="*/ 575260 w 598571"/>
                <a:gd name="csY351" fmla="*/ 100764 h 345155"/>
                <a:gd name="csX352" fmla="*/ 576012 w 598571"/>
                <a:gd name="csY352" fmla="*/ 102268 h 345155"/>
                <a:gd name="csX353" fmla="*/ 576764 w 598571"/>
                <a:gd name="csY353" fmla="*/ 103772 h 345155"/>
                <a:gd name="csX354" fmla="*/ 576764 w 598571"/>
                <a:gd name="csY354" fmla="*/ 106780 h 345155"/>
                <a:gd name="csX355" fmla="*/ 576012 w 598571"/>
                <a:gd name="csY355" fmla="*/ 109788 h 345155"/>
                <a:gd name="csX356" fmla="*/ 576012 w 598571"/>
                <a:gd name="csY356" fmla="*/ 112796 h 345155"/>
                <a:gd name="csX357" fmla="*/ 576764 w 598571"/>
                <a:gd name="csY357" fmla="*/ 116556 h 345155"/>
                <a:gd name="csX358" fmla="*/ 576764 w 598571"/>
                <a:gd name="csY358" fmla="*/ 115804 h 345155"/>
                <a:gd name="csX359" fmla="*/ 579772 w 598571"/>
                <a:gd name="csY359" fmla="*/ 127836 h 345155"/>
                <a:gd name="csX360" fmla="*/ 582028 w 598571"/>
                <a:gd name="csY360" fmla="*/ 131595 h 345155"/>
                <a:gd name="csX361" fmla="*/ 583532 w 598571"/>
                <a:gd name="csY361" fmla="*/ 132347 h 345155"/>
                <a:gd name="csX362" fmla="*/ 587292 w 598571"/>
                <a:gd name="csY362" fmla="*/ 134603 h 345155"/>
                <a:gd name="csX363" fmla="*/ 588795 w 598571"/>
                <a:gd name="csY363" fmla="*/ 136107 h 345155"/>
                <a:gd name="csX364" fmla="*/ 588795 w 598571"/>
                <a:gd name="csY364" fmla="*/ 142875 h 345155"/>
                <a:gd name="csX365" fmla="*/ 588044 w 598571"/>
                <a:gd name="csY365" fmla="*/ 145131 h 345155"/>
                <a:gd name="csX366" fmla="*/ 587292 w 598571"/>
                <a:gd name="csY366" fmla="*/ 145883 h 345155"/>
                <a:gd name="csX367" fmla="*/ 585788 w 598571"/>
                <a:gd name="csY367" fmla="*/ 146635 h 345155"/>
                <a:gd name="csX368" fmla="*/ 585035 w 598571"/>
                <a:gd name="csY368" fmla="*/ 148139 h 345155"/>
                <a:gd name="csX369" fmla="*/ 585035 w 598571"/>
                <a:gd name="csY369" fmla="*/ 149643 h 345155"/>
                <a:gd name="csX370" fmla="*/ 585788 w 598571"/>
                <a:gd name="csY370" fmla="*/ 153403 h 345155"/>
                <a:gd name="csX371" fmla="*/ 585035 w 598571"/>
                <a:gd name="csY371" fmla="*/ 154906 h 345155"/>
                <a:gd name="csX372" fmla="*/ 582780 w 598571"/>
                <a:gd name="csY372" fmla="*/ 160922 h 345155"/>
                <a:gd name="csX373" fmla="*/ 583532 w 598571"/>
                <a:gd name="csY373" fmla="*/ 161674 h 345155"/>
                <a:gd name="csX374" fmla="*/ 582028 w 598571"/>
                <a:gd name="csY374" fmla="*/ 162426 h 345155"/>
                <a:gd name="csX375" fmla="*/ 581276 w 598571"/>
                <a:gd name="csY375" fmla="*/ 163178 h 345155"/>
                <a:gd name="csX376" fmla="*/ 580524 w 598571"/>
                <a:gd name="csY376" fmla="*/ 162426 h 345155"/>
                <a:gd name="csX377" fmla="*/ 579020 w 598571"/>
                <a:gd name="csY377" fmla="*/ 161674 h 345155"/>
                <a:gd name="csX378" fmla="*/ 580524 w 598571"/>
                <a:gd name="csY378" fmla="*/ 163178 h 345155"/>
                <a:gd name="csX379" fmla="*/ 581276 w 598571"/>
                <a:gd name="csY379" fmla="*/ 164682 h 345155"/>
                <a:gd name="csX380" fmla="*/ 581276 w 598571"/>
                <a:gd name="csY380" fmla="*/ 166938 h 345155"/>
                <a:gd name="csX381" fmla="*/ 580524 w 598571"/>
                <a:gd name="csY381" fmla="*/ 168442 h 345155"/>
                <a:gd name="csX382" fmla="*/ 582780 w 598571"/>
                <a:gd name="csY382" fmla="*/ 166938 h 345155"/>
                <a:gd name="csX383" fmla="*/ 585788 w 598571"/>
                <a:gd name="csY383" fmla="*/ 163178 h 345155"/>
                <a:gd name="csX384" fmla="*/ 588795 w 598571"/>
                <a:gd name="csY384" fmla="*/ 159418 h 345155"/>
                <a:gd name="csX385" fmla="*/ 589548 w 598571"/>
                <a:gd name="csY385" fmla="*/ 156410 h 345155"/>
                <a:gd name="csX386" fmla="*/ 590299 w 598571"/>
                <a:gd name="csY386" fmla="*/ 153403 h 345155"/>
                <a:gd name="csX387" fmla="*/ 591803 w 598571"/>
                <a:gd name="csY387" fmla="*/ 147387 h 345155"/>
                <a:gd name="csX388" fmla="*/ 591803 w 598571"/>
                <a:gd name="csY388" fmla="*/ 144379 h 345155"/>
                <a:gd name="csX389" fmla="*/ 593307 w 598571"/>
                <a:gd name="csY389" fmla="*/ 146635 h 345155"/>
                <a:gd name="csX390" fmla="*/ 594059 w 598571"/>
                <a:gd name="csY390" fmla="*/ 149643 h 345155"/>
                <a:gd name="csX391" fmla="*/ 592555 w 598571"/>
                <a:gd name="csY391" fmla="*/ 154906 h 345155"/>
                <a:gd name="csX392" fmla="*/ 592555 w 598571"/>
                <a:gd name="csY392" fmla="*/ 163930 h 345155"/>
                <a:gd name="csX393" fmla="*/ 593307 w 598571"/>
                <a:gd name="csY393" fmla="*/ 168442 h 345155"/>
                <a:gd name="csX394" fmla="*/ 594059 w 598571"/>
                <a:gd name="csY394" fmla="*/ 169946 h 345155"/>
                <a:gd name="csX395" fmla="*/ 594812 w 598571"/>
                <a:gd name="csY395" fmla="*/ 170698 h 345155"/>
                <a:gd name="csX396" fmla="*/ 597067 w 598571"/>
                <a:gd name="csY396" fmla="*/ 172202 h 345155"/>
                <a:gd name="csX397" fmla="*/ 597819 w 598571"/>
                <a:gd name="csY397" fmla="*/ 172954 h 345155"/>
                <a:gd name="csX398" fmla="*/ 598571 w 598571"/>
                <a:gd name="csY398" fmla="*/ 175962 h 345155"/>
                <a:gd name="csX399" fmla="*/ 597819 w 598571"/>
                <a:gd name="csY399" fmla="*/ 178218 h 345155"/>
                <a:gd name="csX400" fmla="*/ 597067 w 598571"/>
                <a:gd name="csY400" fmla="*/ 180474 h 345155"/>
                <a:gd name="csX401" fmla="*/ 597067 w 598571"/>
                <a:gd name="csY401" fmla="*/ 182730 h 345155"/>
                <a:gd name="csX402" fmla="*/ 597067 w 598571"/>
                <a:gd name="csY402" fmla="*/ 205289 h 345155"/>
                <a:gd name="csX403" fmla="*/ 595563 w 598571"/>
                <a:gd name="csY403" fmla="*/ 216568 h 345155"/>
                <a:gd name="csX404" fmla="*/ 595563 w 598571"/>
                <a:gd name="csY404" fmla="*/ 222584 h 345155"/>
                <a:gd name="csX405" fmla="*/ 597067 w 598571"/>
                <a:gd name="csY405" fmla="*/ 227096 h 345155"/>
                <a:gd name="csX406" fmla="*/ 595563 w 598571"/>
                <a:gd name="csY406" fmla="*/ 231608 h 345155"/>
                <a:gd name="csX407" fmla="*/ 594812 w 598571"/>
                <a:gd name="csY407" fmla="*/ 232360 h 345155"/>
                <a:gd name="csX408" fmla="*/ 594059 w 598571"/>
                <a:gd name="csY408" fmla="*/ 232360 h 345155"/>
                <a:gd name="csX409" fmla="*/ 592555 w 598571"/>
                <a:gd name="csY409" fmla="*/ 231608 h 345155"/>
                <a:gd name="csX410" fmla="*/ 591052 w 598571"/>
                <a:gd name="csY410" fmla="*/ 231608 h 345155"/>
                <a:gd name="csX411" fmla="*/ 585035 w 598571"/>
                <a:gd name="csY411" fmla="*/ 231608 h 345155"/>
                <a:gd name="csX412" fmla="*/ 583532 w 598571"/>
                <a:gd name="csY412" fmla="*/ 231608 h 345155"/>
                <a:gd name="csX413" fmla="*/ 579020 w 598571"/>
                <a:gd name="csY413" fmla="*/ 229352 h 345155"/>
                <a:gd name="csX414" fmla="*/ 570748 w 598571"/>
                <a:gd name="csY414" fmla="*/ 227096 h 345155"/>
                <a:gd name="csX415" fmla="*/ 569996 w 598571"/>
                <a:gd name="csY415" fmla="*/ 226344 h 345155"/>
                <a:gd name="csX416" fmla="*/ 569244 w 598571"/>
                <a:gd name="csY416" fmla="*/ 225592 h 345155"/>
                <a:gd name="csX417" fmla="*/ 569244 w 598571"/>
                <a:gd name="csY417" fmla="*/ 224840 h 345155"/>
                <a:gd name="csX418" fmla="*/ 569244 w 598571"/>
                <a:gd name="csY418" fmla="*/ 224088 h 345155"/>
                <a:gd name="csX419" fmla="*/ 568492 w 598571"/>
                <a:gd name="csY419" fmla="*/ 223336 h 345155"/>
                <a:gd name="csX420" fmla="*/ 566988 w 598571"/>
                <a:gd name="csY420" fmla="*/ 219576 h 345155"/>
                <a:gd name="csX421" fmla="*/ 560973 w 598571"/>
                <a:gd name="csY421" fmla="*/ 213560 h 345155"/>
                <a:gd name="csX422" fmla="*/ 557213 w 598571"/>
                <a:gd name="csY422" fmla="*/ 211304 h 345155"/>
                <a:gd name="csX423" fmla="*/ 554205 w 598571"/>
                <a:gd name="csY423" fmla="*/ 209801 h 345155"/>
                <a:gd name="csX424" fmla="*/ 551197 w 598571"/>
                <a:gd name="csY424" fmla="*/ 209049 h 345155"/>
                <a:gd name="csX425" fmla="*/ 550445 w 598571"/>
                <a:gd name="csY425" fmla="*/ 209049 h 345155"/>
                <a:gd name="csX426" fmla="*/ 548941 w 598571"/>
                <a:gd name="csY426" fmla="*/ 209049 h 345155"/>
                <a:gd name="csX427" fmla="*/ 545933 w 598571"/>
                <a:gd name="csY427" fmla="*/ 210553 h 345155"/>
                <a:gd name="csX428" fmla="*/ 543677 w 598571"/>
                <a:gd name="csY428" fmla="*/ 210553 h 345155"/>
                <a:gd name="csX429" fmla="*/ 531646 w 598571"/>
                <a:gd name="csY429" fmla="*/ 207545 h 345155"/>
                <a:gd name="csX430" fmla="*/ 528637 w 598571"/>
                <a:gd name="csY430" fmla="*/ 206793 h 345155"/>
                <a:gd name="csX431" fmla="*/ 526382 w 598571"/>
                <a:gd name="csY431" fmla="*/ 206793 h 345155"/>
                <a:gd name="csX432" fmla="*/ 524878 w 598571"/>
                <a:gd name="csY432" fmla="*/ 207545 h 345155"/>
                <a:gd name="csX433" fmla="*/ 523374 w 598571"/>
                <a:gd name="csY433" fmla="*/ 207545 h 345155"/>
                <a:gd name="csX434" fmla="*/ 520366 w 598571"/>
                <a:gd name="csY434" fmla="*/ 209049 h 345155"/>
                <a:gd name="csX435" fmla="*/ 519614 w 598571"/>
                <a:gd name="csY435" fmla="*/ 209801 h 345155"/>
                <a:gd name="csX436" fmla="*/ 515102 w 598571"/>
                <a:gd name="csY436" fmla="*/ 213560 h 345155"/>
                <a:gd name="csX437" fmla="*/ 512094 w 598571"/>
                <a:gd name="csY437" fmla="*/ 217320 h 345155"/>
                <a:gd name="csX438" fmla="*/ 510590 w 598571"/>
                <a:gd name="csY438" fmla="*/ 218824 h 345155"/>
                <a:gd name="csX439" fmla="*/ 509086 w 598571"/>
                <a:gd name="csY439" fmla="*/ 219576 h 345155"/>
                <a:gd name="csX440" fmla="*/ 507582 w 598571"/>
                <a:gd name="csY440" fmla="*/ 220328 h 345155"/>
                <a:gd name="csX441" fmla="*/ 506830 w 598571"/>
                <a:gd name="csY441" fmla="*/ 220328 h 345155"/>
                <a:gd name="csX442" fmla="*/ 506078 w 598571"/>
                <a:gd name="csY442" fmla="*/ 219576 h 345155"/>
                <a:gd name="csX443" fmla="*/ 505326 w 598571"/>
                <a:gd name="csY443" fmla="*/ 219576 h 345155"/>
                <a:gd name="csX444" fmla="*/ 504575 w 598571"/>
                <a:gd name="csY444" fmla="*/ 218824 h 345155"/>
                <a:gd name="csX445" fmla="*/ 503822 w 598571"/>
                <a:gd name="csY445" fmla="*/ 218824 h 345155"/>
                <a:gd name="csX446" fmla="*/ 503071 w 598571"/>
                <a:gd name="csY446" fmla="*/ 218072 h 345155"/>
                <a:gd name="csX447" fmla="*/ 494047 w 598571"/>
                <a:gd name="csY447" fmla="*/ 218072 h 345155"/>
                <a:gd name="csX448" fmla="*/ 492543 w 598571"/>
                <a:gd name="csY448" fmla="*/ 218072 h 345155"/>
                <a:gd name="csX449" fmla="*/ 491791 w 598571"/>
                <a:gd name="csY449" fmla="*/ 218072 h 345155"/>
                <a:gd name="csX450" fmla="*/ 491039 w 598571"/>
                <a:gd name="csY450" fmla="*/ 218824 h 345155"/>
                <a:gd name="csX451" fmla="*/ 490287 w 598571"/>
                <a:gd name="csY451" fmla="*/ 220328 h 345155"/>
                <a:gd name="csX452" fmla="*/ 489535 w 598571"/>
                <a:gd name="csY452" fmla="*/ 222584 h 345155"/>
                <a:gd name="csX453" fmla="*/ 488031 w 598571"/>
                <a:gd name="csY453" fmla="*/ 230856 h 345155"/>
                <a:gd name="csX454" fmla="*/ 485023 w 598571"/>
                <a:gd name="csY454" fmla="*/ 245143 h 345155"/>
                <a:gd name="csX455" fmla="*/ 482767 w 598571"/>
                <a:gd name="csY455" fmla="*/ 248903 h 345155"/>
                <a:gd name="csX456" fmla="*/ 474496 w 598571"/>
                <a:gd name="csY456" fmla="*/ 251911 h 345155"/>
                <a:gd name="csX457" fmla="*/ 472239 w 598571"/>
                <a:gd name="csY457" fmla="*/ 253415 h 345155"/>
                <a:gd name="csX458" fmla="*/ 467728 w 598571"/>
                <a:gd name="csY458" fmla="*/ 256423 h 345155"/>
                <a:gd name="csX459" fmla="*/ 466976 w 598571"/>
                <a:gd name="csY459" fmla="*/ 257175 h 345155"/>
                <a:gd name="csX460" fmla="*/ 465472 w 598571"/>
                <a:gd name="csY460" fmla="*/ 257927 h 345155"/>
                <a:gd name="csX461" fmla="*/ 464720 w 598571"/>
                <a:gd name="csY461" fmla="*/ 257927 h 345155"/>
                <a:gd name="csX462" fmla="*/ 463968 w 598571"/>
                <a:gd name="csY462" fmla="*/ 257927 h 345155"/>
                <a:gd name="csX463" fmla="*/ 463216 w 598571"/>
                <a:gd name="csY463" fmla="*/ 257175 h 345155"/>
                <a:gd name="csX464" fmla="*/ 462464 w 598571"/>
                <a:gd name="csY464" fmla="*/ 257175 h 345155"/>
                <a:gd name="csX465" fmla="*/ 461712 w 598571"/>
                <a:gd name="csY465" fmla="*/ 256423 h 345155"/>
                <a:gd name="csX466" fmla="*/ 460208 w 598571"/>
                <a:gd name="csY466" fmla="*/ 256423 h 345155"/>
                <a:gd name="csX467" fmla="*/ 459456 w 598571"/>
                <a:gd name="csY467" fmla="*/ 256423 h 345155"/>
                <a:gd name="csX468" fmla="*/ 446673 w 598571"/>
                <a:gd name="csY468" fmla="*/ 261687 h 345155"/>
                <a:gd name="csX469" fmla="*/ 444417 w 598571"/>
                <a:gd name="csY469" fmla="*/ 262439 h 345155"/>
                <a:gd name="csX470" fmla="*/ 442913 w 598571"/>
                <a:gd name="csY470" fmla="*/ 262439 h 345155"/>
                <a:gd name="csX471" fmla="*/ 441409 w 598571"/>
                <a:gd name="csY471" fmla="*/ 263191 h 345155"/>
                <a:gd name="csX472" fmla="*/ 437649 w 598571"/>
                <a:gd name="csY472" fmla="*/ 264695 h 345155"/>
                <a:gd name="csX473" fmla="*/ 436897 w 598571"/>
                <a:gd name="csY473" fmla="*/ 264695 h 345155"/>
                <a:gd name="csX474" fmla="*/ 436145 w 598571"/>
                <a:gd name="csY474" fmla="*/ 264695 h 345155"/>
                <a:gd name="csX475" fmla="*/ 435393 w 598571"/>
                <a:gd name="csY475" fmla="*/ 263943 h 345155"/>
                <a:gd name="csX476" fmla="*/ 435393 w 598571"/>
                <a:gd name="csY476" fmla="*/ 263191 h 345155"/>
                <a:gd name="csX477" fmla="*/ 435393 w 598571"/>
                <a:gd name="csY477" fmla="*/ 262439 h 345155"/>
                <a:gd name="csX478" fmla="*/ 435393 w 598571"/>
                <a:gd name="csY478" fmla="*/ 261687 h 345155"/>
                <a:gd name="csX479" fmla="*/ 435393 w 598571"/>
                <a:gd name="csY479" fmla="*/ 260935 h 345155"/>
                <a:gd name="csX480" fmla="*/ 435393 w 598571"/>
                <a:gd name="csY480" fmla="*/ 260183 h 345155"/>
                <a:gd name="csX481" fmla="*/ 434641 w 598571"/>
                <a:gd name="csY481" fmla="*/ 260183 h 345155"/>
                <a:gd name="csX482" fmla="*/ 433137 w 598571"/>
                <a:gd name="csY482" fmla="*/ 260183 h 345155"/>
                <a:gd name="csX483" fmla="*/ 432385 w 598571"/>
                <a:gd name="csY483" fmla="*/ 260183 h 345155"/>
                <a:gd name="csX484" fmla="*/ 431633 w 598571"/>
                <a:gd name="csY484" fmla="*/ 260935 h 345155"/>
                <a:gd name="csX485" fmla="*/ 430881 w 598571"/>
                <a:gd name="csY485" fmla="*/ 261687 h 345155"/>
                <a:gd name="csX486" fmla="*/ 430881 w 598571"/>
                <a:gd name="csY486" fmla="*/ 262439 h 345155"/>
                <a:gd name="csX487" fmla="*/ 430881 w 598571"/>
                <a:gd name="csY487" fmla="*/ 263191 h 345155"/>
                <a:gd name="csX488" fmla="*/ 430881 w 598571"/>
                <a:gd name="csY488" fmla="*/ 263943 h 345155"/>
                <a:gd name="csX489" fmla="*/ 430881 w 598571"/>
                <a:gd name="csY489" fmla="*/ 264695 h 345155"/>
                <a:gd name="csX490" fmla="*/ 431633 w 598571"/>
                <a:gd name="csY490" fmla="*/ 265447 h 345155"/>
                <a:gd name="csX491" fmla="*/ 433137 w 598571"/>
                <a:gd name="csY491" fmla="*/ 266951 h 345155"/>
                <a:gd name="csX492" fmla="*/ 435393 w 598571"/>
                <a:gd name="csY492" fmla="*/ 267702 h 345155"/>
                <a:gd name="csX493" fmla="*/ 436145 w 598571"/>
                <a:gd name="csY493" fmla="*/ 268454 h 345155"/>
                <a:gd name="csX494" fmla="*/ 436897 w 598571"/>
                <a:gd name="csY494" fmla="*/ 269207 h 345155"/>
                <a:gd name="csX495" fmla="*/ 436897 w 598571"/>
                <a:gd name="csY495" fmla="*/ 269959 h 345155"/>
                <a:gd name="csX496" fmla="*/ 436145 w 598571"/>
                <a:gd name="csY496" fmla="*/ 271462 h 345155"/>
                <a:gd name="csX497" fmla="*/ 435393 w 598571"/>
                <a:gd name="csY497" fmla="*/ 272214 h 345155"/>
                <a:gd name="csX498" fmla="*/ 434641 w 598571"/>
                <a:gd name="csY498" fmla="*/ 272214 h 345155"/>
                <a:gd name="csX499" fmla="*/ 433889 w 598571"/>
                <a:gd name="csY499" fmla="*/ 272214 h 345155"/>
                <a:gd name="csX500" fmla="*/ 430881 w 598571"/>
                <a:gd name="csY500" fmla="*/ 271462 h 345155"/>
                <a:gd name="csX501" fmla="*/ 430129 w 598571"/>
                <a:gd name="csY501" fmla="*/ 271462 h 345155"/>
                <a:gd name="csX502" fmla="*/ 428625 w 598571"/>
                <a:gd name="csY502" fmla="*/ 271462 h 345155"/>
                <a:gd name="csX503" fmla="*/ 427873 w 598571"/>
                <a:gd name="csY503" fmla="*/ 272214 h 345155"/>
                <a:gd name="csX504" fmla="*/ 427873 w 598571"/>
                <a:gd name="csY504" fmla="*/ 272966 h 345155"/>
                <a:gd name="csX505" fmla="*/ 427873 w 598571"/>
                <a:gd name="csY505" fmla="*/ 273718 h 345155"/>
                <a:gd name="csX506" fmla="*/ 427873 w 598571"/>
                <a:gd name="csY506" fmla="*/ 275222 h 345155"/>
                <a:gd name="csX507" fmla="*/ 427873 w 598571"/>
                <a:gd name="csY507" fmla="*/ 275974 h 345155"/>
                <a:gd name="csX508" fmla="*/ 427121 w 598571"/>
                <a:gd name="csY508" fmla="*/ 276726 h 345155"/>
                <a:gd name="csX509" fmla="*/ 426369 w 598571"/>
                <a:gd name="csY509" fmla="*/ 277478 h 345155"/>
                <a:gd name="csX510" fmla="*/ 425617 w 598571"/>
                <a:gd name="csY510" fmla="*/ 276726 h 345155"/>
                <a:gd name="csX511" fmla="*/ 424113 w 598571"/>
                <a:gd name="csY511" fmla="*/ 275222 h 345155"/>
                <a:gd name="csX512" fmla="*/ 423361 w 598571"/>
                <a:gd name="csY512" fmla="*/ 274470 h 345155"/>
                <a:gd name="csX513" fmla="*/ 421858 w 598571"/>
                <a:gd name="csY513" fmla="*/ 273718 h 345155"/>
                <a:gd name="csX514" fmla="*/ 421105 w 598571"/>
                <a:gd name="csY514" fmla="*/ 273718 h 345155"/>
                <a:gd name="csX515" fmla="*/ 418849 w 598571"/>
                <a:gd name="csY515" fmla="*/ 272966 h 345155"/>
                <a:gd name="csX516" fmla="*/ 415841 w 598571"/>
                <a:gd name="csY516" fmla="*/ 273718 h 345155"/>
                <a:gd name="csX517" fmla="*/ 407570 w 598571"/>
                <a:gd name="csY517" fmla="*/ 275974 h 345155"/>
                <a:gd name="csX518" fmla="*/ 406818 w 598571"/>
                <a:gd name="csY518" fmla="*/ 275974 h 345155"/>
                <a:gd name="csX519" fmla="*/ 405314 w 598571"/>
                <a:gd name="csY519" fmla="*/ 275974 h 345155"/>
                <a:gd name="csX520" fmla="*/ 404562 w 598571"/>
                <a:gd name="csY520" fmla="*/ 275222 h 345155"/>
                <a:gd name="csX521" fmla="*/ 404562 w 598571"/>
                <a:gd name="csY521" fmla="*/ 274470 h 345155"/>
                <a:gd name="csX522" fmla="*/ 403810 w 598571"/>
                <a:gd name="csY522" fmla="*/ 274470 h 345155"/>
                <a:gd name="csX523" fmla="*/ 403810 w 598571"/>
                <a:gd name="csY523" fmla="*/ 272966 h 345155"/>
                <a:gd name="csX524" fmla="*/ 403810 w 598571"/>
                <a:gd name="csY524" fmla="*/ 270711 h 345155"/>
                <a:gd name="csX525" fmla="*/ 403810 w 598571"/>
                <a:gd name="csY525" fmla="*/ 269959 h 345155"/>
                <a:gd name="csX526" fmla="*/ 403810 w 598571"/>
                <a:gd name="csY526" fmla="*/ 269207 h 345155"/>
                <a:gd name="csX527" fmla="*/ 403810 w 598571"/>
                <a:gd name="csY527" fmla="*/ 268454 h 345155"/>
                <a:gd name="csX528" fmla="*/ 403058 w 598571"/>
                <a:gd name="csY528" fmla="*/ 267702 h 345155"/>
                <a:gd name="csX529" fmla="*/ 402306 w 598571"/>
                <a:gd name="csY529" fmla="*/ 267702 h 345155"/>
                <a:gd name="csX530" fmla="*/ 401554 w 598571"/>
                <a:gd name="csY530" fmla="*/ 266951 h 345155"/>
                <a:gd name="csX531" fmla="*/ 400050 w 598571"/>
                <a:gd name="csY531" fmla="*/ 266951 h 345155"/>
                <a:gd name="csX532" fmla="*/ 398546 w 598571"/>
                <a:gd name="csY532" fmla="*/ 267702 h 345155"/>
                <a:gd name="csX533" fmla="*/ 397794 w 598571"/>
                <a:gd name="csY533" fmla="*/ 267702 h 345155"/>
                <a:gd name="csX534" fmla="*/ 397042 w 598571"/>
                <a:gd name="csY534" fmla="*/ 268454 h 345155"/>
                <a:gd name="csX535" fmla="*/ 394034 w 598571"/>
                <a:gd name="csY535" fmla="*/ 272214 h 345155"/>
                <a:gd name="csX536" fmla="*/ 392530 w 598571"/>
                <a:gd name="csY536" fmla="*/ 273718 h 345155"/>
                <a:gd name="csX537" fmla="*/ 391779 w 598571"/>
                <a:gd name="csY537" fmla="*/ 274470 h 345155"/>
                <a:gd name="csX538" fmla="*/ 390275 w 598571"/>
                <a:gd name="csY538" fmla="*/ 274470 h 345155"/>
                <a:gd name="csX539" fmla="*/ 387266 w 598571"/>
                <a:gd name="csY539" fmla="*/ 274470 h 345155"/>
                <a:gd name="csX540" fmla="*/ 386515 w 598571"/>
                <a:gd name="csY540" fmla="*/ 274470 h 345155"/>
                <a:gd name="csX541" fmla="*/ 385762 w 598571"/>
                <a:gd name="csY541" fmla="*/ 274470 h 345155"/>
                <a:gd name="csX542" fmla="*/ 385011 w 598571"/>
                <a:gd name="csY542" fmla="*/ 273718 h 345155"/>
                <a:gd name="csX543" fmla="*/ 385011 w 598571"/>
                <a:gd name="csY543" fmla="*/ 272966 h 345155"/>
                <a:gd name="csX544" fmla="*/ 385011 w 598571"/>
                <a:gd name="csY544" fmla="*/ 272214 h 345155"/>
                <a:gd name="csX545" fmla="*/ 385011 w 598571"/>
                <a:gd name="csY545" fmla="*/ 271462 h 345155"/>
                <a:gd name="csX546" fmla="*/ 384259 w 598571"/>
                <a:gd name="csY546" fmla="*/ 269207 h 345155"/>
                <a:gd name="csX547" fmla="*/ 382755 w 598571"/>
                <a:gd name="csY547" fmla="*/ 268454 h 345155"/>
                <a:gd name="csX548" fmla="*/ 378995 w 598571"/>
                <a:gd name="csY548" fmla="*/ 272966 h 345155"/>
                <a:gd name="csX549" fmla="*/ 376739 w 598571"/>
                <a:gd name="csY549" fmla="*/ 273718 h 345155"/>
                <a:gd name="csX550" fmla="*/ 375235 w 598571"/>
                <a:gd name="csY550" fmla="*/ 274470 h 345155"/>
                <a:gd name="csX551" fmla="*/ 374483 w 598571"/>
                <a:gd name="csY551" fmla="*/ 275222 h 345155"/>
                <a:gd name="csX552" fmla="*/ 372227 w 598571"/>
                <a:gd name="csY552" fmla="*/ 274470 h 345155"/>
                <a:gd name="csX553" fmla="*/ 371475 w 598571"/>
                <a:gd name="csY553" fmla="*/ 274470 h 345155"/>
                <a:gd name="csX554" fmla="*/ 368467 w 598571"/>
                <a:gd name="csY554" fmla="*/ 272966 h 345155"/>
                <a:gd name="csX555" fmla="*/ 364707 w 598571"/>
                <a:gd name="csY555" fmla="*/ 272966 h 345155"/>
                <a:gd name="csX556" fmla="*/ 354932 w 598571"/>
                <a:gd name="csY556" fmla="*/ 273718 h 345155"/>
                <a:gd name="csX557" fmla="*/ 352676 w 598571"/>
                <a:gd name="csY557" fmla="*/ 274470 h 345155"/>
                <a:gd name="csX558" fmla="*/ 351924 w 598571"/>
                <a:gd name="csY558" fmla="*/ 275222 h 345155"/>
                <a:gd name="csX559" fmla="*/ 351172 w 598571"/>
                <a:gd name="csY559" fmla="*/ 275974 h 345155"/>
                <a:gd name="csX560" fmla="*/ 351172 w 598571"/>
                <a:gd name="csY560" fmla="*/ 276726 h 345155"/>
                <a:gd name="csX561" fmla="*/ 351924 w 598571"/>
                <a:gd name="csY561" fmla="*/ 277478 h 345155"/>
                <a:gd name="csX562" fmla="*/ 352676 w 598571"/>
                <a:gd name="csY562" fmla="*/ 278982 h 345155"/>
                <a:gd name="csX563" fmla="*/ 353428 w 598571"/>
                <a:gd name="csY563" fmla="*/ 279734 h 345155"/>
                <a:gd name="csX564" fmla="*/ 353428 w 598571"/>
                <a:gd name="csY564" fmla="*/ 280486 h 345155"/>
                <a:gd name="csX565" fmla="*/ 353428 w 598571"/>
                <a:gd name="csY565" fmla="*/ 281238 h 345155"/>
                <a:gd name="csX566" fmla="*/ 353428 w 598571"/>
                <a:gd name="csY566" fmla="*/ 282742 h 345155"/>
                <a:gd name="csX567" fmla="*/ 352676 w 598571"/>
                <a:gd name="csY567" fmla="*/ 283494 h 345155"/>
                <a:gd name="csX568" fmla="*/ 352676 w 598571"/>
                <a:gd name="csY568" fmla="*/ 284246 h 345155"/>
                <a:gd name="csX569" fmla="*/ 351924 w 598571"/>
                <a:gd name="csY569" fmla="*/ 284246 h 345155"/>
                <a:gd name="csX570" fmla="*/ 351172 w 598571"/>
                <a:gd name="csY570" fmla="*/ 284998 h 345155"/>
                <a:gd name="csX571" fmla="*/ 348164 w 598571"/>
                <a:gd name="csY571" fmla="*/ 288006 h 345155"/>
                <a:gd name="csX572" fmla="*/ 346660 w 598571"/>
                <a:gd name="csY572" fmla="*/ 288758 h 345155"/>
                <a:gd name="csX573" fmla="*/ 345156 w 598571"/>
                <a:gd name="csY573" fmla="*/ 288758 h 345155"/>
                <a:gd name="csX574" fmla="*/ 344404 w 598571"/>
                <a:gd name="csY574" fmla="*/ 288758 h 345155"/>
                <a:gd name="csX575" fmla="*/ 340644 w 598571"/>
                <a:gd name="csY575" fmla="*/ 288758 h 345155"/>
                <a:gd name="csX576" fmla="*/ 333124 w 598571"/>
                <a:gd name="csY576" fmla="*/ 289510 h 345155"/>
                <a:gd name="csX577" fmla="*/ 329364 w 598571"/>
                <a:gd name="csY577" fmla="*/ 290262 h 345155"/>
                <a:gd name="csX578" fmla="*/ 328613 w 598571"/>
                <a:gd name="csY578" fmla="*/ 291014 h 345155"/>
                <a:gd name="csX579" fmla="*/ 327861 w 598571"/>
                <a:gd name="csY579" fmla="*/ 291766 h 345155"/>
                <a:gd name="csX580" fmla="*/ 328613 w 598571"/>
                <a:gd name="csY580" fmla="*/ 293270 h 345155"/>
                <a:gd name="csX581" fmla="*/ 328613 w 598571"/>
                <a:gd name="csY581" fmla="*/ 294774 h 345155"/>
                <a:gd name="csX582" fmla="*/ 327861 w 598571"/>
                <a:gd name="csY582" fmla="*/ 294774 h 345155"/>
                <a:gd name="csX583" fmla="*/ 327109 w 598571"/>
                <a:gd name="csY583" fmla="*/ 294774 h 345155"/>
                <a:gd name="csX584" fmla="*/ 326357 w 598571"/>
                <a:gd name="csY584" fmla="*/ 294774 h 345155"/>
                <a:gd name="csX585" fmla="*/ 324853 w 598571"/>
                <a:gd name="csY585" fmla="*/ 294774 h 345155"/>
                <a:gd name="csX586" fmla="*/ 323349 w 598571"/>
                <a:gd name="csY586" fmla="*/ 294774 h 345155"/>
                <a:gd name="csX587" fmla="*/ 321845 w 598571"/>
                <a:gd name="csY587" fmla="*/ 295526 h 345155"/>
                <a:gd name="csX588" fmla="*/ 321093 w 598571"/>
                <a:gd name="csY588" fmla="*/ 296278 h 345155"/>
                <a:gd name="csX589" fmla="*/ 316581 w 598571"/>
                <a:gd name="csY589" fmla="*/ 301541 h 345155"/>
                <a:gd name="csX590" fmla="*/ 316581 w 598571"/>
                <a:gd name="csY590" fmla="*/ 302293 h 345155"/>
                <a:gd name="csX591" fmla="*/ 315829 w 598571"/>
                <a:gd name="csY591" fmla="*/ 303045 h 345155"/>
                <a:gd name="csX592" fmla="*/ 315829 w 598571"/>
                <a:gd name="csY592" fmla="*/ 303797 h 345155"/>
                <a:gd name="csX593" fmla="*/ 316581 w 598571"/>
                <a:gd name="csY593" fmla="*/ 304549 h 345155"/>
                <a:gd name="csX594" fmla="*/ 318085 w 598571"/>
                <a:gd name="csY594" fmla="*/ 307557 h 345155"/>
                <a:gd name="csX595" fmla="*/ 319589 w 598571"/>
                <a:gd name="csY595" fmla="*/ 309813 h 345155"/>
                <a:gd name="csX596" fmla="*/ 320341 w 598571"/>
                <a:gd name="csY596" fmla="*/ 310565 h 345155"/>
                <a:gd name="csX597" fmla="*/ 320341 w 598571"/>
                <a:gd name="csY597" fmla="*/ 312069 h 345155"/>
                <a:gd name="csX598" fmla="*/ 320341 w 598571"/>
                <a:gd name="csY598" fmla="*/ 313573 h 345155"/>
                <a:gd name="csX599" fmla="*/ 320341 w 598571"/>
                <a:gd name="csY599" fmla="*/ 314325 h 345155"/>
                <a:gd name="csX600" fmla="*/ 320341 w 598571"/>
                <a:gd name="csY600" fmla="*/ 315829 h 345155"/>
                <a:gd name="csX601" fmla="*/ 319589 w 598571"/>
                <a:gd name="csY601" fmla="*/ 316581 h 345155"/>
                <a:gd name="csX602" fmla="*/ 317333 w 598571"/>
                <a:gd name="csY602" fmla="*/ 318837 h 345155"/>
                <a:gd name="csX603" fmla="*/ 315829 w 598571"/>
                <a:gd name="csY603" fmla="*/ 320341 h 345155"/>
                <a:gd name="csX604" fmla="*/ 314325 w 598571"/>
                <a:gd name="csY604" fmla="*/ 321093 h 345155"/>
                <a:gd name="csX605" fmla="*/ 312821 w 598571"/>
                <a:gd name="csY605" fmla="*/ 321093 h 345155"/>
                <a:gd name="csX606" fmla="*/ 310565 w 598571"/>
                <a:gd name="csY606" fmla="*/ 322597 h 345155"/>
                <a:gd name="csX607" fmla="*/ 309813 w 598571"/>
                <a:gd name="csY607" fmla="*/ 322597 h 345155"/>
                <a:gd name="csX608" fmla="*/ 308309 w 598571"/>
                <a:gd name="csY608" fmla="*/ 323349 h 345155"/>
                <a:gd name="csX609" fmla="*/ 307557 w 598571"/>
                <a:gd name="csY609" fmla="*/ 325605 h 345155"/>
                <a:gd name="csX610" fmla="*/ 306805 w 598571"/>
                <a:gd name="csY610" fmla="*/ 327109 h 345155"/>
                <a:gd name="csX611" fmla="*/ 306053 w 598571"/>
                <a:gd name="csY611" fmla="*/ 327860 h 345155"/>
                <a:gd name="csX612" fmla="*/ 299285 w 598571"/>
                <a:gd name="csY612" fmla="*/ 334628 h 345155"/>
                <a:gd name="csX613" fmla="*/ 298534 w 598571"/>
                <a:gd name="csY613" fmla="*/ 335380 h 345155"/>
                <a:gd name="csX614" fmla="*/ 297030 w 598571"/>
                <a:gd name="csY614" fmla="*/ 335380 h 345155"/>
                <a:gd name="csX615" fmla="*/ 289510 w 598571"/>
                <a:gd name="csY615" fmla="*/ 336132 h 345155"/>
                <a:gd name="csX616" fmla="*/ 286502 w 598571"/>
                <a:gd name="csY616" fmla="*/ 336132 h 345155"/>
                <a:gd name="csX617" fmla="*/ 284998 w 598571"/>
                <a:gd name="csY617" fmla="*/ 336884 h 345155"/>
                <a:gd name="csX618" fmla="*/ 282742 w 598571"/>
                <a:gd name="csY618" fmla="*/ 338388 h 345155"/>
                <a:gd name="csX619" fmla="*/ 274470 w 598571"/>
                <a:gd name="csY619" fmla="*/ 343652 h 345155"/>
                <a:gd name="csX620" fmla="*/ 273719 w 598571"/>
                <a:gd name="csY620" fmla="*/ 344404 h 345155"/>
                <a:gd name="csX621" fmla="*/ 272215 w 598571"/>
                <a:gd name="csY621" fmla="*/ 344404 h 345155"/>
                <a:gd name="csX622" fmla="*/ 269959 w 598571"/>
                <a:gd name="csY622" fmla="*/ 345156 h 345155"/>
                <a:gd name="csX623" fmla="*/ 263943 w 598571"/>
                <a:gd name="csY623" fmla="*/ 342148 h 345155"/>
                <a:gd name="csX624" fmla="*/ 260183 w 598571"/>
                <a:gd name="csY624" fmla="*/ 339140 h 345155"/>
                <a:gd name="csX625" fmla="*/ 258679 w 598571"/>
                <a:gd name="csY625" fmla="*/ 337636 h 345155"/>
                <a:gd name="csX626" fmla="*/ 254919 w 598571"/>
                <a:gd name="csY626" fmla="*/ 336884 h 345155"/>
                <a:gd name="csX627" fmla="*/ 253415 w 598571"/>
                <a:gd name="csY627" fmla="*/ 336132 h 345155"/>
                <a:gd name="csX628" fmla="*/ 252663 w 598571"/>
                <a:gd name="csY628" fmla="*/ 335380 h 345155"/>
                <a:gd name="csX629" fmla="*/ 246647 w 598571"/>
                <a:gd name="csY629" fmla="*/ 329364 h 345155"/>
                <a:gd name="csX630" fmla="*/ 245895 w 598571"/>
                <a:gd name="csY630" fmla="*/ 327860 h 345155"/>
                <a:gd name="csX631" fmla="*/ 245144 w 598571"/>
                <a:gd name="csY631" fmla="*/ 327109 h 345155"/>
                <a:gd name="csX632" fmla="*/ 243640 w 598571"/>
                <a:gd name="csY632" fmla="*/ 319589 h 345155"/>
                <a:gd name="csX633" fmla="*/ 243640 w 598571"/>
                <a:gd name="csY633" fmla="*/ 315829 h 345155"/>
                <a:gd name="csX634" fmla="*/ 242887 w 598571"/>
                <a:gd name="csY634" fmla="*/ 314325 h 345155"/>
                <a:gd name="csX635" fmla="*/ 241384 w 598571"/>
                <a:gd name="csY635" fmla="*/ 310565 h 345155"/>
                <a:gd name="csX636" fmla="*/ 241384 w 598571"/>
                <a:gd name="csY636" fmla="*/ 309061 h 345155"/>
                <a:gd name="csX637" fmla="*/ 241384 w 598571"/>
                <a:gd name="csY637" fmla="*/ 307557 h 345155"/>
                <a:gd name="csX638" fmla="*/ 241384 w 598571"/>
                <a:gd name="csY638" fmla="*/ 306805 h 345155"/>
                <a:gd name="csX639" fmla="*/ 241384 w 598571"/>
                <a:gd name="csY639" fmla="*/ 306053 h 345155"/>
                <a:gd name="csX640" fmla="*/ 242136 w 598571"/>
                <a:gd name="csY640" fmla="*/ 305301 h 345155"/>
                <a:gd name="csX641" fmla="*/ 242887 w 598571"/>
                <a:gd name="csY641" fmla="*/ 304549 h 345155"/>
                <a:gd name="csX642" fmla="*/ 243640 w 598571"/>
                <a:gd name="csY642" fmla="*/ 303797 h 345155"/>
                <a:gd name="csX643" fmla="*/ 243640 w 598571"/>
                <a:gd name="csY643" fmla="*/ 302293 h 345155"/>
                <a:gd name="csX644" fmla="*/ 242887 w 598571"/>
                <a:gd name="csY644" fmla="*/ 300037 h 345155"/>
                <a:gd name="csX645" fmla="*/ 242136 w 598571"/>
                <a:gd name="csY645" fmla="*/ 298533 h 345155"/>
                <a:gd name="csX646" fmla="*/ 241384 w 598571"/>
                <a:gd name="csY646" fmla="*/ 298533 h 345155"/>
                <a:gd name="csX647" fmla="*/ 237624 w 598571"/>
                <a:gd name="csY647" fmla="*/ 297030 h 345155"/>
                <a:gd name="csX648" fmla="*/ 235368 w 598571"/>
                <a:gd name="csY648" fmla="*/ 296278 h 345155"/>
                <a:gd name="csX649" fmla="*/ 233864 w 598571"/>
                <a:gd name="csY649" fmla="*/ 295526 h 345155"/>
                <a:gd name="csX650" fmla="*/ 233112 w 598571"/>
                <a:gd name="csY650" fmla="*/ 295526 h 345155"/>
                <a:gd name="csX651" fmla="*/ 231608 w 598571"/>
                <a:gd name="csY651" fmla="*/ 295526 h 345155"/>
                <a:gd name="csX652" fmla="*/ 230856 w 598571"/>
                <a:gd name="csY652" fmla="*/ 295526 h 345155"/>
                <a:gd name="csX653" fmla="*/ 229352 w 598571"/>
                <a:gd name="csY653" fmla="*/ 296278 h 345155"/>
                <a:gd name="csX654" fmla="*/ 228600 w 598571"/>
                <a:gd name="csY654" fmla="*/ 297030 h 345155"/>
                <a:gd name="csX655" fmla="*/ 227848 w 598571"/>
                <a:gd name="csY655" fmla="*/ 297781 h 345155"/>
                <a:gd name="csX656" fmla="*/ 227096 w 598571"/>
                <a:gd name="csY656" fmla="*/ 298533 h 345155"/>
                <a:gd name="csX657" fmla="*/ 225592 w 598571"/>
                <a:gd name="csY657" fmla="*/ 299285 h 345155"/>
                <a:gd name="csX658" fmla="*/ 224840 w 598571"/>
                <a:gd name="csY658" fmla="*/ 299285 h 345155"/>
                <a:gd name="csX659" fmla="*/ 224088 w 598571"/>
                <a:gd name="csY659" fmla="*/ 299285 h 345155"/>
                <a:gd name="csX660" fmla="*/ 223336 w 598571"/>
                <a:gd name="csY660" fmla="*/ 299285 h 345155"/>
                <a:gd name="csX661" fmla="*/ 221080 w 598571"/>
                <a:gd name="csY661" fmla="*/ 299285 h 345155"/>
                <a:gd name="csX662" fmla="*/ 220328 w 598571"/>
                <a:gd name="csY662" fmla="*/ 299285 h 345155"/>
                <a:gd name="csX663" fmla="*/ 219576 w 598571"/>
                <a:gd name="csY663" fmla="*/ 300037 h 345155"/>
                <a:gd name="csX664" fmla="*/ 218072 w 598571"/>
                <a:gd name="csY664" fmla="*/ 300789 h 345155"/>
                <a:gd name="csX665" fmla="*/ 216568 w 598571"/>
                <a:gd name="csY665" fmla="*/ 301541 h 345155"/>
                <a:gd name="csX666" fmla="*/ 215817 w 598571"/>
                <a:gd name="csY666" fmla="*/ 301541 h 345155"/>
                <a:gd name="csX667" fmla="*/ 215065 w 598571"/>
                <a:gd name="csY667" fmla="*/ 302293 h 345155"/>
                <a:gd name="csX668" fmla="*/ 213561 w 598571"/>
                <a:gd name="csY668" fmla="*/ 301541 h 345155"/>
                <a:gd name="csX669" fmla="*/ 212808 w 598571"/>
                <a:gd name="csY669" fmla="*/ 301541 h 345155"/>
                <a:gd name="csX670" fmla="*/ 212057 w 598571"/>
                <a:gd name="csY670" fmla="*/ 300789 h 345155"/>
                <a:gd name="csX671" fmla="*/ 212057 w 598571"/>
                <a:gd name="csY671" fmla="*/ 300037 h 345155"/>
                <a:gd name="csX672" fmla="*/ 211305 w 598571"/>
                <a:gd name="csY672" fmla="*/ 299285 h 345155"/>
                <a:gd name="csX673" fmla="*/ 212057 w 598571"/>
                <a:gd name="csY673" fmla="*/ 298533 h 345155"/>
                <a:gd name="csX674" fmla="*/ 212057 w 598571"/>
                <a:gd name="csY674" fmla="*/ 297030 h 345155"/>
                <a:gd name="csX675" fmla="*/ 212808 w 598571"/>
                <a:gd name="csY675" fmla="*/ 295526 h 345155"/>
                <a:gd name="csX676" fmla="*/ 218825 w 598571"/>
                <a:gd name="csY676" fmla="*/ 291766 h 345155"/>
                <a:gd name="csX677" fmla="*/ 221080 w 598571"/>
                <a:gd name="csY677" fmla="*/ 290262 h 345155"/>
                <a:gd name="csX678" fmla="*/ 221080 w 598571"/>
                <a:gd name="csY678" fmla="*/ 289510 h 345155"/>
                <a:gd name="csX679" fmla="*/ 227096 w 598571"/>
                <a:gd name="csY679" fmla="*/ 279734 h 345155"/>
                <a:gd name="csX680" fmla="*/ 227848 w 598571"/>
                <a:gd name="csY680" fmla="*/ 278982 h 345155"/>
                <a:gd name="csX681" fmla="*/ 229352 w 598571"/>
                <a:gd name="csY681" fmla="*/ 275222 h 345155"/>
                <a:gd name="csX682" fmla="*/ 230104 w 598571"/>
                <a:gd name="csY682" fmla="*/ 273718 h 345155"/>
                <a:gd name="csX683" fmla="*/ 230104 w 598571"/>
                <a:gd name="csY683" fmla="*/ 272966 h 345155"/>
                <a:gd name="csX684" fmla="*/ 231608 w 598571"/>
                <a:gd name="csY684" fmla="*/ 272214 h 345155"/>
                <a:gd name="csX685" fmla="*/ 235368 w 598571"/>
                <a:gd name="csY685" fmla="*/ 270711 h 345155"/>
                <a:gd name="csX686" fmla="*/ 237624 w 598571"/>
                <a:gd name="csY686" fmla="*/ 269207 h 345155"/>
                <a:gd name="csX687" fmla="*/ 238376 w 598571"/>
                <a:gd name="csY687" fmla="*/ 268454 h 345155"/>
                <a:gd name="csX688" fmla="*/ 239128 w 598571"/>
                <a:gd name="csY688" fmla="*/ 266951 h 345155"/>
                <a:gd name="csX689" fmla="*/ 239128 w 598571"/>
                <a:gd name="csY689" fmla="*/ 266199 h 345155"/>
                <a:gd name="csX690" fmla="*/ 239128 w 598571"/>
                <a:gd name="csY690" fmla="*/ 265447 h 345155"/>
                <a:gd name="csX691" fmla="*/ 239128 w 598571"/>
                <a:gd name="csY691" fmla="*/ 264695 h 345155"/>
                <a:gd name="csX692" fmla="*/ 239128 w 598571"/>
                <a:gd name="csY692" fmla="*/ 263191 h 345155"/>
                <a:gd name="csX693" fmla="*/ 238376 w 598571"/>
                <a:gd name="csY693" fmla="*/ 261687 h 345155"/>
                <a:gd name="csX694" fmla="*/ 236120 w 598571"/>
                <a:gd name="csY694" fmla="*/ 257927 h 345155"/>
                <a:gd name="csX695" fmla="*/ 235368 w 598571"/>
                <a:gd name="csY695" fmla="*/ 254919 h 345155"/>
                <a:gd name="csX696" fmla="*/ 232360 w 598571"/>
                <a:gd name="csY696" fmla="*/ 248903 h 345155"/>
                <a:gd name="csX697" fmla="*/ 232360 w 598571"/>
                <a:gd name="csY697" fmla="*/ 248151 h 345155"/>
                <a:gd name="csX698" fmla="*/ 231608 w 598571"/>
                <a:gd name="csY698" fmla="*/ 247399 h 345155"/>
                <a:gd name="csX699" fmla="*/ 231608 w 598571"/>
                <a:gd name="csY699" fmla="*/ 245895 h 345155"/>
                <a:gd name="csX700" fmla="*/ 232360 w 598571"/>
                <a:gd name="csY700" fmla="*/ 243639 h 345155"/>
                <a:gd name="csX701" fmla="*/ 233112 w 598571"/>
                <a:gd name="csY701" fmla="*/ 239128 h 345155"/>
                <a:gd name="csX702" fmla="*/ 233864 w 598571"/>
                <a:gd name="csY702" fmla="*/ 237624 h 345155"/>
                <a:gd name="csX703" fmla="*/ 234616 w 598571"/>
                <a:gd name="csY703" fmla="*/ 236120 h 345155"/>
                <a:gd name="csX704" fmla="*/ 235368 w 598571"/>
                <a:gd name="csY704" fmla="*/ 236120 h 345155"/>
                <a:gd name="csX705" fmla="*/ 236120 w 598571"/>
                <a:gd name="csY705" fmla="*/ 235368 h 345155"/>
                <a:gd name="csX706" fmla="*/ 236872 w 598571"/>
                <a:gd name="csY706" fmla="*/ 234616 h 345155"/>
                <a:gd name="csX707" fmla="*/ 237624 w 598571"/>
                <a:gd name="csY707" fmla="*/ 234616 h 345155"/>
                <a:gd name="csX708" fmla="*/ 240632 w 598571"/>
                <a:gd name="csY708" fmla="*/ 233112 h 345155"/>
                <a:gd name="csX709" fmla="*/ 241384 w 598571"/>
                <a:gd name="csY709" fmla="*/ 233112 h 345155"/>
                <a:gd name="csX710" fmla="*/ 245895 w 598571"/>
                <a:gd name="csY710" fmla="*/ 232360 h 345155"/>
                <a:gd name="csX711" fmla="*/ 246647 w 598571"/>
                <a:gd name="csY711" fmla="*/ 232360 h 345155"/>
                <a:gd name="csX712" fmla="*/ 250407 w 598571"/>
                <a:gd name="csY712" fmla="*/ 230856 h 345155"/>
                <a:gd name="csX713" fmla="*/ 253415 w 598571"/>
                <a:gd name="csY713" fmla="*/ 229352 h 345155"/>
                <a:gd name="csX714" fmla="*/ 262439 w 598571"/>
                <a:gd name="csY714" fmla="*/ 226344 h 345155"/>
                <a:gd name="csX715" fmla="*/ 263191 w 598571"/>
                <a:gd name="csY715" fmla="*/ 225592 h 345155"/>
                <a:gd name="csX716" fmla="*/ 264695 w 598571"/>
                <a:gd name="csY716" fmla="*/ 224840 h 345155"/>
                <a:gd name="csX717" fmla="*/ 265447 w 598571"/>
                <a:gd name="csY717" fmla="*/ 223336 h 345155"/>
                <a:gd name="csX718" fmla="*/ 265447 w 598571"/>
                <a:gd name="csY718" fmla="*/ 222584 h 345155"/>
                <a:gd name="csX719" fmla="*/ 265447 w 598571"/>
                <a:gd name="csY719" fmla="*/ 221832 h 345155"/>
                <a:gd name="csX720" fmla="*/ 264695 w 598571"/>
                <a:gd name="csY720" fmla="*/ 221080 h 345155"/>
                <a:gd name="csX721" fmla="*/ 262439 w 598571"/>
                <a:gd name="csY721" fmla="*/ 217320 h 345155"/>
                <a:gd name="csX722" fmla="*/ 262439 w 598571"/>
                <a:gd name="csY722" fmla="*/ 216568 h 345155"/>
                <a:gd name="csX723" fmla="*/ 261687 w 598571"/>
                <a:gd name="csY723" fmla="*/ 215816 h 345155"/>
                <a:gd name="csX724" fmla="*/ 261687 w 598571"/>
                <a:gd name="csY724" fmla="*/ 215064 h 345155"/>
                <a:gd name="csX725" fmla="*/ 261687 w 598571"/>
                <a:gd name="csY725" fmla="*/ 214313 h 345155"/>
                <a:gd name="csX726" fmla="*/ 261687 w 598571"/>
                <a:gd name="csY726" fmla="*/ 211304 h 345155"/>
                <a:gd name="csX727" fmla="*/ 261687 w 598571"/>
                <a:gd name="csY727" fmla="*/ 210553 h 345155"/>
                <a:gd name="csX728" fmla="*/ 261687 w 598571"/>
                <a:gd name="csY728" fmla="*/ 209801 h 345155"/>
                <a:gd name="csX729" fmla="*/ 260935 w 598571"/>
                <a:gd name="csY729" fmla="*/ 209049 h 345155"/>
                <a:gd name="csX730" fmla="*/ 260183 w 598571"/>
                <a:gd name="csY730" fmla="*/ 208297 h 345155"/>
                <a:gd name="csX731" fmla="*/ 259431 w 598571"/>
                <a:gd name="csY731" fmla="*/ 208297 h 345155"/>
                <a:gd name="csX732" fmla="*/ 258679 w 598571"/>
                <a:gd name="csY732" fmla="*/ 208297 h 345155"/>
                <a:gd name="csX733" fmla="*/ 257927 w 598571"/>
                <a:gd name="csY733" fmla="*/ 207545 h 345155"/>
                <a:gd name="csX734" fmla="*/ 255671 w 598571"/>
                <a:gd name="csY734" fmla="*/ 208297 h 345155"/>
                <a:gd name="csX735" fmla="*/ 254919 w 598571"/>
                <a:gd name="csY735" fmla="*/ 208297 h 345155"/>
                <a:gd name="csX736" fmla="*/ 253415 w 598571"/>
                <a:gd name="csY736" fmla="*/ 208297 h 345155"/>
                <a:gd name="csX737" fmla="*/ 253415 w 598571"/>
                <a:gd name="csY737" fmla="*/ 207545 h 345155"/>
                <a:gd name="csX738" fmla="*/ 248151 w 598571"/>
                <a:gd name="csY738" fmla="*/ 204537 h 345155"/>
                <a:gd name="csX739" fmla="*/ 242136 w 598571"/>
                <a:gd name="csY739" fmla="*/ 201529 h 345155"/>
                <a:gd name="csX740" fmla="*/ 230104 w 598571"/>
                <a:gd name="csY740" fmla="*/ 192505 h 345155"/>
                <a:gd name="csX741" fmla="*/ 227848 w 598571"/>
                <a:gd name="csY741" fmla="*/ 191001 h 345155"/>
                <a:gd name="csX742" fmla="*/ 225592 w 598571"/>
                <a:gd name="csY742" fmla="*/ 190249 h 345155"/>
                <a:gd name="csX743" fmla="*/ 224840 w 598571"/>
                <a:gd name="csY743" fmla="*/ 190249 h 345155"/>
                <a:gd name="csX744" fmla="*/ 222584 w 598571"/>
                <a:gd name="csY744" fmla="*/ 191753 h 345155"/>
                <a:gd name="csX745" fmla="*/ 212057 w 598571"/>
                <a:gd name="csY745" fmla="*/ 194009 h 345155"/>
                <a:gd name="csX746" fmla="*/ 211305 w 598571"/>
                <a:gd name="csY746" fmla="*/ 194761 h 345155"/>
                <a:gd name="csX747" fmla="*/ 210553 w 598571"/>
                <a:gd name="csY747" fmla="*/ 194761 h 345155"/>
                <a:gd name="csX748" fmla="*/ 209801 w 598571"/>
                <a:gd name="csY748" fmla="*/ 195513 h 345155"/>
                <a:gd name="csX749" fmla="*/ 209049 w 598571"/>
                <a:gd name="csY749" fmla="*/ 197017 h 345155"/>
                <a:gd name="csX750" fmla="*/ 209049 w 598571"/>
                <a:gd name="csY750" fmla="*/ 197769 h 345155"/>
                <a:gd name="csX751" fmla="*/ 208297 w 598571"/>
                <a:gd name="csY751" fmla="*/ 200025 h 345155"/>
                <a:gd name="csX752" fmla="*/ 207545 w 598571"/>
                <a:gd name="csY752" fmla="*/ 201529 h 345155"/>
                <a:gd name="csX753" fmla="*/ 206041 w 598571"/>
                <a:gd name="csY753" fmla="*/ 202281 h 345155"/>
                <a:gd name="csX754" fmla="*/ 206041 w 598571"/>
                <a:gd name="csY754" fmla="*/ 203033 h 345155"/>
                <a:gd name="csX755" fmla="*/ 204537 w 598571"/>
                <a:gd name="csY755" fmla="*/ 203785 h 345155"/>
                <a:gd name="csX756" fmla="*/ 203785 w 598571"/>
                <a:gd name="csY756" fmla="*/ 203785 h 345155"/>
                <a:gd name="csX757" fmla="*/ 201529 w 598571"/>
                <a:gd name="csY757" fmla="*/ 204537 h 345155"/>
                <a:gd name="csX758" fmla="*/ 200777 w 598571"/>
                <a:gd name="csY758" fmla="*/ 204537 h 345155"/>
                <a:gd name="csX759" fmla="*/ 200025 w 598571"/>
                <a:gd name="csY759" fmla="*/ 203785 h 345155"/>
                <a:gd name="csX760" fmla="*/ 200025 w 598571"/>
                <a:gd name="csY760" fmla="*/ 203033 h 345155"/>
                <a:gd name="csX761" fmla="*/ 199273 w 598571"/>
                <a:gd name="csY761" fmla="*/ 201529 h 345155"/>
                <a:gd name="csX762" fmla="*/ 198521 w 598571"/>
                <a:gd name="csY762" fmla="*/ 201529 h 345155"/>
                <a:gd name="csX763" fmla="*/ 192506 w 598571"/>
                <a:gd name="csY763" fmla="*/ 204537 h 345155"/>
                <a:gd name="csX764" fmla="*/ 191753 w 598571"/>
                <a:gd name="csY764" fmla="*/ 204537 h 345155"/>
                <a:gd name="csX765" fmla="*/ 191002 w 598571"/>
                <a:gd name="csY765" fmla="*/ 205289 h 345155"/>
                <a:gd name="csX766" fmla="*/ 191002 w 598571"/>
                <a:gd name="csY766" fmla="*/ 206793 h 345155"/>
                <a:gd name="csX767" fmla="*/ 190249 w 598571"/>
                <a:gd name="csY767" fmla="*/ 209049 h 345155"/>
                <a:gd name="csX768" fmla="*/ 190249 w 598571"/>
                <a:gd name="csY768" fmla="*/ 209801 h 345155"/>
                <a:gd name="csX769" fmla="*/ 188746 w 598571"/>
                <a:gd name="csY769" fmla="*/ 211304 h 345155"/>
                <a:gd name="csX770" fmla="*/ 187242 w 598571"/>
                <a:gd name="csY770" fmla="*/ 213560 h 345155"/>
                <a:gd name="csX771" fmla="*/ 184986 w 598571"/>
                <a:gd name="csY771" fmla="*/ 215816 h 345155"/>
                <a:gd name="csX772" fmla="*/ 183482 w 598571"/>
                <a:gd name="csY772" fmla="*/ 218824 h 345155"/>
                <a:gd name="csX773" fmla="*/ 181978 w 598571"/>
                <a:gd name="csY773" fmla="*/ 221080 h 345155"/>
                <a:gd name="csX774" fmla="*/ 181226 w 598571"/>
                <a:gd name="csY774" fmla="*/ 221080 h 345155"/>
                <a:gd name="csX775" fmla="*/ 180474 w 598571"/>
                <a:gd name="csY775" fmla="*/ 221832 h 345155"/>
                <a:gd name="csX776" fmla="*/ 173706 w 598571"/>
                <a:gd name="csY776" fmla="*/ 225592 h 345155"/>
                <a:gd name="csX777" fmla="*/ 157163 w 598571"/>
                <a:gd name="csY777" fmla="*/ 232360 h 345155"/>
                <a:gd name="csX778" fmla="*/ 156410 w 598571"/>
                <a:gd name="csY778" fmla="*/ 233112 h 345155"/>
                <a:gd name="csX779" fmla="*/ 152651 w 598571"/>
                <a:gd name="csY779" fmla="*/ 236872 h 345155"/>
                <a:gd name="csX780" fmla="*/ 148891 w 598571"/>
                <a:gd name="csY780" fmla="*/ 242887 h 345155"/>
                <a:gd name="csX781" fmla="*/ 148139 w 598571"/>
                <a:gd name="csY781" fmla="*/ 243639 h 345155"/>
                <a:gd name="csX782" fmla="*/ 146635 w 598571"/>
                <a:gd name="csY782" fmla="*/ 244391 h 345155"/>
                <a:gd name="csX783" fmla="*/ 144379 w 598571"/>
                <a:gd name="csY783" fmla="*/ 245895 h 345155"/>
                <a:gd name="csX784" fmla="*/ 133099 w 598571"/>
                <a:gd name="csY784" fmla="*/ 249655 h 345155"/>
                <a:gd name="csX785" fmla="*/ 131595 w 598571"/>
                <a:gd name="csY785" fmla="*/ 250407 h 345155"/>
                <a:gd name="csX786" fmla="*/ 130091 w 598571"/>
                <a:gd name="csY786" fmla="*/ 251911 h 345155"/>
                <a:gd name="csX787" fmla="*/ 128588 w 598571"/>
                <a:gd name="csY787" fmla="*/ 253415 h 345155"/>
                <a:gd name="csX788" fmla="*/ 127836 w 598571"/>
                <a:gd name="csY788" fmla="*/ 254919 h 345155"/>
                <a:gd name="csX789" fmla="*/ 125580 w 598571"/>
                <a:gd name="csY789" fmla="*/ 259431 h 345155"/>
                <a:gd name="csX790" fmla="*/ 123324 w 598571"/>
                <a:gd name="csY790" fmla="*/ 262439 h 345155"/>
                <a:gd name="csX791" fmla="*/ 123324 w 598571"/>
                <a:gd name="csY791" fmla="*/ 263191 h 345155"/>
                <a:gd name="csX792" fmla="*/ 122572 w 598571"/>
                <a:gd name="csY792" fmla="*/ 263943 h 345155"/>
                <a:gd name="csX793" fmla="*/ 118812 w 598571"/>
                <a:gd name="csY793" fmla="*/ 266199 h 345155"/>
                <a:gd name="csX794" fmla="*/ 117308 w 598571"/>
                <a:gd name="csY794" fmla="*/ 266951 h 345155"/>
                <a:gd name="csX795" fmla="*/ 116556 w 598571"/>
                <a:gd name="csY795" fmla="*/ 266951 h 345155"/>
                <a:gd name="csX796" fmla="*/ 109788 w 598571"/>
                <a:gd name="csY796" fmla="*/ 263943 h 345155"/>
                <a:gd name="csX797" fmla="*/ 109036 w 598571"/>
                <a:gd name="csY797" fmla="*/ 263943 h 345155"/>
                <a:gd name="csX798" fmla="*/ 107532 w 598571"/>
                <a:gd name="csY798" fmla="*/ 263943 h 345155"/>
                <a:gd name="csX799" fmla="*/ 105276 w 598571"/>
                <a:gd name="csY799" fmla="*/ 263943 h 345155"/>
                <a:gd name="csX800" fmla="*/ 103772 w 598571"/>
                <a:gd name="csY800" fmla="*/ 263943 h 345155"/>
                <a:gd name="csX801" fmla="*/ 103020 w 598571"/>
                <a:gd name="csY801" fmla="*/ 264695 h 345155"/>
                <a:gd name="csX802" fmla="*/ 102269 w 598571"/>
                <a:gd name="csY802" fmla="*/ 266199 h 345155"/>
                <a:gd name="csX803" fmla="*/ 100765 w 598571"/>
                <a:gd name="csY803" fmla="*/ 267702 h 345155"/>
                <a:gd name="csX804" fmla="*/ 100765 w 598571"/>
                <a:gd name="csY804" fmla="*/ 268454 h 345155"/>
                <a:gd name="csX805" fmla="*/ 100765 w 598571"/>
                <a:gd name="csY805" fmla="*/ 269207 h 345155"/>
                <a:gd name="csX806" fmla="*/ 100765 w 598571"/>
                <a:gd name="csY806" fmla="*/ 269959 h 345155"/>
                <a:gd name="csX807" fmla="*/ 100765 w 598571"/>
                <a:gd name="csY807" fmla="*/ 270711 h 345155"/>
                <a:gd name="csX808" fmla="*/ 101516 w 598571"/>
                <a:gd name="csY808" fmla="*/ 271462 h 345155"/>
                <a:gd name="csX809" fmla="*/ 101516 w 598571"/>
                <a:gd name="csY809" fmla="*/ 272214 h 345155"/>
                <a:gd name="csX810" fmla="*/ 102269 w 598571"/>
                <a:gd name="csY810" fmla="*/ 272214 h 345155"/>
                <a:gd name="csX811" fmla="*/ 102269 w 598571"/>
                <a:gd name="csY811" fmla="*/ 272966 h 345155"/>
                <a:gd name="csX812" fmla="*/ 101516 w 598571"/>
                <a:gd name="csY812" fmla="*/ 273718 h 345155"/>
                <a:gd name="csX813" fmla="*/ 100765 w 598571"/>
                <a:gd name="csY813" fmla="*/ 274470 h 345155"/>
                <a:gd name="csX814" fmla="*/ 100012 w 598571"/>
                <a:gd name="csY814" fmla="*/ 274470 h 345155"/>
                <a:gd name="csX815" fmla="*/ 96253 w 598571"/>
                <a:gd name="csY815" fmla="*/ 272966 h 345155"/>
                <a:gd name="csX816" fmla="*/ 95501 w 598571"/>
                <a:gd name="csY816" fmla="*/ 272214 h 345155"/>
                <a:gd name="csX817" fmla="*/ 94749 w 598571"/>
                <a:gd name="csY817" fmla="*/ 272214 h 345155"/>
                <a:gd name="csX818" fmla="*/ 93997 w 598571"/>
                <a:gd name="csY818" fmla="*/ 271462 h 345155"/>
                <a:gd name="csX819" fmla="*/ 93997 w 598571"/>
                <a:gd name="csY819" fmla="*/ 270711 h 345155"/>
                <a:gd name="csX820" fmla="*/ 93245 w 598571"/>
                <a:gd name="csY820" fmla="*/ 269207 h 345155"/>
                <a:gd name="csX821" fmla="*/ 93245 w 598571"/>
                <a:gd name="csY821" fmla="*/ 268454 h 345155"/>
                <a:gd name="csX822" fmla="*/ 93245 w 598571"/>
                <a:gd name="csY822" fmla="*/ 267702 h 345155"/>
                <a:gd name="csX823" fmla="*/ 92493 w 598571"/>
                <a:gd name="csY823" fmla="*/ 266951 h 345155"/>
                <a:gd name="csX824" fmla="*/ 91741 w 598571"/>
                <a:gd name="csY824" fmla="*/ 266199 h 345155"/>
                <a:gd name="csX825" fmla="*/ 90989 w 598571"/>
                <a:gd name="csY825" fmla="*/ 266199 h 345155"/>
                <a:gd name="csX826" fmla="*/ 90237 w 598571"/>
                <a:gd name="csY826" fmla="*/ 266199 h 345155"/>
                <a:gd name="csX827" fmla="*/ 89485 w 598571"/>
                <a:gd name="csY827" fmla="*/ 266951 h 345155"/>
                <a:gd name="csX828" fmla="*/ 89485 w 598571"/>
                <a:gd name="csY828" fmla="*/ 267702 h 345155"/>
                <a:gd name="csX829" fmla="*/ 88733 w 598571"/>
                <a:gd name="csY829" fmla="*/ 269959 h 345155"/>
                <a:gd name="csX830" fmla="*/ 88733 w 598571"/>
                <a:gd name="csY830" fmla="*/ 270711 h 345155"/>
                <a:gd name="csX831" fmla="*/ 87981 w 598571"/>
                <a:gd name="csY831" fmla="*/ 272214 h 345155"/>
                <a:gd name="csX832" fmla="*/ 87229 w 598571"/>
                <a:gd name="csY832" fmla="*/ 272966 h 345155"/>
                <a:gd name="csX833" fmla="*/ 85725 w 598571"/>
                <a:gd name="csY833" fmla="*/ 273718 h 345155"/>
                <a:gd name="csX834" fmla="*/ 84973 w 598571"/>
                <a:gd name="csY834" fmla="*/ 274470 h 345155"/>
                <a:gd name="csX835" fmla="*/ 83469 w 598571"/>
                <a:gd name="csY835" fmla="*/ 274470 h 345155"/>
                <a:gd name="csX836" fmla="*/ 82717 w 598571"/>
                <a:gd name="csY836" fmla="*/ 274470 h 345155"/>
                <a:gd name="csX837" fmla="*/ 81965 w 598571"/>
                <a:gd name="csY837" fmla="*/ 274470 h 345155"/>
                <a:gd name="csX838" fmla="*/ 81213 w 598571"/>
                <a:gd name="csY838" fmla="*/ 274470 h 345155"/>
                <a:gd name="csX839" fmla="*/ 80461 w 598571"/>
                <a:gd name="csY839" fmla="*/ 273718 h 345155"/>
                <a:gd name="csX840" fmla="*/ 79709 w 598571"/>
                <a:gd name="csY840" fmla="*/ 273718 h 345155"/>
                <a:gd name="csX841" fmla="*/ 79709 w 598571"/>
                <a:gd name="csY841" fmla="*/ 272966 h 345155"/>
                <a:gd name="csX842" fmla="*/ 78205 w 598571"/>
                <a:gd name="csY842" fmla="*/ 272966 h 345155"/>
                <a:gd name="csX843" fmla="*/ 77453 w 598571"/>
                <a:gd name="csY843" fmla="*/ 273718 h 345155"/>
                <a:gd name="csX844" fmla="*/ 77453 w 598571"/>
                <a:gd name="csY844" fmla="*/ 274470 h 345155"/>
                <a:gd name="csX845" fmla="*/ 77453 w 598571"/>
                <a:gd name="csY845" fmla="*/ 275222 h 345155"/>
                <a:gd name="csX846" fmla="*/ 77453 w 598571"/>
                <a:gd name="csY846" fmla="*/ 275974 h 345155"/>
                <a:gd name="csX847" fmla="*/ 77453 w 598571"/>
                <a:gd name="csY847" fmla="*/ 277478 h 345155"/>
                <a:gd name="csX848" fmla="*/ 75950 w 598571"/>
                <a:gd name="csY848" fmla="*/ 278230 h 345155"/>
                <a:gd name="csX849" fmla="*/ 75197 w 598571"/>
                <a:gd name="csY849" fmla="*/ 278230 h 345155"/>
                <a:gd name="csX850" fmla="*/ 74446 w 598571"/>
                <a:gd name="csY850" fmla="*/ 278230 h 345155"/>
                <a:gd name="csX851" fmla="*/ 72942 w 598571"/>
                <a:gd name="csY851" fmla="*/ 278230 h 345155"/>
                <a:gd name="csX852" fmla="*/ 70686 w 598571"/>
                <a:gd name="csY852" fmla="*/ 276726 h 345155"/>
                <a:gd name="csX853" fmla="*/ 69933 w 598571"/>
                <a:gd name="csY853" fmla="*/ 276726 h 345155"/>
                <a:gd name="csX854" fmla="*/ 68430 w 598571"/>
                <a:gd name="csY854" fmla="*/ 276726 h 345155"/>
                <a:gd name="csX855" fmla="*/ 67678 w 598571"/>
                <a:gd name="csY855" fmla="*/ 275974 h 345155"/>
                <a:gd name="csX856" fmla="*/ 66926 w 598571"/>
                <a:gd name="csY856" fmla="*/ 275222 h 345155"/>
                <a:gd name="csX857" fmla="*/ 66926 w 598571"/>
                <a:gd name="csY857" fmla="*/ 274470 h 345155"/>
                <a:gd name="csX858" fmla="*/ 66926 w 598571"/>
                <a:gd name="csY858" fmla="*/ 273718 h 345155"/>
                <a:gd name="csX859" fmla="*/ 67678 w 598571"/>
                <a:gd name="csY859" fmla="*/ 271462 h 345155"/>
                <a:gd name="csX860" fmla="*/ 67678 w 598571"/>
                <a:gd name="csY860" fmla="*/ 270711 h 345155"/>
                <a:gd name="csX861" fmla="*/ 67678 w 598571"/>
                <a:gd name="csY861" fmla="*/ 269207 h 345155"/>
                <a:gd name="csX862" fmla="*/ 67678 w 598571"/>
                <a:gd name="csY862" fmla="*/ 268454 h 345155"/>
                <a:gd name="csX863" fmla="*/ 66174 w 598571"/>
                <a:gd name="csY863" fmla="*/ 264695 h 345155"/>
                <a:gd name="csX864" fmla="*/ 65422 w 598571"/>
                <a:gd name="csY864" fmla="*/ 263191 h 345155"/>
                <a:gd name="csX865" fmla="*/ 64670 w 598571"/>
                <a:gd name="csY865" fmla="*/ 261687 h 345155"/>
                <a:gd name="csX866" fmla="*/ 63166 w 598571"/>
                <a:gd name="csY866" fmla="*/ 257927 h 345155"/>
                <a:gd name="csX867" fmla="*/ 62414 w 598571"/>
                <a:gd name="csY867" fmla="*/ 257175 h 345155"/>
                <a:gd name="csX868" fmla="*/ 60910 w 598571"/>
                <a:gd name="csY868" fmla="*/ 256423 h 345155"/>
                <a:gd name="csX869" fmla="*/ 59406 w 598571"/>
                <a:gd name="csY869" fmla="*/ 255671 h 345155"/>
                <a:gd name="csX870" fmla="*/ 54894 w 598571"/>
                <a:gd name="csY870" fmla="*/ 258679 h 345155"/>
                <a:gd name="csX871" fmla="*/ 53390 w 598571"/>
                <a:gd name="csY871" fmla="*/ 260935 h 345155"/>
                <a:gd name="csX872" fmla="*/ 51886 w 598571"/>
                <a:gd name="csY872" fmla="*/ 262439 h 345155"/>
                <a:gd name="csX873" fmla="*/ 50382 w 598571"/>
                <a:gd name="csY873" fmla="*/ 263191 h 345155"/>
                <a:gd name="csX874" fmla="*/ 49631 w 598571"/>
                <a:gd name="csY874" fmla="*/ 263191 h 345155"/>
                <a:gd name="csX875" fmla="*/ 48878 w 598571"/>
                <a:gd name="csY875" fmla="*/ 263191 h 345155"/>
                <a:gd name="csX876" fmla="*/ 48878 w 598571"/>
                <a:gd name="csY876" fmla="*/ 262439 h 345155"/>
                <a:gd name="csX877" fmla="*/ 48127 w 598571"/>
                <a:gd name="csY877" fmla="*/ 261687 h 345155"/>
                <a:gd name="csX878" fmla="*/ 47374 w 598571"/>
                <a:gd name="csY878" fmla="*/ 260935 h 345155"/>
                <a:gd name="csX879" fmla="*/ 45871 w 598571"/>
                <a:gd name="csY879" fmla="*/ 260935 h 345155"/>
                <a:gd name="csX880" fmla="*/ 44367 w 598571"/>
                <a:gd name="csY880" fmla="*/ 260935 h 345155"/>
                <a:gd name="csX881" fmla="*/ 43614 w 598571"/>
                <a:gd name="csY881" fmla="*/ 261687 h 345155"/>
                <a:gd name="csX882" fmla="*/ 42863 w 598571"/>
                <a:gd name="csY882" fmla="*/ 262439 h 345155"/>
                <a:gd name="csX883" fmla="*/ 41359 w 598571"/>
                <a:gd name="csY883" fmla="*/ 263943 h 345155"/>
                <a:gd name="csX884" fmla="*/ 39103 w 598571"/>
                <a:gd name="csY884" fmla="*/ 264695 h 345155"/>
                <a:gd name="csX885" fmla="*/ 36095 w 598571"/>
                <a:gd name="csY885" fmla="*/ 265447 h 345155"/>
                <a:gd name="csX886" fmla="*/ 34591 w 598571"/>
                <a:gd name="csY886" fmla="*/ 266199 h 345155"/>
                <a:gd name="csX887" fmla="*/ 33087 w 598571"/>
                <a:gd name="csY887" fmla="*/ 266199 h 345155"/>
                <a:gd name="csX888" fmla="*/ 32335 w 598571"/>
                <a:gd name="csY888" fmla="*/ 265447 h 345155"/>
                <a:gd name="csX889" fmla="*/ 30831 w 598571"/>
                <a:gd name="csY889" fmla="*/ 263943 h 345155"/>
                <a:gd name="csX890" fmla="*/ 30079 w 598571"/>
                <a:gd name="csY890" fmla="*/ 263943 h 345155"/>
                <a:gd name="csX891" fmla="*/ 29327 w 598571"/>
                <a:gd name="csY891" fmla="*/ 263943 h 345155"/>
                <a:gd name="csX892" fmla="*/ 27071 w 598571"/>
                <a:gd name="csY892" fmla="*/ 263943 h 345155"/>
                <a:gd name="csX893" fmla="*/ 24815 w 598571"/>
                <a:gd name="csY893" fmla="*/ 263191 h 345155"/>
                <a:gd name="csX894" fmla="*/ 24063 w 598571"/>
                <a:gd name="csY894" fmla="*/ 261687 h 345155"/>
                <a:gd name="csX895" fmla="*/ 24063 w 598571"/>
                <a:gd name="csY895" fmla="*/ 258679 h 345155"/>
                <a:gd name="csX896" fmla="*/ 24063 w 598571"/>
                <a:gd name="csY896" fmla="*/ 256423 h 345155"/>
                <a:gd name="csX897" fmla="*/ 24063 w 598571"/>
                <a:gd name="csY897" fmla="*/ 254919 h 345155"/>
                <a:gd name="csX898" fmla="*/ 23311 w 598571"/>
                <a:gd name="csY898" fmla="*/ 254167 h 345155"/>
                <a:gd name="csX899" fmla="*/ 22559 w 598571"/>
                <a:gd name="csY899" fmla="*/ 254167 h 345155"/>
                <a:gd name="csX900" fmla="*/ 20303 w 598571"/>
                <a:gd name="csY900" fmla="*/ 254919 h 345155"/>
                <a:gd name="csX901" fmla="*/ 18799 w 598571"/>
                <a:gd name="csY901" fmla="*/ 254919 h 345155"/>
                <a:gd name="csX902" fmla="*/ 18048 w 598571"/>
                <a:gd name="csY902" fmla="*/ 254167 h 345155"/>
                <a:gd name="csX903" fmla="*/ 16544 w 598571"/>
                <a:gd name="csY903" fmla="*/ 253415 h 345155"/>
                <a:gd name="csX904" fmla="*/ 15792 w 598571"/>
                <a:gd name="csY904" fmla="*/ 252663 h 345155"/>
                <a:gd name="csX905" fmla="*/ 15039 w 598571"/>
                <a:gd name="csY905" fmla="*/ 251911 h 345155"/>
                <a:gd name="csX906" fmla="*/ 15039 w 598571"/>
                <a:gd name="csY906" fmla="*/ 250407 h 345155"/>
                <a:gd name="csX907" fmla="*/ 14288 w 598571"/>
                <a:gd name="csY907" fmla="*/ 248903 h 345155"/>
                <a:gd name="csX908" fmla="*/ 14288 w 598571"/>
                <a:gd name="csY908" fmla="*/ 245895 h 345155"/>
                <a:gd name="csX909" fmla="*/ 13535 w 598571"/>
                <a:gd name="csY909" fmla="*/ 244391 h 345155"/>
                <a:gd name="csX910" fmla="*/ 13535 w 598571"/>
                <a:gd name="csY910" fmla="*/ 243639 h 345155"/>
                <a:gd name="csX911" fmla="*/ 12784 w 598571"/>
                <a:gd name="csY911" fmla="*/ 243639 h 345155"/>
                <a:gd name="csX912" fmla="*/ 12032 w 598571"/>
                <a:gd name="csY912" fmla="*/ 243639 h 345155"/>
                <a:gd name="csX913" fmla="*/ 11280 w 598571"/>
                <a:gd name="csY913" fmla="*/ 244391 h 345155"/>
                <a:gd name="csX914" fmla="*/ 10528 w 598571"/>
                <a:gd name="csY914" fmla="*/ 244391 h 345155"/>
                <a:gd name="csX915" fmla="*/ 9776 w 598571"/>
                <a:gd name="csY915" fmla="*/ 244391 h 345155"/>
                <a:gd name="csX916" fmla="*/ 7520 w 598571"/>
                <a:gd name="csY916" fmla="*/ 243639 h 3451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</a:cxnLst>
              <a:rect l="l" t="t" r="r" b="b"/>
              <a:pathLst>
                <a:path w="598571" h="345155">
                  <a:moveTo>
                    <a:pt x="7520" y="243639"/>
                  </a:moveTo>
                  <a:lnTo>
                    <a:pt x="6016" y="241383"/>
                  </a:lnTo>
                  <a:lnTo>
                    <a:pt x="6016" y="239880"/>
                  </a:lnTo>
                  <a:lnTo>
                    <a:pt x="6768" y="239128"/>
                  </a:lnTo>
                  <a:lnTo>
                    <a:pt x="7520" y="238376"/>
                  </a:lnTo>
                  <a:lnTo>
                    <a:pt x="12032" y="235368"/>
                  </a:lnTo>
                  <a:lnTo>
                    <a:pt x="13535" y="233112"/>
                  </a:lnTo>
                  <a:lnTo>
                    <a:pt x="16544" y="230104"/>
                  </a:lnTo>
                  <a:lnTo>
                    <a:pt x="17295" y="227848"/>
                  </a:lnTo>
                  <a:lnTo>
                    <a:pt x="18048" y="225592"/>
                  </a:lnTo>
                  <a:lnTo>
                    <a:pt x="18048" y="224088"/>
                  </a:lnTo>
                  <a:lnTo>
                    <a:pt x="17295" y="220328"/>
                  </a:lnTo>
                  <a:lnTo>
                    <a:pt x="17295" y="218824"/>
                  </a:lnTo>
                  <a:lnTo>
                    <a:pt x="18048" y="218072"/>
                  </a:lnTo>
                  <a:lnTo>
                    <a:pt x="21807" y="216568"/>
                  </a:lnTo>
                  <a:lnTo>
                    <a:pt x="24063" y="213560"/>
                  </a:lnTo>
                  <a:lnTo>
                    <a:pt x="25567" y="211304"/>
                  </a:lnTo>
                  <a:lnTo>
                    <a:pt x="27823" y="206793"/>
                  </a:lnTo>
                  <a:lnTo>
                    <a:pt x="30079" y="203033"/>
                  </a:lnTo>
                  <a:lnTo>
                    <a:pt x="30831" y="201529"/>
                  </a:lnTo>
                  <a:lnTo>
                    <a:pt x="31583" y="200025"/>
                  </a:lnTo>
                  <a:lnTo>
                    <a:pt x="32335" y="197769"/>
                  </a:lnTo>
                  <a:lnTo>
                    <a:pt x="32335" y="195513"/>
                  </a:lnTo>
                  <a:lnTo>
                    <a:pt x="32335" y="194009"/>
                  </a:lnTo>
                  <a:lnTo>
                    <a:pt x="30831" y="188745"/>
                  </a:lnTo>
                  <a:lnTo>
                    <a:pt x="30831" y="186489"/>
                  </a:lnTo>
                  <a:lnTo>
                    <a:pt x="30079" y="184985"/>
                  </a:lnTo>
                  <a:lnTo>
                    <a:pt x="28575" y="184234"/>
                  </a:lnTo>
                  <a:lnTo>
                    <a:pt x="24815" y="184234"/>
                  </a:lnTo>
                  <a:lnTo>
                    <a:pt x="23311" y="183482"/>
                  </a:lnTo>
                  <a:lnTo>
                    <a:pt x="21807" y="182730"/>
                  </a:lnTo>
                  <a:lnTo>
                    <a:pt x="21055" y="181978"/>
                  </a:lnTo>
                  <a:lnTo>
                    <a:pt x="20303" y="180474"/>
                  </a:lnTo>
                  <a:lnTo>
                    <a:pt x="18799" y="177466"/>
                  </a:lnTo>
                  <a:lnTo>
                    <a:pt x="18048" y="176714"/>
                  </a:lnTo>
                  <a:lnTo>
                    <a:pt x="16544" y="175962"/>
                  </a:lnTo>
                  <a:lnTo>
                    <a:pt x="15039" y="175962"/>
                  </a:lnTo>
                  <a:lnTo>
                    <a:pt x="12784" y="175210"/>
                  </a:lnTo>
                  <a:lnTo>
                    <a:pt x="11280" y="174458"/>
                  </a:lnTo>
                  <a:lnTo>
                    <a:pt x="10528" y="172954"/>
                  </a:lnTo>
                  <a:lnTo>
                    <a:pt x="10528" y="170698"/>
                  </a:lnTo>
                  <a:lnTo>
                    <a:pt x="12032" y="165434"/>
                  </a:lnTo>
                  <a:lnTo>
                    <a:pt x="12032" y="163178"/>
                  </a:lnTo>
                  <a:lnTo>
                    <a:pt x="11280" y="160922"/>
                  </a:lnTo>
                  <a:lnTo>
                    <a:pt x="10528" y="157914"/>
                  </a:lnTo>
                  <a:lnTo>
                    <a:pt x="9776" y="154906"/>
                  </a:lnTo>
                  <a:lnTo>
                    <a:pt x="9024" y="153403"/>
                  </a:lnTo>
                  <a:lnTo>
                    <a:pt x="8272" y="151899"/>
                  </a:lnTo>
                  <a:lnTo>
                    <a:pt x="6768" y="151147"/>
                  </a:lnTo>
                  <a:lnTo>
                    <a:pt x="5264" y="150395"/>
                  </a:lnTo>
                  <a:lnTo>
                    <a:pt x="3008" y="149643"/>
                  </a:lnTo>
                  <a:lnTo>
                    <a:pt x="2256" y="148891"/>
                  </a:lnTo>
                  <a:lnTo>
                    <a:pt x="1504" y="148139"/>
                  </a:lnTo>
                  <a:lnTo>
                    <a:pt x="752" y="147387"/>
                  </a:lnTo>
                  <a:lnTo>
                    <a:pt x="0" y="144379"/>
                  </a:lnTo>
                  <a:lnTo>
                    <a:pt x="0" y="142123"/>
                  </a:lnTo>
                  <a:lnTo>
                    <a:pt x="752" y="135355"/>
                  </a:lnTo>
                  <a:lnTo>
                    <a:pt x="3008" y="132347"/>
                  </a:lnTo>
                  <a:lnTo>
                    <a:pt x="5264" y="130843"/>
                  </a:lnTo>
                  <a:lnTo>
                    <a:pt x="7520" y="129339"/>
                  </a:lnTo>
                  <a:lnTo>
                    <a:pt x="11280" y="127084"/>
                  </a:lnTo>
                  <a:lnTo>
                    <a:pt x="12784" y="125579"/>
                  </a:lnTo>
                  <a:lnTo>
                    <a:pt x="14288" y="124076"/>
                  </a:lnTo>
                  <a:lnTo>
                    <a:pt x="17295" y="116556"/>
                  </a:lnTo>
                  <a:lnTo>
                    <a:pt x="18799" y="115052"/>
                  </a:lnTo>
                  <a:lnTo>
                    <a:pt x="19552" y="113548"/>
                  </a:lnTo>
                  <a:lnTo>
                    <a:pt x="19552" y="112044"/>
                  </a:lnTo>
                  <a:lnTo>
                    <a:pt x="18799" y="110540"/>
                  </a:lnTo>
                  <a:lnTo>
                    <a:pt x="18048" y="109036"/>
                  </a:lnTo>
                  <a:lnTo>
                    <a:pt x="16544" y="106780"/>
                  </a:lnTo>
                  <a:lnTo>
                    <a:pt x="15792" y="106028"/>
                  </a:lnTo>
                  <a:lnTo>
                    <a:pt x="15039" y="105276"/>
                  </a:lnTo>
                  <a:lnTo>
                    <a:pt x="15039" y="103772"/>
                  </a:lnTo>
                  <a:lnTo>
                    <a:pt x="15039" y="101516"/>
                  </a:lnTo>
                  <a:lnTo>
                    <a:pt x="15039" y="99260"/>
                  </a:lnTo>
                  <a:lnTo>
                    <a:pt x="16544" y="97005"/>
                  </a:lnTo>
                  <a:lnTo>
                    <a:pt x="25567" y="69181"/>
                  </a:lnTo>
                  <a:lnTo>
                    <a:pt x="27823" y="65422"/>
                  </a:lnTo>
                  <a:lnTo>
                    <a:pt x="30079" y="63166"/>
                  </a:lnTo>
                  <a:lnTo>
                    <a:pt x="31583" y="60158"/>
                  </a:lnTo>
                  <a:lnTo>
                    <a:pt x="32335" y="58654"/>
                  </a:lnTo>
                  <a:lnTo>
                    <a:pt x="33087" y="54894"/>
                  </a:lnTo>
                  <a:lnTo>
                    <a:pt x="35343" y="50382"/>
                  </a:lnTo>
                  <a:lnTo>
                    <a:pt x="36095" y="49630"/>
                  </a:lnTo>
                  <a:lnTo>
                    <a:pt x="37599" y="49630"/>
                  </a:lnTo>
                  <a:lnTo>
                    <a:pt x="38351" y="50382"/>
                  </a:lnTo>
                  <a:lnTo>
                    <a:pt x="38351" y="53390"/>
                  </a:lnTo>
                  <a:lnTo>
                    <a:pt x="38351" y="54894"/>
                  </a:lnTo>
                  <a:lnTo>
                    <a:pt x="39855" y="57150"/>
                  </a:lnTo>
                  <a:lnTo>
                    <a:pt x="41359" y="57902"/>
                  </a:lnTo>
                  <a:lnTo>
                    <a:pt x="43614" y="58654"/>
                  </a:lnTo>
                  <a:lnTo>
                    <a:pt x="46622" y="59406"/>
                  </a:lnTo>
                  <a:lnTo>
                    <a:pt x="65422" y="69933"/>
                  </a:lnTo>
                  <a:lnTo>
                    <a:pt x="68430" y="72941"/>
                  </a:lnTo>
                  <a:lnTo>
                    <a:pt x="69182" y="72941"/>
                  </a:lnTo>
                  <a:lnTo>
                    <a:pt x="69933" y="73693"/>
                  </a:lnTo>
                  <a:lnTo>
                    <a:pt x="72190" y="72189"/>
                  </a:lnTo>
                  <a:lnTo>
                    <a:pt x="73693" y="70685"/>
                  </a:lnTo>
                  <a:lnTo>
                    <a:pt x="75197" y="69933"/>
                  </a:lnTo>
                  <a:lnTo>
                    <a:pt x="76701" y="69933"/>
                  </a:lnTo>
                  <a:lnTo>
                    <a:pt x="93245" y="75197"/>
                  </a:lnTo>
                  <a:lnTo>
                    <a:pt x="94749" y="75197"/>
                  </a:lnTo>
                  <a:lnTo>
                    <a:pt x="95501" y="74445"/>
                  </a:lnTo>
                  <a:lnTo>
                    <a:pt x="100765" y="66174"/>
                  </a:lnTo>
                  <a:lnTo>
                    <a:pt x="101516" y="64670"/>
                  </a:lnTo>
                  <a:lnTo>
                    <a:pt x="103020" y="63918"/>
                  </a:lnTo>
                  <a:lnTo>
                    <a:pt x="104525" y="63918"/>
                  </a:lnTo>
                  <a:lnTo>
                    <a:pt x="105276" y="65422"/>
                  </a:lnTo>
                  <a:lnTo>
                    <a:pt x="106029" y="66174"/>
                  </a:lnTo>
                  <a:lnTo>
                    <a:pt x="106029" y="67678"/>
                  </a:lnTo>
                  <a:lnTo>
                    <a:pt x="109788" y="69181"/>
                  </a:lnTo>
                  <a:lnTo>
                    <a:pt x="111292" y="65422"/>
                  </a:lnTo>
                  <a:lnTo>
                    <a:pt x="111292" y="63918"/>
                  </a:lnTo>
                  <a:lnTo>
                    <a:pt x="112796" y="62414"/>
                  </a:lnTo>
                  <a:lnTo>
                    <a:pt x="112796" y="61662"/>
                  </a:lnTo>
                  <a:lnTo>
                    <a:pt x="114300" y="61662"/>
                  </a:lnTo>
                  <a:lnTo>
                    <a:pt x="115804" y="60910"/>
                  </a:lnTo>
                  <a:lnTo>
                    <a:pt x="126331" y="54142"/>
                  </a:lnTo>
                  <a:lnTo>
                    <a:pt x="136859" y="48126"/>
                  </a:lnTo>
                  <a:lnTo>
                    <a:pt x="138363" y="46622"/>
                  </a:lnTo>
                  <a:lnTo>
                    <a:pt x="139115" y="44366"/>
                  </a:lnTo>
                  <a:lnTo>
                    <a:pt x="139115" y="42862"/>
                  </a:lnTo>
                  <a:lnTo>
                    <a:pt x="139867" y="40607"/>
                  </a:lnTo>
                  <a:lnTo>
                    <a:pt x="141371" y="39855"/>
                  </a:lnTo>
                  <a:lnTo>
                    <a:pt x="142123" y="39855"/>
                  </a:lnTo>
                  <a:lnTo>
                    <a:pt x="142875" y="40607"/>
                  </a:lnTo>
                  <a:lnTo>
                    <a:pt x="144379" y="40607"/>
                  </a:lnTo>
                  <a:lnTo>
                    <a:pt x="145131" y="39855"/>
                  </a:lnTo>
                  <a:lnTo>
                    <a:pt x="145883" y="36847"/>
                  </a:lnTo>
                  <a:lnTo>
                    <a:pt x="146635" y="35343"/>
                  </a:lnTo>
                  <a:lnTo>
                    <a:pt x="146635" y="30831"/>
                  </a:lnTo>
                  <a:lnTo>
                    <a:pt x="147387" y="28575"/>
                  </a:lnTo>
                  <a:lnTo>
                    <a:pt x="148139" y="27071"/>
                  </a:lnTo>
                  <a:lnTo>
                    <a:pt x="148139" y="24815"/>
                  </a:lnTo>
                  <a:lnTo>
                    <a:pt x="149643" y="23311"/>
                  </a:lnTo>
                  <a:lnTo>
                    <a:pt x="151147" y="21807"/>
                  </a:lnTo>
                  <a:lnTo>
                    <a:pt x="152651" y="21055"/>
                  </a:lnTo>
                  <a:lnTo>
                    <a:pt x="157914" y="19551"/>
                  </a:lnTo>
                  <a:lnTo>
                    <a:pt x="167690" y="15791"/>
                  </a:lnTo>
                  <a:lnTo>
                    <a:pt x="170698" y="15039"/>
                  </a:lnTo>
                  <a:lnTo>
                    <a:pt x="175962" y="14287"/>
                  </a:lnTo>
                  <a:lnTo>
                    <a:pt x="178218" y="13535"/>
                  </a:lnTo>
                  <a:lnTo>
                    <a:pt x="178970" y="12783"/>
                  </a:lnTo>
                  <a:lnTo>
                    <a:pt x="180474" y="11280"/>
                  </a:lnTo>
                  <a:lnTo>
                    <a:pt x="181978" y="11280"/>
                  </a:lnTo>
                  <a:lnTo>
                    <a:pt x="183482" y="10528"/>
                  </a:lnTo>
                  <a:lnTo>
                    <a:pt x="188746" y="10528"/>
                  </a:lnTo>
                  <a:lnTo>
                    <a:pt x="192506" y="9776"/>
                  </a:lnTo>
                  <a:lnTo>
                    <a:pt x="194009" y="9024"/>
                  </a:lnTo>
                  <a:lnTo>
                    <a:pt x="195513" y="9776"/>
                  </a:lnTo>
                  <a:lnTo>
                    <a:pt x="198521" y="11280"/>
                  </a:lnTo>
                  <a:lnTo>
                    <a:pt x="200025" y="11280"/>
                  </a:lnTo>
                  <a:lnTo>
                    <a:pt x="202281" y="10528"/>
                  </a:lnTo>
                  <a:lnTo>
                    <a:pt x="203785" y="9776"/>
                  </a:lnTo>
                  <a:lnTo>
                    <a:pt x="207545" y="8272"/>
                  </a:lnTo>
                  <a:lnTo>
                    <a:pt x="213561" y="4512"/>
                  </a:lnTo>
                  <a:lnTo>
                    <a:pt x="220328" y="3008"/>
                  </a:lnTo>
                  <a:lnTo>
                    <a:pt x="224840" y="0"/>
                  </a:lnTo>
                  <a:lnTo>
                    <a:pt x="227096" y="0"/>
                  </a:lnTo>
                  <a:lnTo>
                    <a:pt x="231608" y="0"/>
                  </a:lnTo>
                  <a:lnTo>
                    <a:pt x="233112" y="752"/>
                  </a:lnTo>
                  <a:lnTo>
                    <a:pt x="234616" y="2256"/>
                  </a:lnTo>
                  <a:lnTo>
                    <a:pt x="236120" y="3008"/>
                  </a:lnTo>
                  <a:lnTo>
                    <a:pt x="236872" y="3760"/>
                  </a:lnTo>
                  <a:lnTo>
                    <a:pt x="237624" y="4512"/>
                  </a:lnTo>
                  <a:lnTo>
                    <a:pt x="237624" y="14287"/>
                  </a:lnTo>
                  <a:lnTo>
                    <a:pt x="236120" y="17295"/>
                  </a:lnTo>
                  <a:lnTo>
                    <a:pt x="232360" y="20303"/>
                  </a:lnTo>
                  <a:lnTo>
                    <a:pt x="230104" y="22559"/>
                  </a:lnTo>
                  <a:lnTo>
                    <a:pt x="220328" y="36095"/>
                  </a:lnTo>
                  <a:lnTo>
                    <a:pt x="214313" y="42862"/>
                  </a:lnTo>
                  <a:lnTo>
                    <a:pt x="206793" y="51886"/>
                  </a:lnTo>
                  <a:lnTo>
                    <a:pt x="205289" y="54142"/>
                  </a:lnTo>
                  <a:lnTo>
                    <a:pt x="204537" y="55646"/>
                  </a:lnTo>
                  <a:lnTo>
                    <a:pt x="202281" y="66174"/>
                  </a:lnTo>
                  <a:lnTo>
                    <a:pt x="199273" y="75197"/>
                  </a:lnTo>
                  <a:lnTo>
                    <a:pt x="194761" y="77453"/>
                  </a:lnTo>
                  <a:lnTo>
                    <a:pt x="191002" y="78957"/>
                  </a:lnTo>
                  <a:lnTo>
                    <a:pt x="188746" y="79709"/>
                  </a:lnTo>
                  <a:lnTo>
                    <a:pt x="187242" y="80461"/>
                  </a:lnTo>
                  <a:lnTo>
                    <a:pt x="186489" y="81965"/>
                  </a:lnTo>
                  <a:lnTo>
                    <a:pt x="186489" y="83469"/>
                  </a:lnTo>
                  <a:lnTo>
                    <a:pt x="184986" y="91741"/>
                  </a:lnTo>
                  <a:lnTo>
                    <a:pt x="184986" y="95501"/>
                  </a:lnTo>
                  <a:lnTo>
                    <a:pt x="184986" y="97005"/>
                  </a:lnTo>
                  <a:lnTo>
                    <a:pt x="185738" y="98508"/>
                  </a:lnTo>
                  <a:lnTo>
                    <a:pt x="186489" y="100012"/>
                  </a:lnTo>
                  <a:lnTo>
                    <a:pt x="187242" y="100764"/>
                  </a:lnTo>
                  <a:lnTo>
                    <a:pt x="188746" y="100764"/>
                  </a:lnTo>
                  <a:lnTo>
                    <a:pt x="191002" y="100764"/>
                  </a:lnTo>
                  <a:lnTo>
                    <a:pt x="200025" y="103020"/>
                  </a:lnTo>
                  <a:lnTo>
                    <a:pt x="201529" y="103020"/>
                  </a:lnTo>
                  <a:lnTo>
                    <a:pt x="205289" y="102268"/>
                  </a:lnTo>
                  <a:lnTo>
                    <a:pt x="206793" y="102268"/>
                  </a:lnTo>
                  <a:lnTo>
                    <a:pt x="208297" y="103020"/>
                  </a:lnTo>
                  <a:lnTo>
                    <a:pt x="212057" y="103020"/>
                  </a:lnTo>
                  <a:lnTo>
                    <a:pt x="213561" y="103020"/>
                  </a:lnTo>
                  <a:lnTo>
                    <a:pt x="215065" y="103772"/>
                  </a:lnTo>
                  <a:lnTo>
                    <a:pt x="217321" y="104524"/>
                  </a:lnTo>
                  <a:lnTo>
                    <a:pt x="219576" y="105276"/>
                  </a:lnTo>
                  <a:lnTo>
                    <a:pt x="222584" y="107532"/>
                  </a:lnTo>
                  <a:lnTo>
                    <a:pt x="223336" y="109036"/>
                  </a:lnTo>
                  <a:lnTo>
                    <a:pt x="224088" y="111292"/>
                  </a:lnTo>
                  <a:lnTo>
                    <a:pt x="225592" y="115804"/>
                  </a:lnTo>
                  <a:lnTo>
                    <a:pt x="227848" y="120316"/>
                  </a:lnTo>
                  <a:lnTo>
                    <a:pt x="229352" y="121820"/>
                  </a:lnTo>
                  <a:lnTo>
                    <a:pt x="231608" y="121820"/>
                  </a:lnTo>
                  <a:lnTo>
                    <a:pt x="233112" y="121068"/>
                  </a:lnTo>
                  <a:lnTo>
                    <a:pt x="237624" y="117308"/>
                  </a:lnTo>
                  <a:lnTo>
                    <a:pt x="239880" y="116556"/>
                  </a:lnTo>
                  <a:lnTo>
                    <a:pt x="241384" y="115804"/>
                  </a:lnTo>
                  <a:lnTo>
                    <a:pt x="254167" y="112796"/>
                  </a:lnTo>
                  <a:lnTo>
                    <a:pt x="256423" y="112044"/>
                  </a:lnTo>
                  <a:lnTo>
                    <a:pt x="257927" y="111292"/>
                  </a:lnTo>
                  <a:lnTo>
                    <a:pt x="259431" y="110540"/>
                  </a:lnTo>
                  <a:lnTo>
                    <a:pt x="260935" y="109036"/>
                  </a:lnTo>
                  <a:lnTo>
                    <a:pt x="263191" y="106028"/>
                  </a:lnTo>
                  <a:lnTo>
                    <a:pt x="263943" y="104524"/>
                  </a:lnTo>
                  <a:lnTo>
                    <a:pt x="264695" y="104524"/>
                  </a:lnTo>
                  <a:lnTo>
                    <a:pt x="266199" y="104524"/>
                  </a:lnTo>
                  <a:lnTo>
                    <a:pt x="267703" y="105276"/>
                  </a:lnTo>
                  <a:lnTo>
                    <a:pt x="269207" y="106028"/>
                  </a:lnTo>
                  <a:lnTo>
                    <a:pt x="271463" y="109036"/>
                  </a:lnTo>
                  <a:lnTo>
                    <a:pt x="272966" y="110540"/>
                  </a:lnTo>
                  <a:lnTo>
                    <a:pt x="274470" y="110540"/>
                  </a:lnTo>
                  <a:lnTo>
                    <a:pt x="276726" y="109788"/>
                  </a:lnTo>
                  <a:lnTo>
                    <a:pt x="278230" y="109788"/>
                  </a:lnTo>
                  <a:lnTo>
                    <a:pt x="288006" y="111292"/>
                  </a:lnTo>
                  <a:lnTo>
                    <a:pt x="294022" y="112044"/>
                  </a:lnTo>
                  <a:lnTo>
                    <a:pt x="296278" y="113548"/>
                  </a:lnTo>
                  <a:lnTo>
                    <a:pt x="297782" y="115052"/>
                  </a:lnTo>
                  <a:lnTo>
                    <a:pt x="300038" y="118812"/>
                  </a:lnTo>
                  <a:lnTo>
                    <a:pt x="302294" y="120316"/>
                  </a:lnTo>
                  <a:lnTo>
                    <a:pt x="303045" y="121820"/>
                  </a:lnTo>
                  <a:lnTo>
                    <a:pt x="303798" y="123324"/>
                  </a:lnTo>
                  <a:lnTo>
                    <a:pt x="303798" y="125579"/>
                  </a:lnTo>
                  <a:lnTo>
                    <a:pt x="299285" y="135355"/>
                  </a:lnTo>
                  <a:lnTo>
                    <a:pt x="299285" y="136859"/>
                  </a:lnTo>
                  <a:lnTo>
                    <a:pt x="299285" y="138363"/>
                  </a:lnTo>
                  <a:lnTo>
                    <a:pt x="300038" y="139867"/>
                  </a:lnTo>
                  <a:lnTo>
                    <a:pt x="301542" y="142123"/>
                  </a:lnTo>
                  <a:lnTo>
                    <a:pt x="304549" y="144379"/>
                  </a:lnTo>
                  <a:lnTo>
                    <a:pt x="306805" y="145131"/>
                  </a:lnTo>
                  <a:lnTo>
                    <a:pt x="308309" y="145131"/>
                  </a:lnTo>
                  <a:lnTo>
                    <a:pt x="315829" y="138363"/>
                  </a:lnTo>
                  <a:lnTo>
                    <a:pt x="317333" y="137611"/>
                  </a:lnTo>
                  <a:lnTo>
                    <a:pt x="319589" y="136859"/>
                  </a:lnTo>
                  <a:lnTo>
                    <a:pt x="324853" y="138363"/>
                  </a:lnTo>
                  <a:lnTo>
                    <a:pt x="326357" y="138363"/>
                  </a:lnTo>
                  <a:lnTo>
                    <a:pt x="328613" y="137611"/>
                  </a:lnTo>
                  <a:lnTo>
                    <a:pt x="330117" y="136859"/>
                  </a:lnTo>
                  <a:lnTo>
                    <a:pt x="330868" y="135355"/>
                  </a:lnTo>
                  <a:lnTo>
                    <a:pt x="334628" y="130091"/>
                  </a:lnTo>
                  <a:lnTo>
                    <a:pt x="335381" y="128587"/>
                  </a:lnTo>
                  <a:lnTo>
                    <a:pt x="337636" y="123324"/>
                  </a:lnTo>
                  <a:lnTo>
                    <a:pt x="339140" y="119564"/>
                  </a:lnTo>
                  <a:lnTo>
                    <a:pt x="339892" y="118060"/>
                  </a:lnTo>
                  <a:lnTo>
                    <a:pt x="339892" y="115804"/>
                  </a:lnTo>
                  <a:lnTo>
                    <a:pt x="339140" y="114300"/>
                  </a:lnTo>
                  <a:lnTo>
                    <a:pt x="338388" y="113548"/>
                  </a:lnTo>
                  <a:lnTo>
                    <a:pt x="337636" y="112044"/>
                  </a:lnTo>
                  <a:lnTo>
                    <a:pt x="336884" y="111292"/>
                  </a:lnTo>
                  <a:lnTo>
                    <a:pt x="336132" y="109788"/>
                  </a:lnTo>
                  <a:lnTo>
                    <a:pt x="335381" y="108284"/>
                  </a:lnTo>
                  <a:lnTo>
                    <a:pt x="334628" y="105276"/>
                  </a:lnTo>
                  <a:lnTo>
                    <a:pt x="333877" y="101516"/>
                  </a:lnTo>
                  <a:lnTo>
                    <a:pt x="333877" y="98508"/>
                  </a:lnTo>
                  <a:lnTo>
                    <a:pt x="333877" y="96253"/>
                  </a:lnTo>
                  <a:lnTo>
                    <a:pt x="334628" y="93997"/>
                  </a:lnTo>
                  <a:lnTo>
                    <a:pt x="335381" y="91741"/>
                  </a:lnTo>
                  <a:lnTo>
                    <a:pt x="336884" y="90237"/>
                  </a:lnTo>
                  <a:lnTo>
                    <a:pt x="337636" y="89485"/>
                  </a:lnTo>
                  <a:lnTo>
                    <a:pt x="339140" y="89485"/>
                  </a:lnTo>
                  <a:lnTo>
                    <a:pt x="340644" y="90237"/>
                  </a:lnTo>
                  <a:lnTo>
                    <a:pt x="342148" y="90989"/>
                  </a:lnTo>
                  <a:lnTo>
                    <a:pt x="344404" y="92493"/>
                  </a:lnTo>
                  <a:lnTo>
                    <a:pt x="345908" y="93245"/>
                  </a:lnTo>
                  <a:lnTo>
                    <a:pt x="347412" y="93245"/>
                  </a:lnTo>
                  <a:lnTo>
                    <a:pt x="348916" y="92493"/>
                  </a:lnTo>
                  <a:lnTo>
                    <a:pt x="348916" y="90989"/>
                  </a:lnTo>
                  <a:lnTo>
                    <a:pt x="347412" y="86477"/>
                  </a:lnTo>
                  <a:lnTo>
                    <a:pt x="343652" y="78205"/>
                  </a:lnTo>
                  <a:lnTo>
                    <a:pt x="342900" y="76701"/>
                  </a:lnTo>
                  <a:lnTo>
                    <a:pt x="339140" y="73693"/>
                  </a:lnTo>
                  <a:lnTo>
                    <a:pt x="338388" y="72189"/>
                  </a:lnTo>
                  <a:lnTo>
                    <a:pt x="337636" y="69181"/>
                  </a:lnTo>
                  <a:lnTo>
                    <a:pt x="338388" y="63918"/>
                  </a:lnTo>
                  <a:lnTo>
                    <a:pt x="339140" y="57902"/>
                  </a:lnTo>
                  <a:lnTo>
                    <a:pt x="339892" y="54894"/>
                  </a:lnTo>
                  <a:lnTo>
                    <a:pt x="341396" y="54142"/>
                  </a:lnTo>
                  <a:lnTo>
                    <a:pt x="342900" y="53390"/>
                  </a:lnTo>
                  <a:lnTo>
                    <a:pt x="347412" y="51886"/>
                  </a:lnTo>
                  <a:lnTo>
                    <a:pt x="349668" y="50382"/>
                  </a:lnTo>
                  <a:lnTo>
                    <a:pt x="354932" y="44366"/>
                  </a:lnTo>
                  <a:lnTo>
                    <a:pt x="356436" y="42862"/>
                  </a:lnTo>
                  <a:lnTo>
                    <a:pt x="357940" y="42862"/>
                  </a:lnTo>
                  <a:lnTo>
                    <a:pt x="359443" y="42862"/>
                  </a:lnTo>
                  <a:lnTo>
                    <a:pt x="360947" y="42862"/>
                  </a:lnTo>
                  <a:lnTo>
                    <a:pt x="363203" y="42862"/>
                  </a:lnTo>
                  <a:lnTo>
                    <a:pt x="364707" y="42862"/>
                  </a:lnTo>
                  <a:lnTo>
                    <a:pt x="368467" y="42110"/>
                  </a:lnTo>
                  <a:lnTo>
                    <a:pt x="371475" y="42862"/>
                  </a:lnTo>
                  <a:lnTo>
                    <a:pt x="372979" y="44366"/>
                  </a:lnTo>
                  <a:lnTo>
                    <a:pt x="373731" y="46622"/>
                  </a:lnTo>
                  <a:lnTo>
                    <a:pt x="373731" y="48126"/>
                  </a:lnTo>
                  <a:lnTo>
                    <a:pt x="373731" y="49630"/>
                  </a:lnTo>
                  <a:lnTo>
                    <a:pt x="372979" y="51886"/>
                  </a:lnTo>
                  <a:lnTo>
                    <a:pt x="374483" y="55646"/>
                  </a:lnTo>
                  <a:lnTo>
                    <a:pt x="375235" y="57150"/>
                  </a:lnTo>
                  <a:lnTo>
                    <a:pt x="377491" y="59406"/>
                  </a:lnTo>
                  <a:lnTo>
                    <a:pt x="397042" y="62414"/>
                  </a:lnTo>
                  <a:lnTo>
                    <a:pt x="404562" y="64670"/>
                  </a:lnTo>
                  <a:lnTo>
                    <a:pt x="406818" y="64670"/>
                  </a:lnTo>
                  <a:lnTo>
                    <a:pt x="409074" y="64670"/>
                  </a:lnTo>
                  <a:lnTo>
                    <a:pt x="412082" y="64670"/>
                  </a:lnTo>
                  <a:lnTo>
                    <a:pt x="421858" y="66926"/>
                  </a:lnTo>
                  <a:lnTo>
                    <a:pt x="427121" y="67678"/>
                  </a:lnTo>
                  <a:lnTo>
                    <a:pt x="440657" y="66174"/>
                  </a:lnTo>
                  <a:lnTo>
                    <a:pt x="447424" y="64670"/>
                  </a:lnTo>
                  <a:lnTo>
                    <a:pt x="457952" y="63918"/>
                  </a:lnTo>
                  <a:lnTo>
                    <a:pt x="459456" y="63166"/>
                  </a:lnTo>
                  <a:lnTo>
                    <a:pt x="463216" y="61662"/>
                  </a:lnTo>
                  <a:lnTo>
                    <a:pt x="465472" y="60910"/>
                  </a:lnTo>
                  <a:lnTo>
                    <a:pt x="467728" y="60910"/>
                  </a:lnTo>
                  <a:lnTo>
                    <a:pt x="469984" y="61662"/>
                  </a:lnTo>
                  <a:lnTo>
                    <a:pt x="473743" y="63166"/>
                  </a:lnTo>
                  <a:lnTo>
                    <a:pt x="482015" y="65422"/>
                  </a:lnTo>
                  <a:lnTo>
                    <a:pt x="491791" y="66174"/>
                  </a:lnTo>
                  <a:lnTo>
                    <a:pt x="496303" y="66926"/>
                  </a:lnTo>
                  <a:lnTo>
                    <a:pt x="500063" y="69181"/>
                  </a:lnTo>
                  <a:lnTo>
                    <a:pt x="512094" y="75197"/>
                  </a:lnTo>
                  <a:lnTo>
                    <a:pt x="521118" y="76701"/>
                  </a:lnTo>
                  <a:lnTo>
                    <a:pt x="522622" y="76701"/>
                  </a:lnTo>
                  <a:lnTo>
                    <a:pt x="524878" y="75949"/>
                  </a:lnTo>
                  <a:lnTo>
                    <a:pt x="528637" y="73693"/>
                  </a:lnTo>
                  <a:lnTo>
                    <a:pt x="539165" y="74445"/>
                  </a:lnTo>
                  <a:lnTo>
                    <a:pt x="549693" y="75949"/>
                  </a:lnTo>
                  <a:lnTo>
                    <a:pt x="554957" y="75949"/>
                  </a:lnTo>
                  <a:lnTo>
                    <a:pt x="557965" y="77453"/>
                  </a:lnTo>
                  <a:lnTo>
                    <a:pt x="560220" y="78205"/>
                  </a:lnTo>
                  <a:lnTo>
                    <a:pt x="561724" y="77453"/>
                  </a:lnTo>
                  <a:lnTo>
                    <a:pt x="563980" y="75949"/>
                  </a:lnTo>
                  <a:lnTo>
                    <a:pt x="565484" y="74445"/>
                  </a:lnTo>
                  <a:lnTo>
                    <a:pt x="572252" y="72941"/>
                  </a:lnTo>
                  <a:lnTo>
                    <a:pt x="573004" y="72941"/>
                  </a:lnTo>
                  <a:lnTo>
                    <a:pt x="573756" y="78205"/>
                  </a:lnTo>
                  <a:lnTo>
                    <a:pt x="573756" y="84973"/>
                  </a:lnTo>
                  <a:lnTo>
                    <a:pt x="571500" y="90237"/>
                  </a:lnTo>
                  <a:lnTo>
                    <a:pt x="573004" y="93997"/>
                  </a:lnTo>
                  <a:lnTo>
                    <a:pt x="573756" y="95501"/>
                  </a:lnTo>
                  <a:lnTo>
                    <a:pt x="574508" y="99260"/>
                  </a:lnTo>
                  <a:lnTo>
                    <a:pt x="575260" y="100764"/>
                  </a:lnTo>
                  <a:lnTo>
                    <a:pt x="576012" y="102268"/>
                  </a:lnTo>
                  <a:lnTo>
                    <a:pt x="576764" y="103772"/>
                  </a:lnTo>
                  <a:lnTo>
                    <a:pt x="576764" y="106780"/>
                  </a:lnTo>
                  <a:lnTo>
                    <a:pt x="576012" y="109788"/>
                  </a:lnTo>
                  <a:lnTo>
                    <a:pt x="576012" y="112796"/>
                  </a:lnTo>
                  <a:lnTo>
                    <a:pt x="576764" y="116556"/>
                  </a:lnTo>
                  <a:lnTo>
                    <a:pt x="576764" y="115804"/>
                  </a:lnTo>
                  <a:lnTo>
                    <a:pt x="579772" y="127836"/>
                  </a:lnTo>
                  <a:lnTo>
                    <a:pt x="582028" y="131595"/>
                  </a:lnTo>
                  <a:lnTo>
                    <a:pt x="583532" y="132347"/>
                  </a:lnTo>
                  <a:lnTo>
                    <a:pt x="587292" y="134603"/>
                  </a:lnTo>
                  <a:lnTo>
                    <a:pt x="588795" y="136107"/>
                  </a:lnTo>
                  <a:lnTo>
                    <a:pt x="588795" y="142875"/>
                  </a:lnTo>
                  <a:lnTo>
                    <a:pt x="588044" y="145131"/>
                  </a:lnTo>
                  <a:lnTo>
                    <a:pt x="587292" y="145883"/>
                  </a:lnTo>
                  <a:lnTo>
                    <a:pt x="585788" y="146635"/>
                  </a:lnTo>
                  <a:lnTo>
                    <a:pt x="585035" y="148139"/>
                  </a:lnTo>
                  <a:lnTo>
                    <a:pt x="585035" y="149643"/>
                  </a:lnTo>
                  <a:lnTo>
                    <a:pt x="585788" y="153403"/>
                  </a:lnTo>
                  <a:lnTo>
                    <a:pt x="585035" y="154906"/>
                  </a:lnTo>
                  <a:lnTo>
                    <a:pt x="582780" y="160922"/>
                  </a:lnTo>
                  <a:lnTo>
                    <a:pt x="583532" y="161674"/>
                  </a:lnTo>
                  <a:lnTo>
                    <a:pt x="582028" y="162426"/>
                  </a:lnTo>
                  <a:lnTo>
                    <a:pt x="581276" y="163178"/>
                  </a:lnTo>
                  <a:lnTo>
                    <a:pt x="580524" y="162426"/>
                  </a:lnTo>
                  <a:lnTo>
                    <a:pt x="579020" y="161674"/>
                  </a:lnTo>
                  <a:lnTo>
                    <a:pt x="580524" y="163178"/>
                  </a:lnTo>
                  <a:lnTo>
                    <a:pt x="581276" y="164682"/>
                  </a:lnTo>
                  <a:lnTo>
                    <a:pt x="581276" y="166938"/>
                  </a:lnTo>
                  <a:lnTo>
                    <a:pt x="580524" y="168442"/>
                  </a:lnTo>
                  <a:lnTo>
                    <a:pt x="582780" y="166938"/>
                  </a:lnTo>
                  <a:lnTo>
                    <a:pt x="585788" y="163178"/>
                  </a:lnTo>
                  <a:lnTo>
                    <a:pt x="588795" y="159418"/>
                  </a:lnTo>
                  <a:lnTo>
                    <a:pt x="589548" y="156410"/>
                  </a:lnTo>
                  <a:lnTo>
                    <a:pt x="590299" y="153403"/>
                  </a:lnTo>
                  <a:lnTo>
                    <a:pt x="591803" y="147387"/>
                  </a:lnTo>
                  <a:lnTo>
                    <a:pt x="591803" y="144379"/>
                  </a:lnTo>
                  <a:lnTo>
                    <a:pt x="593307" y="146635"/>
                  </a:lnTo>
                  <a:lnTo>
                    <a:pt x="594059" y="149643"/>
                  </a:lnTo>
                  <a:lnTo>
                    <a:pt x="592555" y="154906"/>
                  </a:lnTo>
                  <a:lnTo>
                    <a:pt x="592555" y="163930"/>
                  </a:lnTo>
                  <a:lnTo>
                    <a:pt x="593307" y="168442"/>
                  </a:lnTo>
                  <a:lnTo>
                    <a:pt x="594059" y="169946"/>
                  </a:lnTo>
                  <a:lnTo>
                    <a:pt x="594812" y="170698"/>
                  </a:lnTo>
                  <a:lnTo>
                    <a:pt x="597067" y="172202"/>
                  </a:lnTo>
                  <a:lnTo>
                    <a:pt x="597819" y="172954"/>
                  </a:lnTo>
                  <a:lnTo>
                    <a:pt x="598571" y="175962"/>
                  </a:lnTo>
                  <a:lnTo>
                    <a:pt x="597819" y="178218"/>
                  </a:lnTo>
                  <a:lnTo>
                    <a:pt x="597067" y="180474"/>
                  </a:lnTo>
                  <a:lnTo>
                    <a:pt x="597067" y="182730"/>
                  </a:lnTo>
                  <a:lnTo>
                    <a:pt x="597067" y="205289"/>
                  </a:lnTo>
                  <a:lnTo>
                    <a:pt x="595563" y="216568"/>
                  </a:lnTo>
                  <a:lnTo>
                    <a:pt x="595563" y="222584"/>
                  </a:lnTo>
                  <a:lnTo>
                    <a:pt x="597067" y="227096"/>
                  </a:lnTo>
                  <a:lnTo>
                    <a:pt x="595563" y="231608"/>
                  </a:lnTo>
                  <a:lnTo>
                    <a:pt x="594812" y="232360"/>
                  </a:lnTo>
                  <a:lnTo>
                    <a:pt x="594059" y="232360"/>
                  </a:lnTo>
                  <a:lnTo>
                    <a:pt x="592555" y="231608"/>
                  </a:lnTo>
                  <a:lnTo>
                    <a:pt x="591052" y="231608"/>
                  </a:lnTo>
                  <a:lnTo>
                    <a:pt x="585035" y="231608"/>
                  </a:lnTo>
                  <a:lnTo>
                    <a:pt x="583532" y="231608"/>
                  </a:lnTo>
                  <a:lnTo>
                    <a:pt x="579020" y="229352"/>
                  </a:lnTo>
                  <a:lnTo>
                    <a:pt x="570748" y="227096"/>
                  </a:lnTo>
                  <a:lnTo>
                    <a:pt x="569996" y="226344"/>
                  </a:lnTo>
                  <a:lnTo>
                    <a:pt x="569244" y="225592"/>
                  </a:lnTo>
                  <a:lnTo>
                    <a:pt x="569244" y="224840"/>
                  </a:lnTo>
                  <a:lnTo>
                    <a:pt x="569244" y="224088"/>
                  </a:lnTo>
                  <a:lnTo>
                    <a:pt x="568492" y="223336"/>
                  </a:lnTo>
                  <a:lnTo>
                    <a:pt x="566988" y="219576"/>
                  </a:lnTo>
                  <a:lnTo>
                    <a:pt x="560973" y="213560"/>
                  </a:lnTo>
                  <a:lnTo>
                    <a:pt x="557213" y="211304"/>
                  </a:lnTo>
                  <a:lnTo>
                    <a:pt x="554205" y="209801"/>
                  </a:lnTo>
                  <a:lnTo>
                    <a:pt x="551197" y="209049"/>
                  </a:lnTo>
                  <a:lnTo>
                    <a:pt x="550445" y="209049"/>
                  </a:lnTo>
                  <a:lnTo>
                    <a:pt x="548941" y="209049"/>
                  </a:lnTo>
                  <a:lnTo>
                    <a:pt x="545933" y="210553"/>
                  </a:lnTo>
                  <a:lnTo>
                    <a:pt x="543677" y="210553"/>
                  </a:lnTo>
                  <a:lnTo>
                    <a:pt x="531646" y="207545"/>
                  </a:lnTo>
                  <a:lnTo>
                    <a:pt x="528637" y="206793"/>
                  </a:lnTo>
                  <a:lnTo>
                    <a:pt x="526382" y="206793"/>
                  </a:lnTo>
                  <a:lnTo>
                    <a:pt x="524878" y="207545"/>
                  </a:lnTo>
                  <a:lnTo>
                    <a:pt x="523374" y="207545"/>
                  </a:lnTo>
                  <a:lnTo>
                    <a:pt x="520366" y="209049"/>
                  </a:lnTo>
                  <a:lnTo>
                    <a:pt x="519614" y="209801"/>
                  </a:lnTo>
                  <a:lnTo>
                    <a:pt x="515102" y="213560"/>
                  </a:lnTo>
                  <a:lnTo>
                    <a:pt x="512094" y="217320"/>
                  </a:lnTo>
                  <a:lnTo>
                    <a:pt x="510590" y="218824"/>
                  </a:lnTo>
                  <a:lnTo>
                    <a:pt x="509086" y="219576"/>
                  </a:lnTo>
                  <a:lnTo>
                    <a:pt x="507582" y="220328"/>
                  </a:lnTo>
                  <a:lnTo>
                    <a:pt x="506830" y="220328"/>
                  </a:lnTo>
                  <a:lnTo>
                    <a:pt x="506078" y="219576"/>
                  </a:lnTo>
                  <a:lnTo>
                    <a:pt x="505326" y="219576"/>
                  </a:lnTo>
                  <a:lnTo>
                    <a:pt x="504575" y="218824"/>
                  </a:lnTo>
                  <a:lnTo>
                    <a:pt x="503822" y="218824"/>
                  </a:lnTo>
                  <a:lnTo>
                    <a:pt x="503071" y="218072"/>
                  </a:lnTo>
                  <a:lnTo>
                    <a:pt x="494047" y="218072"/>
                  </a:lnTo>
                  <a:lnTo>
                    <a:pt x="492543" y="218072"/>
                  </a:lnTo>
                  <a:lnTo>
                    <a:pt x="491791" y="218072"/>
                  </a:lnTo>
                  <a:lnTo>
                    <a:pt x="491039" y="218824"/>
                  </a:lnTo>
                  <a:lnTo>
                    <a:pt x="490287" y="220328"/>
                  </a:lnTo>
                  <a:lnTo>
                    <a:pt x="489535" y="222584"/>
                  </a:lnTo>
                  <a:lnTo>
                    <a:pt x="488031" y="230856"/>
                  </a:lnTo>
                  <a:lnTo>
                    <a:pt x="485023" y="245143"/>
                  </a:lnTo>
                  <a:lnTo>
                    <a:pt x="482767" y="248903"/>
                  </a:lnTo>
                  <a:lnTo>
                    <a:pt x="474496" y="251911"/>
                  </a:lnTo>
                  <a:lnTo>
                    <a:pt x="472239" y="253415"/>
                  </a:lnTo>
                  <a:lnTo>
                    <a:pt x="467728" y="256423"/>
                  </a:lnTo>
                  <a:lnTo>
                    <a:pt x="466976" y="257175"/>
                  </a:lnTo>
                  <a:lnTo>
                    <a:pt x="465472" y="257927"/>
                  </a:lnTo>
                  <a:lnTo>
                    <a:pt x="464720" y="257927"/>
                  </a:lnTo>
                  <a:lnTo>
                    <a:pt x="463968" y="257927"/>
                  </a:lnTo>
                  <a:lnTo>
                    <a:pt x="463216" y="257175"/>
                  </a:lnTo>
                  <a:lnTo>
                    <a:pt x="462464" y="257175"/>
                  </a:lnTo>
                  <a:lnTo>
                    <a:pt x="461712" y="256423"/>
                  </a:lnTo>
                  <a:lnTo>
                    <a:pt x="460208" y="256423"/>
                  </a:lnTo>
                  <a:lnTo>
                    <a:pt x="459456" y="256423"/>
                  </a:lnTo>
                  <a:lnTo>
                    <a:pt x="446673" y="261687"/>
                  </a:lnTo>
                  <a:lnTo>
                    <a:pt x="444417" y="262439"/>
                  </a:lnTo>
                  <a:lnTo>
                    <a:pt x="442913" y="262439"/>
                  </a:lnTo>
                  <a:lnTo>
                    <a:pt x="441409" y="263191"/>
                  </a:lnTo>
                  <a:lnTo>
                    <a:pt x="437649" y="264695"/>
                  </a:lnTo>
                  <a:lnTo>
                    <a:pt x="436897" y="264695"/>
                  </a:lnTo>
                  <a:lnTo>
                    <a:pt x="436145" y="264695"/>
                  </a:lnTo>
                  <a:lnTo>
                    <a:pt x="435393" y="263943"/>
                  </a:lnTo>
                  <a:lnTo>
                    <a:pt x="435393" y="263191"/>
                  </a:lnTo>
                  <a:lnTo>
                    <a:pt x="435393" y="262439"/>
                  </a:lnTo>
                  <a:lnTo>
                    <a:pt x="435393" y="261687"/>
                  </a:lnTo>
                  <a:lnTo>
                    <a:pt x="435393" y="260935"/>
                  </a:lnTo>
                  <a:lnTo>
                    <a:pt x="435393" y="260183"/>
                  </a:lnTo>
                  <a:lnTo>
                    <a:pt x="434641" y="260183"/>
                  </a:lnTo>
                  <a:lnTo>
                    <a:pt x="433137" y="260183"/>
                  </a:lnTo>
                  <a:lnTo>
                    <a:pt x="432385" y="260183"/>
                  </a:lnTo>
                  <a:lnTo>
                    <a:pt x="431633" y="260935"/>
                  </a:lnTo>
                  <a:lnTo>
                    <a:pt x="430881" y="261687"/>
                  </a:lnTo>
                  <a:lnTo>
                    <a:pt x="430881" y="262439"/>
                  </a:lnTo>
                  <a:lnTo>
                    <a:pt x="430881" y="263191"/>
                  </a:lnTo>
                  <a:lnTo>
                    <a:pt x="430881" y="263943"/>
                  </a:lnTo>
                  <a:lnTo>
                    <a:pt x="430881" y="264695"/>
                  </a:lnTo>
                  <a:lnTo>
                    <a:pt x="431633" y="265447"/>
                  </a:lnTo>
                  <a:lnTo>
                    <a:pt x="433137" y="266951"/>
                  </a:lnTo>
                  <a:lnTo>
                    <a:pt x="435393" y="267702"/>
                  </a:lnTo>
                  <a:lnTo>
                    <a:pt x="436145" y="268454"/>
                  </a:lnTo>
                  <a:lnTo>
                    <a:pt x="436897" y="269207"/>
                  </a:lnTo>
                  <a:lnTo>
                    <a:pt x="436897" y="269959"/>
                  </a:lnTo>
                  <a:lnTo>
                    <a:pt x="436145" y="271462"/>
                  </a:lnTo>
                  <a:lnTo>
                    <a:pt x="435393" y="272214"/>
                  </a:lnTo>
                  <a:lnTo>
                    <a:pt x="434641" y="272214"/>
                  </a:lnTo>
                  <a:lnTo>
                    <a:pt x="433889" y="272214"/>
                  </a:lnTo>
                  <a:lnTo>
                    <a:pt x="430881" y="271462"/>
                  </a:lnTo>
                  <a:lnTo>
                    <a:pt x="430129" y="271462"/>
                  </a:lnTo>
                  <a:lnTo>
                    <a:pt x="428625" y="271462"/>
                  </a:lnTo>
                  <a:lnTo>
                    <a:pt x="427873" y="272214"/>
                  </a:lnTo>
                  <a:lnTo>
                    <a:pt x="427873" y="272966"/>
                  </a:lnTo>
                  <a:lnTo>
                    <a:pt x="427873" y="273718"/>
                  </a:lnTo>
                  <a:lnTo>
                    <a:pt x="427873" y="275222"/>
                  </a:lnTo>
                  <a:lnTo>
                    <a:pt x="427873" y="275974"/>
                  </a:lnTo>
                  <a:lnTo>
                    <a:pt x="427121" y="276726"/>
                  </a:lnTo>
                  <a:lnTo>
                    <a:pt x="426369" y="277478"/>
                  </a:lnTo>
                  <a:lnTo>
                    <a:pt x="425617" y="276726"/>
                  </a:lnTo>
                  <a:lnTo>
                    <a:pt x="424113" y="275222"/>
                  </a:lnTo>
                  <a:lnTo>
                    <a:pt x="423361" y="274470"/>
                  </a:lnTo>
                  <a:lnTo>
                    <a:pt x="421858" y="273718"/>
                  </a:lnTo>
                  <a:lnTo>
                    <a:pt x="421105" y="273718"/>
                  </a:lnTo>
                  <a:lnTo>
                    <a:pt x="418849" y="272966"/>
                  </a:lnTo>
                  <a:lnTo>
                    <a:pt x="415841" y="273718"/>
                  </a:lnTo>
                  <a:lnTo>
                    <a:pt x="407570" y="275974"/>
                  </a:lnTo>
                  <a:lnTo>
                    <a:pt x="406818" y="275974"/>
                  </a:lnTo>
                  <a:lnTo>
                    <a:pt x="405314" y="275974"/>
                  </a:lnTo>
                  <a:lnTo>
                    <a:pt x="404562" y="275222"/>
                  </a:lnTo>
                  <a:lnTo>
                    <a:pt x="404562" y="274470"/>
                  </a:lnTo>
                  <a:lnTo>
                    <a:pt x="403810" y="274470"/>
                  </a:lnTo>
                  <a:lnTo>
                    <a:pt x="403810" y="272966"/>
                  </a:lnTo>
                  <a:lnTo>
                    <a:pt x="403810" y="270711"/>
                  </a:lnTo>
                  <a:lnTo>
                    <a:pt x="403810" y="269959"/>
                  </a:lnTo>
                  <a:lnTo>
                    <a:pt x="403810" y="269207"/>
                  </a:lnTo>
                  <a:lnTo>
                    <a:pt x="403810" y="268454"/>
                  </a:lnTo>
                  <a:lnTo>
                    <a:pt x="403058" y="267702"/>
                  </a:lnTo>
                  <a:lnTo>
                    <a:pt x="402306" y="267702"/>
                  </a:lnTo>
                  <a:lnTo>
                    <a:pt x="401554" y="266951"/>
                  </a:lnTo>
                  <a:lnTo>
                    <a:pt x="400050" y="266951"/>
                  </a:lnTo>
                  <a:lnTo>
                    <a:pt x="398546" y="267702"/>
                  </a:lnTo>
                  <a:lnTo>
                    <a:pt x="397794" y="267702"/>
                  </a:lnTo>
                  <a:lnTo>
                    <a:pt x="397042" y="268454"/>
                  </a:lnTo>
                  <a:lnTo>
                    <a:pt x="394034" y="272214"/>
                  </a:lnTo>
                  <a:lnTo>
                    <a:pt x="392530" y="273718"/>
                  </a:lnTo>
                  <a:lnTo>
                    <a:pt x="391779" y="274470"/>
                  </a:lnTo>
                  <a:lnTo>
                    <a:pt x="390275" y="274470"/>
                  </a:lnTo>
                  <a:lnTo>
                    <a:pt x="387266" y="274470"/>
                  </a:lnTo>
                  <a:lnTo>
                    <a:pt x="386515" y="274470"/>
                  </a:lnTo>
                  <a:lnTo>
                    <a:pt x="385762" y="274470"/>
                  </a:lnTo>
                  <a:lnTo>
                    <a:pt x="385011" y="273718"/>
                  </a:lnTo>
                  <a:lnTo>
                    <a:pt x="385011" y="272966"/>
                  </a:lnTo>
                  <a:lnTo>
                    <a:pt x="385011" y="272214"/>
                  </a:lnTo>
                  <a:lnTo>
                    <a:pt x="385011" y="271462"/>
                  </a:lnTo>
                  <a:lnTo>
                    <a:pt x="384259" y="269207"/>
                  </a:lnTo>
                  <a:lnTo>
                    <a:pt x="382755" y="268454"/>
                  </a:lnTo>
                  <a:lnTo>
                    <a:pt x="378995" y="272966"/>
                  </a:lnTo>
                  <a:lnTo>
                    <a:pt x="376739" y="273718"/>
                  </a:lnTo>
                  <a:lnTo>
                    <a:pt x="375235" y="274470"/>
                  </a:lnTo>
                  <a:lnTo>
                    <a:pt x="374483" y="275222"/>
                  </a:lnTo>
                  <a:lnTo>
                    <a:pt x="372227" y="274470"/>
                  </a:lnTo>
                  <a:lnTo>
                    <a:pt x="371475" y="274470"/>
                  </a:lnTo>
                  <a:lnTo>
                    <a:pt x="368467" y="272966"/>
                  </a:lnTo>
                  <a:lnTo>
                    <a:pt x="364707" y="272966"/>
                  </a:lnTo>
                  <a:lnTo>
                    <a:pt x="354932" y="273718"/>
                  </a:lnTo>
                  <a:lnTo>
                    <a:pt x="352676" y="274470"/>
                  </a:lnTo>
                  <a:lnTo>
                    <a:pt x="351924" y="275222"/>
                  </a:lnTo>
                  <a:lnTo>
                    <a:pt x="351172" y="275974"/>
                  </a:lnTo>
                  <a:lnTo>
                    <a:pt x="351172" y="276726"/>
                  </a:lnTo>
                  <a:lnTo>
                    <a:pt x="351924" y="277478"/>
                  </a:lnTo>
                  <a:lnTo>
                    <a:pt x="352676" y="278982"/>
                  </a:lnTo>
                  <a:lnTo>
                    <a:pt x="353428" y="279734"/>
                  </a:lnTo>
                  <a:lnTo>
                    <a:pt x="353428" y="280486"/>
                  </a:lnTo>
                  <a:lnTo>
                    <a:pt x="353428" y="281238"/>
                  </a:lnTo>
                  <a:lnTo>
                    <a:pt x="353428" y="282742"/>
                  </a:lnTo>
                  <a:lnTo>
                    <a:pt x="352676" y="283494"/>
                  </a:lnTo>
                  <a:lnTo>
                    <a:pt x="352676" y="284246"/>
                  </a:lnTo>
                  <a:lnTo>
                    <a:pt x="351924" y="284246"/>
                  </a:lnTo>
                  <a:lnTo>
                    <a:pt x="351172" y="284998"/>
                  </a:lnTo>
                  <a:lnTo>
                    <a:pt x="348164" y="288006"/>
                  </a:lnTo>
                  <a:lnTo>
                    <a:pt x="346660" y="288758"/>
                  </a:lnTo>
                  <a:lnTo>
                    <a:pt x="345156" y="288758"/>
                  </a:lnTo>
                  <a:lnTo>
                    <a:pt x="344404" y="288758"/>
                  </a:lnTo>
                  <a:lnTo>
                    <a:pt x="340644" y="288758"/>
                  </a:lnTo>
                  <a:lnTo>
                    <a:pt x="333124" y="289510"/>
                  </a:lnTo>
                  <a:lnTo>
                    <a:pt x="329364" y="290262"/>
                  </a:lnTo>
                  <a:lnTo>
                    <a:pt x="328613" y="291014"/>
                  </a:lnTo>
                  <a:lnTo>
                    <a:pt x="327861" y="291766"/>
                  </a:lnTo>
                  <a:lnTo>
                    <a:pt x="328613" y="293270"/>
                  </a:lnTo>
                  <a:lnTo>
                    <a:pt x="328613" y="294774"/>
                  </a:lnTo>
                  <a:lnTo>
                    <a:pt x="327861" y="294774"/>
                  </a:lnTo>
                  <a:lnTo>
                    <a:pt x="327109" y="294774"/>
                  </a:lnTo>
                  <a:lnTo>
                    <a:pt x="326357" y="294774"/>
                  </a:lnTo>
                  <a:lnTo>
                    <a:pt x="324853" y="294774"/>
                  </a:lnTo>
                  <a:lnTo>
                    <a:pt x="323349" y="294774"/>
                  </a:lnTo>
                  <a:lnTo>
                    <a:pt x="321845" y="295526"/>
                  </a:lnTo>
                  <a:lnTo>
                    <a:pt x="321093" y="296278"/>
                  </a:lnTo>
                  <a:lnTo>
                    <a:pt x="316581" y="301541"/>
                  </a:lnTo>
                  <a:lnTo>
                    <a:pt x="316581" y="302293"/>
                  </a:lnTo>
                  <a:lnTo>
                    <a:pt x="315829" y="303045"/>
                  </a:lnTo>
                  <a:lnTo>
                    <a:pt x="315829" y="303797"/>
                  </a:lnTo>
                  <a:lnTo>
                    <a:pt x="316581" y="304549"/>
                  </a:lnTo>
                  <a:lnTo>
                    <a:pt x="318085" y="307557"/>
                  </a:lnTo>
                  <a:lnTo>
                    <a:pt x="319589" y="309813"/>
                  </a:lnTo>
                  <a:lnTo>
                    <a:pt x="320341" y="310565"/>
                  </a:lnTo>
                  <a:lnTo>
                    <a:pt x="320341" y="312069"/>
                  </a:lnTo>
                  <a:lnTo>
                    <a:pt x="320341" y="313573"/>
                  </a:lnTo>
                  <a:lnTo>
                    <a:pt x="320341" y="314325"/>
                  </a:lnTo>
                  <a:lnTo>
                    <a:pt x="320341" y="315829"/>
                  </a:lnTo>
                  <a:lnTo>
                    <a:pt x="319589" y="316581"/>
                  </a:lnTo>
                  <a:lnTo>
                    <a:pt x="317333" y="318837"/>
                  </a:lnTo>
                  <a:lnTo>
                    <a:pt x="315829" y="320341"/>
                  </a:lnTo>
                  <a:lnTo>
                    <a:pt x="314325" y="321093"/>
                  </a:lnTo>
                  <a:lnTo>
                    <a:pt x="312821" y="321093"/>
                  </a:lnTo>
                  <a:lnTo>
                    <a:pt x="310565" y="322597"/>
                  </a:lnTo>
                  <a:lnTo>
                    <a:pt x="309813" y="322597"/>
                  </a:lnTo>
                  <a:lnTo>
                    <a:pt x="308309" y="323349"/>
                  </a:lnTo>
                  <a:lnTo>
                    <a:pt x="307557" y="325605"/>
                  </a:lnTo>
                  <a:lnTo>
                    <a:pt x="306805" y="327109"/>
                  </a:lnTo>
                  <a:lnTo>
                    <a:pt x="306053" y="327860"/>
                  </a:lnTo>
                  <a:lnTo>
                    <a:pt x="299285" y="334628"/>
                  </a:lnTo>
                  <a:lnTo>
                    <a:pt x="298534" y="335380"/>
                  </a:lnTo>
                  <a:lnTo>
                    <a:pt x="297030" y="335380"/>
                  </a:lnTo>
                  <a:lnTo>
                    <a:pt x="289510" y="336132"/>
                  </a:lnTo>
                  <a:lnTo>
                    <a:pt x="286502" y="336132"/>
                  </a:lnTo>
                  <a:lnTo>
                    <a:pt x="284998" y="336884"/>
                  </a:lnTo>
                  <a:lnTo>
                    <a:pt x="282742" y="338388"/>
                  </a:lnTo>
                  <a:lnTo>
                    <a:pt x="274470" y="343652"/>
                  </a:lnTo>
                  <a:lnTo>
                    <a:pt x="273719" y="344404"/>
                  </a:lnTo>
                  <a:lnTo>
                    <a:pt x="272215" y="344404"/>
                  </a:lnTo>
                  <a:lnTo>
                    <a:pt x="269959" y="345156"/>
                  </a:lnTo>
                  <a:lnTo>
                    <a:pt x="263943" y="342148"/>
                  </a:lnTo>
                  <a:lnTo>
                    <a:pt x="260183" y="339140"/>
                  </a:lnTo>
                  <a:lnTo>
                    <a:pt x="258679" y="337636"/>
                  </a:lnTo>
                  <a:lnTo>
                    <a:pt x="254919" y="336884"/>
                  </a:lnTo>
                  <a:lnTo>
                    <a:pt x="253415" y="336132"/>
                  </a:lnTo>
                  <a:lnTo>
                    <a:pt x="252663" y="335380"/>
                  </a:lnTo>
                  <a:lnTo>
                    <a:pt x="246647" y="329364"/>
                  </a:lnTo>
                  <a:lnTo>
                    <a:pt x="245895" y="327860"/>
                  </a:lnTo>
                  <a:lnTo>
                    <a:pt x="245144" y="327109"/>
                  </a:lnTo>
                  <a:lnTo>
                    <a:pt x="243640" y="319589"/>
                  </a:lnTo>
                  <a:lnTo>
                    <a:pt x="243640" y="315829"/>
                  </a:lnTo>
                  <a:lnTo>
                    <a:pt x="242887" y="314325"/>
                  </a:lnTo>
                  <a:lnTo>
                    <a:pt x="241384" y="310565"/>
                  </a:lnTo>
                  <a:lnTo>
                    <a:pt x="241384" y="309061"/>
                  </a:lnTo>
                  <a:lnTo>
                    <a:pt x="241384" y="307557"/>
                  </a:lnTo>
                  <a:lnTo>
                    <a:pt x="241384" y="306805"/>
                  </a:lnTo>
                  <a:lnTo>
                    <a:pt x="241384" y="306053"/>
                  </a:lnTo>
                  <a:lnTo>
                    <a:pt x="242136" y="305301"/>
                  </a:lnTo>
                  <a:lnTo>
                    <a:pt x="242887" y="304549"/>
                  </a:lnTo>
                  <a:lnTo>
                    <a:pt x="243640" y="303797"/>
                  </a:lnTo>
                  <a:lnTo>
                    <a:pt x="243640" y="302293"/>
                  </a:lnTo>
                  <a:lnTo>
                    <a:pt x="242887" y="300037"/>
                  </a:lnTo>
                  <a:lnTo>
                    <a:pt x="242136" y="298533"/>
                  </a:lnTo>
                  <a:lnTo>
                    <a:pt x="241384" y="298533"/>
                  </a:lnTo>
                  <a:lnTo>
                    <a:pt x="237624" y="297030"/>
                  </a:lnTo>
                  <a:lnTo>
                    <a:pt x="235368" y="296278"/>
                  </a:lnTo>
                  <a:lnTo>
                    <a:pt x="233864" y="295526"/>
                  </a:lnTo>
                  <a:lnTo>
                    <a:pt x="233112" y="295526"/>
                  </a:lnTo>
                  <a:lnTo>
                    <a:pt x="231608" y="295526"/>
                  </a:lnTo>
                  <a:lnTo>
                    <a:pt x="230856" y="295526"/>
                  </a:lnTo>
                  <a:lnTo>
                    <a:pt x="229352" y="296278"/>
                  </a:lnTo>
                  <a:lnTo>
                    <a:pt x="228600" y="297030"/>
                  </a:lnTo>
                  <a:lnTo>
                    <a:pt x="227848" y="297781"/>
                  </a:lnTo>
                  <a:lnTo>
                    <a:pt x="227096" y="298533"/>
                  </a:lnTo>
                  <a:lnTo>
                    <a:pt x="225592" y="299285"/>
                  </a:lnTo>
                  <a:lnTo>
                    <a:pt x="224840" y="299285"/>
                  </a:lnTo>
                  <a:lnTo>
                    <a:pt x="224088" y="299285"/>
                  </a:lnTo>
                  <a:lnTo>
                    <a:pt x="223336" y="299285"/>
                  </a:lnTo>
                  <a:lnTo>
                    <a:pt x="221080" y="299285"/>
                  </a:lnTo>
                  <a:lnTo>
                    <a:pt x="220328" y="299285"/>
                  </a:lnTo>
                  <a:lnTo>
                    <a:pt x="219576" y="300037"/>
                  </a:lnTo>
                  <a:lnTo>
                    <a:pt x="218072" y="300789"/>
                  </a:lnTo>
                  <a:lnTo>
                    <a:pt x="216568" y="301541"/>
                  </a:lnTo>
                  <a:lnTo>
                    <a:pt x="215817" y="301541"/>
                  </a:lnTo>
                  <a:lnTo>
                    <a:pt x="215065" y="302293"/>
                  </a:lnTo>
                  <a:lnTo>
                    <a:pt x="213561" y="301541"/>
                  </a:lnTo>
                  <a:lnTo>
                    <a:pt x="212808" y="301541"/>
                  </a:lnTo>
                  <a:lnTo>
                    <a:pt x="212057" y="300789"/>
                  </a:lnTo>
                  <a:lnTo>
                    <a:pt x="212057" y="300037"/>
                  </a:lnTo>
                  <a:lnTo>
                    <a:pt x="211305" y="299285"/>
                  </a:lnTo>
                  <a:lnTo>
                    <a:pt x="212057" y="298533"/>
                  </a:lnTo>
                  <a:lnTo>
                    <a:pt x="212057" y="297030"/>
                  </a:lnTo>
                  <a:lnTo>
                    <a:pt x="212808" y="295526"/>
                  </a:lnTo>
                  <a:lnTo>
                    <a:pt x="218825" y="291766"/>
                  </a:lnTo>
                  <a:lnTo>
                    <a:pt x="221080" y="290262"/>
                  </a:lnTo>
                  <a:lnTo>
                    <a:pt x="221080" y="289510"/>
                  </a:lnTo>
                  <a:lnTo>
                    <a:pt x="227096" y="279734"/>
                  </a:lnTo>
                  <a:lnTo>
                    <a:pt x="227848" y="278982"/>
                  </a:lnTo>
                  <a:lnTo>
                    <a:pt x="229352" y="275222"/>
                  </a:lnTo>
                  <a:lnTo>
                    <a:pt x="230104" y="273718"/>
                  </a:lnTo>
                  <a:lnTo>
                    <a:pt x="230104" y="272966"/>
                  </a:lnTo>
                  <a:lnTo>
                    <a:pt x="231608" y="272214"/>
                  </a:lnTo>
                  <a:lnTo>
                    <a:pt x="235368" y="270711"/>
                  </a:lnTo>
                  <a:lnTo>
                    <a:pt x="237624" y="269207"/>
                  </a:lnTo>
                  <a:lnTo>
                    <a:pt x="238376" y="268454"/>
                  </a:lnTo>
                  <a:lnTo>
                    <a:pt x="239128" y="266951"/>
                  </a:lnTo>
                  <a:lnTo>
                    <a:pt x="239128" y="266199"/>
                  </a:lnTo>
                  <a:lnTo>
                    <a:pt x="239128" y="265447"/>
                  </a:lnTo>
                  <a:lnTo>
                    <a:pt x="239128" y="264695"/>
                  </a:lnTo>
                  <a:lnTo>
                    <a:pt x="239128" y="263191"/>
                  </a:lnTo>
                  <a:lnTo>
                    <a:pt x="238376" y="261687"/>
                  </a:lnTo>
                  <a:lnTo>
                    <a:pt x="236120" y="257927"/>
                  </a:lnTo>
                  <a:lnTo>
                    <a:pt x="235368" y="254919"/>
                  </a:lnTo>
                  <a:lnTo>
                    <a:pt x="232360" y="248903"/>
                  </a:lnTo>
                  <a:lnTo>
                    <a:pt x="232360" y="248151"/>
                  </a:lnTo>
                  <a:lnTo>
                    <a:pt x="231608" y="247399"/>
                  </a:lnTo>
                  <a:lnTo>
                    <a:pt x="231608" y="245895"/>
                  </a:lnTo>
                  <a:lnTo>
                    <a:pt x="232360" y="243639"/>
                  </a:lnTo>
                  <a:lnTo>
                    <a:pt x="233112" y="239128"/>
                  </a:lnTo>
                  <a:lnTo>
                    <a:pt x="233864" y="237624"/>
                  </a:lnTo>
                  <a:lnTo>
                    <a:pt x="234616" y="236120"/>
                  </a:lnTo>
                  <a:lnTo>
                    <a:pt x="235368" y="236120"/>
                  </a:lnTo>
                  <a:lnTo>
                    <a:pt x="236120" y="235368"/>
                  </a:lnTo>
                  <a:lnTo>
                    <a:pt x="236872" y="234616"/>
                  </a:lnTo>
                  <a:lnTo>
                    <a:pt x="237624" y="234616"/>
                  </a:lnTo>
                  <a:lnTo>
                    <a:pt x="240632" y="233112"/>
                  </a:lnTo>
                  <a:lnTo>
                    <a:pt x="241384" y="233112"/>
                  </a:lnTo>
                  <a:lnTo>
                    <a:pt x="245895" y="232360"/>
                  </a:lnTo>
                  <a:lnTo>
                    <a:pt x="246647" y="232360"/>
                  </a:lnTo>
                  <a:lnTo>
                    <a:pt x="250407" y="230856"/>
                  </a:lnTo>
                  <a:lnTo>
                    <a:pt x="253415" y="229352"/>
                  </a:lnTo>
                  <a:lnTo>
                    <a:pt x="262439" y="226344"/>
                  </a:lnTo>
                  <a:lnTo>
                    <a:pt x="263191" y="225592"/>
                  </a:lnTo>
                  <a:lnTo>
                    <a:pt x="264695" y="224840"/>
                  </a:lnTo>
                  <a:lnTo>
                    <a:pt x="265447" y="223336"/>
                  </a:lnTo>
                  <a:lnTo>
                    <a:pt x="265447" y="222584"/>
                  </a:lnTo>
                  <a:lnTo>
                    <a:pt x="265447" y="221832"/>
                  </a:lnTo>
                  <a:lnTo>
                    <a:pt x="264695" y="221080"/>
                  </a:lnTo>
                  <a:lnTo>
                    <a:pt x="262439" y="217320"/>
                  </a:lnTo>
                  <a:lnTo>
                    <a:pt x="262439" y="216568"/>
                  </a:lnTo>
                  <a:lnTo>
                    <a:pt x="261687" y="215816"/>
                  </a:lnTo>
                  <a:lnTo>
                    <a:pt x="261687" y="215064"/>
                  </a:lnTo>
                  <a:lnTo>
                    <a:pt x="261687" y="214313"/>
                  </a:lnTo>
                  <a:lnTo>
                    <a:pt x="261687" y="211304"/>
                  </a:lnTo>
                  <a:lnTo>
                    <a:pt x="261687" y="210553"/>
                  </a:lnTo>
                  <a:lnTo>
                    <a:pt x="261687" y="209801"/>
                  </a:lnTo>
                  <a:lnTo>
                    <a:pt x="260935" y="209049"/>
                  </a:lnTo>
                  <a:lnTo>
                    <a:pt x="260183" y="208297"/>
                  </a:lnTo>
                  <a:lnTo>
                    <a:pt x="259431" y="208297"/>
                  </a:lnTo>
                  <a:lnTo>
                    <a:pt x="258679" y="208297"/>
                  </a:lnTo>
                  <a:lnTo>
                    <a:pt x="257927" y="207545"/>
                  </a:lnTo>
                  <a:lnTo>
                    <a:pt x="255671" y="208297"/>
                  </a:lnTo>
                  <a:lnTo>
                    <a:pt x="254919" y="208297"/>
                  </a:lnTo>
                  <a:lnTo>
                    <a:pt x="253415" y="208297"/>
                  </a:lnTo>
                  <a:lnTo>
                    <a:pt x="253415" y="207545"/>
                  </a:lnTo>
                  <a:lnTo>
                    <a:pt x="248151" y="204537"/>
                  </a:lnTo>
                  <a:lnTo>
                    <a:pt x="242136" y="201529"/>
                  </a:lnTo>
                  <a:lnTo>
                    <a:pt x="230104" y="192505"/>
                  </a:lnTo>
                  <a:lnTo>
                    <a:pt x="227848" y="191001"/>
                  </a:lnTo>
                  <a:lnTo>
                    <a:pt x="225592" y="190249"/>
                  </a:lnTo>
                  <a:lnTo>
                    <a:pt x="224840" y="190249"/>
                  </a:lnTo>
                  <a:lnTo>
                    <a:pt x="222584" y="191753"/>
                  </a:lnTo>
                  <a:lnTo>
                    <a:pt x="212057" y="194009"/>
                  </a:lnTo>
                  <a:lnTo>
                    <a:pt x="211305" y="194761"/>
                  </a:lnTo>
                  <a:lnTo>
                    <a:pt x="210553" y="194761"/>
                  </a:lnTo>
                  <a:lnTo>
                    <a:pt x="209801" y="195513"/>
                  </a:lnTo>
                  <a:lnTo>
                    <a:pt x="209049" y="197017"/>
                  </a:lnTo>
                  <a:lnTo>
                    <a:pt x="209049" y="197769"/>
                  </a:lnTo>
                  <a:lnTo>
                    <a:pt x="208297" y="200025"/>
                  </a:lnTo>
                  <a:lnTo>
                    <a:pt x="207545" y="201529"/>
                  </a:lnTo>
                  <a:lnTo>
                    <a:pt x="206041" y="202281"/>
                  </a:lnTo>
                  <a:lnTo>
                    <a:pt x="206041" y="203033"/>
                  </a:lnTo>
                  <a:lnTo>
                    <a:pt x="204537" y="203785"/>
                  </a:lnTo>
                  <a:lnTo>
                    <a:pt x="203785" y="203785"/>
                  </a:lnTo>
                  <a:lnTo>
                    <a:pt x="201529" y="204537"/>
                  </a:lnTo>
                  <a:lnTo>
                    <a:pt x="200777" y="204537"/>
                  </a:lnTo>
                  <a:lnTo>
                    <a:pt x="200025" y="203785"/>
                  </a:lnTo>
                  <a:lnTo>
                    <a:pt x="200025" y="203033"/>
                  </a:lnTo>
                  <a:lnTo>
                    <a:pt x="199273" y="201529"/>
                  </a:lnTo>
                  <a:lnTo>
                    <a:pt x="198521" y="201529"/>
                  </a:lnTo>
                  <a:lnTo>
                    <a:pt x="192506" y="204537"/>
                  </a:lnTo>
                  <a:lnTo>
                    <a:pt x="191753" y="204537"/>
                  </a:lnTo>
                  <a:lnTo>
                    <a:pt x="191002" y="205289"/>
                  </a:lnTo>
                  <a:lnTo>
                    <a:pt x="191002" y="206793"/>
                  </a:lnTo>
                  <a:lnTo>
                    <a:pt x="190249" y="209049"/>
                  </a:lnTo>
                  <a:lnTo>
                    <a:pt x="190249" y="209801"/>
                  </a:lnTo>
                  <a:lnTo>
                    <a:pt x="188746" y="211304"/>
                  </a:lnTo>
                  <a:lnTo>
                    <a:pt x="187242" y="213560"/>
                  </a:lnTo>
                  <a:lnTo>
                    <a:pt x="184986" y="215816"/>
                  </a:lnTo>
                  <a:lnTo>
                    <a:pt x="183482" y="218824"/>
                  </a:lnTo>
                  <a:lnTo>
                    <a:pt x="181978" y="221080"/>
                  </a:lnTo>
                  <a:lnTo>
                    <a:pt x="181226" y="221080"/>
                  </a:lnTo>
                  <a:lnTo>
                    <a:pt x="180474" y="221832"/>
                  </a:lnTo>
                  <a:lnTo>
                    <a:pt x="173706" y="225592"/>
                  </a:lnTo>
                  <a:lnTo>
                    <a:pt x="157163" y="232360"/>
                  </a:lnTo>
                  <a:lnTo>
                    <a:pt x="156410" y="233112"/>
                  </a:lnTo>
                  <a:lnTo>
                    <a:pt x="152651" y="236872"/>
                  </a:lnTo>
                  <a:lnTo>
                    <a:pt x="148891" y="242887"/>
                  </a:lnTo>
                  <a:lnTo>
                    <a:pt x="148139" y="243639"/>
                  </a:lnTo>
                  <a:lnTo>
                    <a:pt x="146635" y="244391"/>
                  </a:lnTo>
                  <a:lnTo>
                    <a:pt x="144379" y="245895"/>
                  </a:lnTo>
                  <a:lnTo>
                    <a:pt x="133099" y="249655"/>
                  </a:lnTo>
                  <a:lnTo>
                    <a:pt x="131595" y="250407"/>
                  </a:lnTo>
                  <a:lnTo>
                    <a:pt x="130091" y="251911"/>
                  </a:lnTo>
                  <a:lnTo>
                    <a:pt x="128588" y="253415"/>
                  </a:lnTo>
                  <a:lnTo>
                    <a:pt x="127836" y="254919"/>
                  </a:lnTo>
                  <a:lnTo>
                    <a:pt x="125580" y="259431"/>
                  </a:lnTo>
                  <a:lnTo>
                    <a:pt x="123324" y="262439"/>
                  </a:lnTo>
                  <a:lnTo>
                    <a:pt x="123324" y="263191"/>
                  </a:lnTo>
                  <a:lnTo>
                    <a:pt x="122572" y="263943"/>
                  </a:lnTo>
                  <a:lnTo>
                    <a:pt x="118812" y="266199"/>
                  </a:lnTo>
                  <a:lnTo>
                    <a:pt x="117308" y="266951"/>
                  </a:lnTo>
                  <a:lnTo>
                    <a:pt x="116556" y="266951"/>
                  </a:lnTo>
                  <a:lnTo>
                    <a:pt x="109788" y="263943"/>
                  </a:lnTo>
                  <a:lnTo>
                    <a:pt x="109036" y="263943"/>
                  </a:lnTo>
                  <a:lnTo>
                    <a:pt x="107532" y="263943"/>
                  </a:lnTo>
                  <a:lnTo>
                    <a:pt x="105276" y="263943"/>
                  </a:lnTo>
                  <a:lnTo>
                    <a:pt x="103772" y="263943"/>
                  </a:lnTo>
                  <a:lnTo>
                    <a:pt x="103020" y="264695"/>
                  </a:lnTo>
                  <a:lnTo>
                    <a:pt x="102269" y="266199"/>
                  </a:lnTo>
                  <a:lnTo>
                    <a:pt x="100765" y="267702"/>
                  </a:lnTo>
                  <a:lnTo>
                    <a:pt x="100765" y="268454"/>
                  </a:lnTo>
                  <a:lnTo>
                    <a:pt x="100765" y="269207"/>
                  </a:lnTo>
                  <a:lnTo>
                    <a:pt x="100765" y="269959"/>
                  </a:lnTo>
                  <a:lnTo>
                    <a:pt x="100765" y="270711"/>
                  </a:lnTo>
                  <a:lnTo>
                    <a:pt x="101516" y="271462"/>
                  </a:lnTo>
                  <a:lnTo>
                    <a:pt x="101516" y="272214"/>
                  </a:lnTo>
                  <a:lnTo>
                    <a:pt x="102269" y="272214"/>
                  </a:lnTo>
                  <a:lnTo>
                    <a:pt x="102269" y="272966"/>
                  </a:lnTo>
                  <a:lnTo>
                    <a:pt x="101516" y="273718"/>
                  </a:lnTo>
                  <a:lnTo>
                    <a:pt x="100765" y="274470"/>
                  </a:lnTo>
                  <a:lnTo>
                    <a:pt x="100012" y="274470"/>
                  </a:lnTo>
                  <a:lnTo>
                    <a:pt x="96253" y="272966"/>
                  </a:lnTo>
                  <a:lnTo>
                    <a:pt x="95501" y="272214"/>
                  </a:lnTo>
                  <a:lnTo>
                    <a:pt x="94749" y="272214"/>
                  </a:lnTo>
                  <a:lnTo>
                    <a:pt x="93997" y="271462"/>
                  </a:lnTo>
                  <a:lnTo>
                    <a:pt x="93997" y="270711"/>
                  </a:lnTo>
                  <a:lnTo>
                    <a:pt x="93245" y="269207"/>
                  </a:lnTo>
                  <a:lnTo>
                    <a:pt x="93245" y="268454"/>
                  </a:lnTo>
                  <a:lnTo>
                    <a:pt x="93245" y="267702"/>
                  </a:lnTo>
                  <a:lnTo>
                    <a:pt x="92493" y="266951"/>
                  </a:lnTo>
                  <a:lnTo>
                    <a:pt x="91741" y="266199"/>
                  </a:lnTo>
                  <a:lnTo>
                    <a:pt x="90989" y="266199"/>
                  </a:lnTo>
                  <a:lnTo>
                    <a:pt x="90237" y="266199"/>
                  </a:lnTo>
                  <a:lnTo>
                    <a:pt x="89485" y="266951"/>
                  </a:lnTo>
                  <a:lnTo>
                    <a:pt x="89485" y="267702"/>
                  </a:lnTo>
                  <a:lnTo>
                    <a:pt x="88733" y="269959"/>
                  </a:lnTo>
                  <a:lnTo>
                    <a:pt x="88733" y="270711"/>
                  </a:lnTo>
                  <a:lnTo>
                    <a:pt x="87981" y="272214"/>
                  </a:lnTo>
                  <a:lnTo>
                    <a:pt x="87229" y="272966"/>
                  </a:lnTo>
                  <a:lnTo>
                    <a:pt x="85725" y="273718"/>
                  </a:lnTo>
                  <a:lnTo>
                    <a:pt x="84973" y="274470"/>
                  </a:lnTo>
                  <a:lnTo>
                    <a:pt x="83469" y="274470"/>
                  </a:lnTo>
                  <a:lnTo>
                    <a:pt x="82717" y="274470"/>
                  </a:lnTo>
                  <a:lnTo>
                    <a:pt x="81965" y="274470"/>
                  </a:lnTo>
                  <a:lnTo>
                    <a:pt x="81213" y="274470"/>
                  </a:lnTo>
                  <a:lnTo>
                    <a:pt x="80461" y="273718"/>
                  </a:lnTo>
                  <a:lnTo>
                    <a:pt x="79709" y="273718"/>
                  </a:lnTo>
                  <a:lnTo>
                    <a:pt x="79709" y="272966"/>
                  </a:lnTo>
                  <a:lnTo>
                    <a:pt x="78205" y="272966"/>
                  </a:lnTo>
                  <a:lnTo>
                    <a:pt x="77453" y="273718"/>
                  </a:lnTo>
                  <a:lnTo>
                    <a:pt x="77453" y="274470"/>
                  </a:lnTo>
                  <a:lnTo>
                    <a:pt x="77453" y="275222"/>
                  </a:lnTo>
                  <a:lnTo>
                    <a:pt x="77453" y="275974"/>
                  </a:lnTo>
                  <a:lnTo>
                    <a:pt x="77453" y="277478"/>
                  </a:lnTo>
                  <a:lnTo>
                    <a:pt x="75950" y="278230"/>
                  </a:lnTo>
                  <a:lnTo>
                    <a:pt x="75197" y="278230"/>
                  </a:lnTo>
                  <a:lnTo>
                    <a:pt x="74446" y="278230"/>
                  </a:lnTo>
                  <a:lnTo>
                    <a:pt x="72942" y="278230"/>
                  </a:lnTo>
                  <a:lnTo>
                    <a:pt x="70686" y="276726"/>
                  </a:lnTo>
                  <a:lnTo>
                    <a:pt x="69933" y="276726"/>
                  </a:lnTo>
                  <a:lnTo>
                    <a:pt x="68430" y="276726"/>
                  </a:lnTo>
                  <a:lnTo>
                    <a:pt x="67678" y="275974"/>
                  </a:lnTo>
                  <a:lnTo>
                    <a:pt x="66926" y="275222"/>
                  </a:lnTo>
                  <a:lnTo>
                    <a:pt x="66926" y="274470"/>
                  </a:lnTo>
                  <a:lnTo>
                    <a:pt x="66926" y="273718"/>
                  </a:lnTo>
                  <a:lnTo>
                    <a:pt x="67678" y="271462"/>
                  </a:lnTo>
                  <a:lnTo>
                    <a:pt x="67678" y="270711"/>
                  </a:lnTo>
                  <a:lnTo>
                    <a:pt x="67678" y="269207"/>
                  </a:lnTo>
                  <a:lnTo>
                    <a:pt x="67678" y="268454"/>
                  </a:lnTo>
                  <a:lnTo>
                    <a:pt x="66174" y="264695"/>
                  </a:lnTo>
                  <a:lnTo>
                    <a:pt x="65422" y="263191"/>
                  </a:lnTo>
                  <a:lnTo>
                    <a:pt x="64670" y="261687"/>
                  </a:lnTo>
                  <a:lnTo>
                    <a:pt x="63166" y="257927"/>
                  </a:lnTo>
                  <a:lnTo>
                    <a:pt x="62414" y="257175"/>
                  </a:lnTo>
                  <a:lnTo>
                    <a:pt x="60910" y="256423"/>
                  </a:lnTo>
                  <a:lnTo>
                    <a:pt x="59406" y="255671"/>
                  </a:lnTo>
                  <a:lnTo>
                    <a:pt x="54894" y="258679"/>
                  </a:lnTo>
                  <a:lnTo>
                    <a:pt x="53390" y="260935"/>
                  </a:lnTo>
                  <a:lnTo>
                    <a:pt x="51886" y="262439"/>
                  </a:lnTo>
                  <a:lnTo>
                    <a:pt x="50382" y="263191"/>
                  </a:lnTo>
                  <a:lnTo>
                    <a:pt x="49631" y="263191"/>
                  </a:lnTo>
                  <a:lnTo>
                    <a:pt x="48878" y="263191"/>
                  </a:lnTo>
                  <a:lnTo>
                    <a:pt x="48878" y="262439"/>
                  </a:lnTo>
                  <a:lnTo>
                    <a:pt x="48127" y="261687"/>
                  </a:lnTo>
                  <a:lnTo>
                    <a:pt x="47374" y="260935"/>
                  </a:lnTo>
                  <a:lnTo>
                    <a:pt x="45871" y="260935"/>
                  </a:lnTo>
                  <a:lnTo>
                    <a:pt x="44367" y="260935"/>
                  </a:lnTo>
                  <a:lnTo>
                    <a:pt x="43614" y="261687"/>
                  </a:lnTo>
                  <a:lnTo>
                    <a:pt x="42863" y="262439"/>
                  </a:lnTo>
                  <a:lnTo>
                    <a:pt x="41359" y="263943"/>
                  </a:lnTo>
                  <a:lnTo>
                    <a:pt x="39103" y="264695"/>
                  </a:lnTo>
                  <a:lnTo>
                    <a:pt x="36095" y="265447"/>
                  </a:lnTo>
                  <a:lnTo>
                    <a:pt x="34591" y="266199"/>
                  </a:lnTo>
                  <a:lnTo>
                    <a:pt x="33087" y="266199"/>
                  </a:lnTo>
                  <a:lnTo>
                    <a:pt x="32335" y="265447"/>
                  </a:lnTo>
                  <a:lnTo>
                    <a:pt x="30831" y="263943"/>
                  </a:lnTo>
                  <a:lnTo>
                    <a:pt x="30079" y="263943"/>
                  </a:lnTo>
                  <a:lnTo>
                    <a:pt x="29327" y="263943"/>
                  </a:lnTo>
                  <a:lnTo>
                    <a:pt x="27071" y="263943"/>
                  </a:lnTo>
                  <a:lnTo>
                    <a:pt x="24815" y="263191"/>
                  </a:lnTo>
                  <a:lnTo>
                    <a:pt x="24063" y="261687"/>
                  </a:lnTo>
                  <a:lnTo>
                    <a:pt x="24063" y="258679"/>
                  </a:lnTo>
                  <a:lnTo>
                    <a:pt x="24063" y="256423"/>
                  </a:lnTo>
                  <a:lnTo>
                    <a:pt x="24063" y="254919"/>
                  </a:lnTo>
                  <a:lnTo>
                    <a:pt x="23311" y="254167"/>
                  </a:lnTo>
                  <a:lnTo>
                    <a:pt x="22559" y="254167"/>
                  </a:lnTo>
                  <a:lnTo>
                    <a:pt x="20303" y="254919"/>
                  </a:lnTo>
                  <a:lnTo>
                    <a:pt x="18799" y="254919"/>
                  </a:lnTo>
                  <a:lnTo>
                    <a:pt x="18048" y="254167"/>
                  </a:lnTo>
                  <a:lnTo>
                    <a:pt x="16544" y="253415"/>
                  </a:lnTo>
                  <a:lnTo>
                    <a:pt x="15792" y="252663"/>
                  </a:lnTo>
                  <a:lnTo>
                    <a:pt x="15039" y="251911"/>
                  </a:lnTo>
                  <a:lnTo>
                    <a:pt x="15039" y="250407"/>
                  </a:lnTo>
                  <a:lnTo>
                    <a:pt x="14288" y="248903"/>
                  </a:lnTo>
                  <a:lnTo>
                    <a:pt x="14288" y="245895"/>
                  </a:lnTo>
                  <a:lnTo>
                    <a:pt x="13535" y="244391"/>
                  </a:lnTo>
                  <a:lnTo>
                    <a:pt x="13535" y="243639"/>
                  </a:lnTo>
                  <a:lnTo>
                    <a:pt x="12784" y="243639"/>
                  </a:lnTo>
                  <a:lnTo>
                    <a:pt x="12032" y="243639"/>
                  </a:lnTo>
                  <a:lnTo>
                    <a:pt x="11280" y="244391"/>
                  </a:lnTo>
                  <a:lnTo>
                    <a:pt x="10528" y="244391"/>
                  </a:lnTo>
                  <a:lnTo>
                    <a:pt x="9776" y="244391"/>
                  </a:lnTo>
                  <a:lnTo>
                    <a:pt x="7520" y="243639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7" name="Forma Livre: Forma 226">
              <a:extLst>
                <a:ext uri="{FF2B5EF4-FFF2-40B4-BE49-F238E27FC236}">
                  <a16:creationId xmlns:a16="http://schemas.microsoft.com/office/drawing/2014/main" id="{EA3826B4-825E-0D69-90EB-31D7C5F40ADA}"/>
                </a:ext>
              </a:extLst>
            </p:cNvPr>
            <p:cNvSpPr/>
            <p:nvPr/>
          </p:nvSpPr>
          <p:spPr>
            <a:xfrm>
              <a:off x="8799646" y="3314700"/>
              <a:ext cx="994861" cy="339140"/>
            </a:xfrm>
            <a:custGeom>
              <a:avLst/>
              <a:gdLst>
                <a:gd name="csX0" fmla="*/ 0 w 994861"/>
                <a:gd name="csY0" fmla="*/ 220328 h 339140"/>
                <a:gd name="csX1" fmla="*/ 13535 w 994861"/>
                <a:gd name="csY1" fmla="*/ 214313 h 339140"/>
                <a:gd name="csX2" fmla="*/ 24815 w 994861"/>
                <a:gd name="csY2" fmla="*/ 208297 h 339140"/>
                <a:gd name="csX3" fmla="*/ 25567 w 994861"/>
                <a:gd name="csY3" fmla="*/ 207545 h 339140"/>
                <a:gd name="csX4" fmla="*/ 26319 w 994861"/>
                <a:gd name="csY4" fmla="*/ 206793 h 339140"/>
                <a:gd name="csX5" fmla="*/ 27071 w 994861"/>
                <a:gd name="csY5" fmla="*/ 205289 h 339140"/>
                <a:gd name="csX6" fmla="*/ 28575 w 994861"/>
                <a:gd name="csY6" fmla="*/ 203033 h 339140"/>
                <a:gd name="csX7" fmla="*/ 29327 w 994861"/>
                <a:gd name="csY7" fmla="*/ 200025 h 339140"/>
                <a:gd name="csX8" fmla="*/ 30079 w 994861"/>
                <a:gd name="csY8" fmla="*/ 198521 h 339140"/>
                <a:gd name="csX9" fmla="*/ 30831 w 994861"/>
                <a:gd name="csY9" fmla="*/ 197769 h 339140"/>
                <a:gd name="csX10" fmla="*/ 32335 w 994861"/>
                <a:gd name="csY10" fmla="*/ 195513 h 339140"/>
                <a:gd name="csX11" fmla="*/ 33087 w 994861"/>
                <a:gd name="csY11" fmla="*/ 194761 h 339140"/>
                <a:gd name="csX12" fmla="*/ 33839 w 994861"/>
                <a:gd name="csY12" fmla="*/ 194009 h 339140"/>
                <a:gd name="csX13" fmla="*/ 37599 w 994861"/>
                <a:gd name="csY13" fmla="*/ 193257 h 339140"/>
                <a:gd name="csX14" fmla="*/ 41359 w 994861"/>
                <a:gd name="csY14" fmla="*/ 193257 h 339140"/>
                <a:gd name="csX15" fmla="*/ 42110 w 994861"/>
                <a:gd name="csY15" fmla="*/ 192505 h 339140"/>
                <a:gd name="csX16" fmla="*/ 42862 w 994861"/>
                <a:gd name="csY16" fmla="*/ 192505 h 339140"/>
                <a:gd name="csX17" fmla="*/ 43614 w 994861"/>
                <a:gd name="csY17" fmla="*/ 191753 h 339140"/>
                <a:gd name="csX18" fmla="*/ 45118 w 994861"/>
                <a:gd name="csY18" fmla="*/ 190249 h 339140"/>
                <a:gd name="csX19" fmla="*/ 45870 w 994861"/>
                <a:gd name="csY19" fmla="*/ 189497 h 339140"/>
                <a:gd name="csX20" fmla="*/ 45870 w 994861"/>
                <a:gd name="csY20" fmla="*/ 187993 h 339140"/>
                <a:gd name="csX21" fmla="*/ 45870 w 994861"/>
                <a:gd name="csY21" fmla="*/ 185738 h 339140"/>
                <a:gd name="csX22" fmla="*/ 46622 w 994861"/>
                <a:gd name="csY22" fmla="*/ 184986 h 339140"/>
                <a:gd name="csX23" fmla="*/ 47374 w 994861"/>
                <a:gd name="csY23" fmla="*/ 183482 h 339140"/>
                <a:gd name="csX24" fmla="*/ 49630 w 994861"/>
                <a:gd name="csY24" fmla="*/ 181226 h 339140"/>
                <a:gd name="csX25" fmla="*/ 51134 w 994861"/>
                <a:gd name="csY25" fmla="*/ 179722 h 339140"/>
                <a:gd name="csX26" fmla="*/ 51886 w 994861"/>
                <a:gd name="csY26" fmla="*/ 178970 h 339140"/>
                <a:gd name="csX27" fmla="*/ 51886 w 994861"/>
                <a:gd name="csY27" fmla="*/ 176714 h 339140"/>
                <a:gd name="csX28" fmla="*/ 52638 w 994861"/>
                <a:gd name="csY28" fmla="*/ 175962 h 339140"/>
                <a:gd name="csX29" fmla="*/ 54142 w 994861"/>
                <a:gd name="csY29" fmla="*/ 175962 h 339140"/>
                <a:gd name="csX30" fmla="*/ 56398 w 994861"/>
                <a:gd name="csY30" fmla="*/ 175210 h 339140"/>
                <a:gd name="csX31" fmla="*/ 57902 w 994861"/>
                <a:gd name="csY31" fmla="*/ 175210 h 339140"/>
                <a:gd name="csX32" fmla="*/ 59406 w 994861"/>
                <a:gd name="csY32" fmla="*/ 175210 h 339140"/>
                <a:gd name="csX33" fmla="*/ 65421 w 994861"/>
                <a:gd name="csY33" fmla="*/ 176714 h 339140"/>
                <a:gd name="csX34" fmla="*/ 66925 w 994861"/>
                <a:gd name="csY34" fmla="*/ 176714 h 339140"/>
                <a:gd name="csX35" fmla="*/ 67678 w 994861"/>
                <a:gd name="csY35" fmla="*/ 177466 h 339140"/>
                <a:gd name="csX36" fmla="*/ 68429 w 994861"/>
                <a:gd name="csY36" fmla="*/ 177466 h 339140"/>
                <a:gd name="csX37" fmla="*/ 69181 w 994861"/>
                <a:gd name="csY37" fmla="*/ 177466 h 339140"/>
                <a:gd name="csX38" fmla="*/ 69933 w 994861"/>
                <a:gd name="csY38" fmla="*/ 176714 h 339140"/>
                <a:gd name="csX39" fmla="*/ 71438 w 994861"/>
                <a:gd name="csY39" fmla="*/ 174458 h 339140"/>
                <a:gd name="csX40" fmla="*/ 72189 w 994861"/>
                <a:gd name="csY40" fmla="*/ 172954 h 339140"/>
                <a:gd name="csX41" fmla="*/ 72189 w 994861"/>
                <a:gd name="csY41" fmla="*/ 171450 h 339140"/>
                <a:gd name="csX42" fmla="*/ 72189 w 994861"/>
                <a:gd name="csY42" fmla="*/ 169946 h 339140"/>
                <a:gd name="csX43" fmla="*/ 73693 w 994861"/>
                <a:gd name="csY43" fmla="*/ 165434 h 339140"/>
                <a:gd name="csX44" fmla="*/ 73693 w 994861"/>
                <a:gd name="csY44" fmla="*/ 164682 h 339140"/>
                <a:gd name="csX45" fmla="*/ 74445 w 994861"/>
                <a:gd name="csY45" fmla="*/ 163930 h 339140"/>
                <a:gd name="csX46" fmla="*/ 75949 w 994861"/>
                <a:gd name="csY46" fmla="*/ 163930 h 339140"/>
                <a:gd name="csX47" fmla="*/ 76701 w 994861"/>
                <a:gd name="csY47" fmla="*/ 164682 h 339140"/>
                <a:gd name="csX48" fmla="*/ 77453 w 994861"/>
                <a:gd name="csY48" fmla="*/ 164682 h 339140"/>
                <a:gd name="csX49" fmla="*/ 79709 w 994861"/>
                <a:gd name="csY49" fmla="*/ 166186 h 339140"/>
                <a:gd name="csX50" fmla="*/ 80461 w 994861"/>
                <a:gd name="csY50" fmla="*/ 166938 h 339140"/>
                <a:gd name="csX51" fmla="*/ 81213 w 994861"/>
                <a:gd name="csY51" fmla="*/ 166938 h 339140"/>
                <a:gd name="csX52" fmla="*/ 81965 w 994861"/>
                <a:gd name="csY52" fmla="*/ 166938 h 339140"/>
                <a:gd name="csX53" fmla="*/ 83469 w 994861"/>
                <a:gd name="csY53" fmla="*/ 166186 h 339140"/>
                <a:gd name="csX54" fmla="*/ 84221 w 994861"/>
                <a:gd name="csY54" fmla="*/ 163930 h 339140"/>
                <a:gd name="csX55" fmla="*/ 84973 w 994861"/>
                <a:gd name="csY55" fmla="*/ 161674 h 339140"/>
                <a:gd name="csX56" fmla="*/ 84973 w 994861"/>
                <a:gd name="csY56" fmla="*/ 160922 h 339140"/>
                <a:gd name="csX57" fmla="*/ 86477 w 994861"/>
                <a:gd name="csY57" fmla="*/ 159419 h 339140"/>
                <a:gd name="csX58" fmla="*/ 90989 w 994861"/>
                <a:gd name="csY58" fmla="*/ 157162 h 339140"/>
                <a:gd name="csX59" fmla="*/ 92493 w 994861"/>
                <a:gd name="csY59" fmla="*/ 151899 h 339140"/>
                <a:gd name="csX60" fmla="*/ 93244 w 994861"/>
                <a:gd name="csY60" fmla="*/ 151147 h 339140"/>
                <a:gd name="csX61" fmla="*/ 93997 w 994861"/>
                <a:gd name="csY61" fmla="*/ 149643 h 339140"/>
                <a:gd name="csX62" fmla="*/ 94749 w 994861"/>
                <a:gd name="csY62" fmla="*/ 148891 h 339140"/>
                <a:gd name="csX63" fmla="*/ 104524 w 994861"/>
                <a:gd name="csY63" fmla="*/ 142875 h 339140"/>
                <a:gd name="csX64" fmla="*/ 105276 w 994861"/>
                <a:gd name="csY64" fmla="*/ 142123 h 339140"/>
                <a:gd name="csX65" fmla="*/ 107532 w 994861"/>
                <a:gd name="csY65" fmla="*/ 139115 h 339140"/>
                <a:gd name="csX66" fmla="*/ 110540 w 994861"/>
                <a:gd name="csY66" fmla="*/ 136859 h 339140"/>
                <a:gd name="csX67" fmla="*/ 113548 w 994861"/>
                <a:gd name="csY67" fmla="*/ 132347 h 339140"/>
                <a:gd name="csX68" fmla="*/ 115052 w 994861"/>
                <a:gd name="csY68" fmla="*/ 132347 h 339140"/>
                <a:gd name="csX69" fmla="*/ 115804 w 994861"/>
                <a:gd name="csY69" fmla="*/ 131595 h 339140"/>
                <a:gd name="csX70" fmla="*/ 116556 w 994861"/>
                <a:gd name="csY70" fmla="*/ 131595 h 339140"/>
                <a:gd name="csX71" fmla="*/ 117308 w 994861"/>
                <a:gd name="csY71" fmla="*/ 131595 h 339140"/>
                <a:gd name="csX72" fmla="*/ 118060 w 994861"/>
                <a:gd name="csY72" fmla="*/ 130843 h 339140"/>
                <a:gd name="csX73" fmla="*/ 118812 w 994861"/>
                <a:gd name="csY73" fmla="*/ 130091 h 339140"/>
                <a:gd name="csX74" fmla="*/ 119564 w 994861"/>
                <a:gd name="csY74" fmla="*/ 129340 h 339140"/>
                <a:gd name="csX75" fmla="*/ 120316 w 994861"/>
                <a:gd name="csY75" fmla="*/ 127084 h 339140"/>
                <a:gd name="csX76" fmla="*/ 125579 w 994861"/>
                <a:gd name="csY76" fmla="*/ 115804 h 339140"/>
                <a:gd name="csX77" fmla="*/ 126331 w 994861"/>
                <a:gd name="csY77" fmla="*/ 110540 h 339140"/>
                <a:gd name="csX78" fmla="*/ 127083 w 994861"/>
                <a:gd name="csY78" fmla="*/ 97005 h 339140"/>
                <a:gd name="csX79" fmla="*/ 126331 w 994861"/>
                <a:gd name="csY79" fmla="*/ 87981 h 339140"/>
                <a:gd name="csX80" fmla="*/ 125579 w 994861"/>
                <a:gd name="csY80" fmla="*/ 85725 h 339140"/>
                <a:gd name="csX81" fmla="*/ 124076 w 994861"/>
                <a:gd name="csY81" fmla="*/ 84221 h 339140"/>
                <a:gd name="csX82" fmla="*/ 121068 w 994861"/>
                <a:gd name="csY82" fmla="*/ 81965 h 339140"/>
                <a:gd name="csX83" fmla="*/ 118812 w 994861"/>
                <a:gd name="csY83" fmla="*/ 80461 h 339140"/>
                <a:gd name="csX84" fmla="*/ 109788 w 994861"/>
                <a:gd name="csY84" fmla="*/ 76701 h 339140"/>
                <a:gd name="csX85" fmla="*/ 109036 w 994861"/>
                <a:gd name="csY85" fmla="*/ 75949 h 339140"/>
                <a:gd name="csX86" fmla="*/ 107532 w 994861"/>
                <a:gd name="csY86" fmla="*/ 74445 h 339140"/>
                <a:gd name="csX87" fmla="*/ 107532 w 994861"/>
                <a:gd name="csY87" fmla="*/ 73693 h 339140"/>
                <a:gd name="csX88" fmla="*/ 108284 w 994861"/>
                <a:gd name="csY88" fmla="*/ 71438 h 339140"/>
                <a:gd name="csX89" fmla="*/ 109788 w 994861"/>
                <a:gd name="csY89" fmla="*/ 67678 h 339140"/>
                <a:gd name="csX90" fmla="*/ 112044 w 994861"/>
                <a:gd name="csY90" fmla="*/ 64670 h 339140"/>
                <a:gd name="csX91" fmla="*/ 112044 w 994861"/>
                <a:gd name="csY91" fmla="*/ 63918 h 339140"/>
                <a:gd name="csX92" fmla="*/ 113548 w 994861"/>
                <a:gd name="csY92" fmla="*/ 63166 h 339140"/>
                <a:gd name="csX93" fmla="*/ 113548 w 994861"/>
                <a:gd name="csY93" fmla="*/ 61662 h 339140"/>
                <a:gd name="csX94" fmla="*/ 113548 w 994861"/>
                <a:gd name="csY94" fmla="*/ 60910 h 339140"/>
                <a:gd name="csX95" fmla="*/ 114300 w 994861"/>
                <a:gd name="csY95" fmla="*/ 57150 h 339140"/>
                <a:gd name="csX96" fmla="*/ 113548 w 994861"/>
                <a:gd name="csY96" fmla="*/ 55646 h 339140"/>
                <a:gd name="csX97" fmla="*/ 112796 w 994861"/>
                <a:gd name="csY97" fmla="*/ 52638 h 339140"/>
                <a:gd name="csX98" fmla="*/ 112796 w 994861"/>
                <a:gd name="csY98" fmla="*/ 51886 h 339140"/>
                <a:gd name="csX99" fmla="*/ 109788 w 994861"/>
                <a:gd name="csY99" fmla="*/ 48126 h 339140"/>
                <a:gd name="csX100" fmla="*/ 103772 w 994861"/>
                <a:gd name="csY100" fmla="*/ 36847 h 339140"/>
                <a:gd name="csX101" fmla="*/ 103020 w 994861"/>
                <a:gd name="csY101" fmla="*/ 36095 h 339140"/>
                <a:gd name="csX102" fmla="*/ 103020 w 994861"/>
                <a:gd name="csY102" fmla="*/ 33087 h 339140"/>
                <a:gd name="csX103" fmla="*/ 102268 w 994861"/>
                <a:gd name="csY103" fmla="*/ 31583 h 339140"/>
                <a:gd name="csX104" fmla="*/ 103772 w 994861"/>
                <a:gd name="csY104" fmla="*/ 24063 h 339140"/>
                <a:gd name="csX105" fmla="*/ 103772 w 994861"/>
                <a:gd name="csY105" fmla="*/ 23311 h 339140"/>
                <a:gd name="csX106" fmla="*/ 103772 w 994861"/>
                <a:gd name="csY106" fmla="*/ 22559 h 339140"/>
                <a:gd name="csX107" fmla="*/ 104524 w 994861"/>
                <a:gd name="csY107" fmla="*/ 21807 h 339140"/>
                <a:gd name="csX108" fmla="*/ 105276 w 994861"/>
                <a:gd name="csY108" fmla="*/ 21807 h 339140"/>
                <a:gd name="csX109" fmla="*/ 108284 w 994861"/>
                <a:gd name="csY109" fmla="*/ 19551 h 339140"/>
                <a:gd name="csX110" fmla="*/ 109788 w 994861"/>
                <a:gd name="csY110" fmla="*/ 19551 h 339140"/>
                <a:gd name="csX111" fmla="*/ 126331 w 994861"/>
                <a:gd name="csY111" fmla="*/ 18047 h 339140"/>
                <a:gd name="csX112" fmla="*/ 163178 w 994861"/>
                <a:gd name="csY112" fmla="*/ 18799 h 339140"/>
                <a:gd name="csX113" fmla="*/ 164682 w 994861"/>
                <a:gd name="csY113" fmla="*/ 18047 h 339140"/>
                <a:gd name="csX114" fmla="*/ 166186 w 994861"/>
                <a:gd name="csY114" fmla="*/ 18047 h 339140"/>
                <a:gd name="csX115" fmla="*/ 168442 w 994861"/>
                <a:gd name="csY115" fmla="*/ 18799 h 339140"/>
                <a:gd name="csX116" fmla="*/ 181977 w 994861"/>
                <a:gd name="csY116" fmla="*/ 22559 h 339140"/>
                <a:gd name="csX117" fmla="*/ 184985 w 994861"/>
                <a:gd name="csY117" fmla="*/ 22559 h 339140"/>
                <a:gd name="csX118" fmla="*/ 198521 w 994861"/>
                <a:gd name="csY118" fmla="*/ 21055 h 339140"/>
                <a:gd name="csX119" fmla="*/ 201529 w 994861"/>
                <a:gd name="csY119" fmla="*/ 19551 h 339140"/>
                <a:gd name="csX120" fmla="*/ 206793 w 994861"/>
                <a:gd name="csY120" fmla="*/ 17295 h 339140"/>
                <a:gd name="csX121" fmla="*/ 215064 w 994861"/>
                <a:gd name="csY121" fmla="*/ 13535 h 339140"/>
                <a:gd name="csX122" fmla="*/ 218824 w 994861"/>
                <a:gd name="csY122" fmla="*/ 12784 h 339140"/>
                <a:gd name="csX123" fmla="*/ 230856 w 994861"/>
                <a:gd name="csY123" fmla="*/ 12032 h 339140"/>
                <a:gd name="csX124" fmla="*/ 260183 w 994861"/>
                <a:gd name="csY124" fmla="*/ 15791 h 339140"/>
                <a:gd name="csX125" fmla="*/ 263191 w 994861"/>
                <a:gd name="csY125" fmla="*/ 17295 h 339140"/>
                <a:gd name="csX126" fmla="*/ 272214 w 994861"/>
                <a:gd name="csY126" fmla="*/ 25567 h 339140"/>
                <a:gd name="csX127" fmla="*/ 275974 w 994861"/>
                <a:gd name="csY127" fmla="*/ 28575 h 339140"/>
                <a:gd name="csX128" fmla="*/ 278230 w 994861"/>
                <a:gd name="csY128" fmla="*/ 30831 h 339140"/>
                <a:gd name="csX129" fmla="*/ 278982 w 994861"/>
                <a:gd name="csY129" fmla="*/ 31583 h 339140"/>
                <a:gd name="csX130" fmla="*/ 280486 w 994861"/>
                <a:gd name="csY130" fmla="*/ 32335 h 339140"/>
                <a:gd name="csX131" fmla="*/ 286502 w 994861"/>
                <a:gd name="csY131" fmla="*/ 33087 h 339140"/>
                <a:gd name="csX132" fmla="*/ 287254 w 994861"/>
                <a:gd name="csY132" fmla="*/ 33839 h 339140"/>
                <a:gd name="csX133" fmla="*/ 289510 w 994861"/>
                <a:gd name="csY133" fmla="*/ 34591 h 339140"/>
                <a:gd name="csX134" fmla="*/ 295526 w 994861"/>
                <a:gd name="csY134" fmla="*/ 39103 h 339140"/>
                <a:gd name="csX135" fmla="*/ 300789 w 994861"/>
                <a:gd name="csY135" fmla="*/ 41359 h 339140"/>
                <a:gd name="csX136" fmla="*/ 303045 w 994861"/>
                <a:gd name="csY136" fmla="*/ 41359 h 339140"/>
                <a:gd name="csX137" fmla="*/ 306053 w 994861"/>
                <a:gd name="csY137" fmla="*/ 42111 h 339140"/>
                <a:gd name="csX138" fmla="*/ 306805 w 994861"/>
                <a:gd name="csY138" fmla="*/ 42863 h 339140"/>
                <a:gd name="csX139" fmla="*/ 307557 w 994861"/>
                <a:gd name="csY139" fmla="*/ 43614 h 339140"/>
                <a:gd name="csX140" fmla="*/ 309061 w 994861"/>
                <a:gd name="csY140" fmla="*/ 45118 h 339140"/>
                <a:gd name="csX141" fmla="*/ 309813 w 994861"/>
                <a:gd name="csY141" fmla="*/ 47374 h 339140"/>
                <a:gd name="csX142" fmla="*/ 312069 w 994861"/>
                <a:gd name="csY142" fmla="*/ 51886 h 339140"/>
                <a:gd name="csX143" fmla="*/ 312821 w 994861"/>
                <a:gd name="csY143" fmla="*/ 53390 h 339140"/>
                <a:gd name="csX144" fmla="*/ 319589 w 994861"/>
                <a:gd name="csY144" fmla="*/ 60910 h 339140"/>
                <a:gd name="csX145" fmla="*/ 321845 w 994861"/>
                <a:gd name="csY145" fmla="*/ 62414 h 339140"/>
                <a:gd name="csX146" fmla="*/ 330868 w 994861"/>
                <a:gd name="csY146" fmla="*/ 66174 h 339140"/>
                <a:gd name="csX147" fmla="*/ 332372 w 994861"/>
                <a:gd name="csY147" fmla="*/ 66926 h 339140"/>
                <a:gd name="csX148" fmla="*/ 333124 w 994861"/>
                <a:gd name="csY148" fmla="*/ 66926 h 339140"/>
                <a:gd name="csX149" fmla="*/ 335380 w 994861"/>
                <a:gd name="csY149" fmla="*/ 67678 h 339140"/>
                <a:gd name="csX150" fmla="*/ 339892 w 994861"/>
                <a:gd name="csY150" fmla="*/ 70685 h 339140"/>
                <a:gd name="csX151" fmla="*/ 340644 w 994861"/>
                <a:gd name="csY151" fmla="*/ 71438 h 339140"/>
                <a:gd name="csX152" fmla="*/ 342148 w 994861"/>
                <a:gd name="csY152" fmla="*/ 72190 h 339140"/>
                <a:gd name="csX153" fmla="*/ 342900 w 994861"/>
                <a:gd name="csY153" fmla="*/ 73693 h 339140"/>
                <a:gd name="csX154" fmla="*/ 343652 w 994861"/>
                <a:gd name="csY154" fmla="*/ 75197 h 339140"/>
                <a:gd name="csX155" fmla="*/ 346660 w 994861"/>
                <a:gd name="csY155" fmla="*/ 86477 h 339140"/>
                <a:gd name="csX156" fmla="*/ 347411 w 994861"/>
                <a:gd name="csY156" fmla="*/ 87981 h 339140"/>
                <a:gd name="csX157" fmla="*/ 347411 w 994861"/>
                <a:gd name="csY157" fmla="*/ 88733 h 339140"/>
                <a:gd name="csX158" fmla="*/ 348164 w 994861"/>
                <a:gd name="csY158" fmla="*/ 88733 h 339140"/>
                <a:gd name="csX159" fmla="*/ 349668 w 994861"/>
                <a:gd name="csY159" fmla="*/ 88733 h 339140"/>
                <a:gd name="csX160" fmla="*/ 351171 w 994861"/>
                <a:gd name="csY160" fmla="*/ 87981 h 339140"/>
                <a:gd name="csX161" fmla="*/ 355683 w 994861"/>
                <a:gd name="csY161" fmla="*/ 85725 h 339140"/>
                <a:gd name="csX162" fmla="*/ 357939 w 994861"/>
                <a:gd name="csY162" fmla="*/ 84221 h 339140"/>
                <a:gd name="csX163" fmla="*/ 359443 w 994861"/>
                <a:gd name="csY163" fmla="*/ 84221 h 339140"/>
                <a:gd name="csX164" fmla="*/ 360195 w 994861"/>
                <a:gd name="csY164" fmla="*/ 84221 h 339140"/>
                <a:gd name="csX165" fmla="*/ 361699 w 994861"/>
                <a:gd name="csY165" fmla="*/ 87981 h 339140"/>
                <a:gd name="csX166" fmla="*/ 362451 w 994861"/>
                <a:gd name="csY166" fmla="*/ 88733 h 339140"/>
                <a:gd name="csX167" fmla="*/ 363203 w 994861"/>
                <a:gd name="csY167" fmla="*/ 88733 h 339140"/>
                <a:gd name="csX168" fmla="*/ 363955 w 994861"/>
                <a:gd name="csY168" fmla="*/ 87981 h 339140"/>
                <a:gd name="csX169" fmla="*/ 366211 w 994861"/>
                <a:gd name="csY169" fmla="*/ 85725 h 339140"/>
                <a:gd name="csX170" fmla="*/ 367715 w 994861"/>
                <a:gd name="csY170" fmla="*/ 82717 h 339140"/>
                <a:gd name="csX171" fmla="*/ 369971 w 994861"/>
                <a:gd name="csY171" fmla="*/ 80461 h 339140"/>
                <a:gd name="csX172" fmla="*/ 372227 w 994861"/>
                <a:gd name="csY172" fmla="*/ 75197 h 339140"/>
                <a:gd name="csX173" fmla="*/ 373731 w 994861"/>
                <a:gd name="csY173" fmla="*/ 73693 h 339140"/>
                <a:gd name="csX174" fmla="*/ 376739 w 994861"/>
                <a:gd name="csY174" fmla="*/ 69933 h 339140"/>
                <a:gd name="csX175" fmla="*/ 378994 w 994861"/>
                <a:gd name="csY175" fmla="*/ 66926 h 339140"/>
                <a:gd name="csX176" fmla="*/ 378994 w 994861"/>
                <a:gd name="csY176" fmla="*/ 66174 h 339140"/>
                <a:gd name="csX177" fmla="*/ 379747 w 994861"/>
                <a:gd name="csY177" fmla="*/ 66174 h 339140"/>
                <a:gd name="csX178" fmla="*/ 381250 w 994861"/>
                <a:gd name="csY178" fmla="*/ 66174 h 339140"/>
                <a:gd name="csX179" fmla="*/ 382003 w 994861"/>
                <a:gd name="csY179" fmla="*/ 66174 h 339140"/>
                <a:gd name="csX180" fmla="*/ 382754 w 994861"/>
                <a:gd name="csY180" fmla="*/ 66926 h 339140"/>
                <a:gd name="csX181" fmla="*/ 382754 w 994861"/>
                <a:gd name="csY181" fmla="*/ 67678 h 339140"/>
                <a:gd name="csX182" fmla="*/ 383507 w 994861"/>
                <a:gd name="csY182" fmla="*/ 67678 h 339140"/>
                <a:gd name="csX183" fmla="*/ 384258 w 994861"/>
                <a:gd name="csY183" fmla="*/ 67678 h 339140"/>
                <a:gd name="csX184" fmla="*/ 385010 w 994861"/>
                <a:gd name="csY184" fmla="*/ 66174 h 339140"/>
                <a:gd name="csX185" fmla="*/ 385010 w 994861"/>
                <a:gd name="csY185" fmla="*/ 63166 h 339140"/>
                <a:gd name="csX186" fmla="*/ 385762 w 994861"/>
                <a:gd name="csY186" fmla="*/ 62414 h 339140"/>
                <a:gd name="csX187" fmla="*/ 385762 w 994861"/>
                <a:gd name="csY187" fmla="*/ 61662 h 339140"/>
                <a:gd name="csX188" fmla="*/ 386514 w 994861"/>
                <a:gd name="csY188" fmla="*/ 60158 h 339140"/>
                <a:gd name="csX189" fmla="*/ 388018 w 994861"/>
                <a:gd name="csY189" fmla="*/ 59406 h 339140"/>
                <a:gd name="csX190" fmla="*/ 389522 w 994861"/>
                <a:gd name="csY190" fmla="*/ 59406 h 339140"/>
                <a:gd name="csX191" fmla="*/ 392530 w 994861"/>
                <a:gd name="csY191" fmla="*/ 58654 h 339140"/>
                <a:gd name="csX192" fmla="*/ 394034 w 994861"/>
                <a:gd name="csY192" fmla="*/ 58654 h 339140"/>
                <a:gd name="csX193" fmla="*/ 395538 w 994861"/>
                <a:gd name="csY193" fmla="*/ 58654 h 339140"/>
                <a:gd name="csX194" fmla="*/ 396290 w 994861"/>
                <a:gd name="csY194" fmla="*/ 59406 h 339140"/>
                <a:gd name="csX195" fmla="*/ 397042 w 994861"/>
                <a:gd name="csY195" fmla="*/ 59406 h 339140"/>
                <a:gd name="csX196" fmla="*/ 397042 w 994861"/>
                <a:gd name="csY196" fmla="*/ 58654 h 339140"/>
                <a:gd name="csX197" fmla="*/ 399298 w 994861"/>
                <a:gd name="csY197" fmla="*/ 55646 h 339140"/>
                <a:gd name="csX198" fmla="*/ 400802 w 994861"/>
                <a:gd name="csY198" fmla="*/ 54894 h 339140"/>
                <a:gd name="csX199" fmla="*/ 405314 w 994861"/>
                <a:gd name="csY199" fmla="*/ 53390 h 339140"/>
                <a:gd name="csX200" fmla="*/ 407569 w 994861"/>
                <a:gd name="csY200" fmla="*/ 54142 h 339140"/>
                <a:gd name="csX201" fmla="*/ 408322 w 994861"/>
                <a:gd name="csY201" fmla="*/ 54142 h 339140"/>
                <a:gd name="csX202" fmla="*/ 409073 w 994861"/>
                <a:gd name="csY202" fmla="*/ 54142 h 339140"/>
                <a:gd name="csX203" fmla="*/ 409826 w 994861"/>
                <a:gd name="csY203" fmla="*/ 53390 h 339140"/>
                <a:gd name="csX204" fmla="*/ 410577 w 994861"/>
                <a:gd name="csY204" fmla="*/ 53390 h 339140"/>
                <a:gd name="csX205" fmla="*/ 411329 w 994861"/>
                <a:gd name="csY205" fmla="*/ 53390 h 339140"/>
                <a:gd name="csX206" fmla="*/ 411329 w 994861"/>
                <a:gd name="csY206" fmla="*/ 54142 h 339140"/>
                <a:gd name="csX207" fmla="*/ 412082 w 994861"/>
                <a:gd name="csY207" fmla="*/ 55646 h 339140"/>
                <a:gd name="csX208" fmla="*/ 412082 w 994861"/>
                <a:gd name="csY208" fmla="*/ 58654 h 339140"/>
                <a:gd name="csX209" fmla="*/ 412833 w 994861"/>
                <a:gd name="csY209" fmla="*/ 60158 h 339140"/>
                <a:gd name="csX210" fmla="*/ 412833 w 994861"/>
                <a:gd name="csY210" fmla="*/ 61662 h 339140"/>
                <a:gd name="csX211" fmla="*/ 413586 w 994861"/>
                <a:gd name="csY211" fmla="*/ 62414 h 339140"/>
                <a:gd name="csX212" fmla="*/ 414337 w 994861"/>
                <a:gd name="csY212" fmla="*/ 63166 h 339140"/>
                <a:gd name="csX213" fmla="*/ 415841 w 994861"/>
                <a:gd name="csY213" fmla="*/ 63918 h 339140"/>
                <a:gd name="csX214" fmla="*/ 416593 w 994861"/>
                <a:gd name="csY214" fmla="*/ 64670 h 339140"/>
                <a:gd name="csX215" fmla="*/ 418097 w 994861"/>
                <a:gd name="csY215" fmla="*/ 64670 h 339140"/>
                <a:gd name="csX216" fmla="*/ 420353 w 994861"/>
                <a:gd name="csY216" fmla="*/ 63918 h 339140"/>
                <a:gd name="csX217" fmla="*/ 421105 w 994861"/>
                <a:gd name="csY217" fmla="*/ 63918 h 339140"/>
                <a:gd name="csX218" fmla="*/ 421857 w 994861"/>
                <a:gd name="csY218" fmla="*/ 64670 h 339140"/>
                <a:gd name="csX219" fmla="*/ 421857 w 994861"/>
                <a:gd name="csY219" fmla="*/ 66174 h 339140"/>
                <a:gd name="csX220" fmla="*/ 421857 w 994861"/>
                <a:gd name="csY220" fmla="*/ 68430 h 339140"/>
                <a:gd name="csX221" fmla="*/ 421857 w 994861"/>
                <a:gd name="csY221" fmla="*/ 71438 h 339140"/>
                <a:gd name="csX222" fmla="*/ 422609 w 994861"/>
                <a:gd name="csY222" fmla="*/ 72942 h 339140"/>
                <a:gd name="csX223" fmla="*/ 424865 w 994861"/>
                <a:gd name="csY223" fmla="*/ 73693 h 339140"/>
                <a:gd name="csX224" fmla="*/ 427121 w 994861"/>
                <a:gd name="csY224" fmla="*/ 73693 h 339140"/>
                <a:gd name="csX225" fmla="*/ 427873 w 994861"/>
                <a:gd name="csY225" fmla="*/ 73693 h 339140"/>
                <a:gd name="csX226" fmla="*/ 428625 w 994861"/>
                <a:gd name="csY226" fmla="*/ 73693 h 339140"/>
                <a:gd name="csX227" fmla="*/ 430129 w 994861"/>
                <a:gd name="csY227" fmla="*/ 75197 h 339140"/>
                <a:gd name="csX228" fmla="*/ 430881 w 994861"/>
                <a:gd name="csY228" fmla="*/ 75949 h 339140"/>
                <a:gd name="csX229" fmla="*/ 432385 w 994861"/>
                <a:gd name="csY229" fmla="*/ 75949 h 339140"/>
                <a:gd name="csX230" fmla="*/ 433888 w 994861"/>
                <a:gd name="csY230" fmla="*/ 75197 h 339140"/>
                <a:gd name="csX231" fmla="*/ 436897 w 994861"/>
                <a:gd name="csY231" fmla="*/ 74445 h 339140"/>
                <a:gd name="csX232" fmla="*/ 439152 w 994861"/>
                <a:gd name="csY232" fmla="*/ 73693 h 339140"/>
                <a:gd name="csX233" fmla="*/ 440656 w 994861"/>
                <a:gd name="csY233" fmla="*/ 72190 h 339140"/>
                <a:gd name="csX234" fmla="*/ 441408 w 994861"/>
                <a:gd name="csY234" fmla="*/ 71438 h 339140"/>
                <a:gd name="csX235" fmla="*/ 442160 w 994861"/>
                <a:gd name="csY235" fmla="*/ 70685 h 339140"/>
                <a:gd name="csX236" fmla="*/ 443664 w 994861"/>
                <a:gd name="csY236" fmla="*/ 70685 h 339140"/>
                <a:gd name="csX237" fmla="*/ 445168 w 994861"/>
                <a:gd name="csY237" fmla="*/ 70685 h 339140"/>
                <a:gd name="csX238" fmla="*/ 445920 w 994861"/>
                <a:gd name="csY238" fmla="*/ 71438 h 339140"/>
                <a:gd name="csX239" fmla="*/ 446672 w 994861"/>
                <a:gd name="csY239" fmla="*/ 72190 h 339140"/>
                <a:gd name="csX240" fmla="*/ 446672 w 994861"/>
                <a:gd name="csY240" fmla="*/ 72942 h 339140"/>
                <a:gd name="csX241" fmla="*/ 447424 w 994861"/>
                <a:gd name="csY241" fmla="*/ 72942 h 339140"/>
                <a:gd name="csX242" fmla="*/ 448176 w 994861"/>
                <a:gd name="csY242" fmla="*/ 72942 h 339140"/>
                <a:gd name="csX243" fmla="*/ 449680 w 994861"/>
                <a:gd name="csY243" fmla="*/ 72190 h 339140"/>
                <a:gd name="csX244" fmla="*/ 451184 w 994861"/>
                <a:gd name="csY244" fmla="*/ 70685 h 339140"/>
                <a:gd name="csX245" fmla="*/ 452688 w 994861"/>
                <a:gd name="csY245" fmla="*/ 68430 h 339140"/>
                <a:gd name="csX246" fmla="*/ 457200 w 994861"/>
                <a:gd name="csY246" fmla="*/ 65422 h 339140"/>
                <a:gd name="csX247" fmla="*/ 458704 w 994861"/>
                <a:gd name="csY247" fmla="*/ 66174 h 339140"/>
                <a:gd name="csX248" fmla="*/ 460208 w 994861"/>
                <a:gd name="csY248" fmla="*/ 66926 h 339140"/>
                <a:gd name="csX249" fmla="*/ 460960 w 994861"/>
                <a:gd name="csY249" fmla="*/ 67678 h 339140"/>
                <a:gd name="csX250" fmla="*/ 462464 w 994861"/>
                <a:gd name="csY250" fmla="*/ 71438 h 339140"/>
                <a:gd name="csX251" fmla="*/ 463216 w 994861"/>
                <a:gd name="csY251" fmla="*/ 72942 h 339140"/>
                <a:gd name="csX252" fmla="*/ 463967 w 994861"/>
                <a:gd name="csY252" fmla="*/ 74445 h 339140"/>
                <a:gd name="csX253" fmla="*/ 465471 w 994861"/>
                <a:gd name="csY253" fmla="*/ 78205 h 339140"/>
                <a:gd name="csX254" fmla="*/ 465471 w 994861"/>
                <a:gd name="csY254" fmla="*/ 78957 h 339140"/>
                <a:gd name="csX255" fmla="*/ 465471 w 994861"/>
                <a:gd name="csY255" fmla="*/ 80461 h 339140"/>
                <a:gd name="csX256" fmla="*/ 465471 w 994861"/>
                <a:gd name="csY256" fmla="*/ 81213 h 339140"/>
                <a:gd name="csX257" fmla="*/ 464720 w 994861"/>
                <a:gd name="csY257" fmla="*/ 83469 h 339140"/>
                <a:gd name="csX258" fmla="*/ 464720 w 994861"/>
                <a:gd name="csY258" fmla="*/ 84221 h 339140"/>
                <a:gd name="csX259" fmla="*/ 464720 w 994861"/>
                <a:gd name="csY259" fmla="*/ 84973 h 339140"/>
                <a:gd name="csX260" fmla="*/ 465471 w 994861"/>
                <a:gd name="csY260" fmla="*/ 85725 h 339140"/>
                <a:gd name="csX261" fmla="*/ 466224 w 994861"/>
                <a:gd name="csY261" fmla="*/ 86477 h 339140"/>
                <a:gd name="csX262" fmla="*/ 467727 w 994861"/>
                <a:gd name="csY262" fmla="*/ 86477 h 339140"/>
                <a:gd name="csX263" fmla="*/ 468480 w 994861"/>
                <a:gd name="csY263" fmla="*/ 86477 h 339140"/>
                <a:gd name="csX264" fmla="*/ 470735 w 994861"/>
                <a:gd name="csY264" fmla="*/ 87981 h 339140"/>
                <a:gd name="csX265" fmla="*/ 472239 w 994861"/>
                <a:gd name="csY265" fmla="*/ 87981 h 339140"/>
                <a:gd name="csX266" fmla="*/ 472991 w 994861"/>
                <a:gd name="csY266" fmla="*/ 87981 h 339140"/>
                <a:gd name="csX267" fmla="*/ 473743 w 994861"/>
                <a:gd name="csY267" fmla="*/ 87981 h 339140"/>
                <a:gd name="csX268" fmla="*/ 475247 w 994861"/>
                <a:gd name="csY268" fmla="*/ 87229 h 339140"/>
                <a:gd name="csX269" fmla="*/ 475247 w 994861"/>
                <a:gd name="csY269" fmla="*/ 85725 h 339140"/>
                <a:gd name="csX270" fmla="*/ 475247 w 994861"/>
                <a:gd name="csY270" fmla="*/ 84973 h 339140"/>
                <a:gd name="csX271" fmla="*/ 475247 w 994861"/>
                <a:gd name="csY271" fmla="*/ 84221 h 339140"/>
                <a:gd name="csX272" fmla="*/ 475247 w 994861"/>
                <a:gd name="csY272" fmla="*/ 83469 h 339140"/>
                <a:gd name="csX273" fmla="*/ 475999 w 994861"/>
                <a:gd name="csY273" fmla="*/ 82717 h 339140"/>
                <a:gd name="csX274" fmla="*/ 477503 w 994861"/>
                <a:gd name="csY274" fmla="*/ 82717 h 339140"/>
                <a:gd name="csX275" fmla="*/ 477503 w 994861"/>
                <a:gd name="csY275" fmla="*/ 83469 h 339140"/>
                <a:gd name="csX276" fmla="*/ 478255 w 994861"/>
                <a:gd name="csY276" fmla="*/ 83469 h 339140"/>
                <a:gd name="csX277" fmla="*/ 479007 w 994861"/>
                <a:gd name="csY277" fmla="*/ 84221 h 339140"/>
                <a:gd name="csX278" fmla="*/ 479759 w 994861"/>
                <a:gd name="csY278" fmla="*/ 84221 h 339140"/>
                <a:gd name="csX279" fmla="*/ 480511 w 994861"/>
                <a:gd name="csY279" fmla="*/ 84221 h 339140"/>
                <a:gd name="csX280" fmla="*/ 481263 w 994861"/>
                <a:gd name="csY280" fmla="*/ 84221 h 339140"/>
                <a:gd name="csX281" fmla="*/ 482767 w 994861"/>
                <a:gd name="csY281" fmla="*/ 84221 h 339140"/>
                <a:gd name="csX282" fmla="*/ 483519 w 994861"/>
                <a:gd name="csY282" fmla="*/ 83469 h 339140"/>
                <a:gd name="csX283" fmla="*/ 485023 w 994861"/>
                <a:gd name="csY283" fmla="*/ 82717 h 339140"/>
                <a:gd name="csX284" fmla="*/ 485775 w 994861"/>
                <a:gd name="csY284" fmla="*/ 81965 h 339140"/>
                <a:gd name="csX285" fmla="*/ 486527 w 994861"/>
                <a:gd name="csY285" fmla="*/ 80461 h 339140"/>
                <a:gd name="csX286" fmla="*/ 486527 w 994861"/>
                <a:gd name="csY286" fmla="*/ 79709 h 339140"/>
                <a:gd name="csX287" fmla="*/ 487279 w 994861"/>
                <a:gd name="csY287" fmla="*/ 77453 h 339140"/>
                <a:gd name="csX288" fmla="*/ 487279 w 994861"/>
                <a:gd name="csY288" fmla="*/ 76701 h 339140"/>
                <a:gd name="csX289" fmla="*/ 488031 w 994861"/>
                <a:gd name="csY289" fmla="*/ 75949 h 339140"/>
                <a:gd name="csX290" fmla="*/ 488783 w 994861"/>
                <a:gd name="csY290" fmla="*/ 75949 h 339140"/>
                <a:gd name="csX291" fmla="*/ 489535 w 994861"/>
                <a:gd name="csY291" fmla="*/ 75949 h 339140"/>
                <a:gd name="csX292" fmla="*/ 490287 w 994861"/>
                <a:gd name="csY292" fmla="*/ 76701 h 339140"/>
                <a:gd name="csX293" fmla="*/ 491039 w 994861"/>
                <a:gd name="csY293" fmla="*/ 77453 h 339140"/>
                <a:gd name="csX294" fmla="*/ 491039 w 994861"/>
                <a:gd name="csY294" fmla="*/ 78205 h 339140"/>
                <a:gd name="csX295" fmla="*/ 491039 w 994861"/>
                <a:gd name="csY295" fmla="*/ 78957 h 339140"/>
                <a:gd name="csX296" fmla="*/ 491791 w 994861"/>
                <a:gd name="csY296" fmla="*/ 80461 h 339140"/>
                <a:gd name="csX297" fmla="*/ 491791 w 994861"/>
                <a:gd name="csY297" fmla="*/ 81213 h 339140"/>
                <a:gd name="csX298" fmla="*/ 492543 w 994861"/>
                <a:gd name="csY298" fmla="*/ 81965 h 339140"/>
                <a:gd name="csX299" fmla="*/ 493295 w 994861"/>
                <a:gd name="csY299" fmla="*/ 81965 h 339140"/>
                <a:gd name="csX300" fmla="*/ 494046 w 994861"/>
                <a:gd name="csY300" fmla="*/ 82717 h 339140"/>
                <a:gd name="csX301" fmla="*/ 497806 w 994861"/>
                <a:gd name="csY301" fmla="*/ 84221 h 339140"/>
                <a:gd name="csX302" fmla="*/ 498558 w 994861"/>
                <a:gd name="csY302" fmla="*/ 84221 h 339140"/>
                <a:gd name="csX303" fmla="*/ 499310 w 994861"/>
                <a:gd name="csY303" fmla="*/ 83469 h 339140"/>
                <a:gd name="csX304" fmla="*/ 500063 w 994861"/>
                <a:gd name="csY304" fmla="*/ 82717 h 339140"/>
                <a:gd name="csX305" fmla="*/ 500063 w 994861"/>
                <a:gd name="csY305" fmla="*/ 81965 h 339140"/>
                <a:gd name="csX306" fmla="*/ 499310 w 994861"/>
                <a:gd name="csY306" fmla="*/ 81965 h 339140"/>
                <a:gd name="csX307" fmla="*/ 499310 w 994861"/>
                <a:gd name="csY307" fmla="*/ 81213 h 339140"/>
                <a:gd name="csX308" fmla="*/ 498558 w 994861"/>
                <a:gd name="csY308" fmla="*/ 80461 h 339140"/>
                <a:gd name="csX309" fmla="*/ 498558 w 994861"/>
                <a:gd name="csY309" fmla="*/ 79709 h 339140"/>
                <a:gd name="csX310" fmla="*/ 498558 w 994861"/>
                <a:gd name="csY310" fmla="*/ 78957 h 339140"/>
                <a:gd name="csX311" fmla="*/ 498558 w 994861"/>
                <a:gd name="csY311" fmla="*/ 78205 h 339140"/>
                <a:gd name="csX312" fmla="*/ 498558 w 994861"/>
                <a:gd name="csY312" fmla="*/ 77453 h 339140"/>
                <a:gd name="csX313" fmla="*/ 500063 w 994861"/>
                <a:gd name="csY313" fmla="*/ 75949 h 339140"/>
                <a:gd name="csX314" fmla="*/ 500814 w 994861"/>
                <a:gd name="csY314" fmla="*/ 74445 h 339140"/>
                <a:gd name="csX315" fmla="*/ 501566 w 994861"/>
                <a:gd name="csY315" fmla="*/ 73693 h 339140"/>
                <a:gd name="csX316" fmla="*/ 503070 w 994861"/>
                <a:gd name="csY316" fmla="*/ 73693 h 339140"/>
                <a:gd name="csX317" fmla="*/ 505326 w 994861"/>
                <a:gd name="csY317" fmla="*/ 73693 h 339140"/>
                <a:gd name="csX318" fmla="*/ 506830 w 994861"/>
                <a:gd name="csY318" fmla="*/ 73693 h 339140"/>
                <a:gd name="csX319" fmla="*/ 507582 w 994861"/>
                <a:gd name="csY319" fmla="*/ 73693 h 339140"/>
                <a:gd name="csX320" fmla="*/ 514350 w 994861"/>
                <a:gd name="csY320" fmla="*/ 76701 h 339140"/>
                <a:gd name="csX321" fmla="*/ 515102 w 994861"/>
                <a:gd name="csY321" fmla="*/ 76701 h 339140"/>
                <a:gd name="csX322" fmla="*/ 516606 w 994861"/>
                <a:gd name="csY322" fmla="*/ 75949 h 339140"/>
                <a:gd name="csX323" fmla="*/ 520365 w 994861"/>
                <a:gd name="csY323" fmla="*/ 73693 h 339140"/>
                <a:gd name="csX324" fmla="*/ 521118 w 994861"/>
                <a:gd name="csY324" fmla="*/ 72942 h 339140"/>
                <a:gd name="csX325" fmla="*/ 521118 w 994861"/>
                <a:gd name="csY325" fmla="*/ 72190 h 339140"/>
                <a:gd name="csX326" fmla="*/ 523374 w 994861"/>
                <a:gd name="csY326" fmla="*/ 69182 h 339140"/>
                <a:gd name="csX327" fmla="*/ 525629 w 994861"/>
                <a:gd name="csY327" fmla="*/ 64670 h 339140"/>
                <a:gd name="csX328" fmla="*/ 526382 w 994861"/>
                <a:gd name="csY328" fmla="*/ 63166 h 339140"/>
                <a:gd name="csX329" fmla="*/ 527885 w 994861"/>
                <a:gd name="csY329" fmla="*/ 61662 h 339140"/>
                <a:gd name="csX330" fmla="*/ 529389 w 994861"/>
                <a:gd name="csY330" fmla="*/ 60158 h 339140"/>
                <a:gd name="csX331" fmla="*/ 530893 w 994861"/>
                <a:gd name="csY331" fmla="*/ 59406 h 339140"/>
                <a:gd name="csX332" fmla="*/ 542173 w 994861"/>
                <a:gd name="csY332" fmla="*/ 55646 h 339140"/>
                <a:gd name="csX333" fmla="*/ 544429 w 994861"/>
                <a:gd name="csY333" fmla="*/ 54142 h 339140"/>
                <a:gd name="csX334" fmla="*/ 545933 w 994861"/>
                <a:gd name="csY334" fmla="*/ 53390 h 339140"/>
                <a:gd name="csX335" fmla="*/ 546685 w 994861"/>
                <a:gd name="csY335" fmla="*/ 52638 h 339140"/>
                <a:gd name="csX336" fmla="*/ 550444 w 994861"/>
                <a:gd name="csY336" fmla="*/ 46622 h 339140"/>
                <a:gd name="csX337" fmla="*/ 554204 w 994861"/>
                <a:gd name="csY337" fmla="*/ 42863 h 339140"/>
                <a:gd name="csX338" fmla="*/ 554957 w 994861"/>
                <a:gd name="csY338" fmla="*/ 42111 h 339140"/>
                <a:gd name="csX339" fmla="*/ 571500 w 994861"/>
                <a:gd name="csY339" fmla="*/ 35343 h 339140"/>
                <a:gd name="csX340" fmla="*/ 578268 w 994861"/>
                <a:gd name="csY340" fmla="*/ 31583 h 339140"/>
                <a:gd name="csX341" fmla="*/ 579020 w 994861"/>
                <a:gd name="csY341" fmla="*/ 30831 h 339140"/>
                <a:gd name="csX342" fmla="*/ 579772 w 994861"/>
                <a:gd name="csY342" fmla="*/ 30831 h 339140"/>
                <a:gd name="csX343" fmla="*/ 581276 w 994861"/>
                <a:gd name="csY343" fmla="*/ 28575 h 339140"/>
                <a:gd name="csX344" fmla="*/ 582780 w 994861"/>
                <a:gd name="csY344" fmla="*/ 25567 h 339140"/>
                <a:gd name="csX345" fmla="*/ 585035 w 994861"/>
                <a:gd name="csY345" fmla="*/ 23311 h 339140"/>
                <a:gd name="csX346" fmla="*/ 586540 w 994861"/>
                <a:gd name="csY346" fmla="*/ 21055 h 339140"/>
                <a:gd name="csX347" fmla="*/ 588043 w 994861"/>
                <a:gd name="csY347" fmla="*/ 19551 h 339140"/>
                <a:gd name="csX348" fmla="*/ 588043 w 994861"/>
                <a:gd name="csY348" fmla="*/ 18799 h 339140"/>
                <a:gd name="csX349" fmla="*/ 588795 w 994861"/>
                <a:gd name="csY349" fmla="*/ 16544 h 339140"/>
                <a:gd name="csX350" fmla="*/ 588795 w 994861"/>
                <a:gd name="csY350" fmla="*/ 15039 h 339140"/>
                <a:gd name="csX351" fmla="*/ 589547 w 994861"/>
                <a:gd name="csY351" fmla="*/ 14287 h 339140"/>
                <a:gd name="csX352" fmla="*/ 590299 w 994861"/>
                <a:gd name="csY352" fmla="*/ 14287 h 339140"/>
                <a:gd name="csX353" fmla="*/ 596315 w 994861"/>
                <a:gd name="csY353" fmla="*/ 11280 h 339140"/>
                <a:gd name="csX354" fmla="*/ 597067 w 994861"/>
                <a:gd name="csY354" fmla="*/ 11280 h 339140"/>
                <a:gd name="csX355" fmla="*/ 597819 w 994861"/>
                <a:gd name="csY355" fmla="*/ 12784 h 339140"/>
                <a:gd name="csX356" fmla="*/ 597819 w 994861"/>
                <a:gd name="csY356" fmla="*/ 13535 h 339140"/>
                <a:gd name="csX357" fmla="*/ 598571 w 994861"/>
                <a:gd name="csY357" fmla="*/ 14287 h 339140"/>
                <a:gd name="csX358" fmla="*/ 599323 w 994861"/>
                <a:gd name="csY358" fmla="*/ 14287 h 339140"/>
                <a:gd name="csX359" fmla="*/ 601579 w 994861"/>
                <a:gd name="csY359" fmla="*/ 13535 h 339140"/>
                <a:gd name="csX360" fmla="*/ 602331 w 994861"/>
                <a:gd name="csY360" fmla="*/ 13535 h 339140"/>
                <a:gd name="csX361" fmla="*/ 603835 w 994861"/>
                <a:gd name="csY361" fmla="*/ 12784 h 339140"/>
                <a:gd name="csX362" fmla="*/ 603835 w 994861"/>
                <a:gd name="csY362" fmla="*/ 12032 h 339140"/>
                <a:gd name="csX363" fmla="*/ 605339 w 994861"/>
                <a:gd name="csY363" fmla="*/ 11280 h 339140"/>
                <a:gd name="csX364" fmla="*/ 606091 w 994861"/>
                <a:gd name="csY364" fmla="*/ 9776 h 339140"/>
                <a:gd name="csX365" fmla="*/ 606842 w 994861"/>
                <a:gd name="csY365" fmla="*/ 7520 h 339140"/>
                <a:gd name="csX366" fmla="*/ 606842 w 994861"/>
                <a:gd name="csY366" fmla="*/ 6768 h 339140"/>
                <a:gd name="csX367" fmla="*/ 607595 w 994861"/>
                <a:gd name="csY367" fmla="*/ 5264 h 339140"/>
                <a:gd name="csX368" fmla="*/ 608346 w 994861"/>
                <a:gd name="csY368" fmla="*/ 4512 h 339140"/>
                <a:gd name="csX369" fmla="*/ 609099 w 994861"/>
                <a:gd name="csY369" fmla="*/ 4512 h 339140"/>
                <a:gd name="csX370" fmla="*/ 609851 w 994861"/>
                <a:gd name="csY370" fmla="*/ 3760 h 339140"/>
                <a:gd name="csX371" fmla="*/ 620378 w 994861"/>
                <a:gd name="csY371" fmla="*/ 1504 h 339140"/>
                <a:gd name="csX372" fmla="*/ 622634 w 994861"/>
                <a:gd name="csY372" fmla="*/ 0 h 339140"/>
                <a:gd name="csX373" fmla="*/ 623386 w 994861"/>
                <a:gd name="csY373" fmla="*/ 0 h 339140"/>
                <a:gd name="csX374" fmla="*/ 625642 w 994861"/>
                <a:gd name="csY374" fmla="*/ 752 h 339140"/>
                <a:gd name="csX375" fmla="*/ 627898 w 994861"/>
                <a:gd name="csY375" fmla="*/ 2256 h 339140"/>
                <a:gd name="csX376" fmla="*/ 639929 w 994861"/>
                <a:gd name="csY376" fmla="*/ 11280 h 339140"/>
                <a:gd name="csX377" fmla="*/ 645945 w 994861"/>
                <a:gd name="csY377" fmla="*/ 14287 h 339140"/>
                <a:gd name="csX378" fmla="*/ 651209 w 994861"/>
                <a:gd name="csY378" fmla="*/ 17295 h 339140"/>
                <a:gd name="csX379" fmla="*/ 651209 w 994861"/>
                <a:gd name="csY379" fmla="*/ 18047 h 339140"/>
                <a:gd name="csX380" fmla="*/ 652713 w 994861"/>
                <a:gd name="csY380" fmla="*/ 18047 h 339140"/>
                <a:gd name="csX381" fmla="*/ 653465 w 994861"/>
                <a:gd name="csY381" fmla="*/ 18047 h 339140"/>
                <a:gd name="csX382" fmla="*/ 655721 w 994861"/>
                <a:gd name="csY382" fmla="*/ 17295 h 339140"/>
                <a:gd name="csX383" fmla="*/ 656473 w 994861"/>
                <a:gd name="csY383" fmla="*/ 18047 h 339140"/>
                <a:gd name="csX384" fmla="*/ 657225 w 994861"/>
                <a:gd name="csY384" fmla="*/ 18047 h 339140"/>
                <a:gd name="csX385" fmla="*/ 657977 w 994861"/>
                <a:gd name="csY385" fmla="*/ 18047 h 339140"/>
                <a:gd name="csX386" fmla="*/ 658729 w 994861"/>
                <a:gd name="csY386" fmla="*/ 18799 h 339140"/>
                <a:gd name="csX387" fmla="*/ 659481 w 994861"/>
                <a:gd name="csY387" fmla="*/ 19551 h 339140"/>
                <a:gd name="csX388" fmla="*/ 659481 w 994861"/>
                <a:gd name="csY388" fmla="*/ 20303 h 339140"/>
                <a:gd name="csX389" fmla="*/ 659481 w 994861"/>
                <a:gd name="csY389" fmla="*/ 21055 h 339140"/>
                <a:gd name="csX390" fmla="*/ 659481 w 994861"/>
                <a:gd name="csY390" fmla="*/ 24063 h 339140"/>
                <a:gd name="csX391" fmla="*/ 659481 w 994861"/>
                <a:gd name="csY391" fmla="*/ 24815 h 339140"/>
                <a:gd name="csX392" fmla="*/ 659481 w 994861"/>
                <a:gd name="csY392" fmla="*/ 25567 h 339140"/>
                <a:gd name="csX393" fmla="*/ 660233 w 994861"/>
                <a:gd name="csY393" fmla="*/ 26319 h 339140"/>
                <a:gd name="csX394" fmla="*/ 660233 w 994861"/>
                <a:gd name="csY394" fmla="*/ 27071 h 339140"/>
                <a:gd name="csX395" fmla="*/ 662489 w 994861"/>
                <a:gd name="csY395" fmla="*/ 30831 h 339140"/>
                <a:gd name="csX396" fmla="*/ 663240 w 994861"/>
                <a:gd name="csY396" fmla="*/ 31583 h 339140"/>
                <a:gd name="csX397" fmla="*/ 663240 w 994861"/>
                <a:gd name="csY397" fmla="*/ 32335 h 339140"/>
                <a:gd name="csX398" fmla="*/ 663240 w 994861"/>
                <a:gd name="csY398" fmla="*/ 33087 h 339140"/>
                <a:gd name="csX399" fmla="*/ 662489 w 994861"/>
                <a:gd name="csY399" fmla="*/ 34591 h 339140"/>
                <a:gd name="csX400" fmla="*/ 660985 w 994861"/>
                <a:gd name="csY400" fmla="*/ 35343 h 339140"/>
                <a:gd name="csX401" fmla="*/ 660233 w 994861"/>
                <a:gd name="csY401" fmla="*/ 36095 h 339140"/>
                <a:gd name="csX402" fmla="*/ 651209 w 994861"/>
                <a:gd name="csY402" fmla="*/ 39103 h 339140"/>
                <a:gd name="csX403" fmla="*/ 648201 w 994861"/>
                <a:gd name="csY403" fmla="*/ 40607 h 339140"/>
                <a:gd name="csX404" fmla="*/ 644441 w 994861"/>
                <a:gd name="csY404" fmla="*/ 42111 h 339140"/>
                <a:gd name="csX405" fmla="*/ 643689 w 994861"/>
                <a:gd name="csY405" fmla="*/ 42111 h 339140"/>
                <a:gd name="csX406" fmla="*/ 639178 w 994861"/>
                <a:gd name="csY406" fmla="*/ 42863 h 339140"/>
                <a:gd name="csX407" fmla="*/ 638425 w 994861"/>
                <a:gd name="csY407" fmla="*/ 42863 h 339140"/>
                <a:gd name="csX408" fmla="*/ 635418 w 994861"/>
                <a:gd name="csY408" fmla="*/ 44366 h 339140"/>
                <a:gd name="csX409" fmla="*/ 634666 w 994861"/>
                <a:gd name="csY409" fmla="*/ 44366 h 339140"/>
                <a:gd name="csX410" fmla="*/ 633914 w 994861"/>
                <a:gd name="csY410" fmla="*/ 45118 h 339140"/>
                <a:gd name="csX411" fmla="*/ 633162 w 994861"/>
                <a:gd name="csY411" fmla="*/ 45870 h 339140"/>
                <a:gd name="csX412" fmla="*/ 632410 w 994861"/>
                <a:gd name="csY412" fmla="*/ 45870 h 339140"/>
                <a:gd name="csX413" fmla="*/ 631658 w 994861"/>
                <a:gd name="csY413" fmla="*/ 47374 h 339140"/>
                <a:gd name="csX414" fmla="*/ 630906 w 994861"/>
                <a:gd name="csY414" fmla="*/ 48878 h 339140"/>
                <a:gd name="csX415" fmla="*/ 630154 w 994861"/>
                <a:gd name="csY415" fmla="*/ 53390 h 339140"/>
                <a:gd name="csX416" fmla="*/ 629402 w 994861"/>
                <a:gd name="csY416" fmla="*/ 55646 h 339140"/>
                <a:gd name="csX417" fmla="*/ 629402 w 994861"/>
                <a:gd name="csY417" fmla="*/ 57150 h 339140"/>
                <a:gd name="csX418" fmla="*/ 630154 w 994861"/>
                <a:gd name="csY418" fmla="*/ 57902 h 339140"/>
                <a:gd name="csX419" fmla="*/ 630154 w 994861"/>
                <a:gd name="csY419" fmla="*/ 58654 h 339140"/>
                <a:gd name="csX420" fmla="*/ 633162 w 994861"/>
                <a:gd name="csY420" fmla="*/ 64670 h 339140"/>
                <a:gd name="csX421" fmla="*/ 633914 w 994861"/>
                <a:gd name="csY421" fmla="*/ 67678 h 339140"/>
                <a:gd name="csX422" fmla="*/ 636170 w 994861"/>
                <a:gd name="csY422" fmla="*/ 71438 h 339140"/>
                <a:gd name="csX423" fmla="*/ 636921 w 994861"/>
                <a:gd name="csY423" fmla="*/ 72942 h 339140"/>
                <a:gd name="csX424" fmla="*/ 636921 w 994861"/>
                <a:gd name="csY424" fmla="*/ 74445 h 339140"/>
                <a:gd name="csX425" fmla="*/ 636921 w 994861"/>
                <a:gd name="csY425" fmla="*/ 75197 h 339140"/>
                <a:gd name="csX426" fmla="*/ 636921 w 994861"/>
                <a:gd name="csY426" fmla="*/ 75949 h 339140"/>
                <a:gd name="csX427" fmla="*/ 636921 w 994861"/>
                <a:gd name="csY427" fmla="*/ 76701 h 339140"/>
                <a:gd name="csX428" fmla="*/ 636170 w 994861"/>
                <a:gd name="csY428" fmla="*/ 78205 h 339140"/>
                <a:gd name="csX429" fmla="*/ 635418 w 994861"/>
                <a:gd name="csY429" fmla="*/ 78957 h 339140"/>
                <a:gd name="csX430" fmla="*/ 633162 w 994861"/>
                <a:gd name="csY430" fmla="*/ 80461 h 339140"/>
                <a:gd name="csX431" fmla="*/ 629402 w 994861"/>
                <a:gd name="csY431" fmla="*/ 81965 h 339140"/>
                <a:gd name="csX432" fmla="*/ 627898 w 994861"/>
                <a:gd name="csY432" fmla="*/ 82717 h 339140"/>
                <a:gd name="csX433" fmla="*/ 627898 w 994861"/>
                <a:gd name="csY433" fmla="*/ 83469 h 339140"/>
                <a:gd name="csX434" fmla="*/ 627146 w 994861"/>
                <a:gd name="csY434" fmla="*/ 84973 h 339140"/>
                <a:gd name="csX435" fmla="*/ 625642 w 994861"/>
                <a:gd name="csY435" fmla="*/ 88733 h 339140"/>
                <a:gd name="csX436" fmla="*/ 624890 w 994861"/>
                <a:gd name="csY436" fmla="*/ 89485 h 339140"/>
                <a:gd name="csX437" fmla="*/ 618874 w 994861"/>
                <a:gd name="csY437" fmla="*/ 99261 h 339140"/>
                <a:gd name="csX438" fmla="*/ 618874 w 994861"/>
                <a:gd name="csY438" fmla="*/ 100012 h 339140"/>
                <a:gd name="csX439" fmla="*/ 616618 w 994861"/>
                <a:gd name="csY439" fmla="*/ 101516 h 339140"/>
                <a:gd name="csX440" fmla="*/ 610602 w 994861"/>
                <a:gd name="csY440" fmla="*/ 105276 h 339140"/>
                <a:gd name="csX441" fmla="*/ 609851 w 994861"/>
                <a:gd name="csY441" fmla="*/ 106780 h 339140"/>
                <a:gd name="csX442" fmla="*/ 609851 w 994861"/>
                <a:gd name="csY442" fmla="*/ 108284 h 339140"/>
                <a:gd name="csX443" fmla="*/ 609099 w 994861"/>
                <a:gd name="csY443" fmla="*/ 109036 h 339140"/>
                <a:gd name="csX444" fmla="*/ 609851 w 994861"/>
                <a:gd name="csY444" fmla="*/ 109788 h 339140"/>
                <a:gd name="csX445" fmla="*/ 609851 w 994861"/>
                <a:gd name="csY445" fmla="*/ 110540 h 339140"/>
                <a:gd name="csX446" fmla="*/ 610602 w 994861"/>
                <a:gd name="csY446" fmla="*/ 111292 h 339140"/>
                <a:gd name="csX447" fmla="*/ 611355 w 994861"/>
                <a:gd name="csY447" fmla="*/ 111292 h 339140"/>
                <a:gd name="csX448" fmla="*/ 612859 w 994861"/>
                <a:gd name="csY448" fmla="*/ 112044 h 339140"/>
                <a:gd name="csX449" fmla="*/ 613610 w 994861"/>
                <a:gd name="csY449" fmla="*/ 111292 h 339140"/>
                <a:gd name="csX450" fmla="*/ 614362 w 994861"/>
                <a:gd name="csY450" fmla="*/ 111292 h 339140"/>
                <a:gd name="csX451" fmla="*/ 615866 w 994861"/>
                <a:gd name="csY451" fmla="*/ 110540 h 339140"/>
                <a:gd name="csX452" fmla="*/ 617370 w 994861"/>
                <a:gd name="csY452" fmla="*/ 109788 h 339140"/>
                <a:gd name="csX453" fmla="*/ 618122 w 994861"/>
                <a:gd name="csY453" fmla="*/ 109036 h 339140"/>
                <a:gd name="csX454" fmla="*/ 618874 w 994861"/>
                <a:gd name="csY454" fmla="*/ 109036 h 339140"/>
                <a:gd name="csX455" fmla="*/ 621130 w 994861"/>
                <a:gd name="csY455" fmla="*/ 109036 h 339140"/>
                <a:gd name="csX456" fmla="*/ 621882 w 994861"/>
                <a:gd name="csY456" fmla="*/ 109036 h 339140"/>
                <a:gd name="csX457" fmla="*/ 622634 w 994861"/>
                <a:gd name="csY457" fmla="*/ 109036 h 339140"/>
                <a:gd name="csX458" fmla="*/ 623386 w 994861"/>
                <a:gd name="csY458" fmla="*/ 109036 h 339140"/>
                <a:gd name="csX459" fmla="*/ 624890 w 994861"/>
                <a:gd name="csY459" fmla="*/ 108284 h 339140"/>
                <a:gd name="csX460" fmla="*/ 625642 w 994861"/>
                <a:gd name="csY460" fmla="*/ 107532 h 339140"/>
                <a:gd name="csX461" fmla="*/ 626394 w 994861"/>
                <a:gd name="csY461" fmla="*/ 106780 h 339140"/>
                <a:gd name="csX462" fmla="*/ 627146 w 994861"/>
                <a:gd name="csY462" fmla="*/ 106028 h 339140"/>
                <a:gd name="csX463" fmla="*/ 628650 w 994861"/>
                <a:gd name="csY463" fmla="*/ 105276 h 339140"/>
                <a:gd name="csX464" fmla="*/ 629402 w 994861"/>
                <a:gd name="csY464" fmla="*/ 105276 h 339140"/>
                <a:gd name="csX465" fmla="*/ 630906 w 994861"/>
                <a:gd name="csY465" fmla="*/ 105276 h 339140"/>
                <a:gd name="csX466" fmla="*/ 631658 w 994861"/>
                <a:gd name="csY466" fmla="*/ 105276 h 339140"/>
                <a:gd name="csX467" fmla="*/ 633162 w 994861"/>
                <a:gd name="csY467" fmla="*/ 106028 h 339140"/>
                <a:gd name="csX468" fmla="*/ 635418 w 994861"/>
                <a:gd name="csY468" fmla="*/ 106780 h 339140"/>
                <a:gd name="csX469" fmla="*/ 639178 w 994861"/>
                <a:gd name="csY469" fmla="*/ 108284 h 339140"/>
                <a:gd name="csX470" fmla="*/ 639929 w 994861"/>
                <a:gd name="csY470" fmla="*/ 108284 h 339140"/>
                <a:gd name="csX471" fmla="*/ 640681 w 994861"/>
                <a:gd name="csY471" fmla="*/ 109788 h 339140"/>
                <a:gd name="csX472" fmla="*/ 641434 w 994861"/>
                <a:gd name="csY472" fmla="*/ 112044 h 339140"/>
                <a:gd name="csX473" fmla="*/ 641434 w 994861"/>
                <a:gd name="csY473" fmla="*/ 113548 h 339140"/>
                <a:gd name="csX474" fmla="*/ 640681 w 994861"/>
                <a:gd name="csY474" fmla="*/ 114300 h 339140"/>
                <a:gd name="csX475" fmla="*/ 639929 w 994861"/>
                <a:gd name="csY475" fmla="*/ 115052 h 339140"/>
                <a:gd name="csX476" fmla="*/ 639178 w 994861"/>
                <a:gd name="csY476" fmla="*/ 115804 h 339140"/>
                <a:gd name="csX477" fmla="*/ 639178 w 994861"/>
                <a:gd name="csY477" fmla="*/ 116556 h 339140"/>
                <a:gd name="csX478" fmla="*/ 639178 w 994861"/>
                <a:gd name="csY478" fmla="*/ 117308 h 339140"/>
                <a:gd name="csX479" fmla="*/ 639178 w 994861"/>
                <a:gd name="csY479" fmla="*/ 118812 h 339140"/>
                <a:gd name="csX480" fmla="*/ 639178 w 994861"/>
                <a:gd name="csY480" fmla="*/ 120316 h 339140"/>
                <a:gd name="csX481" fmla="*/ 640681 w 994861"/>
                <a:gd name="csY481" fmla="*/ 124076 h 339140"/>
                <a:gd name="csX482" fmla="*/ 641434 w 994861"/>
                <a:gd name="csY482" fmla="*/ 125580 h 339140"/>
                <a:gd name="csX483" fmla="*/ 641434 w 994861"/>
                <a:gd name="csY483" fmla="*/ 129340 h 339140"/>
                <a:gd name="csX484" fmla="*/ 642938 w 994861"/>
                <a:gd name="csY484" fmla="*/ 136859 h 339140"/>
                <a:gd name="csX485" fmla="*/ 643689 w 994861"/>
                <a:gd name="csY485" fmla="*/ 137611 h 339140"/>
                <a:gd name="csX486" fmla="*/ 644441 w 994861"/>
                <a:gd name="csY486" fmla="*/ 139115 h 339140"/>
                <a:gd name="csX487" fmla="*/ 650457 w 994861"/>
                <a:gd name="csY487" fmla="*/ 145131 h 339140"/>
                <a:gd name="csX488" fmla="*/ 651209 w 994861"/>
                <a:gd name="csY488" fmla="*/ 145883 h 339140"/>
                <a:gd name="csX489" fmla="*/ 652713 w 994861"/>
                <a:gd name="csY489" fmla="*/ 146635 h 339140"/>
                <a:gd name="csX490" fmla="*/ 656473 w 994861"/>
                <a:gd name="csY490" fmla="*/ 147387 h 339140"/>
                <a:gd name="csX491" fmla="*/ 657977 w 994861"/>
                <a:gd name="csY491" fmla="*/ 148891 h 339140"/>
                <a:gd name="csX492" fmla="*/ 661737 w 994861"/>
                <a:gd name="csY492" fmla="*/ 151899 h 339140"/>
                <a:gd name="csX493" fmla="*/ 667753 w 994861"/>
                <a:gd name="csY493" fmla="*/ 154907 h 339140"/>
                <a:gd name="csX494" fmla="*/ 670008 w 994861"/>
                <a:gd name="csY494" fmla="*/ 154155 h 339140"/>
                <a:gd name="csX495" fmla="*/ 671512 w 994861"/>
                <a:gd name="csY495" fmla="*/ 154155 h 339140"/>
                <a:gd name="csX496" fmla="*/ 672264 w 994861"/>
                <a:gd name="csY496" fmla="*/ 153403 h 339140"/>
                <a:gd name="csX497" fmla="*/ 680536 w 994861"/>
                <a:gd name="csY497" fmla="*/ 148139 h 339140"/>
                <a:gd name="csX498" fmla="*/ 682792 w 994861"/>
                <a:gd name="csY498" fmla="*/ 146635 h 339140"/>
                <a:gd name="csX499" fmla="*/ 684296 w 994861"/>
                <a:gd name="csY499" fmla="*/ 145883 h 339140"/>
                <a:gd name="csX500" fmla="*/ 687304 w 994861"/>
                <a:gd name="csY500" fmla="*/ 145883 h 339140"/>
                <a:gd name="csX501" fmla="*/ 694823 w 994861"/>
                <a:gd name="csY501" fmla="*/ 145131 h 339140"/>
                <a:gd name="csX502" fmla="*/ 696327 w 994861"/>
                <a:gd name="csY502" fmla="*/ 145131 h 339140"/>
                <a:gd name="csX503" fmla="*/ 697079 w 994861"/>
                <a:gd name="csY503" fmla="*/ 144379 h 339140"/>
                <a:gd name="csX504" fmla="*/ 703847 w 994861"/>
                <a:gd name="csY504" fmla="*/ 137611 h 339140"/>
                <a:gd name="csX505" fmla="*/ 704599 w 994861"/>
                <a:gd name="csY505" fmla="*/ 136859 h 339140"/>
                <a:gd name="csX506" fmla="*/ 705351 w 994861"/>
                <a:gd name="csY506" fmla="*/ 135355 h 339140"/>
                <a:gd name="csX507" fmla="*/ 706103 w 994861"/>
                <a:gd name="csY507" fmla="*/ 133099 h 339140"/>
                <a:gd name="csX508" fmla="*/ 707607 w 994861"/>
                <a:gd name="csY508" fmla="*/ 132347 h 339140"/>
                <a:gd name="csX509" fmla="*/ 708359 w 994861"/>
                <a:gd name="csY509" fmla="*/ 132347 h 339140"/>
                <a:gd name="csX510" fmla="*/ 710615 w 994861"/>
                <a:gd name="csY510" fmla="*/ 130843 h 339140"/>
                <a:gd name="csX511" fmla="*/ 712119 w 994861"/>
                <a:gd name="csY511" fmla="*/ 130843 h 339140"/>
                <a:gd name="csX512" fmla="*/ 713623 w 994861"/>
                <a:gd name="csY512" fmla="*/ 130091 h 339140"/>
                <a:gd name="csX513" fmla="*/ 715127 w 994861"/>
                <a:gd name="csY513" fmla="*/ 128588 h 339140"/>
                <a:gd name="csX514" fmla="*/ 717383 w 994861"/>
                <a:gd name="csY514" fmla="*/ 126331 h 339140"/>
                <a:gd name="csX515" fmla="*/ 718135 w 994861"/>
                <a:gd name="csY515" fmla="*/ 125580 h 339140"/>
                <a:gd name="csX516" fmla="*/ 718135 w 994861"/>
                <a:gd name="csY516" fmla="*/ 124076 h 339140"/>
                <a:gd name="csX517" fmla="*/ 718135 w 994861"/>
                <a:gd name="csY517" fmla="*/ 123324 h 339140"/>
                <a:gd name="csX518" fmla="*/ 718135 w 994861"/>
                <a:gd name="csY518" fmla="*/ 121820 h 339140"/>
                <a:gd name="csX519" fmla="*/ 718135 w 994861"/>
                <a:gd name="csY519" fmla="*/ 120316 h 339140"/>
                <a:gd name="csX520" fmla="*/ 717383 w 994861"/>
                <a:gd name="csY520" fmla="*/ 119564 h 339140"/>
                <a:gd name="csX521" fmla="*/ 715879 w 994861"/>
                <a:gd name="csY521" fmla="*/ 117308 h 339140"/>
                <a:gd name="csX522" fmla="*/ 714375 w 994861"/>
                <a:gd name="csY522" fmla="*/ 114300 h 339140"/>
                <a:gd name="csX523" fmla="*/ 713623 w 994861"/>
                <a:gd name="csY523" fmla="*/ 113548 h 339140"/>
                <a:gd name="csX524" fmla="*/ 713623 w 994861"/>
                <a:gd name="csY524" fmla="*/ 112796 h 339140"/>
                <a:gd name="csX525" fmla="*/ 714375 w 994861"/>
                <a:gd name="csY525" fmla="*/ 112044 h 339140"/>
                <a:gd name="csX526" fmla="*/ 714375 w 994861"/>
                <a:gd name="csY526" fmla="*/ 111292 h 339140"/>
                <a:gd name="csX527" fmla="*/ 718887 w 994861"/>
                <a:gd name="csY527" fmla="*/ 106028 h 339140"/>
                <a:gd name="csX528" fmla="*/ 719638 w 994861"/>
                <a:gd name="csY528" fmla="*/ 105276 h 339140"/>
                <a:gd name="csX529" fmla="*/ 721143 w 994861"/>
                <a:gd name="csY529" fmla="*/ 104524 h 339140"/>
                <a:gd name="csX530" fmla="*/ 722647 w 994861"/>
                <a:gd name="csY530" fmla="*/ 104524 h 339140"/>
                <a:gd name="csX531" fmla="*/ 724151 w 994861"/>
                <a:gd name="csY531" fmla="*/ 104524 h 339140"/>
                <a:gd name="csX532" fmla="*/ 724902 w 994861"/>
                <a:gd name="csY532" fmla="*/ 104524 h 339140"/>
                <a:gd name="csX533" fmla="*/ 725655 w 994861"/>
                <a:gd name="csY533" fmla="*/ 104524 h 339140"/>
                <a:gd name="csX534" fmla="*/ 726406 w 994861"/>
                <a:gd name="csY534" fmla="*/ 104524 h 339140"/>
                <a:gd name="csX535" fmla="*/ 726406 w 994861"/>
                <a:gd name="csY535" fmla="*/ 103020 h 339140"/>
                <a:gd name="csX536" fmla="*/ 725655 w 994861"/>
                <a:gd name="csY536" fmla="*/ 101516 h 339140"/>
                <a:gd name="csX537" fmla="*/ 726406 w 994861"/>
                <a:gd name="csY537" fmla="*/ 100764 h 339140"/>
                <a:gd name="csX538" fmla="*/ 727158 w 994861"/>
                <a:gd name="csY538" fmla="*/ 100012 h 339140"/>
                <a:gd name="csX539" fmla="*/ 730918 w 994861"/>
                <a:gd name="csY539" fmla="*/ 99261 h 339140"/>
                <a:gd name="csX540" fmla="*/ 738438 w 994861"/>
                <a:gd name="csY540" fmla="*/ 98509 h 339140"/>
                <a:gd name="csX541" fmla="*/ 742198 w 994861"/>
                <a:gd name="csY541" fmla="*/ 98509 h 339140"/>
                <a:gd name="csX542" fmla="*/ 742950 w 994861"/>
                <a:gd name="csY542" fmla="*/ 98509 h 339140"/>
                <a:gd name="csX543" fmla="*/ 744454 w 994861"/>
                <a:gd name="csY543" fmla="*/ 98509 h 339140"/>
                <a:gd name="csX544" fmla="*/ 745958 w 994861"/>
                <a:gd name="csY544" fmla="*/ 97757 h 339140"/>
                <a:gd name="csX545" fmla="*/ 748966 w 994861"/>
                <a:gd name="csY545" fmla="*/ 94749 h 339140"/>
                <a:gd name="csX546" fmla="*/ 749717 w 994861"/>
                <a:gd name="csY546" fmla="*/ 93997 h 339140"/>
                <a:gd name="csX547" fmla="*/ 750470 w 994861"/>
                <a:gd name="csY547" fmla="*/ 93997 h 339140"/>
                <a:gd name="csX548" fmla="*/ 750470 w 994861"/>
                <a:gd name="csY548" fmla="*/ 93245 h 339140"/>
                <a:gd name="csX549" fmla="*/ 751221 w 994861"/>
                <a:gd name="csY549" fmla="*/ 92493 h 339140"/>
                <a:gd name="csX550" fmla="*/ 751221 w 994861"/>
                <a:gd name="csY550" fmla="*/ 90989 h 339140"/>
                <a:gd name="csX551" fmla="*/ 751221 w 994861"/>
                <a:gd name="csY551" fmla="*/ 90237 h 339140"/>
                <a:gd name="csX552" fmla="*/ 751221 w 994861"/>
                <a:gd name="csY552" fmla="*/ 89485 h 339140"/>
                <a:gd name="csX553" fmla="*/ 750470 w 994861"/>
                <a:gd name="csY553" fmla="*/ 88733 h 339140"/>
                <a:gd name="csX554" fmla="*/ 749717 w 994861"/>
                <a:gd name="csY554" fmla="*/ 87229 h 339140"/>
                <a:gd name="csX555" fmla="*/ 748966 w 994861"/>
                <a:gd name="csY555" fmla="*/ 86477 h 339140"/>
                <a:gd name="csX556" fmla="*/ 748966 w 994861"/>
                <a:gd name="csY556" fmla="*/ 85725 h 339140"/>
                <a:gd name="csX557" fmla="*/ 749717 w 994861"/>
                <a:gd name="csY557" fmla="*/ 84973 h 339140"/>
                <a:gd name="csX558" fmla="*/ 750470 w 994861"/>
                <a:gd name="csY558" fmla="*/ 84221 h 339140"/>
                <a:gd name="csX559" fmla="*/ 752726 w 994861"/>
                <a:gd name="csY559" fmla="*/ 83469 h 339140"/>
                <a:gd name="csX560" fmla="*/ 762501 w 994861"/>
                <a:gd name="csY560" fmla="*/ 82717 h 339140"/>
                <a:gd name="csX561" fmla="*/ 766261 w 994861"/>
                <a:gd name="csY561" fmla="*/ 82717 h 339140"/>
                <a:gd name="csX562" fmla="*/ 769269 w 994861"/>
                <a:gd name="csY562" fmla="*/ 84221 h 339140"/>
                <a:gd name="csX563" fmla="*/ 770021 w 994861"/>
                <a:gd name="csY563" fmla="*/ 84221 h 339140"/>
                <a:gd name="csX564" fmla="*/ 772277 w 994861"/>
                <a:gd name="csY564" fmla="*/ 84973 h 339140"/>
                <a:gd name="csX565" fmla="*/ 773029 w 994861"/>
                <a:gd name="csY565" fmla="*/ 84221 h 339140"/>
                <a:gd name="csX566" fmla="*/ 774533 w 994861"/>
                <a:gd name="csY566" fmla="*/ 83469 h 339140"/>
                <a:gd name="csX567" fmla="*/ 776789 w 994861"/>
                <a:gd name="csY567" fmla="*/ 82717 h 339140"/>
                <a:gd name="csX568" fmla="*/ 780549 w 994861"/>
                <a:gd name="csY568" fmla="*/ 78205 h 339140"/>
                <a:gd name="csX569" fmla="*/ 782053 w 994861"/>
                <a:gd name="csY569" fmla="*/ 78957 h 339140"/>
                <a:gd name="csX570" fmla="*/ 782804 w 994861"/>
                <a:gd name="csY570" fmla="*/ 81213 h 339140"/>
                <a:gd name="csX571" fmla="*/ 782804 w 994861"/>
                <a:gd name="csY571" fmla="*/ 81965 h 339140"/>
                <a:gd name="csX572" fmla="*/ 782804 w 994861"/>
                <a:gd name="csY572" fmla="*/ 82717 h 339140"/>
                <a:gd name="csX573" fmla="*/ 782804 w 994861"/>
                <a:gd name="csY573" fmla="*/ 83469 h 339140"/>
                <a:gd name="csX574" fmla="*/ 783556 w 994861"/>
                <a:gd name="csY574" fmla="*/ 84221 h 339140"/>
                <a:gd name="csX575" fmla="*/ 784309 w 994861"/>
                <a:gd name="csY575" fmla="*/ 84221 h 339140"/>
                <a:gd name="csX576" fmla="*/ 785060 w 994861"/>
                <a:gd name="csY576" fmla="*/ 84221 h 339140"/>
                <a:gd name="csX577" fmla="*/ 788068 w 994861"/>
                <a:gd name="csY577" fmla="*/ 84221 h 339140"/>
                <a:gd name="csX578" fmla="*/ 789572 w 994861"/>
                <a:gd name="csY578" fmla="*/ 84221 h 339140"/>
                <a:gd name="csX579" fmla="*/ 790324 w 994861"/>
                <a:gd name="csY579" fmla="*/ 83469 h 339140"/>
                <a:gd name="csX580" fmla="*/ 791828 w 994861"/>
                <a:gd name="csY580" fmla="*/ 81965 h 339140"/>
                <a:gd name="csX581" fmla="*/ 794836 w 994861"/>
                <a:gd name="csY581" fmla="*/ 78205 h 339140"/>
                <a:gd name="csX582" fmla="*/ 795588 w 994861"/>
                <a:gd name="csY582" fmla="*/ 77453 h 339140"/>
                <a:gd name="csX583" fmla="*/ 796340 w 994861"/>
                <a:gd name="csY583" fmla="*/ 77453 h 339140"/>
                <a:gd name="csX584" fmla="*/ 797844 w 994861"/>
                <a:gd name="csY584" fmla="*/ 76701 h 339140"/>
                <a:gd name="csX585" fmla="*/ 799348 w 994861"/>
                <a:gd name="csY585" fmla="*/ 76701 h 339140"/>
                <a:gd name="csX586" fmla="*/ 800100 w 994861"/>
                <a:gd name="csY586" fmla="*/ 77453 h 339140"/>
                <a:gd name="csX587" fmla="*/ 800852 w 994861"/>
                <a:gd name="csY587" fmla="*/ 77453 h 339140"/>
                <a:gd name="csX588" fmla="*/ 801604 w 994861"/>
                <a:gd name="csY588" fmla="*/ 78205 h 339140"/>
                <a:gd name="csX589" fmla="*/ 801604 w 994861"/>
                <a:gd name="csY589" fmla="*/ 78957 h 339140"/>
                <a:gd name="csX590" fmla="*/ 801604 w 994861"/>
                <a:gd name="csY590" fmla="*/ 79709 h 339140"/>
                <a:gd name="csX591" fmla="*/ 801604 w 994861"/>
                <a:gd name="csY591" fmla="*/ 80461 h 339140"/>
                <a:gd name="csX592" fmla="*/ 801604 w 994861"/>
                <a:gd name="csY592" fmla="*/ 82717 h 339140"/>
                <a:gd name="csX593" fmla="*/ 801604 w 994861"/>
                <a:gd name="csY593" fmla="*/ 84221 h 339140"/>
                <a:gd name="csX594" fmla="*/ 802356 w 994861"/>
                <a:gd name="csY594" fmla="*/ 84221 h 339140"/>
                <a:gd name="csX595" fmla="*/ 802356 w 994861"/>
                <a:gd name="csY595" fmla="*/ 84973 h 339140"/>
                <a:gd name="csX596" fmla="*/ 803108 w 994861"/>
                <a:gd name="csY596" fmla="*/ 85725 h 339140"/>
                <a:gd name="csX597" fmla="*/ 804612 w 994861"/>
                <a:gd name="csY597" fmla="*/ 85725 h 339140"/>
                <a:gd name="csX598" fmla="*/ 805364 w 994861"/>
                <a:gd name="csY598" fmla="*/ 85725 h 339140"/>
                <a:gd name="csX599" fmla="*/ 813635 w 994861"/>
                <a:gd name="csY599" fmla="*/ 83469 h 339140"/>
                <a:gd name="csX600" fmla="*/ 816643 w 994861"/>
                <a:gd name="csY600" fmla="*/ 82717 h 339140"/>
                <a:gd name="csX601" fmla="*/ 818899 w 994861"/>
                <a:gd name="csY601" fmla="*/ 83469 h 339140"/>
                <a:gd name="csX602" fmla="*/ 819651 w 994861"/>
                <a:gd name="csY602" fmla="*/ 83469 h 339140"/>
                <a:gd name="csX603" fmla="*/ 821155 w 994861"/>
                <a:gd name="csY603" fmla="*/ 84221 h 339140"/>
                <a:gd name="csX604" fmla="*/ 821907 w 994861"/>
                <a:gd name="csY604" fmla="*/ 84973 h 339140"/>
                <a:gd name="csX605" fmla="*/ 823411 w 994861"/>
                <a:gd name="csY605" fmla="*/ 86477 h 339140"/>
                <a:gd name="csX606" fmla="*/ 824163 w 994861"/>
                <a:gd name="csY606" fmla="*/ 87229 h 339140"/>
                <a:gd name="csX607" fmla="*/ 824915 w 994861"/>
                <a:gd name="csY607" fmla="*/ 86477 h 339140"/>
                <a:gd name="csX608" fmla="*/ 825667 w 994861"/>
                <a:gd name="csY608" fmla="*/ 85725 h 339140"/>
                <a:gd name="csX609" fmla="*/ 825667 w 994861"/>
                <a:gd name="csY609" fmla="*/ 84973 h 339140"/>
                <a:gd name="csX610" fmla="*/ 825667 w 994861"/>
                <a:gd name="csY610" fmla="*/ 83469 h 339140"/>
                <a:gd name="csX611" fmla="*/ 825667 w 994861"/>
                <a:gd name="csY611" fmla="*/ 82717 h 339140"/>
                <a:gd name="csX612" fmla="*/ 825667 w 994861"/>
                <a:gd name="csY612" fmla="*/ 81965 h 339140"/>
                <a:gd name="csX613" fmla="*/ 826419 w 994861"/>
                <a:gd name="csY613" fmla="*/ 81213 h 339140"/>
                <a:gd name="csX614" fmla="*/ 827923 w 994861"/>
                <a:gd name="csY614" fmla="*/ 81213 h 339140"/>
                <a:gd name="csX615" fmla="*/ 828675 w 994861"/>
                <a:gd name="csY615" fmla="*/ 81213 h 339140"/>
                <a:gd name="csX616" fmla="*/ 831683 w 994861"/>
                <a:gd name="csY616" fmla="*/ 81965 h 339140"/>
                <a:gd name="csX617" fmla="*/ 832435 w 994861"/>
                <a:gd name="csY617" fmla="*/ 81965 h 339140"/>
                <a:gd name="csX618" fmla="*/ 833187 w 994861"/>
                <a:gd name="csY618" fmla="*/ 81965 h 339140"/>
                <a:gd name="csX619" fmla="*/ 833939 w 994861"/>
                <a:gd name="csY619" fmla="*/ 81213 h 339140"/>
                <a:gd name="csX620" fmla="*/ 834691 w 994861"/>
                <a:gd name="csY620" fmla="*/ 79709 h 339140"/>
                <a:gd name="csX621" fmla="*/ 834691 w 994861"/>
                <a:gd name="csY621" fmla="*/ 78957 h 339140"/>
                <a:gd name="csX622" fmla="*/ 833939 w 994861"/>
                <a:gd name="csY622" fmla="*/ 78205 h 339140"/>
                <a:gd name="csX623" fmla="*/ 833187 w 994861"/>
                <a:gd name="csY623" fmla="*/ 77453 h 339140"/>
                <a:gd name="csX624" fmla="*/ 830931 w 994861"/>
                <a:gd name="csY624" fmla="*/ 76701 h 339140"/>
                <a:gd name="csX625" fmla="*/ 829427 w 994861"/>
                <a:gd name="csY625" fmla="*/ 75197 h 339140"/>
                <a:gd name="csX626" fmla="*/ 828675 w 994861"/>
                <a:gd name="csY626" fmla="*/ 74445 h 339140"/>
                <a:gd name="csX627" fmla="*/ 828675 w 994861"/>
                <a:gd name="csY627" fmla="*/ 73693 h 339140"/>
                <a:gd name="csX628" fmla="*/ 828675 w 994861"/>
                <a:gd name="csY628" fmla="*/ 72942 h 339140"/>
                <a:gd name="csX629" fmla="*/ 828675 w 994861"/>
                <a:gd name="csY629" fmla="*/ 72190 h 339140"/>
                <a:gd name="csX630" fmla="*/ 828675 w 994861"/>
                <a:gd name="csY630" fmla="*/ 71438 h 339140"/>
                <a:gd name="csX631" fmla="*/ 829427 w 994861"/>
                <a:gd name="csY631" fmla="*/ 70685 h 339140"/>
                <a:gd name="csX632" fmla="*/ 830179 w 994861"/>
                <a:gd name="csY632" fmla="*/ 69933 h 339140"/>
                <a:gd name="csX633" fmla="*/ 830931 w 994861"/>
                <a:gd name="csY633" fmla="*/ 69933 h 339140"/>
                <a:gd name="csX634" fmla="*/ 832435 w 994861"/>
                <a:gd name="csY634" fmla="*/ 69933 h 339140"/>
                <a:gd name="csX635" fmla="*/ 833187 w 994861"/>
                <a:gd name="csY635" fmla="*/ 69933 h 339140"/>
                <a:gd name="csX636" fmla="*/ 833187 w 994861"/>
                <a:gd name="csY636" fmla="*/ 70685 h 339140"/>
                <a:gd name="csX637" fmla="*/ 833187 w 994861"/>
                <a:gd name="csY637" fmla="*/ 71438 h 339140"/>
                <a:gd name="csX638" fmla="*/ 833187 w 994861"/>
                <a:gd name="csY638" fmla="*/ 72190 h 339140"/>
                <a:gd name="csX639" fmla="*/ 833187 w 994861"/>
                <a:gd name="csY639" fmla="*/ 72942 h 339140"/>
                <a:gd name="csX640" fmla="*/ 833187 w 994861"/>
                <a:gd name="csY640" fmla="*/ 73693 h 339140"/>
                <a:gd name="csX641" fmla="*/ 833939 w 994861"/>
                <a:gd name="csY641" fmla="*/ 74445 h 339140"/>
                <a:gd name="csX642" fmla="*/ 834691 w 994861"/>
                <a:gd name="csY642" fmla="*/ 74445 h 339140"/>
                <a:gd name="csX643" fmla="*/ 835443 w 994861"/>
                <a:gd name="csY643" fmla="*/ 74445 h 339140"/>
                <a:gd name="csX644" fmla="*/ 839202 w 994861"/>
                <a:gd name="csY644" fmla="*/ 72942 h 339140"/>
                <a:gd name="csX645" fmla="*/ 840707 w 994861"/>
                <a:gd name="csY645" fmla="*/ 72190 h 339140"/>
                <a:gd name="csX646" fmla="*/ 842211 w 994861"/>
                <a:gd name="csY646" fmla="*/ 72190 h 339140"/>
                <a:gd name="csX647" fmla="*/ 844466 w 994861"/>
                <a:gd name="csY647" fmla="*/ 71438 h 339140"/>
                <a:gd name="csX648" fmla="*/ 857250 w 994861"/>
                <a:gd name="csY648" fmla="*/ 66174 h 339140"/>
                <a:gd name="csX649" fmla="*/ 858002 w 994861"/>
                <a:gd name="csY649" fmla="*/ 66174 h 339140"/>
                <a:gd name="csX650" fmla="*/ 859506 w 994861"/>
                <a:gd name="csY650" fmla="*/ 66174 h 339140"/>
                <a:gd name="csX651" fmla="*/ 860258 w 994861"/>
                <a:gd name="csY651" fmla="*/ 66926 h 339140"/>
                <a:gd name="csX652" fmla="*/ 861010 w 994861"/>
                <a:gd name="csY652" fmla="*/ 66926 h 339140"/>
                <a:gd name="csX653" fmla="*/ 861762 w 994861"/>
                <a:gd name="csY653" fmla="*/ 67678 h 339140"/>
                <a:gd name="csX654" fmla="*/ 862513 w 994861"/>
                <a:gd name="csY654" fmla="*/ 67678 h 339140"/>
                <a:gd name="csX655" fmla="*/ 863266 w 994861"/>
                <a:gd name="csY655" fmla="*/ 67678 h 339140"/>
                <a:gd name="csX656" fmla="*/ 864770 w 994861"/>
                <a:gd name="csY656" fmla="*/ 66926 h 339140"/>
                <a:gd name="csX657" fmla="*/ 865522 w 994861"/>
                <a:gd name="csY657" fmla="*/ 66174 h 339140"/>
                <a:gd name="csX658" fmla="*/ 870033 w 994861"/>
                <a:gd name="csY658" fmla="*/ 63166 h 339140"/>
                <a:gd name="csX659" fmla="*/ 872290 w 994861"/>
                <a:gd name="csY659" fmla="*/ 61662 h 339140"/>
                <a:gd name="csX660" fmla="*/ 880561 w 994861"/>
                <a:gd name="csY660" fmla="*/ 58654 h 339140"/>
                <a:gd name="csX661" fmla="*/ 882817 w 994861"/>
                <a:gd name="csY661" fmla="*/ 54894 h 339140"/>
                <a:gd name="csX662" fmla="*/ 885825 w 994861"/>
                <a:gd name="csY662" fmla="*/ 40607 h 339140"/>
                <a:gd name="csX663" fmla="*/ 887329 w 994861"/>
                <a:gd name="csY663" fmla="*/ 32335 h 339140"/>
                <a:gd name="csX664" fmla="*/ 888081 w 994861"/>
                <a:gd name="csY664" fmla="*/ 30079 h 339140"/>
                <a:gd name="csX665" fmla="*/ 888833 w 994861"/>
                <a:gd name="csY665" fmla="*/ 28575 h 339140"/>
                <a:gd name="csX666" fmla="*/ 889585 w 994861"/>
                <a:gd name="csY666" fmla="*/ 27823 h 339140"/>
                <a:gd name="csX667" fmla="*/ 890337 w 994861"/>
                <a:gd name="csY667" fmla="*/ 27823 h 339140"/>
                <a:gd name="csX668" fmla="*/ 891841 w 994861"/>
                <a:gd name="csY668" fmla="*/ 27823 h 339140"/>
                <a:gd name="csX669" fmla="*/ 900864 w 994861"/>
                <a:gd name="csY669" fmla="*/ 27823 h 339140"/>
                <a:gd name="csX670" fmla="*/ 901616 w 994861"/>
                <a:gd name="csY670" fmla="*/ 28575 h 339140"/>
                <a:gd name="csX671" fmla="*/ 902368 w 994861"/>
                <a:gd name="csY671" fmla="*/ 28575 h 339140"/>
                <a:gd name="csX672" fmla="*/ 903120 w 994861"/>
                <a:gd name="csY672" fmla="*/ 29327 h 339140"/>
                <a:gd name="csX673" fmla="*/ 903872 w 994861"/>
                <a:gd name="csY673" fmla="*/ 29327 h 339140"/>
                <a:gd name="csX674" fmla="*/ 904624 w 994861"/>
                <a:gd name="csY674" fmla="*/ 30079 h 339140"/>
                <a:gd name="csX675" fmla="*/ 905376 w 994861"/>
                <a:gd name="csY675" fmla="*/ 30079 h 339140"/>
                <a:gd name="csX676" fmla="*/ 906880 w 994861"/>
                <a:gd name="csY676" fmla="*/ 29327 h 339140"/>
                <a:gd name="csX677" fmla="*/ 908384 w 994861"/>
                <a:gd name="csY677" fmla="*/ 28575 h 339140"/>
                <a:gd name="csX678" fmla="*/ 909888 w 994861"/>
                <a:gd name="csY678" fmla="*/ 27071 h 339140"/>
                <a:gd name="csX679" fmla="*/ 912896 w 994861"/>
                <a:gd name="csY679" fmla="*/ 23311 h 339140"/>
                <a:gd name="csX680" fmla="*/ 917408 w 994861"/>
                <a:gd name="csY680" fmla="*/ 19551 h 339140"/>
                <a:gd name="csX681" fmla="*/ 918160 w 994861"/>
                <a:gd name="csY681" fmla="*/ 18799 h 339140"/>
                <a:gd name="csX682" fmla="*/ 921168 w 994861"/>
                <a:gd name="csY682" fmla="*/ 17295 h 339140"/>
                <a:gd name="csX683" fmla="*/ 922671 w 994861"/>
                <a:gd name="csY683" fmla="*/ 17295 h 339140"/>
                <a:gd name="csX684" fmla="*/ 924175 w 994861"/>
                <a:gd name="csY684" fmla="*/ 16544 h 339140"/>
                <a:gd name="csX685" fmla="*/ 926431 w 994861"/>
                <a:gd name="csY685" fmla="*/ 16544 h 339140"/>
                <a:gd name="csX686" fmla="*/ 929439 w 994861"/>
                <a:gd name="csY686" fmla="*/ 17295 h 339140"/>
                <a:gd name="csX687" fmla="*/ 941471 w 994861"/>
                <a:gd name="csY687" fmla="*/ 20303 h 339140"/>
                <a:gd name="csX688" fmla="*/ 943727 w 994861"/>
                <a:gd name="csY688" fmla="*/ 20303 h 339140"/>
                <a:gd name="csX689" fmla="*/ 946735 w 994861"/>
                <a:gd name="csY689" fmla="*/ 18799 h 339140"/>
                <a:gd name="csX690" fmla="*/ 948239 w 994861"/>
                <a:gd name="csY690" fmla="*/ 18799 h 339140"/>
                <a:gd name="csX691" fmla="*/ 948990 w 994861"/>
                <a:gd name="csY691" fmla="*/ 18799 h 339140"/>
                <a:gd name="csX692" fmla="*/ 951999 w 994861"/>
                <a:gd name="csY692" fmla="*/ 19551 h 339140"/>
                <a:gd name="csX693" fmla="*/ 955007 w 994861"/>
                <a:gd name="csY693" fmla="*/ 21055 h 339140"/>
                <a:gd name="csX694" fmla="*/ 958766 w 994861"/>
                <a:gd name="csY694" fmla="*/ 23311 h 339140"/>
                <a:gd name="csX695" fmla="*/ 964782 w 994861"/>
                <a:gd name="csY695" fmla="*/ 29327 h 339140"/>
                <a:gd name="csX696" fmla="*/ 966286 w 994861"/>
                <a:gd name="csY696" fmla="*/ 33087 h 339140"/>
                <a:gd name="csX697" fmla="*/ 967038 w 994861"/>
                <a:gd name="csY697" fmla="*/ 33839 h 339140"/>
                <a:gd name="csX698" fmla="*/ 967038 w 994861"/>
                <a:gd name="csY698" fmla="*/ 34591 h 339140"/>
                <a:gd name="csX699" fmla="*/ 967038 w 994861"/>
                <a:gd name="csY699" fmla="*/ 35343 h 339140"/>
                <a:gd name="csX700" fmla="*/ 967790 w 994861"/>
                <a:gd name="csY700" fmla="*/ 36095 h 339140"/>
                <a:gd name="csX701" fmla="*/ 968542 w 994861"/>
                <a:gd name="csY701" fmla="*/ 36847 h 339140"/>
                <a:gd name="csX702" fmla="*/ 976814 w 994861"/>
                <a:gd name="csY702" fmla="*/ 39103 h 339140"/>
                <a:gd name="csX703" fmla="*/ 981326 w 994861"/>
                <a:gd name="csY703" fmla="*/ 41359 h 339140"/>
                <a:gd name="csX704" fmla="*/ 980573 w 994861"/>
                <a:gd name="csY704" fmla="*/ 41359 h 339140"/>
                <a:gd name="csX705" fmla="*/ 978318 w 994861"/>
                <a:gd name="csY705" fmla="*/ 42111 h 339140"/>
                <a:gd name="csX706" fmla="*/ 976062 w 994861"/>
                <a:gd name="csY706" fmla="*/ 43614 h 339140"/>
                <a:gd name="csX707" fmla="*/ 985086 w 994861"/>
                <a:gd name="csY707" fmla="*/ 42863 h 339140"/>
                <a:gd name="csX708" fmla="*/ 990349 w 994861"/>
                <a:gd name="csY708" fmla="*/ 44366 h 339140"/>
                <a:gd name="csX709" fmla="*/ 990349 w 994861"/>
                <a:gd name="csY709" fmla="*/ 47374 h 339140"/>
                <a:gd name="csX710" fmla="*/ 992605 w 994861"/>
                <a:gd name="csY710" fmla="*/ 50382 h 339140"/>
                <a:gd name="csX711" fmla="*/ 994109 w 994861"/>
                <a:gd name="csY711" fmla="*/ 51886 h 339140"/>
                <a:gd name="csX712" fmla="*/ 994861 w 994861"/>
                <a:gd name="csY712" fmla="*/ 53390 h 339140"/>
                <a:gd name="csX713" fmla="*/ 993357 w 994861"/>
                <a:gd name="csY713" fmla="*/ 56398 h 339140"/>
                <a:gd name="csX714" fmla="*/ 992605 w 994861"/>
                <a:gd name="csY714" fmla="*/ 58654 h 339140"/>
                <a:gd name="csX715" fmla="*/ 991101 w 994861"/>
                <a:gd name="csY715" fmla="*/ 62414 h 339140"/>
                <a:gd name="csX716" fmla="*/ 989597 w 994861"/>
                <a:gd name="csY716" fmla="*/ 62414 h 339140"/>
                <a:gd name="csX717" fmla="*/ 989597 w 994861"/>
                <a:gd name="csY717" fmla="*/ 60158 h 339140"/>
                <a:gd name="csX718" fmla="*/ 989597 w 994861"/>
                <a:gd name="csY718" fmla="*/ 58654 h 339140"/>
                <a:gd name="csX719" fmla="*/ 989597 w 994861"/>
                <a:gd name="csY719" fmla="*/ 57150 h 339140"/>
                <a:gd name="csX720" fmla="*/ 988845 w 994861"/>
                <a:gd name="csY720" fmla="*/ 57902 h 339140"/>
                <a:gd name="csX721" fmla="*/ 988093 w 994861"/>
                <a:gd name="csY721" fmla="*/ 58654 h 339140"/>
                <a:gd name="csX722" fmla="*/ 988093 w 994861"/>
                <a:gd name="csY722" fmla="*/ 60910 h 339140"/>
                <a:gd name="csX723" fmla="*/ 985086 w 994861"/>
                <a:gd name="csY723" fmla="*/ 54894 h 339140"/>
                <a:gd name="csX724" fmla="*/ 984333 w 994861"/>
                <a:gd name="csY724" fmla="*/ 52638 h 339140"/>
                <a:gd name="csX725" fmla="*/ 983582 w 994861"/>
                <a:gd name="csY725" fmla="*/ 55646 h 339140"/>
                <a:gd name="csX726" fmla="*/ 986589 w 994861"/>
                <a:gd name="csY726" fmla="*/ 63166 h 339140"/>
                <a:gd name="csX727" fmla="*/ 985837 w 994861"/>
                <a:gd name="csY727" fmla="*/ 66174 h 339140"/>
                <a:gd name="csX728" fmla="*/ 983582 w 994861"/>
                <a:gd name="csY728" fmla="*/ 66174 h 339140"/>
                <a:gd name="csX729" fmla="*/ 982077 w 994861"/>
                <a:gd name="csY729" fmla="*/ 66926 h 339140"/>
                <a:gd name="csX730" fmla="*/ 980573 w 994861"/>
                <a:gd name="csY730" fmla="*/ 68430 h 339140"/>
                <a:gd name="csX731" fmla="*/ 979069 w 994861"/>
                <a:gd name="csY731" fmla="*/ 70685 h 339140"/>
                <a:gd name="csX732" fmla="*/ 982077 w 994861"/>
                <a:gd name="csY732" fmla="*/ 69182 h 339140"/>
                <a:gd name="csX733" fmla="*/ 983582 w 994861"/>
                <a:gd name="csY733" fmla="*/ 67678 h 339140"/>
                <a:gd name="csX734" fmla="*/ 985086 w 994861"/>
                <a:gd name="csY734" fmla="*/ 67678 h 339140"/>
                <a:gd name="csX735" fmla="*/ 985086 w 994861"/>
                <a:gd name="csY735" fmla="*/ 68430 h 339140"/>
                <a:gd name="csX736" fmla="*/ 985086 w 994861"/>
                <a:gd name="csY736" fmla="*/ 69933 h 339140"/>
                <a:gd name="csX737" fmla="*/ 983582 w 994861"/>
                <a:gd name="csY737" fmla="*/ 70685 h 339140"/>
                <a:gd name="csX738" fmla="*/ 982829 w 994861"/>
                <a:gd name="csY738" fmla="*/ 72190 h 339140"/>
                <a:gd name="csX739" fmla="*/ 981326 w 994861"/>
                <a:gd name="csY739" fmla="*/ 75197 h 339140"/>
                <a:gd name="csX740" fmla="*/ 981326 w 994861"/>
                <a:gd name="csY740" fmla="*/ 81213 h 339140"/>
                <a:gd name="csX741" fmla="*/ 982829 w 994861"/>
                <a:gd name="csY741" fmla="*/ 83469 h 339140"/>
                <a:gd name="csX742" fmla="*/ 988093 w 994861"/>
                <a:gd name="csY742" fmla="*/ 84221 h 339140"/>
                <a:gd name="csX743" fmla="*/ 988093 w 994861"/>
                <a:gd name="csY743" fmla="*/ 85725 h 339140"/>
                <a:gd name="csX744" fmla="*/ 988845 w 994861"/>
                <a:gd name="csY744" fmla="*/ 87981 h 339140"/>
                <a:gd name="csX745" fmla="*/ 988093 w 994861"/>
                <a:gd name="csY745" fmla="*/ 93997 h 339140"/>
                <a:gd name="csX746" fmla="*/ 990349 w 994861"/>
                <a:gd name="csY746" fmla="*/ 89485 h 339140"/>
                <a:gd name="csX747" fmla="*/ 991101 w 994861"/>
                <a:gd name="csY747" fmla="*/ 90989 h 339140"/>
                <a:gd name="csX748" fmla="*/ 992605 w 994861"/>
                <a:gd name="csY748" fmla="*/ 94749 h 339140"/>
                <a:gd name="csX749" fmla="*/ 993357 w 994861"/>
                <a:gd name="csY749" fmla="*/ 97005 h 339140"/>
                <a:gd name="csX750" fmla="*/ 992605 w 994861"/>
                <a:gd name="csY750" fmla="*/ 97757 h 339140"/>
                <a:gd name="csX751" fmla="*/ 992605 w 994861"/>
                <a:gd name="csY751" fmla="*/ 99261 h 339140"/>
                <a:gd name="csX752" fmla="*/ 992605 w 994861"/>
                <a:gd name="csY752" fmla="*/ 100012 h 339140"/>
                <a:gd name="csX753" fmla="*/ 993357 w 994861"/>
                <a:gd name="csY753" fmla="*/ 100764 h 339140"/>
                <a:gd name="csX754" fmla="*/ 991853 w 994861"/>
                <a:gd name="csY754" fmla="*/ 103772 h 339140"/>
                <a:gd name="csX755" fmla="*/ 988093 w 994861"/>
                <a:gd name="csY755" fmla="*/ 117308 h 339140"/>
                <a:gd name="csX756" fmla="*/ 988093 w 994861"/>
                <a:gd name="csY756" fmla="*/ 120316 h 339140"/>
                <a:gd name="csX757" fmla="*/ 987341 w 994861"/>
                <a:gd name="csY757" fmla="*/ 121820 h 339140"/>
                <a:gd name="csX758" fmla="*/ 985837 w 994861"/>
                <a:gd name="csY758" fmla="*/ 121820 h 339140"/>
                <a:gd name="csX759" fmla="*/ 982829 w 994861"/>
                <a:gd name="csY759" fmla="*/ 121068 h 339140"/>
                <a:gd name="csX760" fmla="*/ 979822 w 994861"/>
                <a:gd name="csY760" fmla="*/ 118060 h 339140"/>
                <a:gd name="csX761" fmla="*/ 978318 w 994861"/>
                <a:gd name="csY761" fmla="*/ 116556 h 339140"/>
                <a:gd name="csX762" fmla="*/ 976062 w 994861"/>
                <a:gd name="csY762" fmla="*/ 116556 h 339140"/>
                <a:gd name="csX763" fmla="*/ 978318 w 994861"/>
                <a:gd name="csY763" fmla="*/ 118060 h 339140"/>
                <a:gd name="csX764" fmla="*/ 979069 w 994861"/>
                <a:gd name="csY764" fmla="*/ 119564 h 339140"/>
                <a:gd name="csX765" fmla="*/ 979822 w 994861"/>
                <a:gd name="csY765" fmla="*/ 121068 h 339140"/>
                <a:gd name="csX766" fmla="*/ 980573 w 994861"/>
                <a:gd name="csY766" fmla="*/ 122572 h 339140"/>
                <a:gd name="csX767" fmla="*/ 980573 w 994861"/>
                <a:gd name="csY767" fmla="*/ 124076 h 339140"/>
                <a:gd name="csX768" fmla="*/ 980573 w 994861"/>
                <a:gd name="csY768" fmla="*/ 125580 h 339140"/>
                <a:gd name="csX769" fmla="*/ 982077 w 994861"/>
                <a:gd name="csY769" fmla="*/ 127084 h 339140"/>
                <a:gd name="csX770" fmla="*/ 982829 w 994861"/>
                <a:gd name="csY770" fmla="*/ 126331 h 339140"/>
                <a:gd name="csX771" fmla="*/ 982829 w 994861"/>
                <a:gd name="csY771" fmla="*/ 124828 h 339140"/>
                <a:gd name="csX772" fmla="*/ 982829 w 994861"/>
                <a:gd name="csY772" fmla="*/ 127084 h 339140"/>
                <a:gd name="csX773" fmla="*/ 981326 w 994861"/>
                <a:gd name="csY773" fmla="*/ 133099 h 339140"/>
                <a:gd name="csX774" fmla="*/ 979822 w 994861"/>
                <a:gd name="csY774" fmla="*/ 139115 h 339140"/>
                <a:gd name="csX775" fmla="*/ 979822 w 994861"/>
                <a:gd name="csY775" fmla="*/ 140619 h 339140"/>
                <a:gd name="csX776" fmla="*/ 976814 w 994861"/>
                <a:gd name="csY776" fmla="*/ 144379 h 339140"/>
                <a:gd name="csX777" fmla="*/ 975310 w 994861"/>
                <a:gd name="csY777" fmla="*/ 148139 h 339140"/>
                <a:gd name="csX778" fmla="*/ 974558 w 994861"/>
                <a:gd name="csY778" fmla="*/ 152651 h 339140"/>
                <a:gd name="csX779" fmla="*/ 973806 w 994861"/>
                <a:gd name="csY779" fmla="*/ 158667 h 339140"/>
                <a:gd name="csX780" fmla="*/ 973806 w 994861"/>
                <a:gd name="csY780" fmla="*/ 163178 h 339140"/>
                <a:gd name="csX781" fmla="*/ 974558 w 994861"/>
                <a:gd name="csY781" fmla="*/ 164682 h 339140"/>
                <a:gd name="csX782" fmla="*/ 973806 w 994861"/>
                <a:gd name="csY782" fmla="*/ 164682 h 339140"/>
                <a:gd name="csX783" fmla="*/ 973054 w 994861"/>
                <a:gd name="csY783" fmla="*/ 166186 h 339140"/>
                <a:gd name="csX784" fmla="*/ 972302 w 994861"/>
                <a:gd name="csY784" fmla="*/ 166938 h 339140"/>
                <a:gd name="csX785" fmla="*/ 971550 w 994861"/>
                <a:gd name="csY785" fmla="*/ 168442 h 339140"/>
                <a:gd name="csX786" fmla="*/ 971550 w 994861"/>
                <a:gd name="csY786" fmla="*/ 169946 h 339140"/>
                <a:gd name="csX787" fmla="*/ 961022 w 994861"/>
                <a:gd name="csY787" fmla="*/ 199273 h 339140"/>
                <a:gd name="csX788" fmla="*/ 954254 w 994861"/>
                <a:gd name="csY788" fmla="*/ 212808 h 339140"/>
                <a:gd name="csX789" fmla="*/ 954254 w 994861"/>
                <a:gd name="csY789" fmla="*/ 214313 h 339140"/>
                <a:gd name="csX790" fmla="*/ 952750 w 994861"/>
                <a:gd name="csY790" fmla="*/ 215817 h 339140"/>
                <a:gd name="csX791" fmla="*/ 951999 w 994861"/>
                <a:gd name="csY791" fmla="*/ 218824 h 339140"/>
                <a:gd name="csX792" fmla="*/ 951999 w 994861"/>
                <a:gd name="csY792" fmla="*/ 224840 h 339140"/>
                <a:gd name="csX793" fmla="*/ 950495 w 994861"/>
                <a:gd name="csY793" fmla="*/ 227848 h 339140"/>
                <a:gd name="csX794" fmla="*/ 945983 w 994861"/>
                <a:gd name="csY794" fmla="*/ 234616 h 339140"/>
                <a:gd name="csX795" fmla="*/ 944479 w 994861"/>
                <a:gd name="csY795" fmla="*/ 237624 h 339140"/>
                <a:gd name="csX796" fmla="*/ 944479 w 994861"/>
                <a:gd name="csY796" fmla="*/ 244391 h 339140"/>
                <a:gd name="csX797" fmla="*/ 942975 w 994861"/>
                <a:gd name="csY797" fmla="*/ 251159 h 339140"/>
                <a:gd name="csX798" fmla="*/ 942223 w 994861"/>
                <a:gd name="csY798" fmla="*/ 251159 h 339140"/>
                <a:gd name="csX799" fmla="*/ 939967 w 994861"/>
                <a:gd name="csY799" fmla="*/ 249655 h 339140"/>
                <a:gd name="csX800" fmla="*/ 938463 w 994861"/>
                <a:gd name="csY800" fmla="*/ 249655 h 339140"/>
                <a:gd name="csX801" fmla="*/ 933951 w 994861"/>
                <a:gd name="csY801" fmla="*/ 249655 h 339140"/>
                <a:gd name="csX802" fmla="*/ 919664 w 994861"/>
                <a:gd name="csY802" fmla="*/ 246647 h 339140"/>
                <a:gd name="csX803" fmla="*/ 905376 w 994861"/>
                <a:gd name="csY803" fmla="*/ 246647 h 339140"/>
                <a:gd name="csX804" fmla="*/ 901616 w 994861"/>
                <a:gd name="csY804" fmla="*/ 244391 h 339140"/>
                <a:gd name="csX805" fmla="*/ 896352 w 994861"/>
                <a:gd name="csY805" fmla="*/ 242887 h 339140"/>
                <a:gd name="csX806" fmla="*/ 894849 w 994861"/>
                <a:gd name="csY806" fmla="*/ 242887 h 339140"/>
                <a:gd name="csX807" fmla="*/ 894096 w 994861"/>
                <a:gd name="csY807" fmla="*/ 241384 h 339140"/>
                <a:gd name="csX808" fmla="*/ 894096 w 994861"/>
                <a:gd name="csY808" fmla="*/ 240632 h 339140"/>
                <a:gd name="csX809" fmla="*/ 894096 w 994861"/>
                <a:gd name="csY809" fmla="*/ 239880 h 339140"/>
                <a:gd name="csX810" fmla="*/ 893345 w 994861"/>
                <a:gd name="csY810" fmla="*/ 239128 h 339140"/>
                <a:gd name="csX811" fmla="*/ 891089 w 994861"/>
                <a:gd name="csY811" fmla="*/ 239128 h 339140"/>
                <a:gd name="csX812" fmla="*/ 887329 w 994861"/>
                <a:gd name="csY812" fmla="*/ 239128 h 339140"/>
                <a:gd name="csX813" fmla="*/ 872290 w 994861"/>
                <a:gd name="csY813" fmla="*/ 243639 h 339140"/>
                <a:gd name="csX814" fmla="*/ 870033 w 994861"/>
                <a:gd name="csY814" fmla="*/ 244391 h 339140"/>
                <a:gd name="csX815" fmla="*/ 859506 w 994861"/>
                <a:gd name="csY815" fmla="*/ 251159 h 339140"/>
                <a:gd name="csX816" fmla="*/ 858002 w 994861"/>
                <a:gd name="csY816" fmla="*/ 251911 h 339140"/>
                <a:gd name="csX817" fmla="*/ 855746 w 994861"/>
                <a:gd name="csY817" fmla="*/ 251911 h 339140"/>
                <a:gd name="csX818" fmla="*/ 852738 w 994861"/>
                <a:gd name="csY818" fmla="*/ 251911 h 339140"/>
                <a:gd name="csX819" fmla="*/ 848978 w 994861"/>
                <a:gd name="csY819" fmla="*/ 249655 h 339140"/>
                <a:gd name="csX820" fmla="*/ 845970 w 994861"/>
                <a:gd name="csY820" fmla="*/ 248903 h 339140"/>
                <a:gd name="csX821" fmla="*/ 844466 w 994861"/>
                <a:gd name="csY821" fmla="*/ 248151 h 339140"/>
                <a:gd name="csX822" fmla="*/ 844466 w 994861"/>
                <a:gd name="csY822" fmla="*/ 246647 h 339140"/>
                <a:gd name="csX823" fmla="*/ 844466 w 994861"/>
                <a:gd name="csY823" fmla="*/ 245143 h 339140"/>
                <a:gd name="csX824" fmla="*/ 843714 w 994861"/>
                <a:gd name="csY824" fmla="*/ 244391 h 339140"/>
                <a:gd name="csX825" fmla="*/ 841458 w 994861"/>
                <a:gd name="csY825" fmla="*/ 244391 h 339140"/>
                <a:gd name="csX826" fmla="*/ 838451 w 994861"/>
                <a:gd name="csY826" fmla="*/ 245143 h 339140"/>
                <a:gd name="csX827" fmla="*/ 831683 w 994861"/>
                <a:gd name="csY827" fmla="*/ 245143 h 339140"/>
                <a:gd name="csX828" fmla="*/ 827171 w 994861"/>
                <a:gd name="csY828" fmla="*/ 246647 h 339140"/>
                <a:gd name="csX829" fmla="*/ 819651 w 994861"/>
                <a:gd name="csY829" fmla="*/ 249655 h 339140"/>
                <a:gd name="csX830" fmla="*/ 818147 w 994861"/>
                <a:gd name="csY830" fmla="*/ 250407 h 339140"/>
                <a:gd name="csX831" fmla="*/ 815891 w 994861"/>
                <a:gd name="csY831" fmla="*/ 249655 h 339140"/>
                <a:gd name="csX832" fmla="*/ 814387 w 994861"/>
                <a:gd name="csY832" fmla="*/ 247399 h 339140"/>
                <a:gd name="csX833" fmla="*/ 812883 w 994861"/>
                <a:gd name="csY833" fmla="*/ 248151 h 339140"/>
                <a:gd name="csX834" fmla="*/ 811379 w 994861"/>
                <a:gd name="csY834" fmla="*/ 248151 h 339140"/>
                <a:gd name="csX835" fmla="*/ 803108 w 994861"/>
                <a:gd name="csY835" fmla="*/ 254167 h 339140"/>
                <a:gd name="csX836" fmla="*/ 800100 w 994861"/>
                <a:gd name="csY836" fmla="*/ 257927 h 339140"/>
                <a:gd name="csX837" fmla="*/ 796340 w 994861"/>
                <a:gd name="csY837" fmla="*/ 258679 h 339140"/>
                <a:gd name="csX838" fmla="*/ 795588 w 994861"/>
                <a:gd name="csY838" fmla="*/ 259431 h 339140"/>
                <a:gd name="csX839" fmla="*/ 795588 w 994861"/>
                <a:gd name="csY839" fmla="*/ 260935 h 339140"/>
                <a:gd name="csX840" fmla="*/ 795588 w 994861"/>
                <a:gd name="csY840" fmla="*/ 262439 h 339140"/>
                <a:gd name="csX841" fmla="*/ 796340 w 994861"/>
                <a:gd name="csY841" fmla="*/ 263191 h 339140"/>
                <a:gd name="csX842" fmla="*/ 796340 w 994861"/>
                <a:gd name="csY842" fmla="*/ 263943 h 339140"/>
                <a:gd name="csX843" fmla="*/ 797092 w 994861"/>
                <a:gd name="csY843" fmla="*/ 264695 h 339140"/>
                <a:gd name="csX844" fmla="*/ 796340 w 994861"/>
                <a:gd name="csY844" fmla="*/ 265447 h 339140"/>
                <a:gd name="csX845" fmla="*/ 794836 w 994861"/>
                <a:gd name="csY845" fmla="*/ 266951 h 339140"/>
                <a:gd name="csX846" fmla="*/ 777541 w 994861"/>
                <a:gd name="csY846" fmla="*/ 277478 h 339140"/>
                <a:gd name="csX847" fmla="*/ 776037 w 994861"/>
                <a:gd name="csY847" fmla="*/ 278982 h 339140"/>
                <a:gd name="csX848" fmla="*/ 776037 w 994861"/>
                <a:gd name="csY848" fmla="*/ 281238 h 339140"/>
                <a:gd name="csX849" fmla="*/ 774533 w 994861"/>
                <a:gd name="csY849" fmla="*/ 284246 h 339140"/>
                <a:gd name="csX850" fmla="*/ 773781 w 994861"/>
                <a:gd name="csY850" fmla="*/ 286502 h 339140"/>
                <a:gd name="csX851" fmla="*/ 760997 w 994861"/>
                <a:gd name="csY851" fmla="*/ 295526 h 339140"/>
                <a:gd name="csX852" fmla="*/ 747462 w 994861"/>
                <a:gd name="csY852" fmla="*/ 296278 h 339140"/>
                <a:gd name="csX853" fmla="*/ 745206 w 994861"/>
                <a:gd name="csY853" fmla="*/ 297030 h 339140"/>
                <a:gd name="csX854" fmla="*/ 742950 w 994861"/>
                <a:gd name="csY854" fmla="*/ 298534 h 339140"/>
                <a:gd name="csX855" fmla="*/ 737686 w 994861"/>
                <a:gd name="csY855" fmla="*/ 302294 h 339140"/>
                <a:gd name="csX856" fmla="*/ 732422 w 994861"/>
                <a:gd name="csY856" fmla="*/ 304549 h 339140"/>
                <a:gd name="csX857" fmla="*/ 728662 w 994861"/>
                <a:gd name="csY857" fmla="*/ 306805 h 339140"/>
                <a:gd name="csX858" fmla="*/ 727158 w 994861"/>
                <a:gd name="csY858" fmla="*/ 308309 h 339140"/>
                <a:gd name="csX859" fmla="*/ 725655 w 994861"/>
                <a:gd name="csY859" fmla="*/ 309061 h 339140"/>
                <a:gd name="csX860" fmla="*/ 724151 w 994861"/>
                <a:gd name="csY860" fmla="*/ 309813 h 339140"/>
                <a:gd name="csX861" fmla="*/ 721895 w 994861"/>
                <a:gd name="csY861" fmla="*/ 309813 h 339140"/>
                <a:gd name="csX862" fmla="*/ 718135 w 994861"/>
                <a:gd name="csY862" fmla="*/ 308309 h 339140"/>
                <a:gd name="csX863" fmla="*/ 716631 w 994861"/>
                <a:gd name="csY863" fmla="*/ 307557 h 339140"/>
                <a:gd name="csX864" fmla="*/ 715127 w 994861"/>
                <a:gd name="csY864" fmla="*/ 307557 h 339140"/>
                <a:gd name="csX865" fmla="*/ 688056 w 994861"/>
                <a:gd name="csY865" fmla="*/ 304549 h 339140"/>
                <a:gd name="csX866" fmla="*/ 684296 w 994861"/>
                <a:gd name="csY866" fmla="*/ 305301 h 339140"/>
                <a:gd name="csX867" fmla="*/ 680536 w 994861"/>
                <a:gd name="csY867" fmla="*/ 306053 h 339140"/>
                <a:gd name="csX868" fmla="*/ 676776 w 994861"/>
                <a:gd name="csY868" fmla="*/ 309061 h 339140"/>
                <a:gd name="csX869" fmla="*/ 671512 w 994861"/>
                <a:gd name="csY869" fmla="*/ 318837 h 339140"/>
                <a:gd name="csX870" fmla="*/ 669257 w 994861"/>
                <a:gd name="csY870" fmla="*/ 318085 h 339140"/>
                <a:gd name="csX871" fmla="*/ 667753 w 994861"/>
                <a:gd name="csY871" fmla="*/ 317333 h 339140"/>
                <a:gd name="csX872" fmla="*/ 662489 w 994861"/>
                <a:gd name="csY872" fmla="*/ 311317 h 339140"/>
                <a:gd name="csX873" fmla="*/ 658729 w 994861"/>
                <a:gd name="csY873" fmla="*/ 309061 h 339140"/>
                <a:gd name="csX874" fmla="*/ 654217 w 994861"/>
                <a:gd name="csY874" fmla="*/ 308309 h 339140"/>
                <a:gd name="csX875" fmla="*/ 645193 w 994861"/>
                <a:gd name="csY875" fmla="*/ 306805 h 339140"/>
                <a:gd name="csX876" fmla="*/ 642938 w 994861"/>
                <a:gd name="csY876" fmla="*/ 306053 h 339140"/>
                <a:gd name="csX877" fmla="*/ 634666 w 994861"/>
                <a:gd name="csY877" fmla="*/ 301542 h 339140"/>
                <a:gd name="csX878" fmla="*/ 603083 w 994861"/>
                <a:gd name="csY878" fmla="*/ 270711 h 339140"/>
                <a:gd name="csX879" fmla="*/ 596315 w 994861"/>
                <a:gd name="csY879" fmla="*/ 266951 h 339140"/>
                <a:gd name="csX880" fmla="*/ 594059 w 994861"/>
                <a:gd name="csY880" fmla="*/ 266199 h 339140"/>
                <a:gd name="csX881" fmla="*/ 590299 w 994861"/>
                <a:gd name="csY881" fmla="*/ 265447 h 339140"/>
                <a:gd name="csX882" fmla="*/ 588795 w 994861"/>
                <a:gd name="csY882" fmla="*/ 263943 h 339140"/>
                <a:gd name="csX883" fmla="*/ 588043 w 994861"/>
                <a:gd name="csY883" fmla="*/ 262439 h 339140"/>
                <a:gd name="csX884" fmla="*/ 586540 w 994861"/>
                <a:gd name="csY884" fmla="*/ 259431 h 339140"/>
                <a:gd name="csX885" fmla="*/ 583531 w 994861"/>
                <a:gd name="csY885" fmla="*/ 255671 h 339140"/>
                <a:gd name="csX886" fmla="*/ 580523 w 994861"/>
                <a:gd name="csY886" fmla="*/ 255671 h 339140"/>
                <a:gd name="csX887" fmla="*/ 577516 w 994861"/>
                <a:gd name="csY887" fmla="*/ 255671 h 339140"/>
                <a:gd name="csX888" fmla="*/ 575260 w 994861"/>
                <a:gd name="csY888" fmla="*/ 256423 h 339140"/>
                <a:gd name="csX889" fmla="*/ 573756 w 994861"/>
                <a:gd name="csY889" fmla="*/ 257175 h 339140"/>
                <a:gd name="csX890" fmla="*/ 566988 w 994861"/>
                <a:gd name="csY890" fmla="*/ 261687 h 339140"/>
                <a:gd name="csX891" fmla="*/ 564732 w 994861"/>
                <a:gd name="csY891" fmla="*/ 262439 h 339140"/>
                <a:gd name="csX892" fmla="*/ 562476 w 994861"/>
                <a:gd name="csY892" fmla="*/ 262439 h 339140"/>
                <a:gd name="csX893" fmla="*/ 560220 w 994861"/>
                <a:gd name="csY893" fmla="*/ 262439 h 339140"/>
                <a:gd name="csX894" fmla="*/ 558716 w 994861"/>
                <a:gd name="csY894" fmla="*/ 260935 h 339140"/>
                <a:gd name="csX895" fmla="*/ 557964 w 994861"/>
                <a:gd name="csY895" fmla="*/ 259431 h 339140"/>
                <a:gd name="csX896" fmla="*/ 557212 w 994861"/>
                <a:gd name="csY896" fmla="*/ 257927 h 339140"/>
                <a:gd name="csX897" fmla="*/ 557212 w 994861"/>
                <a:gd name="csY897" fmla="*/ 256423 h 339140"/>
                <a:gd name="csX898" fmla="*/ 557212 w 994861"/>
                <a:gd name="csY898" fmla="*/ 254919 h 339140"/>
                <a:gd name="csX899" fmla="*/ 556461 w 994861"/>
                <a:gd name="csY899" fmla="*/ 253415 h 339140"/>
                <a:gd name="csX900" fmla="*/ 553452 w 994861"/>
                <a:gd name="csY900" fmla="*/ 250407 h 339140"/>
                <a:gd name="csX901" fmla="*/ 552701 w 994861"/>
                <a:gd name="csY901" fmla="*/ 248903 h 339140"/>
                <a:gd name="csX902" fmla="*/ 552701 w 994861"/>
                <a:gd name="csY902" fmla="*/ 247399 h 339140"/>
                <a:gd name="csX903" fmla="*/ 551948 w 994861"/>
                <a:gd name="csY903" fmla="*/ 246647 h 339140"/>
                <a:gd name="csX904" fmla="*/ 548941 w 994861"/>
                <a:gd name="csY904" fmla="*/ 243639 h 339140"/>
                <a:gd name="csX905" fmla="*/ 547437 w 994861"/>
                <a:gd name="csY905" fmla="*/ 242887 h 339140"/>
                <a:gd name="csX906" fmla="*/ 545181 w 994861"/>
                <a:gd name="csY906" fmla="*/ 243639 h 339140"/>
                <a:gd name="csX907" fmla="*/ 540669 w 994861"/>
                <a:gd name="csY907" fmla="*/ 246647 h 339140"/>
                <a:gd name="csX908" fmla="*/ 539917 w 994861"/>
                <a:gd name="csY908" fmla="*/ 248151 h 339140"/>
                <a:gd name="csX909" fmla="*/ 539917 w 994861"/>
                <a:gd name="csY909" fmla="*/ 249655 h 339140"/>
                <a:gd name="csX910" fmla="*/ 539917 w 994861"/>
                <a:gd name="csY910" fmla="*/ 251159 h 339140"/>
                <a:gd name="csX911" fmla="*/ 539165 w 994861"/>
                <a:gd name="csY911" fmla="*/ 254919 h 339140"/>
                <a:gd name="csX912" fmla="*/ 538413 w 994861"/>
                <a:gd name="csY912" fmla="*/ 257175 h 339140"/>
                <a:gd name="csX913" fmla="*/ 539165 w 994861"/>
                <a:gd name="csY913" fmla="*/ 259431 h 339140"/>
                <a:gd name="csX914" fmla="*/ 539165 w 994861"/>
                <a:gd name="csY914" fmla="*/ 260935 h 339140"/>
                <a:gd name="csX915" fmla="*/ 537661 w 994861"/>
                <a:gd name="csY915" fmla="*/ 263191 h 339140"/>
                <a:gd name="csX916" fmla="*/ 536157 w 994861"/>
                <a:gd name="csY916" fmla="*/ 265447 h 339140"/>
                <a:gd name="csX917" fmla="*/ 531645 w 994861"/>
                <a:gd name="csY917" fmla="*/ 269207 h 339140"/>
                <a:gd name="csX918" fmla="*/ 526382 w 994861"/>
                <a:gd name="csY918" fmla="*/ 272966 h 339140"/>
                <a:gd name="csX919" fmla="*/ 521118 w 994861"/>
                <a:gd name="csY919" fmla="*/ 278982 h 339140"/>
                <a:gd name="csX920" fmla="*/ 515854 w 994861"/>
                <a:gd name="csY920" fmla="*/ 286502 h 339140"/>
                <a:gd name="csX921" fmla="*/ 511342 w 994861"/>
                <a:gd name="csY921" fmla="*/ 288758 h 339140"/>
                <a:gd name="csX922" fmla="*/ 503070 w 994861"/>
                <a:gd name="csY922" fmla="*/ 291014 h 339140"/>
                <a:gd name="csX923" fmla="*/ 497054 w 994861"/>
                <a:gd name="csY923" fmla="*/ 292518 h 339140"/>
                <a:gd name="csX924" fmla="*/ 495550 w 994861"/>
                <a:gd name="csY924" fmla="*/ 294022 h 339140"/>
                <a:gd name="csX925" fmla="*/ 493295 w 994861"/>
                <a:gd name="csY925" fmla="*/ 295526 h 339140"/>
                <a:gd name="csX926" fmla="*/ 491039 w 994861"/>
                <a:gd name="csY926" fmla="*/ 299285 h 339140"/>
                <a:gd name="csX927" fmla="*/ 487279 w 994861"/>
                <a:gd name="csY927" fmla="*/ 305301 h 339140"/>
                <a:gd name="csX928" fmla="*/ 482015 w 994861"/>
                <a:gd name="csY928" fmla="*/ 310565 h 339140"/>
                <a:gd name="csX929" fmla="*/ 475247 w 994861"/>
                <a:gd name="csY929" fmla="*/ 315077 h 339140"/>
                <a:gd name="csX930" fmla="*/ 472991 w 994861"/>
                <a:gd name="csY930" fmla="*/ 310565 h 339140"/>
                <a:gd name="csX931" fmla="*/ 467727 w 994861"/>
                <a:gd name="csY931" fmla="*/ 294774 h 339140"/>
                <a:gd name="csX932" fmla="*/ 467727 w 994861"/>
                <a:gd name="csY932" fmla="*/ 291766 h 339140"/>
                <a:gd name="csX933" fmla="*/ 466975 w 994861"/>
                <a:gd name="csY933" fmla="*/ 290262 h 339140"/>
                <a:gd name="csX934" fmla="*/ 463967 w 994861"/>
                <a:gd name="csY934" fmla="*/ 286502 h 339140"/>
                <a:gd name="csX935" fmla="*/ 463216 w 994861"/>
                <a:gd name="csY935" fmla="*/ 284246 h 339140"/>
                <a:gd name="csX936" fmla="*/ 463216 w 994861"/>
                <a:gd name="csY936" fmla="*/ 282742 h 339140"/>
                <a:gd name="csX937" fmla="*/ 463216 w 994861"/>
                <a:gd name="csY937" fmla="*/ 281238 h 339140"/>
                <a:gd name="csX938" fmla="*/ 463216 w 994861"/>
                <a:gd name="csY938" fmla="*/ 279734 h 339140"/>
                <a:gd name="csX939" fmla="*/ 463967 w 994861"/>
                <a:gd name="csY939" fmla="*/ 278230 h 339140"/>
                <a:gd name="csX940" fmla="*/ 463216 w 994861"/>
                <a:gd name="csY940" fmla="*/ 275974 h 339140"/>
                <a:gd name="csX941" fmla="*/ 463967 w 994861"/>
                <a:gd name="csY941" fmla="*/ 274470 h 339140"/>
                <a:gd name="csX942" fmla="*/ 465471 w 994861"/>
                <a:gd name="csY942" fmla="*/ 273718 h 339140"/>
                <a:gd name="csX943" fmla="*/ 466224 w 994861"/>
                <a:gd name="csY943" fmla="*/ 272215 h 339140"/>
                <a:gd name="csX944" fmla="*/ 466975 w 994861"/>
                <a:gd name="csY944" fmla="*/ 269959 h 339140"/>
                <a:gd name="csX945" fmla="*/ 467727 w 994861"/>
                <a:gd name="csY945" fmla="*/ 268455 h 339140"/>
                <a:gd name="csX946" fmla="*/ 466975 w 994861"/>
                <a:gd name="csY946" fmla="*/ 266199 h 339140"/>
                <a:gd name="csX947" fmla="*/ 466224 w 994861"/>
                <a:gd name="csY947" fmla="*/ 265447 h 339140"/>
                <a:gd name="csX948" fmla="*/ 464720 w 994861"/>
                <a:gd name="csY948" fmla="*/ 264695 h 339140"/>
                <a:gd name="csX949" fmla="*/ 463967 w 994861"/>
                <a:gd name="csY949" fmla="*/ 263191 h 339140"/>
                <a:gd name="csX950" fmla="*/ 462464 w 994861"/>
                <a:gd name="csY950" fmla="*/ 262439 h 339140"/>
                <a:gd name="csX951" fmla="*/ 459456 w 994861"/>
                <a:gd name="csY951" fmla="*/ 263943 h 339140"/>
                <a:gd name="csX952" fmla="*/ 456448 w 994861"/>
                <a:gd name="csY952" fmla="*/ 266951 h 339140"/>
                <a:gd name="csX953" fmla="*/ 452688 w 994861"/>
                <a:gd name="csY953" fmla="*/ 269207 h 339140"/>
                <a:gd name="csX954" fmla="*/ 448928 w 994861"/>
                <a:gd name="csY954" fmla="*/ 269959 h 339140"/>
                <a:gd name="csX955" fmla="*/ 445168 w 994861"/>
                <a:gd name="csY955" fmla="*/ 268455 h 339140"/>
                <a:gd name="csX956" fmla="*/ 442912 w 994861"/>
                <a:gd name="csY956" fmla="*/ 266951 h 339140"/>
                <a:gd name="csX957" fmla="*/ 439905 w 994861"/>
                <a:gd name="csY957" fmla="*/ 265447 h 339140"/>
                <a:gd name="csX958" fmla="*/ 437648 w 994861"/>
                <a:gd name="csY958" fmla="*/ 264695 h 339140"/>
                <a:gd name="csX959" fmla="*/ 434641 w 994861"/>
                <a:gd name="csY959" fmla="*/ 258679 h 339140"/>
                <a:gd name="csX960" fmla="*/ 433137 w 994861"/>
                <a:gd name="csY960" fmla="*/ 256423 h 339140"/>
                <a:gd name="csX961" fmla="*/ 439152 w 994861"/>
                <a:gd name="csY961" fmla="*/ 247399 h 339140"/>
                <a:gd name="csX962" fmla="*/ 439905 w 994861"/>
                <a:gd name="csY962" fmla="*/ 243639 h 339140"/>
                <a:gd name="csX963" fmla="*/ 437648 w 994861"/>
                <a:gd name="csY963" fmla="*/ 239128 h 339140"/>
                <a:gd name="csX964" fmla="*/ 430881 w 994861"/>
                <a:gd name="csY964" fmla="*/ 236872 h 339140"/>
                <a:gd name="csX965" fmla="*/ 425617 w 994861"/>
                <a:gd name="csY965" fmla="*/ 238376 h 339140"/>
                <a:gd name="csX966" fmla="*/ 421105 w 994861"/>
                <a:gd name="csY966" fmla="*/ 242887 h 339140"/>
                <a:gd name="csX967" fmla="*/ 419601 w 994861"/>
                <a:gd name="csY967" fmla="*/ 248903 h 339140"/>
                <a:gd name="csX968" fmla="*/ 419601 w 994861"/>
                <a:gd name="csY968" fmla="*/ 256423 h 339140"/>
                <a:gd name="csX969" fmla="*/ 418849 w 994861"/>
                <a:gd name="csY969" fmla="*/ 260183 h 339140"/>
                <a:gd name="csX970" fmla="*/ 415841 w 994861"/>
                <a:gd name="csY970" fmla="*/ 261687 h 339140"/>
                <a:gd name="csX971" fmla="*/ 412833 w 994861"/>
                <a:gd name="csY971" fmla="*/ 260935 h 339140"/>
                <a:gd name="csX972" fmla="*/ 411329 w 994861"/>
                <a:gd name="csY972" fmla="*/ 259431 h 339140"/>
                <a:gd name="csX973" fmla="*/ 405314 w 994861"/>
                <a:gd name="csY973" fmla="*/ 245143 h 339140"/>
                <a:gd name="csX974" fmla="*/ 405314 w 994861"/>
                <a:gd name="csY974" fmla="*/ 242136 h 339140"/>
                <a:gd name="csX975" fmla="*/ 403810 w 994861"/>
                <a:gd name="csY975" fmla="*/ 239880 h 339140"/>
                <a:gd name="csX976" fmla="*/ 400802 w 994861"/>
                <a:gd name="csY976" fmla="*/ 238376 h 339140"/>
                <a:gd name="csX977" fmla="*/ 394786 w 994861"/>
                <a:gd name="csY977" fmla="*/ 236120 h 339140"/>
                <a:gd name="csX978" fmla="*/ 393282 w 994861"/>
                <a:gd name="csY978" fmla="*/ 234616 h 339140"/>
                <a:gd name="csX979" fmla="*/ 391778 w 994861"/>
                <a:gd name="csY979" fmla="*/ 233112 h 339140"/>
                <a:gd name="csX980" fmla="*/ 390274 w 994861"/>
                <a:gd name="csY980" fmla="*/ 231608 h 339140"/>
                <a:gd name="csX981" fmla="*/ 385762 w 994861"/>
                <a:gd name="csY981" fmla="*/ 230856 h 339140"/>
                <a:gd name="csX982" fmla="*/ 382754 w 994861"/>
                <a:gd name="csY982" fmla="*/ 229352 h 339140"/>
                <a:gd name="csX983" fmla="*/ 381250 w 994861"/>
                <a:gd name="csY983" fmla="*/ 228600 h 339140"/>
                <a:gd name="csX984" fmla="*/ 379747 w 994861"/>
                <a:gd name="csY984" fmla="*/ 229352 h 339140"/>
                <a:gd name="csX985" fmla="*/ 375235 w 994861"/>
                <a:gd name="csY985" fmla="*/ 230856 h 339140"/>
                <a:gd name="csX986" fmla="*/ 367715 w 994861"/>
                <a:gd name="csY986" fmla="*/ 232360 h 339140"/>
                <a:gd name="csX987" fmla="*/ 363955 w 994861"/>
                <a:gd name="csY987" fmla="*/ 232360 h 339140"/>
                <a:gd name="csX988" fmla="*/ 362451 w 994861"/>
                <a:gd name="csY988" fmla="*/ 230104 h 339140"/>
                <a:gd name="csX989" fmla="*/ 361699 w 994861"/>
                <a:gd name="csY989" fmla="*/ 227848 h 339140"/>
                <a:gd name="csX990" fmla="*/ 358691 w 994861"/>
                <a:gd name="csY990" fmla="*/ 225592 h 339140"/>
                <a:gd name="csX991" fmla="*/ 354931 w 994861"/>
                <a:gd name="csY991" fmla="*/ 223336 h 339140"/>
                <a:gd name="csX992" fmla="*/ 342148 w 994861"/>
                <a:gd name="csY992" fmla="*/ 219576 h 339140"/>
                <a:gd name="csX993" fmla="*/ 337636 w 994861"/>
                <a:gd name="csY993" fmla="*/ 218824 h 339140"/>
                <a:gd name="csX994" fmla="*/ 336132 w 994861"/>
                <a:gd name="csY994" fmla="*/ 218072 h 339140"/>
                <a:gd name="csX995" fmla="*/ 336132 w 994861"/>
                <a:gd name="csY995" fmla="*/ 217320 h 339140"/>
                <a:gd name="csX996" fmla="*/ 334628 w 994861"/>
                <a:gd name="csY996" fmla="*/ 216568 h 339140"/>
                <a:gd name="csX997" fmla="*/ 333124 w 994861"/>
                <a:gd name="csY997" fmla="*/ 215817 h 339140"/>
                <a:gd name="csX998" fmla="*/ 329364 w 994861"/>
                <a:gd name="csY998" fmla="*/ 215065 h 339140"/>
                <a:gd name="csX999" fmla="*/ 327109 w 994861"/>
                <a:gd name="csY999" fmla="*/ 215817 h 339140"/>
                <a:gd name="csX1000" fmla="*/ 325605 w 994861"/>
                <a:gd name="csY1000" fmla="*/ 215065 h 339140"/>
                <a:gd name="csX1001" fmla="*/ 324852 w 994861"/>
                <a:gd name="csY1001" fmla="*/ 212808 h 339140"/>
                <a:gd name="csX1002" fmla="*/ 324852 w 994861"/>
                <a:gd name="csY1002" fmla="*/ 212057 h 339140"/>
                <a:gd name="csX1003" fmla="*/ 324100 w 994861"/>
                <a:gd name="csY1003" fmla="*/ 210553 h 339140"/>
                <a:gd name="csX1004" fmla="*/ 323349 w 994861"/>
                <a:gd name="csY1004" fmla="*/ 209801 h 339140"/>
                <a:gd name="csX1005" fmla="*/ 321092 w 994861"/>
                <a:gd name="csY1005" fmla="*/ 207545 h 339140"/>
                <a:gd name="csX1006" fmla="*/ 318085 w 994861"/>
                <a:gd name="csY1006" fmla="*/ 199273 h 339140"/>
                <a:gd name="csX1007" fmla="*/ 315829 w 994861"/>
                <a:gd name="csY1007" fmla="*/ 197017 h 339140"/>
                <a:gd name="csX1008" fmla="*/ 309813 w 994861"/>
                <a:gd name="csY1008" fmla="*/ 195513 h 339140"/>
                <a:gd name="csX1009" fmla="*/ 304549 w 994861"/>
                <a:gd name="csY1009" fmla="*/ 192505 h 339140"/>
                <a:gd name="csX1010" fmla="*/ 301541 w 994861"/>
                <a:gd name="csY1010" fmla="*/ 192505 h 339140"/>
                <a:gd name="csX1011" fmla="*/ 298533 w 994861"/>
                <a:gd name="csY1011" fmla="*/ 193257 h 339140"/>
                <a:gd name="csX1012" fmla="*/ 267702 w 994861"/>
                <a:gd name="csY1012" fmla="*/ 209801 h 339140"/>
                <a:gd name="csX1013" fmla="*/ 265447 w 994861"/>
                <a:gd name="csY1013" fmla="*/ 209801 h 339140"/>
                <a:gd name="csX1014" fmla="*/ 259431 w 994861"/>
                <a:gd name="csY1014" fmla="*/ 209801 h 339140"/>
                <a:gd name="csX1015" fmla="*/ 256423 w 994861"/>
                <a:gd name="csY1015" fmla="*/ 210553 h 339140"/>
                <a:gd name="csX1016" fmla="*/ 254919 w 994861"/>
                <a:gd name="csY1016" fmla="*/ 212057 h 339140"/>
                <a:gd name="csX1017" fmla="*/ 254167 w 994861"/>
                <a:gd name="csY1017" fmla="*/ 215065 h 339140"/>
                <a:gd name="csX1018" fmla="*/ 256423 w 994861"/>
                <a:gd name="csY1018" fmla="*/ 225592 h 339140"/>
                <a:gd name="csX1019" fmla="*/ 256423 w 994861"/>
                <a:gd name="csY1019" fmla="*/ 229352 h 339140"/>
                <a:gd name="csX1020" fmla="*/ 254919 w 994861"/>
                <a:gd name="csY1020" fmla="*/ 230856 h 339140"/>
                <a:gd name="csX1021" fmla="*/ 252663 w 994861"/>
                <a:gd name="csY1021" fmla="*/ 231608 h 339140"/>
                <a:gd name="csX1022" fmla="*/ 248151 w 994861"/>
                <a:gd name="csY1022" fmla="*/ 232360 h 339140"/>
                <a:gd name="csX1023" fmla="*/ 245143 w 994861"/>
                <a:gd name="csY1023" fmla="*/ 233112 h 339140"/>
                <a:gd name="csX1024" fmla="*/ 239128 w 994861"/>
                <a:gd name="csY1024" fmla="*/ 234616 h 339140"/>
                <a:gd name="csX1025" fmla="*/ 228600 w 994861"/>
                <a:gd name="csY1025" fmla="*/ 235368 h 339140"/>
                <a:gd name="csX1026" fmla="*/ 225592 w 994861"/>
                <a:gd name="csY1026" fmla="*/ 236872 h 339140"/>
                <a:gd name="csX1027" fmla="*/ 223336 w 994861"/>
                <a:gd name="csY1027" fmla="*/ 238376 h 339140"/>
                <a:gd name="csX1028" fmla="*/ 223336 w 994861"/>
                <a:gd name="csY1028" fmla="*/ 241384 h 339140"/>
                <a:gd name="csX1029" fmla="*/ 224088 w 994861"/>
                <a:gd name="csY1029" fmla="*/ 244391 h 339140"/>
                <a:gd name="csX1030" fmla="*/ 224840 w 994861"/>
                <a:gd name="csY1030" fmla="*/ 247399 h 339140"/>
                <a:gd name="csX1031" fmla="*/ 226344 w 994861"/>
                <a:gd name="csY1031" fmla="*/ 248903 h 339140"/>
                <a:gd name="csX1032" fmla="*/ 226344 w 994861"/>
                <a:gd name="csY1032" fmla="*/ 250407 h 339140"/>
                <a:gd name="csX1033" fmla="*/ 225592 w 994861"/>
                <a:gd name="csY1033" fmla="*/ 254167 h 339140"/>
                <a:gd name="csX1034" fmla="*/ 224840 w 994861"/>
                <a:gd name="csY1034" fmla="*/ 257927 h 339140"/>
                <a:gd name="csX1035" fmla="*/ 223336 w 994861"/>
                <a:gd name="csY1035" fmla="*/ 260183 h 339140"/>
                <a:gd name="csX1036" fmla="*/ 215064 w 994861"/>
                <a:gd name="csY1036" fmla="*/ 269207 h 339140"/>
                <a:gd name="csX1037" fmla="*/ 212808 w 994861"/>
                <a:gd name="csY1037" fmla="*/ 270711 h 339140"/>
                <a:gd name="csX1038" fmla="*/ 206041 w 994861"/>
                <a:gd name="csY1038" fmla="*/ 272215 h 339140"/>
                <a:gd name="csX1039" fmla="*/ 200025 w 994861"/>
                <a:gd name="csY1039" fmla="*/ 274470 h 339140"/>
                <a:gd name="csX1040" fmla="*/ 194009 w 994861"/>
                <a:gd name="csY1040" fmla="*/ 278230 h 339140"/>
                <a:gd name="csX1041" fmla="*/ 190249 w 994861"/>
                <a:gd name="csY1041" fmla="*/ 280486 h 339140"/>
                <a:gd name="csX1042" fmla="*/ 187993 w 994861"/>
                <a:gd name="csY1042" fmla="*/ 279734 h 339140"/>
                <a:gd name="csX1043" fmla="*/ 187241 w 994861"/>
                <a:gd name="csY1043" fmla="*/ 279734 h 339140"/>
                <a:gd name="csX1044" fmla="*/ 184985 w 994861"/>
                <a:gd name="csY1044" fmla="*/ 279734 h 339140"/>
                <a:gd name="csX1045" fmla="*/ 184234 w 994861"/>
                <a:gd name="csY1045" fmla="*/ 279734 h 339140"/>
                <a:gd name="csX1046" fmla="*/ 183481 w 994861"/>
                <a:gd name="csY1046" fmla="*/ 278982 h 339140"/>
                <a:gd name="csX1047" fmla="*/ 181977 w 994861"/>
                <a:gd name="csY1047" fmla="*/ 276726 h 339140"/>
                <a:gd name="csX1048" fmla="*/ 181225 w 994861"/>
                <a:gd name="csY1048" fmla="*/ 275974 h 339140"/>
                <a:gd name="csX1049" fmla="*/ 178970 w 994861"/>
                <a:gd name="csY1049" fmla="*/ 275222 h 339140"/>
                <a:gd name="csX1050" fmla="*/ 175962 w 994861"/>
                <a:gd name="csY1050" fmla="*/ 274470 h 339140"/>
                <a:gd name="csX1051" fmla="*/ 169946 w 994861"/>
                <a:gd name="csY1051" fmla="*/ 275222 h 339140"/>
                <a:gd name="csX1052" fmla="*/ 166186 w 994861"/>
                <a:gd name="csY1052" fmla="*/ 280486 h 339140"/>
                <a:gd name="csX1053" fmla="*/ 160170 w 994861"/>
                <a:gd name="csY1053" fmla="*/ 309061 h 339140"/>
                <a:gd name="csX1054" fmla="*/ 157914 w 994861"/>
                <a:gd name="csY1054" fmla="*/ 312821 h 339140"/>
                <a:gd name="csX1055" fmla="*/ 157914 w 994861"/>
                <a:gd name="csY1055" fmla="*/ 318085 h 339140"/>
                <a:gd name="csX1056" fmla="*/ 157162 w 994861"/>
                <a:gd name="csY1056" fmla="*/ 319589 h 339140"/>
                <a:gd name="csX1057" fmla="*/ 155658 w 994861"/>
                <a:gd name="csY1057" fmla="*/ 321093 h 339140"/>
                <a:gd name="csX1058" fmla="*/ 154155 w 994861"/>
                <a:gd name="csY1058" fmla="*/ 321093 h 339140"/>
                <a:gd name="csX1059" fmla="*/ 152651 w 994861"/>
                <a:gd name="csY1059" fmla="*/ 321845 h 339140"/>
                <a:gd name="csX1060" fmla="*/ 150395 w 994861"/>
                <a:gd name="csY1060" fmla="*/ 321093 h 339140"/>
                <a:gd name="csX1061" fmla="*/ 147387 w 994861"/>
                <a:gd name="csY1061" fmla="*/ 319589 h 339140"/>
                <a:gd name="csX1062" fmla="*/ 146635 w 994861"/>
                <a:gd name="csY1062" fmla="*/ 319589 h 339140"/>
                <a:gd name="csX1063" fmla="*/ 143627 w 994861"/>
                <a:gd name="csY1063" fmla="*/ 320341 h 339140"/>
                <a:gd name="csX1064" fmla="*/ 139867 w 994861"/>
                <a:gd name="csY1064" fmla="*/ 324853 h 339140"/>
                <a:gd name="csX1065" fmla="*/ 136107 w 994861"/>
                <a:gd name="csY1065" fmla="*/ 326357 h 339140"/>
                <a:gd name="csX1066" fmla="*/ 130091 w 994861"/>
                <a:gd name="csY1066" fmla="*/ 327109 h 339140"/>
                <a:gd name="csX1067" fmla="*/ 127836 w 994861"/>
                <a:gd name="csY1067" fmla="*/ 328613 h 339140"/>
                <a:gd name="csX1068" fmla="*/ 126331 w 994861"/>
                <a:gd name="csY1068" fmla="*/ 333876 h 339140"/>
                <a:gd name="csX1069" fmla="*/ 124076 w 994861"/>
                <a:gd name="csY1069" fmla="*/ 335380 h 339140"/>
                <a:gd name="csX1070" fmla="*/ 113548 w 994861"/>
                <a:gd name="csY1070" fmla="*/ 339140 h 339140"/>
                <a:gd name="csX1071" fmla="*/ 112044 w 994861"/>
                <a:gd name="csY1071" fmla="*/ 339140 h 339140"/>
                <a:gd name="csX1072" fmla="*/ 110540 w 994861"/>
                <a:gd name="csY1072" fmla="*/ 339140 h 339140"/>
                <a:gd name="csX1073" fmla="*/ 107532 w 994861"/>
                <a:gd name="csY1073" fmla="*/ 337636 h 339140"/>
                <a:gd name="csX1074" fmla="*/ 106028 w 994861"/>
                <a:gd name="csY1074" fmla="*/ 336884 h 339140"/>
                <a:gd name="csX1075" fmla="*/ 104524 w 994861"/>
                <a:gd name="csY1075" fmla="*/ 336884 h 339140"/>
                <a:gd name="csX1076" fmla="*/ 100764 w 994861"/>
                <a:gd name="csY1076" fmla="*/ 333876 h 339140"/>
                <a:gd name="csX1077" fmla="*/ 99260 w 994861"/>
                <a:gd name="csY1077" fmla="*/ 333124 h 339140"/>
                <a:gd name="csX1078" fmla="*/ 97757 w 994861"/>
                <a:gd name="csY1078" fmla="*/ 333124 h 339140"/>
                <a:gd name="csX1079" fmla="*/ 93997 w 994861"/>
                <a:gd name="csY1079" fmla="*/ 333124 h 339140"/>
                <a:gd name="csX1080" fmla="*/ 93244 w 994861"/>
                <a:gd name="csY1080" fmla="*/ 333876 h 339140"/>
                <a:gd name="csX1081" fmla="*/ 95500 w 994861"/>
                <a:gd name="csY1081" fmla="*/ 329364 h 339140"/>
                <a:gd name="csX1082" fmla="*/ 96253 w 994861"/>
                <a:gd name="csY1082" fmla="*/ 328613 h 339140"/>
                <a:gd name="csX1083" fmla="*/ 97004 w 994861"/>
                <a:gd name="csY1083" fmla="*/ 327861 h 339140"/>
                <a:gd name="csX1084" fmla="*/ 99260 w 994861"/>
                <a:gd name="csY1084" fmla="*/ 325605 h 339140"/>
                <a:gd name="csX1085" fmla="*/ 100764 w 994861"/>
                <a:gd name="csY1085" fmla="*/ 322597 h 339140"/>
                <a:gd name="csX1086" fmla="*/ 101516 w 994861"/>
                <a:gd name="csY1086" fmla="*/ 320341 h 339140"/>
                <a:gd name="csX1087" fmla="*/ 103020 w 994861"/>
                <a:gd name="csY1087" fmla="*/ 318837 h 339140"/>
                <a:gd name="csX1088" fmla="*/ 103020 w 994861"/>
                <a:gd name="csY1088" fmla="*/ 317333 h 339140"/>
                <a:gd name="csX1089" fmla="*/ 103020 w 994861"/>
                <a:gd name="csY1089" fmla="*/ 316581 h 339140"/>
                <a:gd name="csX1090" fmla="*/ 103020 w 994861"/>
                <a:gd name="csY1090" fmla="*/ 315829 h 339140"/>
                <a:gd name="csX1091" fmla="*/ 103020 w 994861"/>
                <a:gd name="csY1091" fmla="*/ 315077 h 339140"/>
                <a:gd name="csX1092" fmla="*/ 103020 w 994861"/>
                <a:gd name="csY1092" fmla="*/ 314325 h 339140"/>
                <a:gd name="csX1093" fmla="*/ 103020 w 994861"/>
                <a:gd name="csY1093" fmla="*/ 313573 h 339140"/>
                <a:gd name="csX1094" fmla="*/ 103020 w 994861"/>
                <a:gd name="csY1094" fmla="*/ 309813 h 339140"/>
                <a:gd name="csX1095" fmla="*/ 103020 w 994861"/>
                <a:gd name="csY1095" fmla="*/ 309061 h 339140"/>
                <a:gd name="csX1096" fmla="*/ 103020 w 994861"/>
                <a:gd name="csY1096" fmla="*/ 307557 h 339140"/>
                <a:gd name="csX1097" fmla="*/ 102268 w 994861"/>
                <a:gd name="csY1097" fmla="*/ 306805 h 339140"/>
                <a:gd name="csX1098" fmla="*/ 102268 w 994861"/>
                <a:gd name="csY1098" fmla="*/ 306053 h 339140"/>
                <a:gd name="csX1099" fmla="*/ 101516 w 994861"/>
                <a:gd name="csY1099" fmla="*/ 305301 h 339140"/>
                <a:gd name="csX1100" fmla="*/ 101516 w 994861"/>
                <a:gd name="csY1100" fmla="*/ 302294 h 339140"/>
                <a:gd name="csX1101" fmla="*/ 100764 w 994861"/>
                <a:gd name="csY1101" fmla="*/ 300789 h 339140"/>
                <a:gd name="csX1102" fmla="*/ 101516 w 994861"/>
                <a:gd name="csY1102" fmla="*/ 300037 h 339140"/>
                <a:gd name="csX1103" fmla="*/ 101516 w 994861"/>
                <a:gd name="csY1103" fmla="*/ 299285 h 339140"/>
                <a:gd name="csX1104" fmla="*/ 101516 w 994861"/>
                <a:gd name="csY1104" fmla="*/ 298534 h 339140"/>
                <a:gd name="csX1105" fmla="*/ 100764 w 994861"/>
                <a:gd name="csY1105" fmla="*/ 297782 h 339140"/>
                <a:gd name="csX1106" fmla="*/ 100764 w 994861"/>
                <a:gd name="csY1106" fmla="*/ 297030 h 339140"/>
                <a:gd name="csX1107" fmla="*/ 100012 w 994861"/>
                <a:gd name="csY1107" fmla="*/ 296278 h 339140"/>
                <a:gd name="csX1108" fmla="*/ 98508 w 994861"/>
                <a:gd name="csY1108" fmla="*/ 296278 h 339140"/>
                <a:gd name="csX1109" fmla="*/ 94749 w 994861"/>
                <a:gd name="csY1109" fmla="*/ 295526 h 339140"/>
                <a:gd name="csX1110" fmla="*/ 93244 w 994861"/>
                <a:gd name="csY1110" fmla="*/ 295526 h 339140"/>
                <a:gd name="csX1111" fmla="*/ 92493 w 994861"/>
                <a:gd name="csY1111" fmla="*/ 295526 h 339140"/>
                <a:gd name="csX1112" fmla="*/ 83469 w 994861"/>
                <a:gd name="csY1112" fmla="*/ 289510 h 339140"/>
                <a:gd name="csX1113" fmla="*/ 81965 w 994861"/>
                <a:gd name="csY1113" fmla="*/ 288758 h 339140"/>
                <a:gd name="csX1114" fmla="*/ 80461 w 994861"/>
                <a:gd name="csY1114" fmla="*/ 288758 h 339140"/>
                <a:gd name="csX1115" fmla="*/ 78957 w 994861"/>
                <a:gd name="csY1115" fmla="*/ 288006 h 339140"/>
                <a:gd name="csX1116" fmla="*/ 78205 w 994861"/>
                <a:gd name="csY1116" fmla="*/ 286502 h 339140"/>
                <a:gd name="csX1117" fmla="*/ 78205 w 994861"/>
                <a:gd name="csY1117" fmla="*/ 285750 h 339140"/>
                <a:gd name="csX1118" fmla="*/ 78205 w 994861"/>
                <a:gd name="csY1118" fmla="*/ 284246 h 339140"/>
                <a:gd name="csX1119" fmla="*/ 78205 w 994861"/>
                <a:gd name="csY1119" fmla="*/ 278982 h 339140"/>
                <a:gd name="csX1120" fmla="*/ 78205 w 994861"/>
                <a:gd name="csY1120" fmla="*/ 278230 h 339140"/>
                <a:gd name="csX1121" fmla="*/ 78205 w 994861"/>
                <a:gd name="csY1121" fmla="*/ 276726 h 339140"/>
                <a:gd name="csX1122" fmla="*/ 77453 w 994861"/>
                <a:gd name="csY1122" fmla="*/ 276726 h 339140"/>
                <a:gd name="csX1123" fmla="*/ 77453 w 994861"/>
                <a:gd name="csY1123" fmla="*/ 275974 h 339140"/>
                <a:gd name="csX1124" fmla="*/ 73693 w 994861"/>
                <a:gd name="csY1124" fmla="*/ 272215 h 339140"/>
                <a:gd name="csX1125" fmla="*/ 72941 w 994861"/>
                <a:gd name="csY1125" fmla="*/ 270711 h 339140"/>
                <a:gd name="csX1126" fmla="*/ 72941 w 994861"/>
                <a:gd name="csY1126" fmla="*/ 269959 h 339140"/>
                <a:gd name="csX1127" fmla="*/ 72189 w 994861"/>
                <a:gd name="csY1127" fmla="*/ 268455 h 339140"/>
                <a:gd name="csX1128" fmla="*/ 72189 w 994861"/>
                <a:gd name="csY1128" fmla="*/ 266199 h 339140"/>
                <a:gd name="csX1129" fmla="*/ 72941 w 994861"/>
                <a:gd name="csY1129" fmla="*/ 261687 h 339140"/>
                <a:gd name="csX1130" fmla="*/ 72941 w 994861"/>
                <a:gd name="csY1130" fmla="*/ 259431 h 339140"/>
                <a:gd name="csX1131" fmla="*/ 72189 w 994861"/>
                <a:gd name="csY1131" fmla="*/ 256423 h 339140"/>
                <a:gd name="csX1132" fmla="*/ 72189 w 994861"/>
                <a:gd name="csY1132" fmla="*/ 255671 h 339140"/>
                <a:gd name="csX1133" fmla="*/ 72189 w 994861"/>
                <a:gd name="csY1133" fmla="*/ 254167 h 339140"/>
                <a:gd name="csX1134" fmla="*/ 72941 w 994861"/>
                <a:gd name="csY1134" fmla="*/ 247399 h 339140"/>
                <a:gd name="csX1135" fmla="*/ 73693 w 994861"/>
                <a:gd name="csY1135" fmla="*/ 245143 h 339140"/>
                <a:gd name="csX1136" fmla="*/ 73693 w 994861"/>
                <a:gd name="csY1136" fmla="*/ 244391 h 339140"/>
                <a:gd name="csX1137" fmla="*/ 73693 w 994861"/>
                <a:gd name="csY1137" fmla="*/ 243639 h 339140"/>
                <a:gd name="csX1138" fmla="*/ 72941 w 994861"/>
                <a:gd name="csY1138" fmla="*/ 242136 h 339140"/>
                <a:gd name="csX1139" fmla="*/ 72941 w 994861"/>
                <a:gd name="csY1139" fmla="*/ 241384 h 339140"/>
                <a:gd name="csX1140" fmla="*/ 71438 w 994861"/>
                <a:gd name="csY1140" fmla="*/ 240632 h 339140"/>
                <a:gd name="csX1141" fmla="*/ 69933 w 994861"/>
                <a:gd name="csY1141" fmla="*/ 239128 h 339140"/>
                <a:gd name="csX1142" fmla="*/ 69181 w 994861"/>
                <a:gd name="csY1142" fmla="*/ 238376 h 339140"/>
                <a:gd name="csX1143" fmla="*/ 68429 w 994861"/>
                <a:gd name="csY1143" fmla="*/ 237624 h 339140"/>
                <a:gd name="csX1144" fmla="*/ 67678 w 994861"/>
                <a:gd name="csY1144" fmla="*/ 237624 h 339140"/>
                <a:gd name="csX1145" fmla="*/ 66925 w 994861"/>
                <a:gd name="csY1145" fmla="*/ 238376 h 339140"/>
                <a:gd name="csX1146" fmla="*/ 65421 w 994861"/>
                <a:gd name="csY1146" fmla="*/ 239128 h 339140"/>
                <a:gd name="csX1147" fmla="*/ 63918 w 994861"/>
                <a:gd name="csY1147" fmla="*/ 239128 h 339140"/>
                <a:gd name="csX1148" fmla="*/ 62414 w 994861"/>
                <a:gd name="csY1148" fmla="*/ 239128 h 339140"/>
                <a:gd name="csX1149" fmla="*/ 60910 w 994861"/>
                <a:gd name="csY1149" fmla="*/ 237624 h 339140"/>
                <a:gd name="csX1150" fmla="*/ 60158 w 994861"/>
                <a:gd name="csY1150" fmla="*/ 236872 h 339140"/>
                <a:gd name="csX1151" fmla="*/ 59406 w 994861"/>
                <a:gd name="csY1151" fmla="*/ 236120 h 339140"/>
                <a:gd name="csX1152" fmla="*/ 59406 w 994861"/>
                <a:gd name="csY1152" fmla="*/ 235368 h 339140"/>
                <a:gd name="csX1153" fmla="*/ 58654 w 994861"/>
                <a:gd name="csY1153" fmla="*/ 234616 h 339140"/>
                <a:gd name="csX1154" fmla="*/ 58654 w 994861"/>
                <a:gd name="csY1154" fmla="*/ 233112 h 339140"/>
                <a:gd name="csX1155" fmla="*/ 58654 w 994861"/>
                <a:gd name="csY1155" fmla="*/ 232360 h 339140"/>
                <a:gd name="csX1156" fmla="*/ 58654 w 994861"/>
                <a:gd name="csY1156" fmla="*/ 231608 h 339140"/>
                <a:gd name="csX1157" fmla="*/ 57902 w 994861"/>
                <a:gd name="csY1157" fmla="*/ 230856 h 339140"/>
                <a:gd name="csX1158" fmla="*/ 57150 w 994861"/>
                <a:gd name="csY1158" fmla="*/ 230104 h 339140"/>
                <a:gd name="csX1159" fmla="*/ 56398 w 994861"/>
                <a:gd name="csY1159" fmla="*/ 230104 h 339140"/>
                <a:gd name="csX1160" fmla="*/ 55646 w 994861"/>
                <a:gd name="csY1160" fmla="*/ 229352 h 339140"/>
                <a:gd name="csX1161" fmla="*/ 54142 w 994861"/>
                <a:gd name="csY1161" fmla="*/ 230104 h 339140"/>
                <a:gd name="csX1162" fmla="*/ 49630 w 994861"/>
                <a:gd name="csY1162" fmla="*/ 231608 h 339140"/>
                <a:gd name="csX1163" fmla="*/ 45870 w 994861"/>
                <a:gd name="csY1163" fmla="*/ 231608 h 339140"/>
                <a:gd name="csX1164" fmla="*/ 45118 w 994861"/>
                <a:gd name="csY1164" fmla="*/ 231608 h 339140"/>
                <a:gd name="csX1165" fmla="*/ 43614 w 994861"/>
                <a:gd name="csY1165" fmla="*/ 231608 h 339140"/>
                <a:gd name="csX1166" fmla="*/ 42862 w 994861"/>
                <a:gd name="csY1166" fmla="*/ 231608 h 339140"/>
                <a:gd name="csX1167" fmla="*/ 41359 w 994861"/>
                <a:gd name="csY1167" fmla="*/ 230856 h 339140"/>
                <a:gd name="csX1168" fmla="*/ 41359 w 994861"/>
                <a:gd name="csY1168" fmla="*/ 230104 h 339140"/>
                <a:gd name="csX1169" fmla="*/ 40606 w 994861"/>
                <a:gd name="csY1169" fmla="*/ 228600 h 339140"/>
                <a:gd name="csX1170" fmla="*/ 40606 w 994861"/>
                <a:gd name="csY1170" fmla="*/ 227848 h 339140"/>
                <a:gd name="csX1171" fmla="*/ 41359 w 994861"/>
                <a:gd name="csY1171" fmla="*/ 224088 h 339140"/>
                <a:gd name="csX1172" fmla="*/ 41359 w 994861"/>
                <a:gd name="csY1172" fmla="*/ 223336 h 339140"/>
                <a:gd name="csX1173" fmla="*/ 41359 w 994861"/>
                <a:gd name="csY1173" fmla="*/ 222584 h 339140"/>
                <a:gd name="csX1174" fmla="*/ 40606 w 994861"/>
                <a:gd name="csY1174" fmla="*/ 221832 h 339140"/>
                <a:gd name="csX1175" fmla="*/ 40606 w 994861"/>
                <a:gd name="csY1175" fmla="*/ 221080 h 339140"/>
                <a:gd name="csX1176" fmla="*/ 39855 w 994861"/>
                <a:gd name="csY1176" fmla="*/ 221080 h 339140"/>
                <a:gd name="csX1177" fmla="*/ 38350 w 994861"/>
                <a:gd name="csY1177" fmla="*/ 220328 h 339140"/>
                <a:gd name="csX1178" fmla="*/ 34591 w 994861"/>
                <a:gd name="csY1178" fmla="*/ 219576 h 339140"/>
                <a:gd name="csX1179" fmla="*/ 32335 w 994861"/>
                <a:gd name="csY1179" fmla="*/ 219576 h 339140"/>
                <a:gd name="csX1180" fmla="*/ 24063 w 994861"/>
                <a:gd name="csY1180" fmla="*/ 220328 h 339140"/>
                <a:gd name="csX1181" fmla="*/ 19551 w 994861"/>
                <a:gd name="csY1181" fmla="*/ 221832 h 339140"/>
                <a:gd name="csX1182" fmla="*/ 18047 w 994861"/>
                <a:gd name="csY1182" fmla="*/ 222584 h 339140"/>
                <a:gd name="csX1183" fmla="*/ 16543 w 994861"/>
                <a:gd name="csY1183" fmla="*/ 223336 h 339140"/>
                <a:gd name="csX1184" fmla="*/ 13535 w 994861"/>
                <a:gd name="csY1184" fmla="*/ 224088 h 339140"/>
                <a:gd name="csX1185" fmla="*/ 12783 w 994861"/>
                <a:gd name="csY1185" fmla="*/ 224088 h 339140"/>
                <a:gd name="csX1186" fmla="*/ 11280 w 994861"/>
                <a:gd name="csY1186" fmla="*/ 224088 h 339140"/>
                <a:gd name="csX1187" fmla="*/ 8272 w 994861"/>
                <a:gd name="csY1187" fmla="*/ 224088 h 339140"/>
                <a:gd name="csX1188" fmla="*/ 6767 w 994861"/>
                <a:gd name="csY1188" fmla="*/ 224088 h 339140"/>
                <a:gd name="csX1189" fmla="*/ 4512 w 994861"/>
                <a:gd name="csY1189" fmla="*/ 222584 h 339140"/>
                <a:gd name="csX1190" fmla="*/ 0 w 994861"/>
                <a:gd name="csY1190" fmla="*/ 220328 h 339140"/>
                <a:gd name="csX1191" fmla="*/ 987341 w 994861"/>
                <a:gd name="csY1191" fmla="*/ 64670 h 339140"/>
                <a:gd name="csX1192" fmla="*/ 988093 w 994861"/>
                <a:gd name="csY1192" fmla="*/ 64670 h 339140"/>
                <a:gd name="csX1193" fmla="*/ 989597 w 994861"/>
                <a:gd name="csY1193" fmla="*/ 64670 h 339140"/>
                <a:gd name="csX1194" fmla="*/ 991101 w 994861"/>
                <a:gd name="csY1194" fmla="*/ 66174 h 339140"/>
                <a:gd name="csX1195" fmla="*/ 990349 w 994861"/>
                <a:gd name="csY1195" fmla="*/ 66926 h 339140"/>
                <a:gd name="csX1196" fmla="*/ 991101 w 994861"/>
                <a:gd name="csY1196" fmla="*/ 69182 h 339140"/>
                <a:gd name="csX1197" fmla="*/ 991853 w 994861"/>
                <a:gd name="csY1197" fmla="*/ 71438 h 339140"/>
                <a:gd name="csX1198" fmla="*/ 991853 w 994861"/>
                <a:gd name="csY1198" fmla="*/ 72942 h 339140"/>
                <a:gd name="csX1199" fmla="*/ 991101 w 994861"/>
                <a:gd name="csY1199" fmla="*/ 75197 h 339140"/>
                <a:gd name="csX1200" fmla="*/ 990349 w 994861"/>
                <a:gd name="csY1200" fmla="*/ 77453 h 339140"/>
                <a:gd name="csX1201" fmla="*/ 989597 w 994861"/>
                <a:gd name="csY1201" fmla="*/ 79709 h 339140"/>
                <a:gd name="csX1202" fmla="*/ 989597 w 994861"/>
                <a:gd name="csY1202" fmla="*/ 82717 h 339140"/>
                <a:gd name="csX1203" fmla="*/ 988845 w 994861"/>
                <a:gd name="csY1203" fmla="*/ 82717 h 339140"/>
                <a:gd name="csX1204" fmla="*/ 986589 w 994861"/>
                <a:gd name="csY1204" fmla="*/ 82717 h 339140"/>
                <a:gd name="csX1205" fmla="*/ 984333 w 994861"/>
                <a:gd name="csY1205" fmla="*/ 81965 h 339140"/>
                <a:gd name="csX1206" fmla="*/ 982829 w 994861"/>
                <a:gd name="csY1206" fmla="*/ 81213 h 339140"/>
                <a:gd name="csX1207" fmla="*/ 982829 w 994861"/>
                <a:gd name="csY1207" fmla="*/ 78957 h 339140"/>
                <a:gd name="csX1208" fmla="*/ 982829 w 994861"/>
                <a:gd name="csY1208" fmla="*/ 75197 h 339140"/>
                <a:gd name="csX1209" fmla="*/ 982829 w 994861"/>
                <a:gd name="csY1209" fmla="*/ 73693 h 339140"/>
                <a:gd name="csX1210" fmla="*/ 984333 w 994861"/>
                <a:gd name="csY1210" fmla="*/ 72190 h 339140"/>
                <a:gd name="csX1211" fmla="*/ 986589 w 994861"/>
                <a:gd name="csY1211" fmla="*/ 69933 h 339140"/>
                <a:gd name="csX1212" fmla="*/ 986589 w 994861"/>
                <a:gd name="csY1212" fmla="*/ 67678 h 339140"/>
                <a:gd name="csX1213" fmla="*/ 986589 w 994861"/>
                <a:gd name="csY1213" fmla="*/ 66174 h 339140"/>
                <a:gd name="csX1214" fmla="*/ 987341 w 994861"/>
                <a:gd name="csY1214" fmla="*/ 64670 h 339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</a:cxnLst>
              <a:rect l="l" t="t" r="r" b="b"/>
              <a:pathLst>
                <a:path w="994861" h="339140">
                  <a:moveTo>
                    <a:pt x="0" y="220328"/>
                  </a:moveTo>
                  <a:lnTo>
                    <a:pt x="13535" y="214313"/>
                  </a:lnTo>
                  <a:lnTo>
                    <a:pt x="24815" y="208297"/>
                  </a:lnTo>
                  <a:lnTo>
                    <a:pt x="25567" y="207545"/>
                  </a:lnTo>
                  <a:lnTo>
                    <a:pt x="26319" y="206793"/>
                  </a:lnTo>
                  <a:lnTo>
                    <a:pt x="27071" y="205289"/>
                  </a:lnTo>
                  <a:lnTo>
                    <a:pt x="28575" y="203033"/>
                  </a:lnTo>
                  <a:lnTo>
                    <a:pt x="29327" y="200025"/>
                  </a:lnTo>
                  <a:lnTo>
                    <a:pt x="30079" y="198521"/>
                  </a:lnTo>
                  <a:lnTo>
                    <a:pt x="30831" y="197769"/>
                  </a:lnTo>
                  <a:lnTo>
                    <a:pt x="32335" y="195513"/>
                  </a:lnTo>
                  <a:lnTo>
                    <a:pt x="33087" y="194761"/>
                  </a:lnTo>
                  <a:lnTo>
                    <a:pt x="33839" y="194009"/>
                  </a:lnTo>
                  <a:lnTo>
                    <a:pt x="37599" y="193257"/>
                  </a:lnTo>
                  <a:lnTo>
                    <a:pt x="41359" y="193257"/>
                  </a:lnTo>
                  <a:lnTo>
                    <a:pt x="42110" y="192505"/>
                  </a:lnTo>
                  <a:lnTo>
                    <a:pt x="42862" y="192505"/>
                  </a:lnTo>
                  <a:lnTo>
                    <a:pt x="43614" y="191753"/>
                  </a:lnTo>
                  <a:lnTo>
                    <a:pt x="45118" y="190249"/>
                  </a:lnTo>
                  <a:lnTo>
                    <a:pt x="45870" y="189497"/>
                  </a:lnTo>
                  <a:lnTo>
                    <a:pt x="45870" y="187993"/>
                  </a:lnTo>
                  <a:lnTo>
                    <a:pt x="45870" y="185738"/>
                  </a:lnTo>
                  <a:lnTo>
                    <a:pt x="46622" y="184986"/>
                  </a:lnTo>
                  <a:lnTo>
                    <a:pt x="47374" y="183482"/>
                  </a:lnTo>
                  <a:lnTo>
                    <a:pt x="49630" y="181226"/>
                  </a:lnTo>
                  <a:lnTo>
                    <a:pt x="51134" y="179722"/>
                  </a:lnTo>
                  <a:lnTo>
                    <a:pt x="51886" y="178970"/>
                  </a:lnTo>
                  <a:lnTo>
                    <a:pt x="51886" y="176714"/>
                  </a:lnTo>
                  <a:lnTo>
                    <a:pt x="52638" y="175962"/>
                  </a:lnTo>
                  <a:lnTo>
                    <a:pt x="54142" y="175962"/>
                  </a:lnTo>
                  <a:lnTo>
                    <a:pt x="56398" y="175210"/>
                  </a:lnTo>
                  <a:lnTo>
                    <a:pt x="57902" y="175210"/>
                  </a:lnTo>
                  <a:lnTo>
                    <a:pt x="59406" y="175210"/>
                  </a:lnTo>
                  <a:lnTo>
                    <a:pt x="65421" y="176714"/>
                  </a:lnTo>
                  <a:lnTo>
                    <a:pt x="66925" y="176714"/>
                  </a:lnTo>
                  <a:lnTo>
                    <a:pt x="67678" y="177466"/>
                  </a:lnTo>
                  <a:lnTo>
                    <a:pt x="68429" y="177466"/>
                  </a:lnTo>
                  <a:lnTo>
                    <a:pt x="69181" y="177466"/>
                  </a:lnTo>
                  <a:lnTo>
                    <a:pt x="69933" y="176714"/>
                  </a:lnTo>
                  <a:lnTo>
                    <a:pt x="71438" y="174458"/>
                  </a:lnTo>
                  <a:lnTo>
                    <a:pt x="72189" y="172954"/>
                  </a:lnTo>
                  <a:lnTo>
                    <a:pt x="72189" y="171450"/>
                  </a:lnTo>
                  <a:lnTo>
                    <a:pt x="72189" y="169946"/>
                  </a:lnTo>
                  <a:lnTo>
                    <a:pt x="73693" y="165434"/>
                  </a:lnTo>
                  <a:lnTo>
                    <a:pt x="73693" y="164682"/>
                  </a:lnTo>
                  <a:lnTo>
                    <a:pt x="74445" y="163930"/>
                  </a:lnTo>
                  <a:lnTo>
                    <a:pt x="75949" y="163930"/>
                  </a:lnTo>
                  <a:lnTo>
                    <a:pt x="76701" y="164682"/>
                  </a:lnTo>
                  <a:lnTo>
                    <a:pt x="77453" y="164682"/>
                  </a:lnTo>
                  <a:lnTo>
                    <a:pt x="79709" y="166186"/>
                  </a:lnTo>
                  <a:lnTo>
                    <a:pt x="80461" y="166938"/>
                  </a:lnTo>
                  <a:lnTo>
                    <a:pt x="81213" y="166938"/>
                  </a:lnTo>
                  <a:lnTo>
                    <a:pt x="81965" y="166938"/>
                  </a:lnTo>
                  <a:lnTo>
                    <a:pt x="83469" y="166186"/>
                  </a:lnTo>
                  <a:lnTo>
                    <a:pt x="84221" y="163930"/>
                  </a:lnTo>
                  <a:lnTo>
                    <a:pt x="84973" y="161674"/>
                  </a:lnTo>
                  <a:lnTo>
                    <a:pt x="84973" y="160922"/>
                  </a:lnTo>
                  <a:lnTo>
                    <a:pt x="86477" y="159419"/>
                  </a:lnTo>
                  <a:lnTo>
                    <a:pt x="90989" y="157162"/>
                  </a:lnTo>
                  <a:lnTo>
                    <a:pt x="92493" y="151899"/>
                  </a:lnTo>
                  <a:lnTo>
                    <a:pt x="93244" y="151147"/>
                  </a:lnTo>
                  <a:lnTo>
                    <a:pt x="93997" y="149643"/>
                  </a:lnTo>
                  <a:lnTo>
                    <a:pt x="94749" y="148891"/>
                  </a:lnTo>
                  <a:lnTo>
                    <a:pt x="104524" y="142875"/>
                  </a:lnTo>
                  <a:lnTo>
                    <a:pt x="105276" y="142123"/>
                  </a:lnTo>
                  <a:lnTo>
                    <a:pt x="107532" y="139115"/>
                  </a:lnTo>
                  <a:lnTo>
                    <a:pt x="110540" y="136859"/>
                  </a:lnTo>
                  <a:lnTo>
                    <a:pt x="113548" y="132347"/>
                  </a:lnTo>
                  <a:lnTo>
                    <a:pt x="115052" y="132347"/>
                  </a:lnTo>
                  <a:lnTo>
                    <a:pt x="115804" y="131595"/>
                  </a:lnTo>
                  <a:lnTo>
                    <a:pt x="116556" y="131595"/>
                  </a:lnTo>
                  <a:lnTo>
                    <a:pt x="117308" y="131595"/>
                  </a:lnTo>
                  <a:lnTo>
                    <a:pt x="118060" y="130843"/>
                  </a:lnTo>
                  <a:lnTo>
                    <a:pt x="118812" y="130091"/>
                  </a:lnTo>
                  <a:lnTo>
                    <a:pt x="119564" y="129340"/>
                  </a:lnTo>
                  <a:lnTo>
                    <a:pt x="120316" y="127084"/>
                  </a:lnTo>
                  <a:lnTo>
                    <a:pt x="125579" y="115804"/>
                  </a:lnTo>
                  <a:lnTo>
                    <a:pt x="126331" y="110540"/>
                  </a:lnTo>
                  <a:lnTo>
                    <a:pt x="127083" y="97005"/>
                  </a:lnTo>
                  <a:lnTo>
                    <a:pt x="126331" y="87981"/>
                  </a:lnTo>
                  <a:lnTo>
                    <a:pt x="125579" y="85725"/>
                  </a:lnTo>
                  <a:lnTo>
                    <a:pt x="124076" y="84221"/>
                  </a:lnTo>
                  <a:lnTo>
                    <a:pt x="121068" y="81965"/>
                  </a:lnTo>
                  <a:lnTo>
                    <a:pt x="118812" y="80461"/>
                  </a:lnTo>
                  <a:lnTo>
                    <a:pt x="109788" y="76701"/>
                  </a:lnTo>
                  <a:lnTo>
                    <a:pt x="109036" y="75949"/>
                  </a:lnTo>
                  <a:lnTo>
                    <a:pt x="107532" y="74445"/>
                  </a:lnTo>
                  <a:lnTo>
                    <a:pt x="107532" y="73693"/>
                  </a:lnTo>
                  <a:lnTo>
                    <a:pt x="108284" y="71438"/>
                  </a:lnTo>
                  <a:lnTo>
                    <a:pt x="109788" y="67678"/>
                  </a:lnTo>
                  <a:lnTo>
                    <a:pt x="112044" y="64670"/>
                  </a:lnTo>
                  <a:lnTo>
                    <a:pt x="112044" y="63918"/>
                  </a:lnTo>
                  <a:lnTo>
                    <a:pt x="113548" y="63166"/>
                  </a:lnTo>
                  <a:lnTo>
                    <a:pt x="113548" y="61662"/>
                  </a:lnTo>
                  <a:lnTo>
                    <a:pt x="113548" y="60910"/>
                  </a:lnTo>
                  <a:lnTo>
                    <a:pt x="114300" y="57150"/>
                  </a:lnTo>
                  <a:lnTo>
                    <a:pt x="113548" y="55646"/>
                  </a:lnTo>
                  <a:lnTo>
                    <a:pt x="112796" y="52638"/>
                  </a:lnTo>
                  <a:lnTo>
                    <a:pt x="112796" y="51886"/>
                  </a:lnTo>
                  <a:lnTo>
                    <a:pt x="109788" y="48126"/>
                  </a:lnTo>
                  <a:lnTo>
                    <a:pt x="103772" y="36847"/>
                  </a:lnTo>
                  <a:lnTo>
                    <a:pt x="103020" y="36095"/>
                  </a:lnTo>
                  <a:lnTo>
                    <a:pt x="103020" y="33087"/>
                  </a:lnTo>
                  <a:lnTo>
                    <a:pt x="102268" y="31583"/>
                  </a:lnTo>
                  <a:lnTo>
                    <a:pt x="103772" y="24063"/>
                  </a:lnTo>
                  <a:lnTo>
                    <a:pt x="103772" y="23311"/>
                  </a:lnTo>
                  <a:lnTo>
                    <a:pt x="103772" y="22559"/>
                  </a:lnTo>
                  <a:lnTo>
                    <a:pt x="104524" y="21807"/>
                  </a:lnTo>
                  <a:lnTo>
                    <a:pt x="105276" y="21807"/>
                  </a:lnTo>
                  <a:lnTo>
                    <a:pt x="108284" y="19551"/>
                  </a:lnTo>
                  <a:lnTo>
                    <a:pt x="109788" y="19551"/>
                  </a:lnTo>
                  <a:lnTo>
                    <a:pt x="126331" y="18047"/>
                  </a:lnTo>
                  <a:lnTo>
                    <a:pt x="163178" y="18799"/>
                  </a:lnTo>
                  <a:lnTo>
                    <a:pt x="164682" y="18047"/>
                  </a:lnTo>
                  <a:lnTo>
                    <a:pt x="166186" y="18047"/>
                  </a:lnTo>
                  <a:lnTo>
                    <a:pt x="168442" y="18799"/>
                  </a:lnTo>
                  <a:lnTo>
                    <a:pt x="181977" y="22559"/>
                  </a:lnTo>
                  <a:lnTo>
                    <a:pt x="184985" y="22559"/>
                  </a:lnTo>
                  <a:lnTo>
                    <a:pt x="198521" y="21055"/>
                  </a:lnTo>
                  <a:lnTo>
                    <a:pt x="201529" y="19551"/>
                  </a:lnTo>
                  <a:lnTo>
                    <a:pt x="206793" y="17295"/>
                  </a:lnTo>
                  <a:lnTo>
                    <a:pt x="215064" y="13535"/>
                  </a:lnTo>
                  <a:lnTo>
                    <a:pt x="218824" y="12784"/>
                  </a:lnTo>
                  <a:lnTo>
                    <a:pt x="230856" y="12032"/>
                  </a:lnTo>
                  <a:lnTo>
                    <a:pt x="260183" y="15791"/>
                  </a:lnTo>
                  <a:lnTo>
                    <a:pt x="263191" y="17295"/>
                  </a:lnTo>
                  <a:lnTo>
                    <a:pt x="272214" y="25567"/>
                  </a:lnTo>
                  <a:lnTo>
                    <a:pt x="275974" y="28575"/>
                  </a:lnTo>
                  <a:lnTo>
                    <a:pt x="278230" y="30831"/>
                  </a:lnTo>
                  <a:lnTo>
                    <a:pt x="278982" y="31583"/>
                  </a:lnTo>
                  <a:lnTo>
                    <a:pt x="280486" y="32335"/>
                  </a:lnTo>
                  <a:lnTo>
                    <a:pt x="286502" y="33087"/>
                  </a:lnTo>
                  <a:lnTo>
                    <a:pt x="287254" y="33839"/>
                  </a:lnTo>
                  <a:lnTo>
                    <a:pt x="289510" y="34591"/>
                  </a:lnTo>
                  <a:lnTo>
                    <a:pt x="295526" y="39103"/>
                  </a:lnTo>
                  <a:lnTo>
                    <a:pt x="300789" y="41359"/>
                  </a:lnTo>
                  <a:lnTo>
                    <a:pt x="303045" y="41359"/>
                  </a:lnTo>
                  <a:lnTo>
                    <a:pt x="306053" y="42111"/>
                  </a:lnTo>
                  <a:lnTo>
                    <a:pt x="306805" y="42863"/>
                  </a:lnTo>
                  <a:lnTo>
                    <a:pt x="307557" y="43614"/>
                  </a:lnTo>
                  <a:lnTo>
                    <a:pt x="309061" y="45118"/>
                  </a:lnTo>
                  <a:lnTo>
                    <a:pt x="309813" y="47374"/>
                  </a:lnTo>
                  <a:lnTo>
                    <a:pt x="312069" y="51886"/>
                  </a:lnTo>
                  <a:lnTo>
                    <a:pt x="312821" y="53390"/>
                  </a:lnTo>
                  <a:lnTo>
                    <a:pt x="319589" y="60910"/>
                  </a:lnTo>
                  <a:lnTo>
                    <a:pt x="321845" y="62414"/>
                  </a:lnTo>
                  <a:lnTo>
                    <a:pt x="330868" y="66174"/>
                  </a:lnTo>
                  <a:lnTo>
                    <a:pt x="332372" y="66926"/>
                  </a:lnTo>
                  <a:lnTo>
                    <a:pt x="333124" y="66926"/>
                  </a:lnTo>
                  <a:lnTo>
                    <a:pt x="335380" y="67678"/>
                  </a:lnTo>
                  <a:lnTo>
                    <a:pt x="339892" y="70685"/>
                  </a:lnTo>
                  <a:lnTo>
                    <a:pt x="340644" y="71438"/>
                  </a:lnTo>
                  <a:lnTo>
                    <a:pt x="342148" y="72190"/>
                  </a:lnTo>
                  <a:lnTo>
                    <a:pt x="342900" y="73693"/>
                  </a:lnTo>
                  <a:lnTo>
                    <a:pt x="343652" y="75197"/>
                  </a:lnTo>
                  <a:lnTo>
                    <a:pt x="346660" y="86477"/>
                  </a:lnTo>
                  <a:lnTo>
                    <a:pt x="347411" y="87981"/>
                  </a:lnTo>
                  <a:lnTo>
                    <a:pt x="347411" y="88733"/>
                  </a:lnTo>
                  <a:lnTo>
                    <a:pt x="348164" y="88733"/>
                  </a:lnTo>
                  <a:lnTo>
                    <a:pt x="349668" y="88733"/>
                  </a:lnTo>
                  <a:lnTo>
                    <a:pt x="351171" y="87981"/>
                  </a:lnTo>
                  <a:lnTo>
                    <a:pt x="355683" y="85725"/>
                  </a:lnTo>
                  <a:lnTo>
                    <a:pt x="357939" y="84221"/>
                  </a:lnTo>
                  <a:lnTo>
                    <a:pt x="359443" y="84221"/>
                  </a:lnTo>
                  <a:lnTo>
                    <a:pt x="360195" y="84221"/>
                  </a:lnTo>
                  <a:lnTo>
                    <a:pt x="361699" y="87981"/>
                  </a:lnTo>
                  <a:lnTo>
                    <a:pt x="362451" y="88733"/>
                  </a:lnTo>
                  <a:lnTo>
                    <a:pt x="363203" y="88733"/>
                  </a:lnTo>
                  <a:lnTo>
                    <a:pt x="363955" y="87981"/>
                  </a:lnTo>
                  <a:lnTo>
                    <a:pt x="366211" y="85725"/>
                  </a:lnTo>
                  <a:lnTo>
                    <a:pt x="367715" y="82717"/>
                  </a:lnTo>
                  <a:lnTo>
                    <a:pt x="369971" y="80461"/>
                  </a:lnTo>
                  <a:lnTo>
                    <a:pt x="372227" y="75197"/>
                  </a:lnTo>
                  <a:lnTo>
                    <a:pt x="373731" y="73693"/>
                  </a:lnTo>
                  <a:lnTo>
                    <a:pt x="376739" y="69933"/>
                  </a:lnTo>
                  <a:lnTo>
                    <a:pt x="378994" y="66926"/>
                  </a:lnTo>
                  <a:lnTo>
                    <a:pt x="378994" y="66174"/>
                  </a:lnTo>
                  <a:lnTo>
                    <a:pt x="379747" y="66174"/>
                  </a:lnTo>
                  <a:lnTo>
                    <a:pt x="381250" y="66174"/>
                  </a:lnTo>
                  <a:lnTo>
                    <a:pt x="382003" y="66174"/>
                  </a:lnTo>
                  <a:lnTo>
                    <a:pt x="382754" y="66926"/>
                  </a:lnTo>
                  <a:lnTo>
                    <a:pt x="382754" y="67678"/>
                  </a:lnTo>
                  <a:lnTo>
                    <a:pt x="383507" y="67678"/>
                  </a:lnTo>
                  <a:lnTo>
                    <a:pt x="384258" y="67678"/>
                  </a:lnTo>
                  <a:lnTo>
                    <a:pt x="385010" y="66174"/>
                  </a:lnTo>
                  <a:lnTo>
                    <a:pt x="385010" y="63166"/>
                  </a:lnTo>
                  <a:lnTo>
                    <a:pt x="385762" y="62414"/>
                  </a:lnTo>
                  <a:lnTo>
                    <a:pt x="385762" y="61662"/>
                  </a:lnTo>
                  <a:lnTo>
                    <a:pt x="386514" y="60158"/>
                  </a:lnTo>
                  <a:lnTo>
                    <a:pt x="388018" y="59406"/>
                  </a:lnTo>
                  <a:lnTo>
                    <a:pt x="389522" y="59406"/>
                  </a:lnTo>
                  <a:lnTo>
                    <a:pt x="392530" y="58654"/>
                  </a:lnTo>
                  <a:lnTo>
                    <a:pt x="394034" y="58654"/>
                  </a:lnTo>
                  <a:lnTo>
                    <a:pt x="395538" y="58654"/>
                  </a:lnTo>
                  <a:lnTo>
                    <a:pt x="396290" y="59406"/>
                  </a:lnTo>
                  <a:lnTo>
                    <a:pt x="397042" y="59406"/>
                  </a:lnTo>
                  <a:lnTo>
                    <a:pt x="397042" y="58654"/>
                  </a:lnTo>
                  <a:lnTo>
                    <a:pt x="399298" y="55646"/>
                  </a:lnTo>
                  <a:lnTo>
                    <a:pt x="400802" y="54894"/>
                  </a:lnTo>
                  <a:lnTo>
                    <a:pt x="405314" y="53390"/>
                  </a:lnTo>
                  <a:lnTo>
                    <a:pt x="407569" y="54142"/>
                  </a:lnTo>
                  <a:lnTo>
                    <a:pt x="408322" y="54142"/>
                  </a:lnTo>
                  <a:lnTo>
                    <a:pt x="409073" y="54142"/>
                  </a:lnTo>
                  <a:lnTo>
                    <a:pt x="409826" y="53390"/>
                  </a:lnTo>
                  <a:lnTo>
                    <a:pt x="410577" y="53390"/>
                  </a:lnTo>
                  <a:lnTo>
                    <a:pt x="411329" y="53390"/>
                  </a:lnTo>
                  <a:lnTo>
                    <a:pt x="411329" y="54142"/>
                  </a:lnTo>
                  <a:lnTo>
                    <a:pt x="412082" y="55646"/>
                  </a:lnTo>
                  <a:lnTo>
                    <a:pt x="412082" y="58654"/>
                  </a:lnTo>
                  <a:lnTo>
                    <a:pt x="412833" y="60158"/>
                  </a:lnTo>
                  <a:lnTo>
                    <a:pt x="412833" y="61662"/>
                  </a:lnTo>
                  <a:lnTo>
                    <a:pt x="413586" y="62414"/>
                  </a:lnTo>
                  <a:lnTo>
                    <a:pt x="414337" y="63166"/>
                  </a:lnTo>
                  <a:lnTo>
                    <a:pt x="415841" y="63918"/>
                  </a:lnTo>
                  <a:lnTo>
                    <a:pt x="416593" y="64670"/>
                  </a:lnTo>
                  <a:lnTo>
                    <a:pt x="418097" y="64670"/>
                  </a:lnTo>
                  <a:lnTo>
                    <a:pt x="420353" y="63918"/>
                  </a:lnTo>
                  <a:lnTo>
                    <a:pt x="421105" y="63918"/>
                  </a:lnTo>
                  <a:lnTo>
                    <a:pt x="421857" y="64670"/>
                  </a:lnTo>
                  <a:lnTo>
                    <a:pt x="421857" y="66174"/>
                  </a:lnTo>
                  <a:lnTo>
                    <a:pt x="421857" y="68430"/>
                  </a:lnTo>
                  <a:lnTo>
                    <a:pt x="421857" y="71438"/>
                  </a:lnTo>
                  <a:lnTo>
                    <a:pt x="422609" y="72942"/>
                  </a:lnTo>
                  <a:lnTo>
                    <a:pt x="424865" y="73693"/>
                  </a:lnTo>
                  <a:lnTo>
                    <a:pt x="427121" y="73693"/>
                  </a:lnTo>
                  <a:lnTo>
                    <a:pt x="427873" y="73693"/>
                  </a:lnTo>
                  <a:lnTo>
                    <a:pt x="428625" y="73693"/>
                  </a:lnTo>
                  <a:lnTo>
                    <a:pt x="430129" y="75197"/>
                  </a:lnTo>
                  <a:lnTo>
                    <a:pt x="430881" y="75949"/>
                  </a:lnTo>
                  <a:lnTo>
                    <a:pt x="432385" y="75949"/>
                  </a:lnTo>
                  <a:lnTo>
                    <a:pt x="433888" y="75197"/>
                  </a:lnTo>
                  <a:lnTo>
                    <a:pt x="436897" y="74445"/>
                  </a:lnTo>
                  <a:lnTo>
                    <a:pt x="439152" y="73693"/>
                  </a:lnTo>
                  <a:lnTo>
                    <a:pt x="440656" y="72190"/>
                  </a:lnTo>
                  <a:lnTo>
                    <a:pt x="441408" y="71438"/>
                  </a:lnTo>
                  <a:lnTo>
                    <a:pt x="442160" y="70685"/>
                  </a:lnTo>
                  <a:lnTo>
                    <a:pt x="443664" y="70685"/>
                  </a:lnTo>
                  <a:lnTo>
                    <a:pt x="445168" y="70685"/>
                  </a:lnTo>
                  <a:lnTo>
                    <a:pt x="445920" y="71438"/>
                  </a:lnTo>
                  <a:lnTo>
                    <a:pt x="446672" y="72190"/>
                  </a:lnTo>
                  <a:lnTo>
                    <a:pt x="446672" y="72942"/>
                  </a:lnTo>
                  <a:lnTo>
                    <a:pt x="447424" y="72942"/>
                  </a:lnTo>
                  <a:lnTo>
                    <a:pt x="448176" y="72942"/>
                  </a:lnTo>
                  <a:lnTo>
                    <a:pt x="449680" y="72190"/>
                  </a:lnTo>
                  <a:lnTo>
                    <a:pt x="451184" y="70685"/>
                  </a:lnTo>
                  <a:lnTo>
                    <a:pt x="452688" y="68430"/>
                  </a:lnTo>
                  <a:lnTo>
                    <a:pt x="457200" y="65422"/>
                  </a:lnTo>
                  <a:lnTo>
                    <a:pt x="458704" y="66174"/>
                  </a:lnTo>
                  <a:lnTo>
                    <a:pt x="460208" y="66926"/>
                  </a:lnTo>
                  <a:lnTo>
                    <a:pt x="460960" y="67678"/>
                  </a:lnTo>
                  <a:lnTo>
                    <a:pt x="462464" y="71438"/>
                  </a:lnTo>
                  <a:lnTo>
                    <a:pt x="463216" y="72942"/>
                  </a:lnTo>
                  <a:lnTo>
                    <a:pt x="463967" y="74445"/>
                  </a:lnTo>
                  <a:lnTo>
                    <a:pt x="465471" y="78205"/>
                  </a:lnTo>
                  <a:lnTo>
                    <a:pt x="465471" y="78957"/>
                  </a:lnTo>
                  <a:lnTo>
                    <a:pt x="465471" y="80461"/>
                  </a:lnTo>
                  <a:lnTo>
                    <a:pt x="465471" y="81213"/>
                  </a:lnTo>
                  <a:lnTo>
                    <a:pt x="464720" y="83469"/>
                  </a:lnTo>
                  <a:lnTo>
                    <a:pt x="464720" y="84221"/>
                  </a:lnTo>
                  <a:lnTo>
                    <a:pt x="464720" y="84973"/>
                  </a:lnTo>
                  <a:lnTo>
                    <a:pt x="465471" y="85725"/>
                  </a:lnTo>
                  <a:lnTo>
                    <a:pt x="466224" y="86477"/>
                  </a:lnTo>
                  <a:lnTo>
                    <a:pt x="467727" y="86477"/>
                  </a:lnTo>
                  <a:lnTo>
                    <a:pt x="468480" y="86477"/>
                  </a:lnTo>
                  <a:lnTo>
                    <a:pt x="470735" y="87981"/>
                  </a:lnTo>
                  <a:lnTo>
                    <a:pt x="472239" y="87981"/>
                  </a:lnTo>
                  <a:lnTo>
                    <a:pt x="472991" y="87981"/>
                  </a:lnTo>
                  <a:lnTo>
                    <a:pt x="473743" y="87981"/>
                  </a:lnTo>
                  <a:lnTo>
                    <a:pt x="475247" y="87229"/>
                  </a:lnTo>
                  <a:lnTo>
                    <a:pt x="475247" y="85725"/>
                  </a:lnTo>
                  <a:lnTo>
                    <a:pt x="475247" y="84973"/>
                  </a:lnTo>
                  <a:lnTo>
                    <a:pt x="475247" y="84221"/>
                  </a:lnTo>
                  <a:lnTo>
                    <a:pt x="475247" y="83469"/>
                  </a:lnTo>
                  <a:lnTo>
                    <a:pt x="475999" y="82717"/>
                  </a:lnTo>
                  <a:lnTo>
                    <a:pt x="477503" y="82717"/>
                  </a:lnTo>
                  <a:lnTo>
                    <a:pt x="477503" y="83469"/>
                  </a:lnTo>
                  <a:lnTo>
                    <a:pt x="478255" y="83469"/>
                  </a:lnTo>
                  <a:lnTo>
                    <a:pt x="479007" y="84221"/>
                  </a:lnTo>
                  <a:lnTo>
                    <a:pt x="479759" y="84221"/>
                  </a:lnTo>
                  <a:lnTo>
                    <a:pt x="480511" y="84221"/>
                  </a:lnTo>
                  <a:lnTo>
                    <a:pt x="481263" y="84221"/>
                  </a:lnTo>
                  <a:lnTo>
                    <a:pt x="482767" y="84221"/>
                  </a:lnTo>
                  <a:lnTo>
                    <a:pt x="483519" y="83469"/>
                  </a:lnTo>
                  <a:lnTo>
                    <a:pt x="485023" y="82717"/>
                  </a:lnTo>
                  <a:lnTo>
                    <a:pt x="485775" y="81965"/>
                  </a:lnTo>
                  <a:lnTo>
                    <a:pt x="486527" y="80461"/>
                  </a:lnTo>
                  <a:lnTo>
                    <a:pt x="486527" y="79709"/>
                  </a:lnTo>
                  <a:lnTo>
                    <a:pt x="487279" y="77453"/>
                  </a:lnTo>
                  <a:lnTo>
                    <a:pt x="487279" y="76701"/>
                  </a:lnTo>
                  <a:lnTo>
                    <a:pt x="488031" y="75949"/>
                  </a:lnTo>
                  <a:lnTo>
                    <a:pt x="488783" y="75949"/>
                  </a:lnTo>
                  <a:lnTo>
                    <a:pt x="489535" y="75949"/>
                  </a:lnTo>
                  <a:lnTo>
                    <a:pt x="490287" y="76701"/>
                  </a:lnTo>
                  <a:lnTo>
                    <a:pt x="491039" y="77453"/>
                  </a:lnTo>
                  <a:lnTo>
                    <a:pt x="491039" y="78205"/>
                  </a:lnTo>
                  <a:lnTo>
                    <a:pt x="491039" y="78957"/>
                  </a:lnTo>
                  <a:lnTo>
                    <a:pt x="491791" y="80461"/>
                  </a:lnTo>
                  <a:lnTo>
                    <a:pt x="491791" y="81213"/>
                  </a:lnTo>
                  <a:lnTo>
                    <a:pt x="492543" y="81965"/>
                  </a:lnTo>
                  <a:lnTo>
                    <a:pt x="493295" y="81965"/>
                  </a:lnTo>
                  <a:lnTo>
                    <a:pt x="494046" y="82717"/>
                  </a:lnTo>
                  <a:lnTo>
                    <a:pt x="497806" y="84221"/>
                  </a:lnTo>
                  <a:lnTo>
                    <a:pt x="498558" y="84221"/>
                  </a:lnTo>
                  <a:lnTo>
                    <a:pt x="499310" y="83469"/>
                  </a:lnTo>
                  <a:lnTo>
                    <a:pt x="500063" y="82717"/>
                  </a:lnTo>
                  <a:lnTo>
                    <a:pt x="500063" y="81965"/>
                  </a:lnTo>
                  <a:lnTo>
                    <a:pt x="499310" y="81965"/>
                  </a:lnTo>
                  <a:lnTo>
                    <a:pt x="499310" y="81213"/>
                  </a:lnTo>
                  <a:lnTo>
                    <a:pt x="498558" y="80461"/>
                  </a:lnTo>
                  <a:lnTo>
                    <a:pt x="498558" y="79709"/>
                  </a:lnTo>
                  <a:lnTo>
                    <a:pt x="498558" y="78957"/>
                  </a:lnTo>
                  <a:lnTo>
                    <a:pt x="498558" y="78205"/>
                  </a:lnTo>
                  <a:lnTo>
                    <a:pt x="498558" y="77453"/>
                  </a:lnTo>
                  <a:lnTo>
                    <a:pt x="500063" y="75949"/>
                  </a:lnTo>
                  <a:lnTo>
                    <a:pt x="500814" y="74445"/>
                  </a:lnTo>
                  <a:lnTo>
                    <a:pt x="501566" y="73693"/>
                  </a:lnTo>
                  <a:lnTo>
                    <a:pt x="503070" y="73693"/>
                  </a:lnTo>
                  <a:lnTo>
                    <a:pt x="505326" y="73693"/>
                  </a:lnTo>
                  <a:lnTo>
                    <a:pt x="506830" y="73693"/>
                  </a:lnTo>
                  <a:lnTo>
                    <a:pt x="507582" y="73693"/>
                  </a:lnTo>
                  <a:lnTo>
                    <a:pt x="514350" y="76701"/>
                  </a:lnTo>
                  <a:lnTo>
                    <a:pt x="515102" y="76701"/>
                  </a:lnTo>
                  <a:lnTo>
                    <a:pt x="516606" y="75949"/>
                  </a:lnTo>
                  <a:lnTo>
                    <a:pt x="520365" y="73693"/>
                  </a:lnTo>
                  <a:lnTo>
                    <a:pt x="521118" y="72942"/>
                  </a:lnTo>
                  <a:lnTo>
                    <a:pt x="521118" y="72190"/>
                  </a:lnTo>
                  <a:lnTo>
                    <a:pt x="523374" y="69182"/>
                  </a:lnTo>
                  <a:lnTo>
                    <a:pt x="525629" y="64670"/>
                  </a:lnTo>
                  <a:lnTo>
                    <a:pt x="526382" y="63166"/>
                  </a:lnTo>
                  <a:lnTo>
                    <a:pt x="527885" y="61662"/>
                  </a:lnTo>
                  <a:lnTo>
                    <a:pt x="529389" y="60158"/>
                  </a:lnTo>
                  <a:lnTo>
                    <a:pt x="530893" y="59406"/>
                  </a:lnTo>
                  <a:lnTo>
                    <a:pt x="542173" y="55646"/>
                  </a:lnTo>
                  <a:lnTo>
                    <a:pt x="544429" y="54142"/>
                  </a:lnTo>
                  <a:lnTo>
                    <a:pt x="545933" y="53390"/>
                  </a:lnTo>
                  <a:lnTo>
                    <a:pt x="546685" y="52638"/>
                  </a:lnTo>
                  <a:lnTo>
                    <a:pt x="550444" y="46622"/>
                  </a:lnTo>
                  <a:lnTo>
                    <a:pt x="554204" y="42863"/>
                  </a:lnTo>
                  <a:lnTo>
                    <a:pt x="554957" y="42111"/>
                  </a:lnTo>
                  <a:lnTo>
                    <a:pt x="571500" y="35343"/>
                  </a:lnTo>
                  <a:lnTo>
                    <a:pt x="578268" y="31583"/>
                  </a:lnTo>
                  <a:lnTo>
                    <a:pt x="579020" y="30831"/>
                  </a:lnTo>
                  <a:lnTo>
                    <a:pt x="579772" y="30831"/>
                  </a:lnTo>
                  <a:lnTo>
                    <a:pt x="581276" y="28575"/>
                  </a:lnTo>
                  <a:lnTo>
                    <a:pt x="582780" y="25567"/>
                  </a:lnTo>
                  <a:lnTo>
                    <a:pt x="585035" y="23311"/>
                  </a:lnTo>
                  <a:lnTo>
                    <a:pt x="586540" y="21055"/>
                  </a:lnTo>
                  <a:lnTo>
                    <a:pt x="588043" y="19551"/>
                  </a:lnTo>
                  <a:lnTo>
                    <a:pt x="588043" y="18799"/>
                  </a:lnTo>
                  <a:lnTo>
                    <a:pt x="588795" y="16544"/>
                  </a:lnTo>
                  <a:lnTo>
                    <a:pt x="588795" y="15039"/>
                  </a:lnTo>
                  <a:lnTo>
                    <a:pt x="589547" y="14287"/>
                  </a:lnTo>
                  <a:lnTo>
                    <a:pt x="590299" y="14287"/>
                  </a:lnTo>
                  <a:lnTo>
                    <a:pt x="596315" y="11280"/>
                  </a:lnTo>
                  <a:lnTo>
                    <a:pt x="597067" y="11280"/>
                  </a:lnTo>
                  <a:lnTo>
                    <a:pt x="597819" y="12784"/>
                  </a:lnTo>
                  <a:lnTo>
                    <a:pt x="597819" y="13535"/>
                  </a:lnTo>
                  <a:lnTo>
                    <a:pt x="598571" y="14287"/>
                  </a:lnTo>
                  <a:lnTo>
                    <a:pt x="599323" y="14287"/>
                  </a:lnTo>
                  <a:lnTo>
                    <a:pt x="601579" y="13535"/>
                  </a:lnTo>
                  <a:lnTo>
                    <a:pt x="602331" y="13535"/>
                  </a:lnTo>
                  <a:lnTo>
                    <a:pt x="603835" y="12784"/>
                  </a:lnTo>
                  <a:lnTo>
                    <a:pt x="603835" y="12032"/>
                  </a:lnTo>
                  <a:lnTo>
                    <a:pt x="605339" y="11280"/>
                  </a:lnTo>
                  <a:lnTo>
                    <a:pt x="606091" y="9776"/>
                  </a:lnTo>
                  <a:lnTo>
                    <a:pt x="606842" y="7520"/>
                  </a:lnTo>
                  <a:lnTo>
                    <a:pt x="606842" y="6768"/>
                  </a:lnTo>
                  <a:lnTo>
                    <a:pt x="607595" y="5264"/>
                  </a:lnTo>
                  <a:lnTo>
                    <a:pt x="608346" y="4512"/>
                  </a:lnTo>
                  <a:lnTo>
                    <a:pt x="609099" y="4512"/>
                  </a:lnTo>
                  <a:lnTo>
                    <a:pt x="609851" y="3760"/>
                  </a:lnTo>
                  <a:lnTo>
                    <a:pt x="620378" y="1504"/>
                  </a:lnTo>
                  <a:lnTo>
                    <a:pt x="622634" y="0"/>
                  </a:lnTo>
                  <a:lnTo>
                    <a:pt x="623386" y="0"/>
                  </a:lnTo>
                  <a:lnTo>
                    <a:pt x="625642" y="752"/>
                  </a:lnTo>
                  <a:lnTo>
                    <a:pt x="627898" y="2256"/>
                  </a:lnTo>
                  <a:lnTo>
                    <a:pt x="639929" y="11280"/>
                  </a:lnTo>
                  <a:lnTo>
                    <a:pt x="645945" y="14287"/>
                  </a:lnTo>
                  <a:lnTo>
                    <a:pt x="651209" y="17295"/>
                  </a:lnTo>
                  <a:lnTo>
                    <a:pt x="651209" y="18047"/>
                  </a:lnTo>
                  <a:lnTo>
                    <a:pt x="652713" y="18047"/>
                  </a:lnTo>
                  <a:lnTo>
                    <a:pt x="653465" y="18047"/>
                  </a:lnTo>
                  <a:lnTo>
                    <a:pt x="655721" y="17295"/>
                  </a:lnTo>
                  <a:lnTo>
                    <a:pt x="656473" y="18047"/>
                  </a:lnTo>
                  <a:lnTo>
                    <a:pt x="657225" y="18047"/>
                  </a:lnTo>
                  <a:lnTo>
                    <a:pt x="657977" y="18047"/>
                  </a:lnTo>
                  <a:lnTo>
                    <a:pt x="658729" y="18799"/>
                  </a:lnTo>
                  <a:lnTo>
                    <a:pt x="659481" y="19551"/>
                  </a:lnTo>
                  <a:lnTo>
                    <a:pt x="659481" y="20303"/>
                  </a:lnTo>
                  <a:lnTo>
                    <a:pt x="659481" y="21055"/>
                  </a:lnTo>
                  <a:lnTo>
                    <a:pt x="659481" y="24063"/>
                  </a:lnTo>
                  <a:lnTo>
                    <a:pt x="659481" y="24815"/>
                  </a:lnTo>
                  <a:lnTo>
                    <a:pt x="659481" y="25567"/>
                  </a:lnTo>
                  <a:lnTo>
                    <a:pt x="660233" y="26319"/>
                  </a:lnTo>
                  <a:lnTo>
                    <a:pt x="660233" y="27071"/>
                  </a:lnTo>
                  <a:lnTo>
                    <a:pt x="662489" y="30831"/>
                  </a:lnTo>
                  <a:lnTo>
                    <a:pt x="663240" y="31583"/>
                  </a:lnTo>
                  <a:lnTo>
                    <a:pt x="663240" y="32335"/>
                  </a:lnTo>
                  <a:lnTo>
                    <a:pt x="663240" y="33087"/>
                  </a:lnTo>
                  <a:lnTo>
                    <a:pt x="662489" y="34591"/>
                  </a:lnTo>
                  <a:lnTo>
                    <a:pt x="660985" y="35343"/>
                  </a:lnTo>
                  <a:lnTo>
                    <a:pt x="660233" y="36095"/>
                  </a:lnTo>
                  <a:lnTo>
                    <a:pt x="651209" y="39103"/>
                  </a:lnTo>
                  <a:lnTo>
                    <a:pt x="648201" y="40607"/>
                  </a:lnTo>
                  <a:lnTo>
                    <a:pt x="644441" y="42111"/>
                  </a:lnTo>
                  <a:lnTo>
                    <a:pt x="643689" y="42111"/>
                  </a:lnTo>
                  <a:lnTo>
                    <a:pt x="639178" y="42863"/>
                  </a:lnTo>
                  <a:lnTo>
                    <a:pt x="638425" y="42863"/>
                  </a:lnTo>
                  <a:lnTo>
                    <a:pt x="635418" y="44366"/>
                  </a:lnTo>
                  <a:lnTo>
                    <a:pt x="634666" y="44366"/>
                  </a:lnTo>
                  <a:lnTo>
                    <a:pt x="633914" y="45118"/>
                  </a:lnTo>
                  <a:lnTo>
                    <a:pt x="633162" y="45870"/>
                  </a:lnTo>
                  <a:lnTo>
                    <a:pt x="632410" y="45870"/>
                  </a:lnTo>
                  <a:lnTo>
                    <a:pt x="631658" y="47374"/>
                  </a:lnTo>
                  <a:lnTo>
                    <a:pt x="630906" y="48878"/>
                  </a:lnTo>
                  <a:lnTo>
                    <a:pt x="630154" y="53390"/>
                  </a:lnTo>
                  <a:lnTo>
                    <a:pt x="629402" y="55646"/>
                  </a:lnTo>
                  <a:lnTo>
                    <a:pt x="629402" y="57150"/>
                  </a:lnTo>
                  <a:lnTo>
                    <a:pt x="630154" y="57902"/>
                  </a:lnTo>
                  <a:lnTo>
                    <a:pt x="630154" y="58654"/>
                  </a:lnTo>
                  <a:lnTo>
                    <a:pt x="633162" y="64670"/>
                  </a:lnTo>
                  <a:lnTo>
                    <a:pt x="633914" y="67678"/>
                  </a:lnTo>
                  <a:lnTo>
                    <a:pt x="636170" y="71438"/>
                  </a:lnTo>
                  <a:lnTo>
                    <a:pt x="636921" y="72942"/>
                  </a:lnTo>
                  <a:lnTo>
                    <a:pt x="636921" y="74445"/>
                  </a:lnTo>
                  <a:lnTo>
                    <a:pt x="636921" y="75197"/>
                  </a:lnTo>
                  <a:lnTo>
                    <a:pt x="636921" y="75949"/>
                  </a:lnTo>
                  <a:lnTo>
                    <a:pt x="636921" y="76701"/>
                  </a:lnTo>
                  <a:lnTo>
                    <a:pt x="636170" y="78205"/>
                  </a:lnTo>
                  <a:lnTo>
                    <a:pt x="635418" y="78957"/>
                  </a:lnTo>
                  <a:lnTo>
                    <a:pt x="633162" y="80461"/>
                  </a:lnTo>
                  <a:lnTo>
                    <a:pt x="629402" y="81965"/>
                  </a:lnTo>
                  <a:lnTo>
                    <a:pt x="627898" y="82717"/>
                  </a:lnTo>
                  <a:lnTo>
                    <a:pt x="627898" y="83469"/>
                  </a:lnTo>
                  <a:lnTo>
                    <a:pt x="627146" y="84973"/>
                  </a:lnTo>
                  <a:lnTo>
                    <a:pt x="625642" y="88733"/>
                  </a:lnTo>
                  <a:lnTo>
                    <a:pt x="624890" y="89485"/>
                  </a:lnTo>
                  <a:lnTo>
                    <a:pt x="618874" y="99261"/>
                  </a:lnTo>
                  <a:lnTo>
                    <a:pt x="618874" y="100012"/>
                  </a:lnTo>
                  <a:lnTo>
                    <a:pt x="616618" y="101516"/>
                  </a:lnTo>
                  <a:lnTo>
                    <a:pt x="610602" y="105276"/>
                  </a:lnTo>
                  <a:lnTo>
                    <a:pt x="609851" y="106780"/>
                  </a:lnTo>
                  <a:lnTo>
                    <a:pt x="609851" y="108284"/>
                  </a:lnTo>
                  <a:lnTo>
                    <a:pt x="609099" y="109036"/>
                  </a:lnTo>
                  <a:lnTo>
                    <a:pt x="609851" y="109788"/>
                  </a:lnTo>
                  <a:lnTo>
                    <a:pt x="609851" y="110540"/>
                  </a:lnTo>
                  <a:lnTo>
                    <a:pt x="610602" y="111292"/>
                  </a:lnTo>
                  <a:lnTo>
                    <a:pt x="611355" y="111292"/>
                  </a:lnTo>
                  <a:lnTo>
                    <a:pt x="612859" y="112044"/>
                  </a:lnTo>
                  <a:lnTo>
                    <a:pt x="613610" y="111292"/>
                  </a:lnTo>
                  <a:lnTo>
                    <a:pt x="614362" y="111292"/>
                  </a:lnTo>
                  <a:lnTo>
                    <a:pt x="615866" y="110540"/>
                  </a:lnTo>
                  <a:lnTo>
                    <a:pt x="617370" y="109788"/>
                  </a:lnTo>
                  <a:lnTo>
                    <a:pt x="618122" y="109036"/>
                  </a:lnTo>
                  <a:lnTo>
                    <a:pt x="618874" y="109036"/>
                  </a:lnTo>
                  <a:lnTo>
                    <a:pt x="621130" y="109036"/>
                  </a:lnTo>
                  <a:lnTo>
                    <a:pt x="621882" y="109036"/>
                  </a:lnTo>
                  <a:lnTo>
                    <a:pt x="622634" y="109036"/>
                  </a:lnTo>
                  <a:lnTo>
                    <a:pt x="623386" y="109036"/>
                  </a:lnTo>
                  <a:lnTo>
                    <a:pt x="624890" y="108284"/>
                  </a:lnTo>
                  <a:lnTo>
                    <a:pt x="625642" y="107532"/>
                  </a:lnTo>
                  <a:lnTo>
                    <a:pt x="626394" y="106780"/>
                  </a:lnTo>
                  <a:lnTo>
                    <a:pt x="627146" y="106028"/>
                  </a:lnTo>
                  <a:lnTo>
                    <a:pt x="628650" y="105276"/>
                  </a:lnTo>
                  <a:lnTo>
                    <a:pt x="629402" y="105276"/>
                  </a:lnTo>
                  <a:lnTo>
                    <a:pt x="630906" y="105276"/>
                  </a:lnTo>
                  <a:lnTo>
                    <a:pt x="631658" y="105276"/>
                  </a:lnTo>
                  <a:lnTo>
                    <a:pt x="633162" y="106028"/>
                  </a:lnTo>
                  <a:lnTo>
                    <a:pt x="635418" y="106780"/>
                  </a:lnTo>
                  <a:lnTo>
                    <a:pt x="639178" y="108284"/>
                  </a:lnTo>
                  <a:lnTo>
                    <a:pt x="639929" y="108284"/>
                  </a:lnTo>
                  <a:lnTo>
                    <a:pt x="640681" y="109788"/>
                  </a:lnTo>
                  <a:lnTo>
                    <a:pt x="641434" y="112044"/>
                  </a:lnTo>
                  <a:lnTo>
                    <a:pt x="641434" y="113548"/>
                  </a:lnTo>
                  <a:lnTo>
                    <a:pt x="640681" y="114300"/>
                  </a:lnTo>
                  <a:lnTo>
                    <a:pt x="639929" y="115052"/>
                  </a:lnTo>
                  <a:lnTo>
                    <a:pt x="639178" y="115804"/>
                  </a:lnTo>
                  <a:lnTo>
                    <a:pt x="639178" y="116556"/>
                  </a:lnTo>
                  <a:lnTo>
                    <a:pt x="639178" y="117308"/>
                  </a:lnTo>
                  <a:lnTo>
                    <a:pt x="639178" y="118812"/>
                  </a:lnTo>
                  <a:lnTo>
                    <a:pt x="639178" y="120316"/>
                  </a:lnTo>
                  <a:lnTo>
                    <a:pt x="640681" y="124076"/>
                  </a:lnTo>
                  <a:lnTo>
                    <a:pt x="641434" y="125580"/>
                  </a:lnTo>
                  <a:lnTo>
                    <a:pt x="641434" y="129340"/>
                  </a:lnTo>
                  <a:lnTo>
                    <a:pt x="642938" y="136859"/>
                  </a:lnTo>
                  <a:lnTo>
                    <a:pt x="643689" y="137611"/>
                  </a:lnTo>
                  <a:lnTo>
                    <a:pt x="644441" y="139115"/>
                  </a:lnTo>
                  <a:lnTo>
                    <a:pt x="650457" y="145131"/>
                  </a:lnTo>
                  <a:lnTo>
                    <a:pt x="651209" y="145883"/>
                  </a:lnTo>
                  <a:lnTo>
                    <a:pt x="652713" y="146635"/>
                  </a:lnTo>
                  <a:lnTo>
                    <a:pt x="656473" y="147387"/>
                  </a:lnTo>
                  <a:lnTo>
                    <a:pt x="657977" y="148891"/>
                  </a:lnTo>
                  <a:lnTo>
                    <a:pt x="661737" y="151899"/>
                  </a:lnTo>
                  <a:lnTo>
                    <a:pt x="667753" y="154907"/>
                  </a:lnTo>
                  <a:lnTo>
                    <a:pt x="670008" y="154155"/>
                  </a:lnTo>
                  <a:lnTo>
                    <a:pt x="671512" y="154155"/>
                  </a:lnTo>
                  <a:lnTo>
                    <a:pt x="672264" y="153403"/>
                  </a:lnTo>
                  <a:lnTo>
                    <a:pt x="680536" y="148139"/>
                  </a:lnTo>
                  <a:lnTo>
                    <a:pt x="682792" y="146635"/>
                  </a:lnTo>
                  <a:lnTo>
                    <a:pt x="684296" y="145883"/>
                  </a:lnTo>
                  <a:lnTo>
                    <a:pt x="687304" y="145883"/>
                  </a:lnTo>
                  <a:lnTo>
                    <a:pt x="694823" y="145131"/>
                  </a:lnTo>
                  <a:lnTo>
                    <a:pt x="696327" y="145131"/>
                  </a:lnTo>
                  <a:lnTo>
                    <a:pt x="697079" y="144379"/>
                  </a:lnTo>
                  <a:lnTo>
                    <a:pt x="703847" y="137611"/>
                  </a:lnTo>
                  <a:lnTo>
                    <a:pt x="704599" y="136859"/>
                  </a:lnTo>
                  <a:lnTo>
                    <a:pt x="705351" y="135355"/>
                  </a:lnTo>
                  <a:lnTo>
                    <a:pt x="706103" y="133099"/>
                  </a:lnTo>
                  <a:lnTo>
                    <a:pt x="707607" y="132347"/>
                  </a:lnTo>
                  <a:lnTo>
                    <a:pt x="708359" y="132347"/>
                  </a:lnTo>
                  <a:lnTo>
                    <a:pt x="710615" y="130843"/>
                  </a:lnTo>
                  <a:lnTo>
                    <a:pt x="712119" y="130843"/>
                  </a:lnTo>
                  <a:lnTo>
                    <a:pt x="713623" y="130091"/>
                  </a:lnTo>
                  <a:lnTo>
                    <a:pt x="715127" y="128588"/>
                  </a:lnTo>
                  <a:lnTo>
                    <a:pt x="717383" y="126331"/>
                  </a:lnTo>
                  <a:lnTo>
                    <a:pt x="718135" y="125580"/>
                  </a:lnTo>
                  <a:lnTo>
                    <a:pt x="718135" y="124076"/>
                  </a:lnTo>
                  <a:lnTo>
                    <a:pt x="718135" y="123324"/>
                  </a:lnTo>
                  <a:lnTo>
                    <a:pt x="718135" y="121820"/>
                  </a:lnTo>
                  <a:lnTo>
                    <a:pt x="718135" y="120316"/>
                  </a:lnTo>
                  <a:lnTo>
                    <a:pt x="717383" y="119564"/>
                  </a:lnTo>
                  <a:lnTo>
                    <a:pt x="715879" y="117308"/>
                  </a:lnTo>
                  <a:lnTo>
                    <a:pt x="714375" y="114300"/>
                  </a:lnTo>
                  <a:lnTo>
                    <a:pt x="713623" y="113548"/>
                  </a:lnTo>
                  <a:lnTo>
                    <a:pt x="713623" y="112796"/>
                  </a:lnTo>
                  <a:lnTo>
                    <a:pt x="714375" y="112044"/>
                  </a:lnTo>
                  <a:lnTo>
                    <a:pt x="714375" y="111292"/>
                  </a:lnTo>
                  <a:lnTo>
                    <a:pt x="718887" y="106028"/>
                  </a:lnTo>
                  <a:lnTo>
                    <a:pt x="719638" y="105276"/>
                  </a:lnTo>
                  <a:lnTo>
                    <a:pt x="721143" y="104524"/>
                  </a:lnTo>
                  <a:lnTo>
                    <a:pt x="722647" y="104524"/>
                  </a:lnTo>
                  <a:lnTo>
                    <a:pt x="724151" y="104524"/>
                  </a:lnTo>
                  <a:lnTo>
                    <a:pt x="724902" y="104524"/>
                  </a:lnTo>
                  <a:lnTo>
                    <a:pt x="725655" y="104524"/>
                  </a:lnTo>
                  <a:lnTo>
                    <a:pt x="726406" y="104524"/>
                  </a:lnTo>
                  <a:lnTo>
                    <a:pt x="726406" y="103020"/>
                  </a:lnTo>
                  <a:lnTo>
                    <a:pt x="725655" y="101516"/>
                  </a:lnTo>
                  <a:lnTo>
                    <a:pt x="726406" y="100764"/>
                  </a:lnTo>
                  <a:lnTo>
                    <a:pt x="727158" y="100012"/>
                  </a:lnTo>
                  <a:lnTo>
                    <a:pt x="730918" y="99261"/>
                  </a:lnTo>
                  <a:lnTo>
                    <a:pt x="738438" y="98509"/>
                  </a:lnTo>
                  <a:lnTo>
                    <a:pt x="742198" y="98509"/>
                  </a:lnTo>
                  <a:lnTo>
                    <a:pt x="742950" y="98509"/>
                  </a:lnTo>
                  <a:lnTo>
                    <a:pt x="744454" y="98509"/>
                  </a:lnTo>
                  <a:lnTo>
                    <a:pt x="745958" y="97757"/>
                  </a:lnTo>
                  <a:lnTo>
                    <a:pt x="748966" y="94749"/>
                  </a:lnTo>
                  <a:lnTo>
                    <a:pt x="749717" y="93997"/>
                  </a:lnTo>
                  <a:lnTo>
                    <a:pt x="750470" y="93997"/>
                  </a:lnTo>
                  <a:lnTo>
                    <a:pt x="750470" y="93245"/>
                  </a:lnTo>
                  <a:lnTo>
                    <a:pt x="751221" y="92493"/>
                  </a:lnTo>
                  <a:lnTo>
                    <a:pt x="751221" y="90989"/>
                  </a:lnTo>
                  <a:lnTo>
                    <a:pt x="751221" y="90237"/>
                  </a:lnTo>
                  <a:lnTo>
                    <a:pt x="751221" y="89485"/>
                  </a:lnTo>
                  <a:lnTo>
                    <a:pt x="750470" y="88733"/>
                  </a:lnTo>
                  <a:lnTo>
                    <a:pt x="749717" y="87229"/>
                  </a:lnTo>
                  <a:lnTo>
                    <a:pt x="748966" y="86477"/>
                  </a:lnTo>
                  <a:lnTo>
                    <a:pt x="748966" y="85725"/>
                  </a:lnTo>
                  <a:lnTo>
                    <a:pt x="749717" y="84973"/>
                  </a:lnTo>
                  <a:lnTo>
                    <a:pt x="750470" y="84221"/>
                  </a:lnTo>
                  <a:lnTo>
                    <a:pt x="752726" y="83469"/>
                  </a:lnTo>
                  <a:lnTo>
                    <a:pt x="762501" y="82717"/>
                  </a:lnTo>
                  <a:lnTo>
                    <a:pt x="766261" y="82717"/>
                  </a:lnTo>
                  <a:lnTo>
                    <a:pt x="769269" y="84221"/>
                  </a:lnTo>
                  <a:lnTo>
                    <a:pt x="770021" y="84221"/>
                  </a:lnTo>
                  <a:lnTo>
                    <a:pt x="772277" y="84973"/>
                  </a:lnTo>
                  <a:lnTo>
                    <a:pt x="773029" y="84221"/>
                  </a:lnTo>
                  <a:lnTo>
                    <a:pt x="774533" y="83469"/>
                  </a:lnTo>
                  <a:lnTo>
                    <a:pt x="776789" y="82717"/>
                  </a:lnTo>
                  <a:lnTo>
                    <a:pt x="780549" y="78205"/>
                  </a:lnTo>
                  <a:lnTo>
                    <a:pt x="782053" y="78957"/>
                  </a:lnTo>
                  <a:lnTo>
                    <a:pt x="782804" y="81213"/>
                  </a:lnTo>
                  <a:lnTo>
                    <a:pt x="782804" y="81965"/>
                  </a:lnTo>
                  <a:lnTo>
                    <a:pt x="782804" y="82717"/>
                  </a:lnTo>
                  <a:lnTo>
                    <a:pt x="782804" y="83469"/>
                  </a:lnTo>
                  <a:lnTo>
                    <a:pt x="783556" y="84221"/>
                  </a:lnTo>
                  <a:lnTo>
                    <a:pt x="784309" y="84221"/>
                  </a:lnTo>
                  <a:lnTo>
                    <a:pt x="785060" y="84221"/>
                  </a:lnTo>
                  <a:lnTo>
                    <a:pt x="788068" y="84221"/>
                  </a:lnTo>
                  <a:lnTo>
                    <a:pt x="789572" y="84221"/>
                  </a:lnTo>
                  <a:lnTo>
                    <a:pt x="790324" y="83469"/>
                  </a:lnTo>
                  <a:lnTo>
                    <a:pt x="791828" y="81965"/>
                  </a:lnTo>
                  <a:lnTo>
                    <a:pt x="794836" y="78205"/>
                  </a:lnTo>
                  <a:lnTo>
                    <a:pt x="795588" y="77453"/>
                  </a:lnTo>
                  <a:lnTo>
                    <a:pt x="796340" y="77453"/>
                  </a:lnTo>
                  <a:lnTo>
                    <a:pt x="797844" y="76701"/>
                  </a:lnTo>
                  <a:lnTo>
                    <a:pt x="799348" y="76701"/>
                  </a:lnTo>
                  <a:lnTo>
                    <a:pt x="800100" y="77453"/>
                  </a:lnTo>
                  <a:lnTo>
                    <a:pt x="800852" y="77453"/>
                  </a:lnTo>
                  <a:lnTo>
                    <a:pt x="801604" y="78205"/>
                  </a:lnTo>
                  <a:lnTo>
                    <a:pt x="801604" y="78957"/>
                  </a:lnTo>
                  <a:lnTo>
                    <a:pt x="801604" y="79709"/>
                  </a:lnTo>
                  <a:lnTo>
                    <a:pt x="801604" y="80461"/>
                  </a:lnTo>
                  <a:lnTo>
                    <a:pt x="801604" y="82717"/>
                  </a:lnTo>
                  <a:lnTo>
                    <a:pt x="801604" y="84221"/>
                  </a:lnTo>
                  <a:lnTo>
                    <a:pt x="802356" y="84221"/>
                  </a:lnTo>
                  <a:lnTo>
                    <a:pt x="802356" y="84973"/>
                  </a:lnTo>
                  <a:lnTo>
                    <a:pt x="803108" y="85725"/>
                  </a:lnTo>
                  <a:lnTo>
                    <a:pt x="804612" y="85725"/>
                  </a:lnTo>
                  <a:lnTo>
                    <a:pt x="805364" y="85725"/>
                  </a:lnTo>
                  <a:lnTo>
                    <a:pt x="813635" y="83469"/>
                  </a:lnTo>
                  <a:lnTo>
                    <a:pt x="816643" y="82717"/>
                  </a:lnTo>
                  <a:lnTo>
                    <a:pt x="818899" y="83469"/>
                  </a:lnTo>
                  <a:lnTo>
                    <a:pt x="819651" y="83469"/>
                  </a:lnTo>
                  <a:lnTo>
                    <a:pt x="821155" y="84221"/>
                  </a:lnTo>
                  <a:lnTo>
                    <a:pt x="821907" y="84973"/>
                  </a:lnTo>
                  <a:lnTo>
                    <a:pt x="823411" y="86477"/>
                  </a:lnTo>
                  <a:lnTo>
                    <a:pt x="824163" y="87229"/>
                  </a:lnTo>
                  <a:lnTo>
                    <a:pt x="824915" y="86477"/>
                  </a:lnTo>
                  <a:lnTo>
                    <a:pt x="825667" y="85725"/>
                  </a:lnTo>
                  <a:lnTo>
                    <a:pt x="825667" y="84973"/>
                  </a:lnTo>
                  <a:lnTo>
                    <a:pt x="825667" y="83469"/>
                  </a:lnTo>
                  <a:lnTo>
                    <a:pt x="825667" y="82717"/>
                  </a:lnTo>
                  <a:lnTo>
                    <a:pt x="825667" y="81965"/>
                  </a:lnTo>
                  <a:lnTo>
                    <a:pt x="826419" y="81213"/>
                  </a:lnTo>
                  <a:lnTo>
                    <a:pt x="827923" y="81213"/>
                  </a:lnTo>
                  <a:lnTo>
                    <a:pt x="828675" y="81213"/>
                  </a:lnTo>
                  <a:lnTo>
                    <a:pt x="831683" y="81965"/>
                  </a:lnTo>
                  <a:lnTo>
                    <a:pt x="832435" y="81965"/>
                  </a:lnTo>
                  <a:lnTo>
                    <a:pt x="833187" y="81965"/>
                  </a:lnTo>
                  <a:lnTo>
                    <a:pt x="833939" y="81213"/>
                  </a:lnTo>
                  <a:lnTo>
                    <a:pt x="834691" y="79709"/>
                  </a:lnTo>
                  <a:lnTo>
                    <a:pt x="834691" y="78957"/>
                  </a:lnTo>
                  <a:lnTo>
                    <a:pt x="833939" y="78205"/>
                  </a:lnTo>
                  <a:lnTo>
                    <a:pt x="833187" y="77453"/>
                  </a:lnTo>
                  <a:lnTo>
                    <a:pt x="830931" y="76701"/>
                  </a:lnTo>
                  <a:lnTo>
                    <a:pt x="829427" y="75197"/>
                  </a:lnTo>
                  <a:lnTo>
                    <a:pt x="828675" y="74445"/>
                  </a:lnTo>
                  <a:lnTo>
                    <a:pt x="828675" y="73693"/>
                  </a:lnTo>
                  <a:lnTo>
                    <a:pt x="828675" y="72942"/>
                  </a:lnTo>
                  <a:lnTo>
                    <a:pt x="828675" y="72190"/>
                  </a:lnTo>
                  <a:lnTo>
                    <a:pt x="828675" y="71438"/>
                  </a:lnTo>
                  <a:lnTo>
                    <a:pt x="829427" y="70685"/>
                  </a:lnTo>
                  <a:lnTo>
                    <a:pt x="830179" y="69933"/>
                  </a:lnTo>
                  <a:lnTo>
                    <a:pt x="830931" y="69933"/>
                  </a:lnTo>
                  <a:lnTo>
                    <a:pt x="832435" y="69933"/>
                  </a:lnTo>
                  <a:lnTo>
                    <a:pt x="833187" y="69933"/>
                  </a:lnTo>
                  <a:lnTo>
                    <a:pt x="833187" y="70685"/>
                  </a:lnTo>
                  <a:lnTo>
                    <a:pt x="833187" y="71438"/>
                  </a:lnTo>
                  <a:lnTo>
                    <a:pt x="833187" y="72190"/>
                  </a:lnTo>
                  <a:lnTo>
                    <a:pt x="833187" y="72942"/>
                  </a:lnTo>
                  <a:lnTo>
                    <a:pt x="833187" y="73693"/>
                  </a:lnTo>
                  <a:lnTo>
                    <a:pt x="833939" y="74445"/>
                  </a:lnTo>
                  <a:lnTo>
                    <a:pt x="834691" y="74445"/>
                  </a:lnTo>
                  <a:lnTo>
                    <a:pt x="835443" y="74445"/>
                  </a:lnTo>
                  <a:lnTo>
                    <a:pt x="839202" y="72942"/>
                  </a:lnTo>
                  <a:lnTo>
                    <a:pt x="840707" y="72190"/>
                  </a:lnTo>
                  <a:lnTo>
                    <a:pt x="842211" y="72190"/>
                  </a:lnTo>
                  <a:lnTo>
                    <a:pt x="844466" y="71438"/>
                  </a:lnTo>
                  <a:lnTo>
                    <a:pt x="857250" y="66174"/>
                  </a:lnTo>
                  <a:lnTo>
                    <a:pt x="858002" y="66174"/>
                  </a:lnTo>
                  <a:lnTo>
                    <a:pt x="859506" y="66174"/>
                  </a:lnTo>
                  <a:lnTo>
                    <a:pt x="860258" y="66926"/>
                  </a:lnTo>
                  <a:lnTo>
                    <a:pt x="861010" y="66926"/>
                  </a:lnTo>
                  <a:lnTo>
                    <a:pt x="861762" y="67678"/>
                  </a:lnTo>
                  <a:lnTo>
                    <a:pt x="862513" y="67678"/>
                  </a:lnTo>
                  <a:lnTo>
                    <a:pt x="863266" y="67678"/>
                  </a:lnTo>
                  <a:lnTo>
                    <a:pt x="864770" y="66926"/>
                  </a:lnTo>
                  <a:lnTo>
                    <a:pt x="865522" y="66174"/>
                  </a:lnTo>
                  <a:lnTo>
                    <a:pt x="870033" y="63166"/>
                  </a:lnTo>
                  <a:lnTo>
                    <a:pt x="872290" y="61662"/>
                  </a:lnTo>
                  <a:lnTo>
                    <a:pt x="880561" y="58654"/>
                  </a:lnTo>
                  <a:lnTo>
                    <a:pt x="882817" y="54894"/>
                  </a:lnTo>
                  <a:lnTo>
                    <a:pt x="885825" y="40607"/>
                  </a:lnTo>
                  <a:lnTo>
                    <a:pt x="887329" y="32335"/>
                  </a:lnTo>
                  <a:lnTo>
                    <a:pt x="888081" y="30079"/>
                  </a:lnTo>
                  <a:lnTo>
                    <a:pt x="888833" y="28575"/>
                  </a:lnTo>
                  <a:lnTo>
                    <a:pt x="889585" y="27823"/>
                  </a:lnTo>
                  <a:lnTo>
                    <a:pt x="890337" y="27823"/>
                  </a:lnTo>
                  <a:lnTo>
                    <a:pt x="891841" y="27823"/>
                  </a:lnTo>
                  <a:lnTo>
                    <a:pt x="900864" y="27823"/>
                  </a:lnTo>
                  <a:lnTo>
                    <a:pt x="901616" y="28575"/>
                  </a:lnTo>
                  <a:lnTo>
                    <a:pt x="902368" y="28575"/>
                  </a:lnTo>
                  <a:lnTo>
                    <a:pt x="903120" y="29327"/>
                  </a:lnTo>
                  <a:lnTo>
                    <a:pt x="903872" y="29327"/>
                  </a:lnTo>
                  <a:lnTo>
                    <a:pt x="904624" y="30079"/>
                  </a:lnTo>
                  <a:lnTo>
                    <a:pt x="905376" y="30079"/>
                  </a:lnTo>
                  <a:lnTo>
                    <a:pt x="906880" y="29327"/>
                  </a:lnTo>
                  <a:lnTo>
                    <a:pt x="908384" y="28575"/>
                  </a:lnTo>
                  <a:lnTo>
                    <a:pt x="909888" y="27071"/>
                  </a:lnTo>
                  <a:lnTo>
                    <a:pt x="912896" y="23311"/>
                  </a:lnTo>
                  <a:lnTo>
                    <a:pt x="917408" y="19551"/>
                  </a:lnTo>
                  <a:lnTo>
                    <a:pt x="918160" y="18799"/>
                  </a:lnTo>
                  <a:lnTo>
                    <a:pt x="921168" y="17295"/>
                  </a:lnTo>
                  <a:lnTo>
                    <a:pt x="922671" y="17295"/>
                  </a:lnTo>
                  <a:lnTo>
                    <a:pt x="924175" y="16544"/>
                  </a:lnTo>
                  <a:lnTo>
                    <a:pt x="926431" y="16544"/>
                  </a:lnTo>
                  <a:lnTo>
                    <a:pt x="929439" y="17295"/>
                  </a:lnTo>
                  <a:lnTo>
                    <a:pt x="941471" y="20303"/>
                  </a:lnTo>
                  <a:lnTo>
                    <a:pt x="943727" y="20303"/>
                  </a:lnTo>
                  <a:lnTo>
                    <a:pt x="946735" y="18799"/>
                  </a:lnTo>
                  <a:lnTo>
                    <a:pt x="948239" y="18799"/>
                  </a:lnTo>
                  <a:lnTo>
                    <a:pt x="948990" y="18799"/>
                  </a:lnTo>
                  <a:lnTo>
                    <a:pt x="951999" y="19551"/>
                  </a:lnTo>
                  <a:lnTo>
                    <a:pt x="955007" y="21055"/>
                  </a:lnTo>
                  <a:lnTo>
                    <a:pt x="958766" y="23311"/>
                  </a:lnTo>
                  <a:lnTo>
                    <a:pt x="964782" y="29327"/>
                  </a:lnTo>
                  <a:lnTo>
                    <a:pt x="966286" y="33087"/>
                  </a:lnTo>
                  <a:lnTo>
                    <a:pt x="967038" y="33839"/>
                  </a:lnTo>
                  <a:lnTo>
                    <a:pt x="967038" y="34591"/>
                  </a:lnTo>
                  <a:lnTo>
                    <a:pt x="967038" y="35343"/>
                  </a:lnTo>
                  <a:lnTo>
                    <a:pt x="967790" y="36095"/>
                  </a:lnTo>
                  <a:lnTo>
                    <a:pt x="968542" y="36847"/>
                  </a:lnTo>
                  <a:lnTo>
                    <a:pt x="976814" y="39103"/>
                  </a:lnTo>
                  <a:lnTo>
                    <a:pt x="981326" y="41359"/>
                  </a:lnTo>
                  <a:lnTo>
                    <a:pt x="980573" y="41359"/>
                  </a:lnTo>
                  <a:lnTo>
                    <a:pt x="978318" y="42111"/>
                  </a:lnTo>
                  <a:lnTo>
                    <a:pt x="976062" y="43614"/>
                  </a:lnTo>
                  <a:lnTo>
                    <a:pt x="985086" y="42863"/>
                  </a:lnTo>
                  <a:lnTo>
                    <a:pt x="990349" y="44366"/>
                  </a:lnTo>
                  <a:lnTo>
                    <a:pt x="990349" y="47374"/>
                  </a:lnTo>
                  <a:lnTo>
                    <a:pt x="992605" y="50382"/>
                  </a:lnTo>
                  <a:lnTo>
                    <a:pt x="994109" y="51886"/>
                  </a:lnTo>
                  <a:lnTo>
                    <a:pt x="994861" y="53390"/>
                  </a:lnTo>
                  <a:lnTo>
                    <a:pt x="993357" y="56398"/>
                  </a:lnTo>
                  <a:lnTo>
                    <a:pt x="992605" y="58654"/>
                  </a:lnTo>
                  <a:lnTo>
                    <a:pt x="991101" y="62414"/>
                  </a:lnTo>
                  <a:lnTo>
                    <a:pt x="989597" y="62414"/>
                  </a:lnTo>
                  <a:lnTo>
                    <a:pt x="989597" y="60158"/>
                  </a:lnTo>
                  <a:lnTo>
                    <a:pt x="989597" y="58654"/>
                  </a:lnTo>
                  <a:lnTo>
                    <a:pt x="989597" y="57150"/>
                  </a:lnTo>
                  <a:lnTo>
                    <a:pt x="988845" y="57902"/>
                  </a:lnTo>
                  <a:lnTo>
                    <a:pt x="988093" y="58654"/>
                  </a:lnTo>
                  <a:lnTo>
                    <a:pt x="988093" y="60910"/>
                  </a:lnTo>
                  <a:lnTo>
                    <a:pt x="985086" y="54894"/>
                  </a:lnTo>
                  <a:lnTo>
                    <a:pt x="984333" y="52638"/>
                  </a:lnTo>
                  <a:lnTo>
                    <a:pt x="983582" y="55646"/>
                  </a:lnTo>
                  <a:lnTo>
                    <a:pt x="986589" y="63166"/>
                  </a:lnTo>
                  <a:lnTo>
                    <a:pt x="985837" y="66174"/>
                  </a:lnTo>
                  <a:lnTo>
                    <a:pt x="983582" y="66174"/>
                  </a:lnTo>
                  <a:lnTo>
                    <a:pt x="982077" y="66926"/>
                  </a:lnTo>
                  <a:lnTo>
                    <a:pt x="980573" y="68430"/>
                  </a:lnTo>
                  <a:lnTo>
                    <a:pt x="979069" y="70685"/>
                  </a:lnTo>
                  <a:lnTo>
                    <a:pt x="982077" y="69182"/>
                  </a:lnTo>
                  <a:lnTo>
                    <a:pt x="983582" y="67678"/>
                  </a:lnTo>
                  <a:lnTo>
                    <a:pt x="985086" y="67678"/>
                  </a:lnTo>
                  <a:lnTo>
                    <a:pt x="985086" y="68430"/>
                  </a:lnTo>
                  <a:lnTo>
                    <a:pt x="985086" y="69933"/>
                  </a:lnTo>
                  <a:lnTo>
                    <a:pt x="983582" y="70685"/>
                  </a:lnTo>
                  <a:lnTo>
                    <a:pt x="982829" y="72190"/>
                  </a:lnTo>
                  <a:lnTo>
                    <a:pt x="981326" y="75197"/>
                  </a:lnTo>
                  <a:lnTo>
                    <a:pt x="981326" y="81213"/>
                  </a:lnTo>
                  <a:lnTo>
                    <a:pt x="982829" y="83469"/>
                  </a:lnTo>
                  <a:lnTo>
                    <a:pt x="988093" y="84221"/>
                  </a:lnTo>
                  <a:lnTo>
                    <a:pt x="988093" y="85725"/>
                  </a:lnTo>
                  <a:lnTo>
                    <a:pt x="988845" y="87981"/>
                  </a:lnTo>
                  <a:lnTo>
                    <a:pt x="988093" y="93997"/>
                  </a:lnTo>
                  <a:lnTo>
                    <a:pt x="990349" y="89485"/>
                  </a:lnTo>
                  <a:lnTo>
                    <a:pt x="991101" y="90989"/>
                  </a:lnTo>
                  <a:lnTo>
                    <a:pt x="992605" y="94749"/>
                  </a:lnTo>
                  <a:lnTo>
                    <a:pt x="993357" y="97005"/>
                  </a:lnTo>
                  <a:lnTo>
                    <a:pt x="992605" y="97757"/>
                  </a:lnTo>
                  <a:lnTo>
                    <a:pt x="992605" y="99261"/>
                  </a:lnTo>
                  <a:lnTo>
                    <a:pt x="992605" y="100012"/>
                  </a:lnTo>
                  <a:lnTo>
                    <a:pt x="993357" y="100764"/>
                  </a:lnTo>
                  <a:lnTo>
                    <a:pt x="991853" y="103772"/>
                  </a:lnTo>
                  <a:lnTo>
                    <a:pt x="988093" y="117308"/>
                  </a:lnTo>
                  <a:lnTo>
                    <a:pt x="988093" y="120316"/>
                  </a:lnTo>
                  <a:lnTo>
                    <a:pt x="987341" y="121820"/>
                  </a:lnTo>
                  <a:lnTo>
                    <a:pt x="985837" y="121820"/>
                  </a:lnTo>
                  <a:lnTo>
                    <a:pt x="982829" y="121068"/>
                  </a:lnTo>
                  <a:lnTo>
                    <a:pt x="979822" y="118060"/>
                  </a:lnTo>
                  <a:lnTo>
                    <a:pt x="978318" y="116556"/>
                  </a:lnTo>
                  <a:lnTo>
                    <a:pt x="976062" y="116556"/>
                  </a:lnTo>
                  <a:lnTo>
                    <a:pt x="978318" y="118060"/>
                  </a:lnTo>
                  <a:lnTo>
                    <a:pt x="979069" y="119564"/>
                  </a:lnTo>
                  <a:lnTo>
                    <a:pt x="979822" y="121068"/>
                  </a:lnTo>
                  <a:lnTo>
                    <a:pt x="980573" y="122572"/>
                  </a:lnTo>
                  <a:lnTo>
                    <a:pt x="980573" y="124076"/>
                  </a:lnTo>
                  <a:lnTo>
                    <a:pt x="980573" y="125580"/>
                  </a:lnTo>
                  <a:lnTo>
                    <a:pt x="982077" y="127084"/>
                  </a:lnTo>
                  <a:lnTo>
                    <a:pt x="982829" y="126331"/>
                  </a:lnTo>
                  <a:lnTo>
                    <a:pt x="982829" y="124828"/>
                  </a:lnTo>
                  <a:lnTo>
                    <a:pt x="982829" y="127084"/>
                  </a:lnTo>
                  <a:lnTo>
                    <a:pt x="981326" y="133099"/>
                  </a:lnTo>
                  <a:lnTo>
                    <a:pt x="979822" y="139115"/>
                  </a:lnTo>
                  <a:lnTo>
                    <a:pt x="979822" y="140619"/>
                  </a:lnTo>
                  <a:lnTo>
                    <a:pt x="976814" y="144379"/>
                  </a:lnTo>
                  <a:lnTo>
                    <a:pt x="975310" y="148139"/>
                  </a:lnTo>
                  <a:lnTo>
                    <a:pt x="974558" y="152651"/>
                  </a:lnTo>
                  <a:lnTo>
                    <a:pt x="973806" y="158667"/>
                  </a:lnTo>
                  <a:lnTo>
                    <a:pt x="973806" y="163178"/>
                  </a:lnTo>
                  <a:lnTo>
                    <a:pt x="974558" y="164682"/>
                  </a:lnTo>
                  <a:lnTo>
                    <a:pt x="973806" y="164682"/>
                  </a:lnTo>
                  <a:lnTo>
                    <a:pt x="973054" y="166186"/>
                  </a:lnTo>
                  <a:lnTo>
                    <a:pt x="972302" y="166938"/>
                  </a:lnTo>
                  <a:lnTo>
                    <a:pt x="971550" y="168442"/>
                  </a:lnTo>
                  <a:lnTo>
                    <a:pt x="971550" y="169946"/>
                  </a:lnTo>
                  <a:lnTo>
                    <a:pt x="961022" y="199273"/>
                  </a:lnTo>
                  <a:lnTo>
                    <a:pt x="954254" y="212808"/>
                  </a:lnTo>
                  <a:lnTo>
                    <a:pt x="954254" y="214313"/>
                  </a:lnTo>
                  <a:lnTo>
                    <a:pt x="952750" y="215817"/>
                  </a:lnTo>
                  <a:lnTo>
                    <a:pt x="951999" y="218824"/>
                  </a:lnTo>
                  <a:lnTo>
                    <a:pt x="951999" y="224840"/>
                  </a:lnTo>
                  <a:lnTo>
                    <a:pt x="950495" y="227848"/>
                  </a:lnTo>
                  <a:lnTo>
                    <a:pt x="945983" y="234616"/>
                  </a:lnTo>
                  <a:lnTo>
                    <a:pt x="944479" y="237624"/>
                  </a:lnTo>
                  <a:lnTo>
                    <a:pt x="944479" y="244391"/>
                  </a:lnTo>
                  <a:lnTo>
                    <a:pt x="942975" y="251159"/>
                  </a:lnTo>
                  <a:lnTo>
                    <a:pt x="942223" y="251159"/>
                  </a:lnTo>
                  <a:lnTo>
                    <a:pt x="939967" y="249655"/>
                  </a:lnTo>
                  <a:lnTo>
                    <a:pt x="938463" y="249655"/>
                  </a:lnTo>
                  <a:lnTo>
                    <a:pt x="933951" y="249655"/>
                  </a:lnTo>
                  <a:lnTo>
                    <a:pt x="919664" y="246647"/>
                  </a:lnTo>
                  <a:lnTo>
                    <a:pt x="905376" y="246647"/>
                  </a:lnTo>
                  <a:lnTo>
                    <a:pt x="901616" y="244391"/>
                  </a:lnTo>
                  <a:lnTo>
                    <a:pt x="896352" y="242887"/>
                  </a:lnTo>
                  <a:lnTo>
                    <a:pt x="894849" y="242887"/>
                  </a:lnTo>
                  <a:lnTo>
                    <a:pt x="894096" y="241384"/>
                  </a:lnTo>
                  <a:lnTo>
                    <a:pt x="894096" y="240632"/>
                  </a:lnTo>
                  <a:lnTo>
                    <a:pt x="894096" y="239880"/>
                  </a:lnTo>
                  <a:lnTo>
                    <a:pt x="893345" y="239128"/>
                  </a:lnTo>
                  <a:lnTo>
                    <a:pt x="891089" y="239128"/>
                  </a:lnTo>
                  <a:lnTo>
                    <a:pt x="887329" y="239128"/>
                  </a:lnTo>
                  <a:lnTo>
                    <a:pt x="872290" y="243639"/>
                  </a:lnTo>
                  <a:lnTo>
                    <a:pt x="870033" y="244391"/>
                  </a:lnTo>
                  <a:lnTo>
                    <a:pt x="859506" y="251159"/>
                  </a:lnTo>
                  <a:lnTo>
                    <a:pt x="858002" y="251911"/>
                  </a:lnTo>
                  <a:lnTo>
                    <a:pt x="855746" y="251911"/>
                  </a:lnTo>
                  <a:lnTo>
                    <a:pt x="852738" y="251911"/>
                  </a:lnTo>
                  <a:lnTo>
                    <a:pt x="848978" y="249655"/>
                  </a:lnTo>
                  <a:lnTo>
                    <a:pt x="845970" y="248903"/>
                  </a:lnTo>
                  <a:lnTo>
                    <a:pt x="844466" y="248151"/>
                  </a:lnTo>
                  <a:lnTo>
                    <a:pt x="844466" y="246647"/>
                  </a:lnTo>
                  <a:lnTo>
                    <a:pt x="844466" y="245143"/>
                  </a:lnTo>
                  <a:lnTo>
                    <a:pt x="843714" y="244391"/>
                  </a:lnTo>
                  <a:lnTo>
                    <a:pt x="841458" y="244391"/>
                  </a:lnTo>
                  <a:lnTo>
                    <a:pt x="838451" y="245143"/>
                  </a:lnTo>
                  <a:lnTo>
                    <a:pt x="831683" y="245143"/>
                  </a:lnTo>
                  <a:lnTo>
                    <a:pt x="827171" y="246647"/>
                  </a:lnTo>
                  <a:lnTo>
                    <a:pt x="819651" y="249655"/>
                  </a:lnTo>
                  <a:lnTo>
                    <a:pt x="818147" y="250407"/>
                  </a:lnTo>
                  <a:lnTo>
                    <a:pt x="815891" y="249655"/>
                  </a:lnTo>
                  <a:lnTo>
                    <a:pt x="814387" y="247399"/>
                  </a:lnTo>
                  <a:lnTo>
                    <a:pt x="812883" y="248151"/>
                  </a:lnTo>
                  <a:lnTo>
                    <a:pt x="811379" y="248151"/>
                  </a:lnTo>
                  <a:lnTo>
                    <a:pt x="803108" y="254167"/>
                  </a:lnTo>
                  <a:lnTo>
                    <a:pt x="800100" y="257927"/>
                  </a:lnTo>
                  <a:lnTo>
                    <a:pt x="796340" y="258679"/>
                  </a:lnTo>
                  <a:lnTo>
                    <a:pt x="795588" y="259431"/>
                  </a:lnTo>
                  <a:lnTo>
                    <a:pt x="795588" y="260935"/>
                  </a:lnTo>
                  <a:lnTo>
                    <a:pt x="795588" y="262439"/>
                  </a:lnTo>
                  <a:lnTo>
                    <a:pt x="796340" y="263191"/>
                  </a:lnTo>
                  <a:lnTo>
                    <a:pt x="796340" y="263943"/>
                  </a:lnTo>
                  <a:lnTo>
                    <a:pt x="797092" y="264695"/>
                  </a:lnTo>
                  <a:lnTo>
                    <a:pt x="796340" y="265447"/>
                  </a:lnTo>
                  <a:lnTo>
                    <a:pt x="794836" y="266951"/>
                  </a:lnTo>
                  <a:lnTo>
                    <a:pt x="777541" y="277478"/>
                  </a:lnTo>
                  <a:lnTo>
                    <a:pt x="776037" y="278982"/>
                  </a:lnTo>
                  <a:lnTo>
                    <a:pt x="776037" y="281238"/>
                  </a:lnTo>
                  <a:lnTo>
                    <a:pt x="774533" y="284246"/>
                  </a:lnTo>
                  <a:lnTo>
                    <a:pt x="773781" y="286502"/>
                  </a:lnTo>
                  <a:lnTo>
                    <a:pt x="760997" y="295526"/>
                  </a:lnTo>
                  <a:lnTo>
                    <a:pt x="747462" y="296278"/>
                  </a:lnTo>
                  <a:lnTo>
                    <a:pt x="745206" y="297030"/>
                  </a:lnTo>
                  <a:lnTo>
                    <a:pt x="742950" y="298534"/>
                  </a:lnTo>
                  <a:lnTo>
                    <a:pt x="737686" y="302294"/>
                  </a:lnTo>
                  <a:lnTo>
                    <a:pt x="732422" y="304549"/>
                  </a:lnTo>
                  <a:lnTo>
                    <a:pt x="728662" y="306805"/>
                  </a:lnTo>
                  <a:lnTo>
                    <a:pt x="727158" y="308309"/>
                  </a:lnTo>
                  <a:lnTo>
                    <a:pt x="725655" y="309061"/>
                  </a:lnTo>
                  <a:lnTo>
                    <a:pt x="724151" y="309813"/>
                  </a:lnTo>
                  <a:lnTo>
                    <a:pt x="721895" y="309813"/>
                  </a:lnTo>
                  <a:lnTo>
                    <a:pt x="718135" y="308309"/>
                  </a:lnTo>
                  <a:lnTo>
                    <a:pt x="716631" y="307557"/>
                  </a:lnTo>
                  <a:lnTo>
                    <a:pt x="715127" y="307557"/>
                  </a:lnTo>
                  <a:lnTo>
                    <a:pt x="688056" y="304549"/>
                  </a:lnTo>
                  <a:lnTo>
                    <a:pt x="684296" y="305301"/>
                  </a:lnTo>
                  <a:lnTo>
                    <a:pt x="680536" y="306053"/>
                  </a:lnTo>
                  <a:lnTo>
                    <a:pt x="676776" y="309061"/>
                  </a:lnTo>
                  <a:lnTo>
                    <a:pt x="671512" y="318837"/>
                  </a:lnTo>
                  <a:lnTo>
                    <a:pt x="669257" y="318085"/>
                  </a:lnTo>
                  <a:lnTo>
                    <a:pt x="667753" y="317333"/>
                  </a:lnTo>
                  <a:lnTo>
                    <a:pt x="662489" y="311317"/>
                  </a:lnTo>
                  <a:lnTo>
                    <a:pt x="658729" y="309061"/>
                  </a:lnTo>
                  <a:lnTo>
                    <a:pt x="654217" y="308309"/>
                  </a:lnTo>
                  <a:lnTo>
                    <a:pt x="645193" y="306805"/>
                  </a:lnTo>
                  <a:lnTo>
                    <a:pt x="642938" y="306053"/>
                  </a:lnTo>
                  <a:lnTo>
                    <a:pt x="634666" y="301542"/>
                  </a:lnTo>
                  <a:lnTo>
                    <a:pt x="603083" y="270711"/>
                  </a:lnTo>
                  <a:lnTo>
                    <a:pt x="596315" y="266951"/>
                  </a:lnTo>
                  <a:lnTo>
                    <a:pt x="594059" y="266199"/>
                  </a:lnTo>
                  <a:lnTo>
                    <a:pt x="590299" y="265447"/>
                  </a:lnTo>
                  <a:lnTo>
                    <a:pt x="588795" y="263943"/>
                  </a:lnTo>
                  <a:lnTo>
                    <a:pt x="588043" y="262439"/>
                  </a:lnTo>
                  <a:lnTo>
                    <a:pt x="586540" y="259431"/>
                  </a:lnTo>
                  <a:lnTo>
                    <a:pt x="583531" y="255671"/>
                  </a:lnTo>
                  <a:lnTo>
                    <a:pt x="580523" y="255671"/>
                  </a:lnTo>
                  <a:lnTo>
                    <a:pt x="577516" y="255671"/>
                  </a:lnTo>
                  <a:lnTo>
                    <a:pt x="575260" y="256423"/>
                  </a:lnTo>
                  <a:lnTo>
                    <a:pt x="573756" y="257175"/>
                  </a:lnTo>
                  <a:lnTo>
                    <a:pt x="566988" y="261687"/>
                  </a:lnTo>
                  <a:lnTo>
                    <a:pt x="564732" y="262439"/>
                  </a:lnTo>
                  <a:lnTo>
                    <a:pt x="562476" y="262439"/>
                  </a:lnTo>
                  <a:lnTo>
                    <a:pt x="560220" y="262439"/>
                  </a:lnTo>
                  <a:lnTo>
                    <a:pt x="558716" y="260935"/>
                  </a:lnTo>
                  <a:lnTo>
                    <a:pt x="557964" y="259431"/>
                  </a:lnTo>
                  <a:lnTo>
                    <a:pt x="557212" y="257927"/>
                  </a:lnTo>
                  <a:lnTo>
                    <a:pt x="557212" y="256423"/>
                  </a:lnTo>
                  <a:lnTo>
                    <a:pt x="557212" y="254919"/>
                  </a:lnTo>
                  <a:lnTo>
                    <a:pt x="556461" y="253415"/>
                  </a:lnTo>
                  <a:lnTo>
                    <a:pt x="553452" y="250407"/>
                  </a:lnTo>
                  <a:lnTo>
                    <a:pt x="552701" y="248903"/>
                  </a:lnTo>
                  <a:lnTo>
                    <a:pt x="552701" y="247399"/>
                  </a:lnTo>
                  <a:lnTo>
                    <a:pt x="551948" y="246647"/>
                  </a:lnTo>
                  <a:lnTo>
                    <a:pt x="548941" y="243639"/>
                  </a:lnTo>
                  <a:lnTo>
                    <a:pt x="547437" y="242887"/>
                  </a:lnTo>
                  <a:lnTo>
                    <a:pt x="545181" y="243639"/>
                  </a:lnTo>
                  <a:lnTo>
                    <a:pt x="540669" y="246647"/>
                  </a:lnTo>
                  <a:lnTo>
                    <a:pt x="539917" y="248151"/>
                  </a:lnTo>
                  <a:lnTo>
                    <a:pt x="539917" y="249655"/>
                  </a:lnTo>
                  <a:lnTo>
                    <a:pt x="539917" y="251159"/>
                  </a:lnTo>
                  <a:lnTo>
                    <a:pt x="539165" y="254919"/>
                  </a:lnTo>
                  <a:lnTo>
                    <a:pt x="538413" y="257175"/>
                  </a:lnTo>
                  <a:lnTo>
                    <a:pt x="539165" y="259431"/>
                  </a:lnTo>
                  <a:lnTo>
                    <a:pt x="539165" y="260935"/>
                  </a:lnTo>
                  <a:lnTo>
                    <a:pt x="537661" y="263191"/>
                  </a:lnTo>
                  <a:lnTo>
                    <a:pt x="536157" y="265447"/>
                  </a:lnTo>
                  <a:lnTo>
                    <a:pt x="531645" y="269207"/>
                  </a:lnTo>
                  <a:lnTo>
                    <a:pt x="526382" y="272966"/>
                  </a:lnTo>
                  <a:lnTo>
                    <a:pt x="521118" y="278982"/>
                  </a:lnTo>
                  <a:lnTo>
                    <a:pt x="515854" y="286502"/>
                  </a:lnTo>
                  <a:lnTo>
                    <a:pt x="511342" y="288758"/>
                  </a:lnTo>
                  <a:lnTo>
                    <a:pt x="503070" y="291014"/>
                  </a:lnTo>
                  <a:lnTo>
                    <a:pt x="497054" y="292518"/>
                  </a:lnTo>
                  <a:lnTo>
                    <a:pt x="495550" y="294022"/>
                  </a:lnTo>
                  <a:lnTo>
                    <a:pt x="493295" y="295526"/>
                  </a:lnTo>
                  <a:lnTo>
                    <a:pt x="491039" y="299285"/>
                  </a:lnTo>
                  <a:lnTo>
                    <a:pt x="487279" y="305301"/>
                  </a:lnTo>
                  <a:lnTo>
                    <a:pt x="482015" y="310565"/>
                  </a:lnTo>
                  <a:lnTo>
                    <a:pt x="475247" y="315077"/>
                  </a:lnTo>
                  <a:lnTo>
                    <a:pt x="472991" y="310565"/>
                  </a:lnTo>
                  <a:lnTo>
                    <a:pt x="467727" y="294774"/>
                  </a:lnTo>
                  <a:lnTo>
                    <a:pt x="467727" y="291766"/>
                  </a:lnTo>
                  <a:lnTo>
                    <a:pt x="466975" y="290262"/>
                  </a:lnTo>
                  <a:lnTo>
                    <a:pt x="463967" y="286502"/>
                  </a:lnTo>
                  <a:lnTo>
                    <a:pt x="463216" y="284246"/>
                  </a:lnTo>
                  <a:lnTo>
                    <a:pt x="463216" y="282742"/>
                  </a:lnTo>
                  <a:lnTo>
                    <a:pt x="463216" y="281238"/>
                  </a:lnTo>
                  <a:lnTo>
                    <a:pt x="463216" y="279734"/>
                  </a:lnTo>
                  <a:lnTo>
                    <a:pt x="463967" y="278230"/>
                  </a:lnTo>
                  <a:lnTo>
                    <a:pt x="463216" y="275974"/>
                  </a:lnTo>
                  <a:lnTo>
                    <a:pt x="463967" y="274470"/>
                  </a:lnTo>
                  <a:lnTo>
                    <a:pt x="465471" y="273718"/>
                  </a:lnTo>
                  <a:lnTo>
                    <a:pt x="466224" y="272215"/>
                  </a:lnTo>
                  <a:lnTo>
                    <a:pt x="466975" y="269959"/>
                  </a:lnTo>
                  <a:lnTo>
                    <a:pt x="467727" y="268455"/>
                  </a:lnTo>
                  <a:lnTo>
                    <a:pt x="466975" y="266199"/>
                  </a:lnTo>
                  <a:lnTo>
                    <a:pt x="466224" y="265447"/>
                  </a:lnTo>
                  <a:lnTo>
                    <a:pt x="464720" y="264695"/>
                  </a:lnTo>
                  <a:lnTo>
                    <a:pt x="463967" y="263191"/>
                  </a:lnTo>
                  <a:lnTo>
                    <a:pt x="462464" y="262439"/>
                  </a:lnTo>
                  <a:lnTo>
                    <a:pt x="459456" y="263943"/>
                  </a:lnTo>
                  <a:lnTo>
                    <a:pt x="456448" y="266951"/>
                  </a:lnTo>
                  <a:lnTo>
                    <a:pt x="452688" y="269207"/>
                  </a:lnTo>
                  <a:lnTo>
                    <a:pt x="448928" y="269959"/>
                  </a:lnTo>
                  <a:lnTo>
                    <a:pt x="445168" y="268455"/>
                  </a:lnTo>
                  <a:lnTo>
                    <a:pt x="442912" y="266951"/>
                  </a:lnTo>
                  <a:lnTo>
                    <a:pt x="439905" y="265447"/>
                  </a:lnTo>
                  <a:lnTo>
                    <a:pt x="437648" y="264695"/>
                  </a:lnTo>
                  <a:lnTo>
                    <a:pt x="434641" y="258679"/>
                  </a:lnTo>
                  <a:lnTo>
                    <a:pt x="433137" y="256423"/>
                  </a:lnTo>
                  <a:lnTo>
                    <a:pt x="439152" y="247399"/>
                  </a:lnTo>
                  <a:lnTo>
                    <a:pt x="439905" y="243639"/>
                  </a:lnTo>
                  <a:lnTo>
                    <a:pt x="437648" y="239128"/>
                  </a:lnTo>
                  <a:lnTo>
                    <a:pt x="430881" y="236872"/>
                  </a:lnTo>
                  <a:lnTo>
                    <a:pt x="425617" y="238376"/>
                  </a:lnTo>
                  <a:lnTo>
                    <a:pt x="421105" y="242887"/>
                  </a:lnTo>
                  <a:lnTo>
                    <a:pt x="419601" y="248903"/>
                  </a:lnTo>
                  <a:lnTo>
                    <a:pt x="419601" y="256423"/>
                  </a:lnTo>
                  <a:lnTo>
                    <a:pt x="418849" y="260183"/>
                  </a:lnTo>
                  <a:lnTo>
                    <a:pt x="415841" y="261687"/>
                  </a:lnTo>
                  <a:lnTo>
                    <a:pt x="412833" y="260935"/>
                  </a:lnTo>
                  <a:lnTo>
                    <a:pt x="411329" y="259431"/>
                  </a:lnTo>
                  <a:lnTo>
                    <a:pt x="405314" y="245143"/>
                  </a:lnTo>
                  <a:lnTo>
                    <a:pt x="405314" y="242136"/>
                  </a:lnTo>
                  <a:lnTo>
                    <a:pt x="403810" y="239880"/>
                  </a:lnTo>
                  <a:lnTo>
                    <a:pt x="400802" y="238376"/>
                  </a:lnTo>
                  <a:lnTo>
                    <a:pt x="394786" y="236120"/>
                  </a:lnTo>
                  <a:lnTo>
                    <a:pt x="393282" y="234616"/>
                  </a:lnTo>
                  <a:lnTo>
                    <a:pt x="391778" y="233112"/>
                  </a:lnTo>
                  <a:lnTo>
                    <a:pt x="390274" y="231608"/>
                  </a:lnTo>
                  <a:lnTo>
                    <a:pt x="385762" y="230856"/>
                  </a:lnTo>
                  <a:lnTo>
                    <a:pt x="382754" y="229352"/>
                  </a:lnTo>
                  <a:lnTo>
                    <a:pt x="381250" y="228600"/>
                  </a:lnTo>
                  <a:lnTo>
                    <a:pt x="379747" y="229352"/>
                  </a:lnTo>
                  <a:lnTo>
                    <a:pt x="375235" y="230856"/>
                  </a:lnTo>
                  <a:lnTo>
                    <a:pt x="367715" y="232360"/>
                  </a:lnTo>
                  <a:lnTo>
                    <a:pt x="363955" y="232360"/>
                  </a:lnTo>
                  <a:lnTo>
                    <a:pt x="362451" y="230104"/>
                  </a:lnTo>
                  <a:lnTo>
                    <a:pt x="361699" y="227848"/>
                  </a:lnTo>
                  <a:lnTo>
                    <a:pt x="358691" y="225592"/>
                  </a:lnTo>
                  <a:lnTo>
                    <a:pt x="354931" y="223336"/>
                  </a:lnTo>
                  <a:lnTo>
                    <a:pt x="342148" y="219576"/>
                  </a:lnTo>
                  <a:lnTo>
                    <a:pt x="337636" y="218824"/>
                  </a:lnTo>
                  <a:lnTo>
                    <a:pt x="336132" y="218072"/>
                  </a:lnTo>
                  <a:lnTo>
                    <a:pt x="336132" y="217320"/>
                  </a:lnTo>
                  <a:lnTo>
                    <a:pt x="334628" y="216568"/>
                  </a:lnTo>
                  <a:lnTo>
                    <a:pt x="333124" y="215817"/>
                  </a:lnTo>
                  <a:lnTo>
                    <a:pt x="329364" y="215065"/>
                  </a:lnTo>
                  <a:lnTo>
                    <a:pt x="327109" y="215817"/>
                  </a:lnTo>
                  <a:lnTo>
                    <a:pt x="325605" y="215065"/>
                  </a:lnTo>
                  <a:lnTo>
                    <a:pt x="324852" y="212808"/>
                  </a:lnTo>
                  <a:lnTo>
                    <a:pt x="324852" y="212057"/>
                  </a:lnTo>
                  <a:lnTo>
                    <a:pt x="324100" y="210553"/>
                  </a:lnTo>
                  <a:lnTo>
                    <a:pt x="323349" y="209801"/>
                  </a:lnTo>
                  <a:lnTo>
                    <a:pt x="321092" y="207545"/>
                  </a:lnTo>
                  <a:lnTo>
                    <a:pt x="318085" y="199273"/>
                  </a:lnTo>
                  <a:lnTo>
                    <a:pt x="315829" y="197017"/>
                  </a:lnTo>
                  <a:lnTo>
                    <a:pt x="309813" y="195513"/>
                  </a:lnTo>
                  <a:lnTo>
                    <a:pt x="304549" y="192505"/>
                  </a:lnTo>
                  <a:lnTo>
                    <a:pt x="301541" y="192505"/>
                  </a:lnTo>
                  <a:lnTo>
                    <a:pt x="298533" y="193257"/>
                  </a:lnTo>
                  <a:lnTo>
                    <a:pt x="267702" y="209801"/>
                  </a:lnTo>
                  <a:lnTo>
                    <a:pt x="265447" y="209801"/>
                  </a:lnTo>
                  <a:lnTo>
                    <a:pt x="259431" y="209801"/>
                  </a:lnTo>
                  <a:lnTo>
                    <a:pt x="256423" y="210553"/>
                  </a:lnTo>
                  <a:lnTo>
                    <a:pt x="254919" y="212057"/>
                  </a:lnTo>
                  <a:lnTo>
                    <a:pt x="254167" y="215065"/>
                  </a:lnTo>
                  <a:lnTo>
                    <a:pt x="256423" y="225592"/>
                  </a:lnTo>
                  <a:lnTo>
                    <a:pt x="256423" y="229352"/>
                  </a:lnTo>
                  <a:lnTo>
                    <a:pt x="254919" y="230856"/>
                  </a:lnTo>
                  <a:lnTo>
                    <a:pt x="252663" y="231608"/>
                  </a:lnTo>
                  <a:lnTo>
                    <a:pt x="248151" y="232360"/>
                  </a:lnTo>
                  <a:lnTo>
                    <a:pt x="245143" y="233112"/>
                  </a:lnTo>
                  <a:lnTo>
                    <a:pt x="239128" y="234616"/>
                  </a:lnTo>
                  <a:lnTo>
                    <a:pt x="228600" y="235368"/>
                  </a:lnTo>
                  <a:lnTo>
                    <a:pt x="225592" y="236872"/>
                  </a:lnTo>
                  <a:lnTo>
                    <a:pt x="223336" y="238376"/>
                  </a:lnTo>
                  <a:lnTo>
                    <a:pt x="223336" y="241384"/>
                  </a:lnTo>
                  <a:lnTo>
                    <a:pt x="224088" y="244391"/>
                  </a:lnTo>
                  <a:lnTo>
                    <a:pt x="224840" y="247399"/>
                  </a:lnTo>
                  <a:lnTo>
                    <a:pt x="226344" y="248903"/>
                  </a:lnTo>
                  <a:lnTo>
                    <a:pt x="226344" y="250407"/>
                  </a:lnTo>
                  <a:lnTo>
                    <a:pt x="225592" y="254167"/>
                  </a:lnTo>
                  <a:lnTo>
                    <a:pt x="224840" y="257927"/>
                  </a:lnTo>
                  <a:lnTo>
                    <a:pt x="223336" y="260183"/>
                  </a:lnTo>
                  <a:lnTo>
                    <a:pt x="215064" y="269207"/>
                  </a:lnTo>
                  <a:lnTo>
                    <a:pt x="212808" y="270711"/>
                  </a:lnTo>
                  <a:lnTo>
                    <a:pt x="206041" y="272215"/>
                  </a:lnTo>
                  <a:lnTo>
                    <a:pt x="200025" y="274470"/>
                  </a:lnTo>
                  <a:lnTo>
                    <a:pt x="194009" y="278230"/>
                  </a:lnTo>
                  <a:lnTo>
                    <a:pt x="190249" y="280486"/>
                  </a:lnTo>
                  <a:lnTo>
                    <a:pt x="187993" y="279734"/>
                  </a:lnTo>
                  <a:lnTo>
                    <a:pt x="187241" y="279734"/>
                  </a:lnTo>
                  <a:lnTo>
                    <a:pt x="184985" y="279734"/>
                  </a:lnTo>
                  <a:lnTo>
                    <a:pt x="184234" y="279734"/>
                  </a:lnTo>
                  <a:lnTo>
                    <a:pt x="183481" y="278982"/>
                  </a:lnTo>
                  <a:lnTo>
                    <a:pt x="181977" y="276726"/>
                  </a:lnTo>
                  <a:lnTo>
                    <a:pt x="181225" y="275974"/>
                  </a:lnTo>
                  <a:lnTo>
                    <a:pt x="178970" y="275222"/>
                  </a:lnTo>
                  <a:lnTo>
                    <a:pt x="175962" y="274470"/>
                  </a:lnTo>
                  <a:lnTo>
                    <a:pt x="169946" y="275222"/>
                  </a:lnTo>
                  <a:lnTo>
                    <a:pt x="166186" y="280486"/>
                  </a:lnTo>
                  <a:lnTo>
                    <a:pt x="160170" y="309061"/>
                  </a:lnTo>
                  <a:lnTo>
                    <a:pt x="157914" y="312821"/>
                  </a:lnTo>
                  <a:lnTo>
                    <a:pt x="157914" y="318085"/>
                  </a:lnTo>
                  <a:lnTo>
                    <a:pt x="157162" y="319589"/>
                  </a:lnTo>
                  <a:lnTo>
                    <a:pt x="155658" y="321093"/>
                  </a:lnTo>
                  <a:lnTo>
                    <a:pt x="154155" y="321093"/>
                  </a:lnTo>
                  <a:lnTo>
                    <a:pt x="152651" y="321845"/>
                  </a:lnTo>
                  <a:lnTo>
                    <a:pt x="150395" y="321093"/>
                  </a:lnTo>
                  <a:lnTo>
                    <a:pt x="147387" y="319589"/>
                  </a:lnTo>
                  <a:lnTo>
                    <a:pt x="146635" y="319589"/>
                  </a:lnTo>
                  <a:lnTo>
                    <a:pt x="143627" y="320341"/>
                  </a:lnTo>
                  <a:lnTo>
                    <a:pt x="139867" y="324853"/>
                  </a:lnTo>
                  <a:lnTo>
                    <a:pt x="136107" y="326357"/>
                  </a:lnTo>
                  <a:lnTo>
                    <a:pt x="130091" y="327109"/>
                  </a:lnTo>
                  <a:lnTo>
                    <a:pt x="127836" y="328613"/>
                  </a:lnTo>
                  <a:lnTo>
                    <a:pt x="126331" y="333876"/>
                  </a:lnTo>
                  <a:lnTo>
                    <a:pt x="124076" y="335380"/>
                  </a:lnTo>
                  <a:lnTo>
                    <a:pt x="113548" y="339140"/>
                  </a:lnTo>
                  <a:lnTo>
                    <a:pt x="112044" y="339140"/>
                  </a:lnTo>
                  <a:lnTo>
                    <a:pt x="110540" y="339140"/>
                  </a:lnTo>
                  <a:lnTo>
                    <a:pt x="107532" y="337636"/>
                  </a:lnTo>
                  <a:lnTo>
                    <a:pt x="106028" y="336884"/>
                  </a:lnTo>
                  <a:lnTo>
                    <a:pt x="104524" y="336884"/>
                  </a:lnTo>
                  <a:lnTo>
                    <a:pt x="100764" y="333876"/>
                  </a:lnTo>
                  <a:lnTo>
                    <a:pt x="99260" y="333124"/>
                  </a:lnTo>
                  <a:lnTo>
                    <a:pt x="97757" y="333124"/>
                  </a:lnTo>
                  <a:lnTo>
                    <a:pt x="93997" y="333124"/>
                  </a:lnTo>
                  <a:lnTo>
                    <a:pt x="93244" y="333876"/>
                  </a:lnTo>
                  <a:lnTo>
                    <a:pt x="95500" y="329364"/>
                  </a:lnTo>
                  <a:lnTo>
                    <a:pt x="96253" y="328613"/>
                  </a:lnTo>
                  <a:lnTo>
                    <a:pt x="97004" y="327861"/>
                  </a:lnTo>
                  <a:lnTo>
                    <a:pt x="99260" y="325605"/>
                  </a:lnTo>
                  <a:lnTo>
                    <a:pt x="100764" y="322597"/>
                  </a:lnTo>
                  <a:lnTo>
                    <a:pt x="101516" y="320341"/>
                  </a:lnTo>
                  <a:lnTo>
                    <a:pt x="103020" y="318837"/>
                  </a:lnTo>
                  <a:lnTo>
                    <a:pt x="103020" y="317333"/>
                  </a:lnTo>
                  <a:lnTo>
                    <a:pt x="103020" y="316581"/>
                  </a:lnTo>
                  <a:lnTo>
                    <a:pt x="103020" y="315829"/>
                  </a:lnTo>
                  <a:lnTo>
                    <a:pt x="103020" y="315077"/>
                  </a:lnTo>
                  <a:lnTo>
                    <a:pt x="103020" y="314325"/>
                  </a:lnTo>
                  <a:lnTo>
                    <a:pt x="103020" y="313573"/>
                  </a:lnTo>
                  <a:lnTo>
                    <a:pt x="103020" y="309813"/>
                  </a:lnTo>
                  <a:lnTo>
                    <a:pt x="103020" y="309061"/>
                  </a:lnTo>
                  <a:lnTo>
                    <a:pt x="103020" y="307557"/>
                  </a:lnTo>
                  <a:lnTo>
                    <a:pt x="102268" y="306805"/>
                  </a:lnTo>
                  <a:lnTo>
                    <a:pt x="102268" y="306053"/>
                  </a:lnTo>
                  <a:lnTo>
                    <a:pt x="101516" y="305301"/>
                  </a:lnTo>
                  <a:lnTo>
                    <a:pt x="101516" y="302294"/>
                  </a:lnTo>
                  <a:lnTo>
                    <a:pt x="100764" y="300789"/>
                  </a:lnTo>
                  <a:lnTo>
                    <a:pt x="101516" y="300037"/>
                  </a:lnTo>
                  <a:lnTo>
                    <a:pt x="101516" y="299285"/>
                  </a:lnTo>
                  <a:lnTo>
                    <a:pt x="101516" y="298534"/>
                  </a:lnTo>
                  <a:lnTo>
                    <a:pt x="100764" y="297782"/>
                  </a:lnTo>
                  <a:lnTo>
                    <a:pt x="100764" y="297030"/>
                  </a:lnTo>
                  <a:lnTo>
                    <a:pt x="100012" y="296278"/>
                  </a:lnTo>
                  <a:lnTo>
                    <a:pt x="98508" y="296278"/>
                  </a:lnTo>
                  <a:lnTo>
                    <a:pt x="94749" y="295526"/>
                  </a:lnTo>
                  <a:lnTo>
                    <a:pt x="93244" y="295526"/>
                  </a:lnTo>
                  <a:lnTo>
                    <a:pt x="92493" y="295526"/>
                  </a:lnTo>
                  <a:lnTo>
                    <a:pt x="83469" y="289510"/>
                  </a:lnTo>
                  <a:lnTo>
                    <a:pt x="81965" y="288758"/>
                  </a:lnTo>
                  <a:lnTo>
                    <a:pt x="80461" y="288758"/>
                  </a:lnTo>
                  <a:lnTo>
                    <a:pt x="78957" y="288006"/>
                  </a:lnTo>
                  <a:lnTo>
                    <a:pt x="78205" y="286502"/>
                  </a:lnTo>
                  <a:lnTo>
                    <a:pt x="78205" y="285750"/>
                  </a:lnTo>
                  <a:lnTo>
                    <a:pt x="78205" y="284246"/>
                  </a:lnTo>
                  <a:lnTo>
                    <a:pt x="78205" y="278982"/>
                  </a:lnTo>
                  <a:lnTo>
                    <a:pt x="78205" y="278230"/>
                  </a:lnTo>
                  <a:lnTo>
                    <a:pt x="78205" y="276726"/>
                  </a:lnTo>
                  <a:lnTo>
                    <a:pt x="77453" y="276726"/>
                  </a:lnTo>
                  <a:lnTo>
                    <a:pt x="77453" y="275974"/>
                  </a:lnTo>
                  <a:lnTo>
                    <a:pt x="73693" y="272215"/>
                  </a:lnTo>
                  <a:lnTo>
                    <a:pt x="72941" y="270711"/>
                  </a:lnTo>
                  <a:lnTo>
                    <a:pt x="72941" y="269959"/>
                  </a:lnTo>
                  <a:lnTo>
                    <a:pt x="72189" y="268455"/>
                  </a:lnTo>
                  <a:lnTo>
                    <a:pt x="72189" y="266199"/>
                  </a:lnTo>
                  <a:lnTo>
                    <a:pt x="72941" y="261687"/>
                  </a:lnTo>
                  <a:lnTo>
                    <a:pt x="72941" y="259431"/>
                  </a:lnTo>
                  <a:lnTo>
                    <a:pt x="72189" y="256423"/>
                  </a:lnTo>
                  <a:lnTo>
                    <a:pt x="72189" y="255671"/>
                  </a:lnTo>
                  <a:lnTo>
                    <a:pt x="72189" y="254167"/>
                  </a:lnTo>
                  <a:lnTo>
                    <a:pt x="72941" y="247399"/>
                  </a:lnTo>
                  <a:lnTo>
                    <a:pt x="73693" y="245143"/>
                  </a:lnTo>
                  <a:lnTo>
                    <a:pt x="73693" y="244391"/>
                  </a:lnTo>
                  <a:lnTo>
                    <a:pt x="73693" y="243639"/>
                  </a:lnTo>
                  <a:lnTo>
                    <a:pt x="72941" y="242136"/>
                  </a:lnTo>
                  <a:lnTo>
                    <a:pt x="72941" y="241384"/>
                  </a:lnTo>
                  <a:lnTo>
                    <a:pt x="71438" y="240632"/>
                  </a:lnTo>
                  <a:lnTo>
                    <a:pt x="69933" y="239128"/>
                  </a:lnTo>
                  <a:lnTo>
                    <a:pt x="69181" y="238376"/>
                  </a:lnTo>
                  <a:lnTo>
                    <a:pt x="68429" y="237624"/>
                  </a:lnTo>
                  <a:lnTo>
                    <a:pt x="67678" y="237624"/>
                  </a:lnTo>
                  <a:lnTo>
                    <a:pt x="66925" y="238376"/>
                  </a:lnTo>
                  <a:lnTo>
                    <a:pt x="65421" y="239128"/>
                  </a:lnTo>
                  <a:lnTo>
                    <a:pt x="63918" y="239128"/>
                  </a:lnTo>
                  <a:lnTo>
                    <a:pt x="62414" y="239128"/>
                  </a:lnTo>
                  <a:lnTo>
                    <a:pt x="60910" y="237624"/>
                  </a:lnTo>
                  <a:lnTo>
                    <a:pt x="60158" y="236872"/>
                  </a:lnTo>
                  <a:lnTo>
                    <a:pt x="59406" y="236120"/>
                  </a:lnTo>
                  <a:lnTo>
                    <a:pt x="59406" y="235368"/>
                  </a:lnTo>
                  <a:lnTo>
                    <a:pt x="58654" y="234616"/>
                  </a:lnTo>
                  <a:lnTo>
                    <a:pt x="58654" y="233112"/>
                  </a:lnTo>
                  <a:lnTo>
                    <a:pt x="58654" y="232360"/>
                  </a:lnTo>
                  <a:lnTo>
                    <a:pt x="58654" y="231608"/>
                  </a:lnTo>
                  <a:lnTo>
                    <a:pt x="57902" y="230856"/>
                  </a:lnTo>
                  <a:lnTo>
                    <a:pt x="57150" y="230104"/>
                  </a:lnTo>
                  <a:lnTo>
                    <a:pt x="56398" y="230104"/>
                  </a:lnTo>
                  <a:lnTo>
                    <a:pt x="55646" y="229352"/>
                  </a:lnTo>
                  <a:lnTo>
                    <a:pt x="54142" y="230104"/>
                  </a:lnTo>
                  <a:lnTo>
                    <a:pt x="49630" y="231608"/>
                  </a:lnTo>
                  <a:lnTo>
                    <a:pt x="45870" y="231608"/>
                  </a:lnTo>
                  <a:lnTo>
                    <a:pt x="45118" y="231608"/>
                  </a:lnTo>
                  <a:lnTo>
                    <a:pt x="43614" y="231608"/>
                  </a:lnTo>
                  <a:lnTo>
                    <a:pt x="42862" y="231608"/>
                  </a:lnTo>
                  <a:lnTo>
                    <a:pt x="41359" y="230856"/>
                  </a:lnTo>
                  <a:lnTo>
                    <a:pt x="41359" y="230104"/>
                  </a:lnTo>
                  <a:lnTo>
                    <a:pt x="40606" y="228600"/>
                  </a:lnTo>
                  <a:lnTo>
                    <a:pt x="40606" y="227848"/>
                  </a:lnTo>
                  <a:lnTo>
                    <a:pt x="41359" y="224088"/>
                  </a:lnTo>
                  <a:lnTo>
                    <a:pt x="41359" y="223336"/>
                  </a:lnTo>
                  <a:lnTo>
                    <a:pt x="41359" y="222584"/>
                  </a:lnTo>
                  <a:lnTo>
                    <a:pt x="40606" y="221832"/>
                  </a:lnTo>
                  <a:lnTo>
                    <a:pt x="40606" y="221080"/>
                  </a:lnTo>
                  <a:lnTo>
                    <a:pt x="39855" y="221080"/>
                  </a:lnTo>
                  <a:lnTo>
                    <a:pt x="38350" y="220328"/>
                  </a:lnTo>
                  <a:lnTo>
                    <a:pt x="34591" y="219576"/>
                  </a:lnTo>
                  <a:lnTo>
                    <a:pt x="32335" y="219576"/>
                  </a:lnTo>
                  <a:lnTo>
                    <a:pt x="24063" y="220328"/>
                  </a:lnTo>
                  <a:lnTo>
                    <a:pt x="19551" y="221832"/>
                  </a:lnTo>
                  <a:lnTo>
                    <a:pt x="18047" y="222584"/>
                  </a:lnTo>
                  <a:lnTo>
                    <a:pt x="16543" y="223336"/>
                  </a:lnTo>
                  <a:lnTo>
                    <a:pt x="13535" y="224088"/>
                  </a:lnTo>
                  <a:lnTo>
                    <a:pt x="12783" y="224088"/>
                  </a:lnTo>
                  <a:lnTo>
                    <a:pt x="11280" y="224088"/>
                  </a:lnTo>
                  <a:lnTo>
                    <a:pt x="8272" y="224088"/>
                  </a:lnTo>
                  <a:lnTo>
                    <a:pt x="6767" y="224088"/>
                  </a:lnTo>
                  <a:lnTo>
                    <a:pt x="4512" y="222584"/>
                  </a:lnTo>
                  <a:lnTo>
                    <a:pt x="0" y="220328"/>
                  </a:lnTo>
                  <a:close/>
                  <a:moveTo>
                    <a:pt x="987341" y="64670"/>
                  </a:moveTo>
                  <a:lnTo>
                    <a:pt x="988093" y="64670"/>
                  </a:lnTo>
                  <a:lnTo>
                    <a:pt x="989597" y="64670"/>
                  </a:lnTo>
                  <a:lnTo>
                    <a:pt x="991101" y="66174"/>
                  </a:lnTo>
                  <a:lnTo>
                    <a:pt x="990349" y="66926"/>
                  </a:lnTo>
                  <a:lnTo>
                    <a:pt x="991101" y="69182"/>
                  </a:lnTo>
                  <a:lnTo>
                    <a:pt x="991853" y="71438"/>
                  </a:lnTo>
                  <a:lnTo>
                    <a:pt x="991853" y="72942"/>
                  </a:lnTo>
                  <a:lnTo>
                    <a:pt x="991101" y="75197"/>
                  </a:lnTo>
                  <a:lnTo>
                    <a:pt x="990349" y="77453"/>
                  </a:lnTo>
                  <a:lnTo>
                    <a:pt x="989597" y="79709"/>
                  </a:lnTo>
                  <a:lnTo>
                    <a:pt x="989597" y="82717"/>
                  </a:lnTo>
                  <a:lnTo>
                    <a:pt x="988845" y="82717"/>
                  </a:lnTo>
                  <a:lnTo>
                    <a:pt x="986589" y="82717"/>
                  </a:lnTo>
                  <a:lnTo>
                    <a:pt x="984333" y="81965"/>
                  </a:lnTo>
                  <a:lnTo>
                    <a:pt x="982829" y="81213"/>
                  </a:lnTo>
                  <a:lnTo>
                    <a:pt x="982829" y="78957"/>
                  </a:lnTo>
                  <a:lnTo>
                    <a:pt x="982829" y="75197"/>
                  </a:lnTo>
                  <a:lnTo>
                    <a:pt x="982829" y="73693"/>
                  </a:lnTo>
                  <a:lnTo>
                    <a:pt x="984333" y="72190"/>
                  </a:lnTo>
                  <a:lnTo>
                    <a:pt x="986589" y="69933"/>
                  </a:lnTo>
                  <a:lnTo>
                    <a:pt x="986589" y="67678"/>
                  </a:lnTo>
                  <a:lnTo>
                    <a:pt x="986589" y="66174"/>
                  </a:lnTo>
                  <a:lnTo>
                    <a:pt x="987341" y="64670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8" name="Forma Livre: Forma 227">
              <a:extLst>
                <a:ext uri="{FF2B5EF4-FFF2-40B4-BE49-F238E27FC236}">
                  <a16:creationId xmlns:a16="http://schemas.microsoft.com/office/drawing/2014/main" id="{5A39223F-0008-AC3E-6471-7EC20D9F337C}"/>
                </a:ext>
              </a:extLst>
            </p:cNvPr>
            <p:cNvSpPr/>
            <p:nvPr/>
          </p:nvSpPr>
          <p:spPr>
            <a:xfrm>
              <a:off x="9274893" y="3553828"/>
              <a:ext cx="466975" cy="256423"/>
            </a:xfrm>
            <a:custGeom>
              <a:avLst/>
              <a:gdLst>
                <a:gd name="csX0" fmla="*/ 0 w 466975"/>
                <a:gd name="csY0" fmla="*/ 75949 h 256423"/>
                <a:gd name="csX1" fmla="*/ 6768 w 466975"/>
                <a:gd name="csY1" fmla="*/ 71438 h 256423"/>
                <a:gd name="csX2" fmla="*/ 12032 w 466975"/>
                <a:gd name="csY2" fmla="*/ 66174 h 256423"/>
                <a:gd name="csX3" fmla="*/ 15792 w 466975"/>
                <a:gd name="csY3" fmla="*/ 60158 h 256423"/>
                <a:gd name="csX4" fmla="*/ 18048 w 466975"/>
                <a:gd name="csY4" fmla="*/ 56398 h 256423"/>
                <a:gd name="csX5" fmla="*/ 20303 w 466975"/>
                <a:gd name="csY5" fmla="*/ 54894 h 256423"/>
                <a:gd name="csX6" fmla="*/ 21807 w 466975"/>
                <a:gd name="csY6" fmla="*/ 53390 h 256423"/>
                <a:gd name="csX7" fmla="*/ 27823 w 466975"/>
                <a:gd name="csY7" fmla="*/ 51886 h 256423"/>
                <a:gd name="csX8" fmla="*/ 36095 w 466975"/>
                <a:gd name="csY8" fmla="*/ 49630 h 256423"/>
                <a:gd name="csX9" fmla="*/ 40607 w 466975"/>
                <a:gd name="csY9" fmla="*/ 47374 h 256423"/>
                <a:gd name="csX10" fmla="*/ 45871 w 466975"/>
                <a:gd name="csY10" fmla="*/ 39855 h 256423"/>
                <a:gd name="csX11" fmla="*/ 51135 w 466975"/>
                <a:gd name="csY11" fmla="*/ 33839 h 256423"/>
                <a:gd name="csX12" fmla="*/ 56398 w 466975"/>
                <a:gd name="csY12" fmla="*/ 30079 h 256423"/>
                <a:gd name="csX13" fmla="*/ 60910 w 466975"/>
                <a:gd name="csY13" fmla="*/ 26319 h 256423"/>
                <a:gd name="csX14" fmla="*/ 62414 w 466975"/>
                <a:gd name="csY14" fmla="*/ 24063 h 256423"/>
                <a:gd name="csX15" fmla="*/ 63918 w 466975"/>
                <a:gd name="csY15" fmla="*/ 21807 h 256423"/>
                <a:gd name="csX16" fmla="*/ 63918 w 466975"/>
                <a:gd name="csY16" fmla="*/ 20303 h 256423"/>
                <a:gd name="csX17" fmla="*/ 63166 w 466975"/>
                <a:gd name="csY17" fmla="*/ 18048 h 256423"/>
                <a:gd name="csX18" fmla="*/ 63918 w 466975"/>
                <a:gd name="csY18" fmla="*/ 15791 h 256423"/>
                <a:gd name="csX19" fmla="*/ 64670 w 466975"/>
                <a:gd name="csY19" fmla="*/ 12032 h 256423"/>
                <a:gd name="csX20" fmla="*/ 64670 w 466975"/>
                <a:gd name="csY20" fmla="*/ 10528 h 256423"/>
                <a:gd name="csX21" fmla="*/ 64670 w 466975"/>
                <a:gd name="csY21" fmla="*/ 9024 h 256423"/>
                <a:gd name="csX22" fmla="*/ 65422 w 466975"/>
                <a:gd name="csY22" fmla="*/ 7520 h 256423"/>
                <a:gd name="csX23" fmla="*/ 69934 w 466975"/>
                <a:gd name="csY23" fmla="*/ 4512 h 256423"/>
                <a:gd name="csX24" fmla="*/ 72190 w 466975"/>
                <a:gd name="csY24" fmla="*/ 3760 h 256423"/>
                <a:gd name="csX25" fmla="*/ 73694 w 466975"/>
                <a:gd name="csY25" fmla="*/ 4512 h 256423"/>
                <a:gd name="csX26" fmla="*/ 76701 w 466975"/>
                <a:gd name="csY26" fmla="*/ 7520 h 256423"/>
                <a:gd name="csX27" fmla="*/ 77454 w 466975"/>
                <a:gd name="csY27" fmla="*/ 8272 h 256423"/>
                <a:gd name="csX28" fmla="*/ 77454 w 466975"/>
                <a:gd name="csY28" fmla="*/ 9776 h 256423"/>
                <a:gd name="csX29" fmla="*/ 78205 w 466975"/>
                <a:gd name="csY29" fmla="*/ 11280 h 256423"/>
                <a:gd name="csX30" fmla="*/ 81214 w 466975"/>
                <a:gd name="csY30" fmla="*/ 14288 h 256423"/>
                <a:gd name="csX31" fmla="*/ 81965 w 466975"/>
                <a:gd name="csY31" fmla="*/ 15791 h 256423"/>
                <a:gd name="csX32" fmla="*/ 81965 w 466975"/>
                <a:gd name="csY32" fmla="*/ 17296 h 256423"/>
                <a:gd name="csX33" fmla="*/ 81965 w 466975"/>
                <a:gd name="csY33" fmla="*/ 18799 h 256423"/>
                <a:gd name="csX34" fmla="*/ 82717 w 466975"/>
                <a:gd name="csY34" fmla="*/ 20303 h 256423"/>
                <a:gd name="csX35" fmla="*/ 83469 w 466975"/>
                <a:gd name="csY35" fmla="*/ 21807 h 256423"/>
                <a:gd name="csX36" fmla="*/ 84973 w 466975"/>
                <a:gd name="csY36" fmla="*/ 23311 h 256423"/>
                <a:gd name="csX37" fmla="*/ 87229 w 466975"/>
                <a:gd name="csY37" fmla="*/ 23311 h 256423"/>
                <a:gd name="csX38" fmla="*/ 89485 w 466975"/>
                <a:gd name="csY38" fmla="*/ 23311 h 256423"/>
                <a:gd name="csX39" fmla="*/ 91741 w 466975"/>
                <a:gd name="csY39" fmla="*/ 22559 h 256423"/>
                <a:gd name="csX40" fmla="*/ 98509 w 466975"/>
                <a:gd name="csY40" fmla="*/ 18048 h 256423"/>
                <a:gd name="csX41" fmla="*/ 100013 w 466975"/>
                <a:gd name="csY41" fmla="*/ 17296 h 256423"/>
                <a:gd name="csX42" fmla="*/ 102269 w 466975"/>
                <a:gd name="csY42" fmla="*/ 16544 h 256423"/>
                <a:gd name="csX43" fmla="*/ 105276 w 466975"/>
                <a:gd name="csY43" fmla="*/ 16544 h 256423"/>
                <a:gd name="csX44" fmla="*/ 108284 w 466975"/>
                <a:gd name="csY44" fmla="*/ 16544 h 256423"/>
                <a:gd name="csX45" fmla="*/ 111292 w 466975"/>
                <a:gd name="csY45" fmla="*/ 20303 h 256423"/>
                <a:gd name="csX46" fmla="*/ 112796 w 466975"/>
                <a:gd name="csY46" fmla="*/ 23311 h 256423"/>
                <a:gd name="csX47" fmla="*/ 113548 w 466975"/>
                <a:gd name="csY47" fmla="*/ 24815 h 256423"/>
                <a:gd name="csX48" fmla="*/ 115052 w 466975"/>
                <a:gd name="csY48" fmla="*/ 26319 h 256423"/>
                <a:gd name="csX49" fmla="*/ 118812 w 466975"/>
                <a:gd name="csY49" fmla="*/ 27071 h 256423"/>
                <a:gd name="csX50" fmla="*/ 121068 w 466975"/>
                <a:gd name="csY50" fmla="*/ 27823 h 256423"/>
                <a:gd name="csX51" fmla="*/ 127836 w 466975"/>
                <a:gd name="csY51" fmla="*/ 31583 h 256423"/>
                <a:gd name="csX52" fmla="*/ 159419 w 466975"/>
                <a:gd name="csY52" fmla="*/ 62414 h 256423"/>
                <a:gd name="csX53" fmla="*/ 167691 w 466975"/>
                <a:gd name="csY53" fmla="*/ 66926 h 256423"/>
                <a:gd name="csX54" fmla="*/ 169946 w 466975"/>
                <a:gd name="csY54" fmla="*/ 67678 h 256423"/>
                <a:gd name="csX55" fmla="*/ 178970 w 466975"/>
                <a:gd name="csY55" fmla="*/ 69182 h 256423"/>
                <a:gd name="csX56" fmla="*/ 183482 w 466975"/>
                <a:gd name="csY56" fmla="*/ 69934 h 256423"/>
                <a:gd name="csX57" fmla="*/ 187242 w 466975"/>
                <a:gd name="csY57" fmla="*/ 72190 h 256423"/>
                <a:gd name="csX58" fmla="*/ 192506 w 466975"/>
                <a:gd name="csY58" fmla="*/ 78205 h 256423"/>
                <a:gd name="csX59" fmla="*/ 194010 w 466975"/>
                <a:gd name="csY59" fmla="*/ 78957 h 256423"/>
                <a:gd name="csX60" fmla="*/ 196265 w 466975"/>
                <a:gd name="csY60" fmla="*/ 79709 h 256423"/>
                <a:gd name="csX61" fmla="*/ 201529 w 466975"/>
                <a:gd name="csY61" fmla="*/ 69934 h 256423"/>
                <a:gd name="csX62" fmla="*/ 205289 w 466975"/>
                <a:gd name="csY62" fmla="*/ 66926 h 256423"/>
                <a:gd name="csX63" fmla="*/ 209049 w 466975"/>
                <a:gd name="csY63" fmla="*/ 66174 h 256423"/>
                <a:gd name="csX64" fmla="*/ 212809 w 466975"/>
                <a:gd name="csY64" fmla="*/ 65422 h 256423"/>
                <a:gd name="csX65" fmla="*/ 239880 w 466975"/>
                <a:gd name="csY65" fmla="*/ 68430 h 256423"/>
                <a:gd name="csX66" fmla="*/ 241384 w 466975"/>
                <a:gd name="csY66" fmla="*/ 68430 h 256423"/>
                <a:gd name="csX67" fmla="*/ 242888 w 466975"/>
                <a:gd name="csY67" fmla="*/ 69182 h 256423"/>
                <a:gd name="csX68" fmla="*/ 246648 w 466975"/>
                <a:gd name="csY68" fmla="*/ 70686 h 256423"/>
                <a:gd name="csX69" fmla="*/ 248904 w 466975"/>
                <a:gd name="csY69" fmla="*/ 70686 h 256423"/>
                <a:gd name="csX70" fmla="*/ 250408 w 466975"/>
                <a:gd name="csY70" fmla="*/ 69934 h 256423"/>
                <a:gd name="csX71" fmla="*/ 251911 w 466975"/>
                <a:gd name="csY71" fmla="*/ 69182 h 256423"/>
                <a:gd name="csX72" fmla="*/ 253415 w 466975"/>
                <a:gd name="csY72" fmla="*/ 67678 h 256423"/>
                <a:gd name="csX73" fmla="*/ 257175 w 466975"/>
                <a:gd name="csY73" fmla="*/ 65422 h 256423"/>
                <a:gd name="csX74" fmla="*/ 262439 w 466975"/>
                <a:gd name="csY74" fmla="*/ 63166 h 256423"/>
                <a:gd name="csX75" fmla="*/ 267703 w 466975"/>
                <a:gd name="csY75" fmla="*/ 59406 h 256423"/>
                <a:gd name="csX76" fmla="*/ 269959 w 466975"/>
                <a:gd name="csY76" fmla="*/ 57902 h 256423"/>
                <a:gd name="csX77" fmla="*/ 272215 w 466975"/>
                <a:gd name="csY77" fmla="*/ 57150 h 256423"/>
                <a:gd name="csX78" fmla="*/ 285750 w 466975"/>
                <a:gd name="csY78" fmla="*/ 56398 h 256423"/>
                <a:gd name="csX79" fmla="*/ 298534 w 466975"/>
                <a:gd name="csY79" fmla="*/ 47374 h 256423"/>
                <a:gd name="csX80" fmla="*/ 299286 w 466975"/>
                <a:gd name="csY80" fmla="*/ 45118 h 256423"/>
                <a:gd name="csX81" fmla="*/ 300789 w 466975"/>
                <a:gd name="csY81" fmla="*/ 42111 h 256423"/>
                <a:gd name="csX82" fmla="*/ 300789 w 466975"/>
                <a:gd name="csY82" fmla="*/ 39855 h 256423"/>
                <a:gd name="csX83" fmla="*/ 302294 w 466975"/>
                <a:gd name="csY83" fmla="*/ 38351 h 256423"/>
                <a:gd name="csX84" fmla="*/ 319589 w 466975"/>
                <a:gd name="csY84" fmla="*/ 27823 h 256423"/>
                <a:gd name="csX85" fmla="*/ 321093 w 466975"/>
                <a:gd name="csY85" fmla="*/ 26319 h 256423"/>
                <a:gd name="csX86" fmla="*/ 321845 w 466975"/>
                <a:gd name="csY86" fmla="*/ 25567 h 256423"/>
                <a:gd name="csX87" fmla="*/ 321093 w 466975"/>
                <a:gd name="csY87" fmla="*/ 24815 h 256423"/>
                <a:gd name="csX88" fmla="*/ 321093 w 466975"/>
                <a:gd name="csY88" fmla="*/ 24063 h 256423"/>
                <a:gd name="csX89" fmla="*/ 320341 w 466975"/>
                <a:gd name="csY89" fmla="*/ 23311 h 256423"/>
                <a:gd name="csX90" fmla="*/ 320341 w 466975"/>
                <a:gd name="csY90" fmla="*/ 21807 h 256423"/>
                <a:gd name="csX91" fmla="*/ 320341 w 466975"/>
                <a:gd name="csY91" fmla="*/ 20303 h 256423"/>
                <a:gd name="csX92" fmla="*/ 321093 w 466975"/>
                <a:gd name="csY92" fmla="*/ 19551 h 256423"/>
                <a:gd name="csX93" fmla="*/ 324853 w 466975"/>
                <a:gd name="csY93" fmla="*/ 18799 h 256423"/>
                <a:gd name="csX94" fmla="*/ 327861 w 466975"/>
                <a:gd name="csY94" fmla="*/ 15039 h 256423"/>
                <a:gd name="csX95" fmla="*/ 336132 w 466975"/>
                <a:gd name="csY95" fmla="*/ 9024 h 256423"/>
                <a:gd name="csX96" fmla="*/ 337636 w 466975"/>
                <a:gd name="csY96" fmla="*/ 9024 h 256423"/>
                <a:gd name="csX97" fmla="*/ 339140 w 466975"/>
                <a:gd name="csY97" fmla="*/ 8272 h 256423"/>
                <a:gd name="csX98" fmla="*/ 340644 w 466975"/>
                <a:gd name="csY98" fmla="*/ 10528 h 256423"/>
                <a:gd name="csX99" fmla="*/ 342900 w 466975"/>
                <a:gd name="csY99" fmla="*/ 11280 h 256423"/>
                <a:gd name="csX100" fmla="*/ 344404 w 466975"/>
                <a:gd name="csY100" fmla="*/ 10528 h 256423"/>
                <a:gd name="csX101" fmla="*/ 351924 w 466975"/>
                <a:gd name="csY101" fmla="*/ 7520 h 256423"/>
                <a:gd name="csX102" fmla="*/ 356436 w 466975"/>
                <a:gd name="csY102" fmla="*/ 6016 h 256423"/>
                <a:gd name="csX103" fmla="*/ 363204 w 466975"/>
                <a:gd name="csY103" fmla="*/ 6016 h 256423"/>
                <a:gd name="csX104" fmla="*/ 366211 w 466975"/>
                <a:gd name="csY104" fmla="*/ 5264 h 256423"/>
                <a:gd name="csX105" fmla="*/ 368467 w 466975"/>
                <a:gd name="csY105" fmla="*/ 5264 h 256423"/>
                <a:gd name="csX106" fmla="*/ 369219 w 466975"/>
                <a:gd name="csY106" fmla="*/ 6016 h 256423"/>
                <a:gd name="csX107" fmla="*/ 369219 w 466975"/>
                <a:gd name="csY107" fmla="*/ 7520 h 256423"/>
                <a:gd name="csX108" fmla="*/ 369219 w 466975"/>
                <a:gd name="csY108" fmla="*/ 9024 h 256423"/>
                <a:gd name="csX109" fmla="*/ 370723 w 466975"/>
                <a:gd name="csY109" fmla="*/ 9776 h 256423"/>
                <a:gd name="csX110" fmla="*/ 373731 w 466975"/>
                <a:gd name="csY110" fmla="*/ 10528 h 256423"/>
                <a:gd name="csX111" fmla="*/ 377491 w 466975"/>
                <a:gd name="csY111" fmla="*/ 12784 h 256423"/>
                <a:gd name="csX112" fmla="*/ 380499 w 466975"/>
                <a:gd name="csY112" fmla="*/ 12784 h 256423"/>
                <a:gd name="csX113" fmla="*/ 382755 w 466975"/>
                <a:gd name="csY113" fmla="*/ 12784 h 256423"/>
                <a:gd name="csX114" fmla="*/ 384259 w 466975"/>
                <a:gd name="csY114" fmla="*/ 12032 h 256423"/>
                <a:gd name="csX115" fmla="*/ 394786 w 466975"/>
                <a:gd name="csY115" fmla="*/ 5264 h 256423"/>
                <a:gd name="csX116" fmla="*/ 397042 w 466975"/>
                <a:gd name="csY116" fmla="*/ 4512 h 256423"/>
                <a:gd name="csX117" fmla="*/ 412082 w 466975"/>
                <a:gd name="csY117" fmla="*/ 0 h 256423"/>
                <a:gd name="csX118" fmla="*/ 415842 w 466975"/>
                <a:gd name="csY118" fmla="*/ 0 h 256423"/>
                <a:gd name="csX119" fmla="*/ 418098 w 466975"/>
                <a:gd name="csY119" fmla="*/ 0 h 256423"/>
                <a:gd name="csX120" fmla="*/ 418849 w 466975"/>
                <a:gd name="csY120" fmla="*/ 752 h 256423"/>
                <a:gd name="csX121" fmla="*/ 418849 w 466975"/>
                <a:gd name="csY121" fmla="*/ 1504 h 256423"/>
                <a:gd name="csX122" fmla="*/ 418849 w 466975"/>
                <a:gd name="csY122" fmla="*/ 2256 h 256423"/>
                <a:gd name="csX123" fmla="*/ 419602 w 466975"/>
                <a:gd name="csY123" fmla="*/ 3760 h 256423"/>
                <a:gd name="csX124" fmla="*/ 421105 w 466975"/>
                <a:gd name="csY124" fmla="*/ 3760 h 256423"/>
                <a:gd name="csX125" fmla="*/ 426369 w 466975"/>
                <a:gd name="csY125" fmla="*/ 5264 h 256423"/>
                <a:gd name="csX126" fmla="*/ 430129 w 466975"/>
                <a:gd name="csY126" fmla="*/ 7520 h 256423"/>
                <a:gd name="csX127" fmla="*/ 444417 w 466975"/>
                <a:gd name="csY127" fmla="*/ 7520 h 256423"/>
                <a:gd name="csX128" fmla="*/ 458704 w 466975"/>
                <a:gd name="csY128" fmla="*/ 10528 h 256423"/>
                <a:gd name="csX129" fmla="*/ 463216 w 466975"/>
                <a:gd name="csY129" fmla="*/ 10528 h 256423"/>
                <a:gd name="csX130" fmla="*/ 464720 w 466975"/>
                <a:gd name="csY130" fmla="*/ 10528 h 256423"/>
                <a:gd name="csX131" fmla="*/ 466976 w 466975"/>
                <a:gd name="csY131" fmla="*/ 12032 h 256423"/>
                <a:gd name="csX132" fmla="*/ 460960 w 466975"/>
                <a:gd name="csY132" fmla="*/ 24063 h 256423"/>
                <a:gd name="csX133" fmla="*/ 454944 w 466975"/>
                <a:gd name="csY133" fmla="*/ 32335 h 256423"/>
                <a:gd name="csX134" fmla="*/ 450432 w 466975"/>
                <a:gd name="csY134" fmla="*/ 42863 h 256423"/>
                <a:gd name="csX135" fmla="*/ 445921 w 466975"/>
                <a:gd name="csY135" fmla="*/ 48878 h 256423"/>
                <a:gd name="csX136" fmla="*/ 443664 w 466975"/>
                <a:gd name="csY136" fmla="*/ 54894 h 256423"/>
                <a:gd name="csX137" fmla="*/ 430129 w 466975"/>
                <a:gd name="csY137" fmla="*/ 72190 h 256423"/>
                <a:gd name="csX138" fmla="*/ 427121 w 466975"/>
                <a:gd name="csY138" fmla="*/ 75197 h 256423"/>
                <a:gd name="csX139" fmla="*/ 427121 w 466975"/>
                <a:gd name="csY139" fmla="*/ 73694 h 256423"/>
                <a:gd name="csX140" fmla="*/ 423362 w 466975"/>
                <a:gd name="csY140" fmla="*/ 75949 h 256423"/>
                <a:gd name="csX141" fmla="*/ 419602 w 466975"/>
                <a:gd name="csY141" fmla="*/ 78205 h 256423"/>
                <a:gd name="csX142" fmla="*/ 416594 w 466975"/>
                <a:gd name="csY142" fmla="*/ 81965 h 256423"/>
                <a:gd name="csX143" fmla="*/ 415842 w 466975"/>
                <a:gd name="csY143" fmla="*/ 84973 h 256423"/>
                <a:gd name="csX144" fmla="*/ 415090 w 466975"/>
                <a:gd name="csY144" fmla="*/ 87229 h 256423"/>
                <a:gd name="csX145" fmla="*/ 403058 w 466975"/>
                <a:gd name="csY145" fmla="*/ 105276 h 256423"/>
                <a:gd name="csX146" fmla="*/ 401554 w 466975"/>
                <a:gd name="csY146" fmla="*/ 106780 h 256423"/>
                <a:gd name="csX147" fmla="*/ 394034 w 466975"/>
                <a:gd name="csY147" fmla="*/ 112044 h 256423"/>
                <a:gd name="csX148" fmla="*/ 390275 w 466975"/>
                <a:gd name="csY148" fmla="*/ 113548 h 256423"/>
                <a:gd name="csX149" fmla="*/ 387266 w 466975"/>
                <a:gd name="csY149" fmla="*/ 118812 h 256423"/>
                <a:gd name="csX150" fmla="*/ 384259 w 466975"/>
                <a:gd name="csY150" fmla="*/ 128588 h 256423"/>
                <a:gd name="csX151" fmla="*/ 382755 w 466975"/>
                <a:gd name="csY151" fmla="*/ 128588 h 256423"/>
                <a:gd name="csX152" fmla="*/ 381251 w 466975"/>
                <a:gd name="csY152" fmla="*/ 129340 h 256423"/>
                <a:gd name="csX153" fmla="*/ 377491 w 466975"/>
                <a:gd name="csY153" fmla="*/ 129340 h 256423"/>
                <a:gd name="csX154" fmla="*/ 375987 w 466975"/>
                <a:gd name="csY154" fmla="*/ 130092 h 256423"/>
                <a:gd name="csX155" fmla="*/ 374483 w 466975"/>
                <a:gd name="csY155" fmla="*/ 130844 h 256423"/>
                <a:gd name="csX156" fmla="*/ 372227 w 466975"/>
                <a:gd name="csY156" fmla="*/ 133099 h 256423"/>
                <a:gd name="csX157" fmla="*/ 374483 w 466975"/>
                <a:gd name="csY157" fmla="*/ 129340 h 256423"/>
                <a:gd name="csX158" fmla="*/ 376739 w 466975"/>
                <a:gd name="csY158" fmla="*/ 126332 h 256423"/>
                <a:gd name="csX159" fmla="*/ 376739 w 466975"/>
                <a:gd name="csY159" fmla="*/ 124076 h 256423"/>
                <a:gd name="csX160" fmla="*/ 373731 w 466975"/>
                <a:gd name="csY160" fmla="*/ 118812 h 256423"/>
                <a:gd name="csX161" fmla="*/ 372979 w 466975"/>
                <a:gd name="csY161" fmla="*/ 117308 h 256423"/>
                <a:gd name="csX162" fmla="*/ 370723 w 466975"/>
                <a:gd name="csY162" fmla="*/ 115804 h 256423"/>
                <a:gd name="csX163" fmla="*/ 368467 w 466975"/>
                <a:gd name="csY163" fmla="*/ 115052 h 256423"/>
                <a:gd name="csX164" fmla="*/ 366964 w 466975"/>
                <a:gd name="csY164" fmla="*/ 117308 h 256423"/>
                <a:gd name="csX165" fmla="*/ 366964 w 466975"/>
                <a:gd name="csY165" fmla="*/ 118060 h 256423"/>
                <a:gd name="csX166" fmla="*/ 369219 w 466975"/>
                <a:gd name="csY166" fmla="*/ 121820 h 256423"/>
                <a:gd name="csX167" fmla="*/ 369971 w 466975"/>
                <a:gd name="csY167" fmla="*/ 124076 h 256423"/>
                <a:gd name="csX168" fmla="*/ 369971 w 466975"/>
                <a:gd name="csY168" fmla="*/ 127836 h 256423"/>
                <a:gd name="csX169" fmla="*/ 369219 w 466975"/>
                <a:gd name="csY169" fmla="*/ 129340 h 256423"/>
                <a:gd name="csX170" fmla="*/ 368467 w 466975"/>
                <a:gd name="csY170" fmla="*/ 130092 h 256423"/>
                <a:gd name="csX171" fmla="*/ 366964 w 466975"/>
                <a:gd name="csY171" fmla="*/ 130844 h 256423"/>
                <a:gd name="csX172" fmla="*/ 360947 w 466975"/>
                <a:gd name="csY172" fmla="*/ 137611 h 256423"/>
                <a:gd name="csX173" fmla="*/ 360196 w 466975"/>
                <a:gd name="csY173" fmla="*/ 138363 h 256423"/>
                <a:gd name="csX174" fmla="*/ 357940 w 466975"/>
                <a:gd name="csY174" fmla="*/ 135355 h 256423"/>
                <a:gd name="csX175" fmla="*/ 357188 w 466975"/>
                <a:gd name="csY175" fmla="*/ 132347 h 256423"/>
                <a:gd name="csX176" fmla="*/ 357188 w 466975"/>
                <a:gd name="csY176" fmla="*/ 130844 h 256423"/>
                <a:gd name="csX177" fmla="*/ 351924 w 466975"/>
                <a:gd name="csY177" fmla="*/ 123324 h 256423"/>
                <a:gd name="csX178" fmla="*/ 352676 w 466975"/>
                <a:gd name="csY178" fmla="*/ 121068 h 256423"/>
                <a:gd name="csX179" fmla="*/ 350420 w 466975"/>
                <a:gd name="csY179" fmla="*/ 118812 h 256423"/>
                <a:gd name="csX180" fmla="*/ 347412 w 466975"/>
                <a:gd name="csY180" fmla="*/ 117308 h 256423"/>
                <a:gd name="csX181" fmla="*/ 343652 w 466975"/>
                <a:gd name="csY181" fmla="*/ 118812 h 256423"/>
                <a:gd name="csX182" fmla="*/ 345908 w 466975"/>
                <a:gd name="csY182" fmla="*/ 121820 h 256423"/>
                <a:gd name="csX183" fmla="*/ 349668 w 466975"/>
                <a:gd name="csY183" fmla="*/ 124076 h 256423"/>
                <a:gd name="csX184" fmla="*/ 351924 w 466975"/>
                <a:gd name="csY184" fmla="*/ 126332 h 256423"/>
                <a:gd name="csX185" fmla="*/ 353428 w 466975"/>
                <a:gd name="csY185" fmla="*/ 128588 h 256423"/>
                <a:gd name="csX186" fmla="*/ 356436 w 466975"/>
                <a:gd name="csY186" fmla="*/ 140619 h 256423"/>
                <a:gd name="csX187" fmla="*/ 357188 w 466975"/>
                <a:gd name="csY187" fmla="*/ 141371 h 256423"/>
                <a:gd name="csX188" fmla="*/ 359444 w 466975"/>
                <a:gd name="csY188" fmla="*/ 142123 h 256423"/>
                <a:gd name="csX189" fmla="*/ 360196 w 466975"/>
                <a:gd name="csY189" fmla="*/ 141371 h 256423"/>
                <a:gd name="csX190" fmla="*/ 360196 w 466975"/>
                <a:gd name="csY190" fmla="*/ 139867 h 256423"/>
                <a:gd name="csX191" fmla="*/ 360947 w 466975"/>
                <a:gd name="csY191" fmla="*/ 139115 h 256423"/>
                <a:gd name="csX192" fmla="*/ 365460 w 466975"/>
                <a:gd name="csY192" fmla="*/ 138363 h 256423"/>
                <a:gd name="csX193" fmla="*/ 367715 w 466975"/>
                <a:gd name="csY193" fmla="*/ 137611 h 256423"/>
                <a:gd name="csX194" fmla="*/ 369219 w 466975"/>
                <a:gd name="csY194" fmla="*/ 136107 h 256423"/>
                <a:gd name="csX195" fmla="*/ 366964 w 466975"/>
                <a:gd name="csY195" fmla="*/ 139867 h 256423"/>
                <a:gd name="csX196" fmla="*/ 359444 w 466975"/>
                <a:gd name="csY196" fmla="*/ 147387 h 256423"/>
                <a:gd name="csX197" fmla="*/ 356436 w 466975"/>
                <a:gd name="csY197" fmla="*/ 156411 h 256423"/>
                <a:gd name="csX198" fmla="*/ 352676 w 466975"/>
                <a:gd name="csY198" fmla="*/ 160171 h 256423"/>
                <a:gd name="csX199" fmla="*/ 345908 w 466975"/>
                <a:gd name="csY199" fmla="*/ 165434 h 256423"/>
                <a:gd name="csX200" fmla="*/ 342148 w 466975"/>
                <a:gd name="csY200" fmla="*/ 173706 h 256423"/>
                <a:gd name="csX201" fmla="*/ 341396 w 466975"/>
                <a:gd name="csY201" fmla="*/ 175210 h 256423"/>
                <a:gd name="csX202" fmla="*/ 339892 w 466975"/>
                <a:gd name="csY202" fmla="*/ 175962 h 256423"/>
                <a:gd name="csX203" fmla="*/ 338388 w 466975"/>
                <a:gd name="csY203" fmla="*/ 178218 h 256423"/>
                <a:gd name="csX204" fmla="*/ 333125 w 466975"/>
                <a:gd name="csY204" fmla="*/ 188745 h 256423"/>
                <a:gd name="csX205" fmla="*/ 330868 w 466975"/>
                <a:gd name="csY205" fmla="*/ 191002 h 256423"/>
                <a:gd name="csX206" fmla="*/ 324853 w 466975"/>
                <a:gd name="csY206" fmla="*/ 193257 h 256423"/>
                <a:gd name="csX207" fmla="*/ 317333 w 466975"/>
                <a:gd name="csY207" fmla="*/ 203033 h 256423"/>
                <a:gd name="csX208" fmla="*/ 300038 w 466975"/>
                <a:gd name="csY208" fmla="*/ 217321 h 256423"/>
                <a:gd name="csX209" fmla="*/ 295526 w 466975"/>
                <a:gd name="csY209" fmla="*/ 221832 h 256423"/>
                <a:gd name="csX210" fmla="*/ 294774 w 466975"/>
                <a:gd name="csY210" fmla="*/ 224840 h 256423"/>
                <a:gd name="csX211" fmla="*/ 294022 w 466975"/>
                <a:gd name="csY211" fmla="*/ 227848 h 256423"/>
                <a:gd name="csX212" fmla="*/ 294022 w 466975"/>
                <a:gd name="csY212" fmla="*/ 230104 h 256423"/>
                <a:gd name="csX213" fmla="*/ 294774 w 466975"/>
                <a:gd name="csY213" fmla="*/ 230856 h 256423"/>
                <a:gd name="csX214" fmla="*/ 294774 w 466975"/>
                <a:gd name="csY214" fmla="*/ 231608 h 256423"/>
                <a:gd name="csX215" fmla="*/ 294022 w 466975"/>
                <a:gd name="csY215" fmla="*/ 233112 h 256423"/>
                <a:gd name="csX216" fmla="*/ 276727 w 466975"/>
                <a:gd name="csY216" fmla="*/ 256423 h 256423"/>
                <a:gd name="csX217" fmla="*/ 275223 w 466975"/>
                <a:gd name="csY217" fmla="*/ 252663 h 256423"/>
                <a:gd name="csX218" fmla="*/ 273719 w 466975"/>
                <a:gd name="csY218" fmla="*/ 245895 h 256423"/>
                <a:gd name="csX219" fmla="*/ 272967 w 466975"/>
                <a:gd name="csY219" fmla="*/ 244391 h 256423"/>
                <a:gd name="csX220" fmla="*/ 269207 w 466975"/>
                <a:gd name="csY220" fmla="*/ 242136 h 256423"/>
                <a:gd name="csX221" fmla="*/ 268455 w 466975"/>
                <a:gd name="csY221" fmla="*/ 241384 h 256423"/>
                <a:gd name="csX222" fmla="*/ 259431 w 466975"/>
                <a:gd name="csY222" fmla="*/ 243640 h 256423"/>
                <a:gd name="csX223" fmla="*/ 254167 w 466975"/>
                <a:gd name="csY223" fmla="*/ 243640 h 256423"/>
                <a:gd name="csX224" fmla="*/ 252663 w 466975"/>
                <a:gd name="csY224" fmla="*/ 242136 h 256423"/>
                <a:gd name="csX225" fmla="*/ 252663 w 466975"/>
                <a:gd name="csY225" fmla="*/ 238376 h 256423"/>
                <a:gd name="csX226" fmla="*/ 253415 w 466975"/>
                <a:gd name="csY226" fmla="*/ 233112 h 256423"/>
                <a:gd name="csX227" fmla="*/ 253415 w 466975"/>
                <a:gd name="csY227" fmla="*/ 230104 h 256423"/>
                <a:gd name="csX228" fmla="*/ 251911 w 466975"/>
                <a:gd name="csY228" fmla="*/ 227096 h 256423"/>
                <a:gd name="csX229" fmla="*/ 249655 w 466975"/>
                <a:gd name="csY229" fmla="*/ 224088 h 256423"/>
                <a:gd name="csX230" fmla="*/ 244391 w 466975"/>
                <a:gd name="csY230" fmla="*/ 218072 h 256423"/>
                <a:gd name="csX231" fmla="*/ 242136 w 466975"/>
                <a:gd name="csY231" fmla="*/ 217321 h 256423"/>
                <a:gd name="csX232" fmla="*/ 239128 w 466975"/>
                <a:gd name="csY232" fmla="*/ 218072 h 256423"/>
                <a:gd name="csX233" fmla="*/ 236872 w 466975"/>
                <a:gd name="csY233" fmla="*/ 221080 h 256423"/>
                <a:gd name="csX234" fmla="*/ 235368 w 466975"/>
                <a:gd name="csY234" fmla="*/ 221080 h 256423"/>
                <a:gd name="csX235" fmla="*/ 234616 w 466975"/>
                <a:gd name="csY235" fmla="*/ 221080 h 256423"/>
                <a:gd name="csX236" fmla="*/ 228600 w 466975"/>
                <a:gd name="csY236" fmla="*/ 218824 h 256423"/>
                <a:gd name="csX237" fmla="*/ 224840 w 466975"/>
                <a:gd name="csY237" fmla="*/ 215065 h 256423"/>
                <a:gd name="csX238" fmla="*/ 222584 w 466975"/>
                <a:gd name="csY238" fmla="*/ 213561 h 256423"/>
                <a:gd name="csX239" fmla="*/ 216569 w 466975"/>
                <a:gd name="csY239" fmla="*/ 212809 h 256423"/>
                <a:gd name="csX240" fmla="*/ 213561 w 466975"/>
                <a:gd name="csY240" fmla="*/ 212057 h 256423"/>
                <a:gd name="csX241" fmla="*/ 212057 w 466975"/>
                <a:gd name="csY241" fmla="*/ 209801 h 256423"/>
                <a:gd name="csX242" fmla="*/ 211305 w 466975"/>
                <a:gd name="csY242" fmla="*/ 207545 h 256423"/>
                <a:gd name="csX243" fmla="*/ 209801 w 466975"/>
                <a:gd name="csY243" fmla="*/ 204537 h 256423"/>
                <a:gd name="csX244" fmla="*/ 206793 w 466975"/>
                <a:gd name="csY244" fmla="*/ 201529 h 256423"/>
                <a:gd name="csX245" fmla="*/ 205289 w 466975"/>
                <a:gd name="csY245" fmla="*/ 200025 h 256423"/>
                <a:gd name="csX246" fmla="*/ 199273 w 466975"/>
                <a:gd name="csY246" fmla="*/ 198521 h 256423"/>
                <a:gd name="csX247" fmla="*/ 197017 w 466975"/>
                <a:gd name="csY247" fmla="*/ 197017 h 256423"/>
                <a:gd name="csX248" fmla="*/ 196265 w 466975"/>
                <a:gd name="csY248" fmla="*/ 194761 h 256423"/>
                <a:gd name="csX249" fmla="*/ 195513 w 466975"/>
                <a:gd name="csY249" fmla="*/ 181226 h 256423"/>
                <a:gd name="csX250" fmla="*/ 194761 w 466975"/>
                <a:gd name="csY250" fmla="*/ 178218 h 256423"/>
                <a:gd name="csX251" fmla="*/ 192506 w 466975"/>
                <a:gd name="csY251" fmla="*/ 175210 h 256423"/>
                <a:gd name="csX252" fmla="*/ 189497 w 466975"/>
                <a:gd name="csY252" fmla="*/ 173706 h 256423"/>
                <a:gd name="csX253" fmla="*/ 186490 w 466975"/>
                <a:gd name="csY253" fmla="*/ 174458 h 256423"/>
                <a:gd name="csX254" fmla="*/ 183482 w 466975"/>
                <a:gd name="csY254" fmla="*/ 175962 h 256423"/>
                <a:gd name="csX255" fmla="*/ 180474 w 466975"/>
                <a:gd name="csY255" fmla="*/ 175210 h 256423"/>
                <a:gd name="csX256" fmla="*/ 178218 w 466975"/>
                <a:gd name="csY256" fmla="*/ 173706 h 256423"/>
                <a:gd name="csX257" fmla="*/ 169194 w 466975"/>
                <a:gd name="csY257" fmla="*/ 165434 h 256423"/>
                <a:gd name="csX258" fmla="*/ 164682 w 466975"/>
                <a:gd name="csY258" fmla="*/ 163930 h 256423"/>
                <a:gd name="csX259" fmla="*/ 159419 w 466975"/>
                <a:gd name="csY259" fmla="*/ 162426 h 256423"/>
                <a:gd name="csX260" fmla="*/ 157914 w 466975"/>
                <a:gd name="csY260" fmla="*/ 162426 h 256423"/>
                <a:gd name="csX261" fmla="*/ 155659 w 466975"/>
                <a:gd name="csY261" fmla="*/ 163178 h 256423"/>
                <a:gd name="csX262" fmla="*/ 154155 w 466975"/>
                <a:gd name="csY262" fmla="*/ 163178 h 256423"/>
                <a:gd name="csX263" fmla="*/ 152651 w 466975"/>
                <a:gd name="csY263" fmla="*/ 161674 h 256423"/>
                <a:gd name="csX264" fmla="*/ 151899 w 466975"/>
                <a:gd name="csY264" fmla="*/ 160923 h 256423"/>
                <a:gd name="csX265" fmla="*/ 150395 w 466975"/>
                <a:gd name="csY265" fmla="*/ 157914 h 256423"/>
                <a:gd name="csX266" fmla="*/ 149643 w 466975"/>
                <a:gd name="csY266" fmla="*/ 156411 h 256423"/>
                <a:gd name="csX267" fmla="*/ 142123 w 466975"/>
                <a:gd name="csY267" fmla="*/ 148891 h 256423"/>
                <a:gd name="csX268" fmla="*/ 138363 w 466975"/>
                <a:gd name="csY268" fmla="*/ 146635 h 256423"/>
                <a:gd name="csX269" fmla="*/ 132348 w 466975"/>
                <a:gd name="csY269" fmla="*/ 143627 h 256423"/>
                <a:gd name="csX270" fmla="*/ 121068 w 466975"/>
                <a:gd name="csY270" fmla="*/ 140619 h 256423"/>
                <a:gd name="csX271" fmla="*/ 115804 w 466975"/>
                <a:gd name="csY271" fmla="*/ 138363 h 256423"/>
                <a:gd name="csX272" fmla="*/ 112044 w 466975"/>
                <a:gd name="csY272" fmla="*/ 139115 h 256423"/>
                <a:gd name="csX273" fmla="*/ 108284 w 466975"/>
                <a:gd name="csY273" fmla="*/ 139115 h 256423"/>
                <a:gd name="csX274" fmla="*/ 104525 w 466975"/>
                <a:gd name="csY274" fmla="*/ 138363 h 256423"/>
                <a:gd name="csX275" fmla="*/ 101516 w 466975"/>
                <a:gd name="csY275" fmla="*/ 136859 h 256423"/>
                <a:gd name="csX276" fmla="*/ 93245 w 466975"/>
                <a:gd name="csY276" fmla="*/ 131595 h 256423"/>
                <a:gd name="csX277" fmla="*/ 88733 w 466975"/>
                <a:gd name="csY277" fmla="*/ 129340 h 256423"/>
                <a:gd name="csX278" fmla="*/ 84221 w 466975"/>
                <a:gd name="csY278" fmla="*/ 124828 h 256423"/>
                <a:gd name="csX279" fmla="*/ 81214 w 466975"/>
                <a:gd name="csY279" fmla="*/ 123324 h 256423"/>
                <a:gd name="csX280" fmla="*/ 70686 w 466975"/>
                <a:gd name="csY280" fmla="*/ 122572 h 256423"/>
                <a:gd name="csX281" fmla="*/ 66926 w 466975"/>
                <a:gd name="csY281" fmla="*/ 123324 h 256423"/>
                <a:gd name="csX282" fmla="*/ 65422 w 466975"/>
                <a:gd name="csY282" fmla="*/ 118812 h 256423"/>
                <a:gd name="csX283" fmla="*/ 60158 w 466975"/>
                <a:gd name="csY283" fmla="*/ 116556 h 256423"/>
                <a:gd name="csX284" fmla="*/ 55646 w 466975"/>
                <a:gd name="csY284" fmla="*/ 114300 h 256423"/>
                <a:gd name="csX285" fmla="*/ 53390 w 466975"/>
                <a:gd name="csY285" fmla="*/ 112044 h 256423"/>
                <a:gd name="csX286" fmla="*/ 51135 w 466975"/>
                <a:gd name="csY286" fmla="*/ 110540 h 256423"/>
                <a:gd name="csX287" fmla="*/ 37599 w 466975"/>
                <a:gd name="csY287" fmla="*/ 107532 h 256423"/>
                <a:gd name="csX288" fmla="*/ 36095 w 466975"/>
                <a:gd name="csY288" fmla="*/ 106028 h 256423"/>
                <a:gd name="csX289" fmla="*/ 34591 w 466975"/>
                <a:gd name="csY289" fmla="*/ 103773 h 256423"/>
                <a:gd name="csX290" fmla="*/ 33839 w 466975"/>
                <a:gd name="csY290" fmla="*/ 101516 h 256423"/>
                <a:gd name="csX291" fmla="*/ 33839 w 466975"/>
                <a:gd name="csY291" fmla="*/ 98509 h 256423"/>
                <a:gd name="csX292" fmla="*/ 32335 w 466975"/>
                <a:gd name="csY292" fmla="*/ 97757 h 256423"/>
                <a:gd name="csX293" fmla="*/ 24063 w 466975"/>
                <a:gd name="csY293" fmla="*/ 94749 h 256423"/>
                <a:gd name="csX294" fmla="*/ 22559 w 466975"/>
                <a:gd name="csY294" fmla="*/ 93997 h 256423"/>
                <a:gd name="csX295" fmla="*/ 20303 w 466975"/>
                <a:gd name="csY295" fmla="*/ 92493 h 256423"/>
                <a:gd name="csX296" fmla="*/ 17296 w 466975"/>
                <a:gd name="csY296" fmla="*/ 91741 h 256423"/>
                <a:gd name="csX297" fmla="*/ 12032 w 466975"/>
                <a:gd name="csY297" fmla="*/ 91741 h 256423"/>
                <a:gd name="csX298" fmla="*/ 9776 w 466975"/>
                <a:gd name="csY298" fmla="*/ 90989 h 256423"/>
                <a:gd name="csX299" fmla="*/ 8272 w 466975"/>
                <a:gd name="csY299" fmla="*/ 90989 h 256423"/>
                <a:gd name="csX300" fmla="*/ 6768 w 466975"/>
                <a:gd name="csY300" fmla="*/ 89485 h 256423"/>
                <a:gd name="csX301" fmla="*/ 5264 w 466975"/>
                <a:gd name="csY301" fmla="*/ 88733 h 256423"/>
                <a:gd name="csX302" fmla="*/ 5264 w 466975"/>
                <a:gd name="csY302" fmla="*/ 87981 h 256423"/>
                <a:gd name="csX303" fmla="*/ 5264 w 466975"/>
                <a:gd name="csY303" fmla="*/ 87229 h 256423"/>
                <a:gd name="csX304" fmla="*/ 4512 w 466975"/>
                <a:gd name="csY304" fmla="*/ 85725 h 256423"/>
                <a:gd name="csX305" fmla="*/ 0 w 466975"/>
                <a:gd name="csY305" fmla="*/ 75949 h 256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</a:cxnLst>
              <a:rect l="l" t="t" r="r" b="b"/>
              <a:pathLst>
                <a:path w="466975" h="256423">
                  <a:moveTo>
                    <a:pt x="0" y="75949"/>
                  </a:moveTo>
                  <a:lnTo>
                    <a:pt x="6768" y="71438"/>
                  </a:lnTo>
                  <a:lnTo>
                    <a:pt x="12032" y="66174"/>
                  </a:lnTo>
                  <a:lnTo>
                    <a:pt x="15792" y="60158"/>
                  </a:lnTo>
                  <a:lnTo>
                    <a:pt x="18048" y="56398"/>
                  </a:lnTo>
                  <a:lnTo>
                    <a:pt x="20303" y="54894"/>
                  </a:lnTo>
                  <a:lnTo>
                    <a:pt x="21807" y="53390"/>
                  </a:lnTo>
                  <a:lnTo>
                    <a:pt x="27823" y="51886"/>
                  </a:lnTo>
                  <a:lnTo>
                    <a:pt x="36095" y="49630"/>
                  </a:lnTo>
                  <a:lnTo>
                    <a:pt x="40607" y="47374"/>
                  </a:lnTo>
                  <a:lnTo>
                    <a:pt x="45871" y="39855"/>
                  </a:lnTo>
                  <a:lnTo>
                    <a:pt x="51135" y="33839"/>
                  </a:lnTo>
                  <a:lnTo>
                    <a:pt x="56398" y="30079"/>
                  </a:lnTo>
                  <a:lnTo>
                    <a:pt x="60910" y="26319"/>
                  </a:lnTo>
                  <a:lnTo>
                    <a:pt x="62414" y="24063"/>
                  </a:lnTo>
                  <a:lnTo>
                    <a:pt x="63918" y="21807"/>
                  </a:lnTo>
                  <a:lnTo>
                    <a:pt x="63918" y="20303"/>
                  </a:lnTo>
                  <a:lnTo>
                    <a:pt x="63166" y="18048"/>
                  </a:lnTo>
                  <a:lnTo>
                    <a:pt x="63918" y="15791"/>
                  </a:lnTo>
                  <a:lnTo>
                    <a:pt x="64670" y="12032"/>
                  </a:lnTo>
                  <a:lnTo>
                    <a:pt x="64670" y="10528"/>
                  </a:lnTo>
                  <a:lnTo>
                    <a:pt x="64670" y="9024"/>
                  </a:lnTo>
                  <a:lnTo>
                    <a:pt x="65422" y="7520"/>
                  </a:lnTo>
                  <a:lnTo>
                    <a:pt x="69934" y="4512"/>
                  </a:lnTo>
                  <a:lnTo>
                    <a:pt x="72190" y="3760"/>
                  </a:lnTo>
                  <a:lnTo>
                    <a:pt x="73694" y="4512"/>
                  </a:lnTo>
                  <a:lnTo>
                    <a:pt x="76701" y="7520"/>
                  </a:lnTo>
                  <a:lnTo>
                    <a:pt x="77454" y="8272"/>
                  </a:lnTo>
                  <a:lnTo>
                    <a:pt x="77454" y="9776"/>
                  </a:lnTo>
                  <a:lnTo>
                    <a:pt x="78205" y="11280"/>
                  </a:lnTo>
                  <a:lnTo>
                    <a:pt x="81214" y="14288"/>
                  </a:lnTo>
                  <a:lnTo>
                    <a:pt x="81965" y="15791"/>
                  </a:lnTo>
                  <a:lnTo>
                    <a:pt x="81965" y="17296"/>
                  </a:lnTo>
                  <a:lnTo>
                    <a:pt x="81965" y="18799"/>
                  </a:lnTo>
                  <a:lnTo>
                    <a:pt x="82717" y="20303"/>
                  </a:lnTo>
                  <a:lnTo>
                    <a:pt x="83469" y="21807"/>
                  </a:lnTo>
                  <a:lnTo>
                    <a:pt x="84973" y="23311"/>
                  </a:lnTo>
                  <a:lnTo>
                    <a:pt x="87229" y="23311"/>
                  </a:lnTo>
                  <a:lnTo>
                    <a:pt x="89485" y="23311"/>
                  </a:lnTo>
                  <a:lnTo>
                    <a:pt x="91741" y="22559"/>
                  </a:lnTo>
                  <a:lnTo>
                    <a:pt x="98509" y="18048"/>
                  </a:lnTo>
                  <a:lnTo>
                    <a:pt x="100013" y="17296"/>
                  </a:lnTo>
                  <a:lnTo>
                    <a:pt x="102269" y="16544"/>
                  </a:lnTo>
                  <a:lnTo>
                    <a:pt x="105276" y="16544"/>
                  </a:lnTo>
                  <a:lnTo>
                    <a:pt x="108284" y="16544"/>
                  </a:lnTo>
                  <a:lnTo>
                    <a:pt x="111292" y="20303"/>
                  </a:lnTo>
                  <a:lnTo>
                    <a:pt x="112796" y="23311"/>
                  </a:lnTo>
                  <a:lnTo>
                    <a:pt x="113548" y="24815"/>
                  </a:lnTo>
                  <a:lnTo>
                    <a:pt x="115052" y="26319"/>
                  </a:lnTo>
                  <a:lnTo>
                    <a:pt x="118812" y="27071"/>
                  </a:lnTo>
                  <a:lnTo>
                    <a:pt x="121068" y="27823"/>
                  </a:lnTo>
                  <a:lnTo>
                    <a:pt x="127836" y="31583"/>
                  </a:lnTo>
                  <a:lnTo>
                    <a:pt x="159419" y="62414"/>
                  </a:lnTo>
                  <a:lnTo>
                    <a:pt x="167691" y="66926"/>
                  </a:lnTo>
                  <a:lnTo>
                    <a:pt x="169946" y="67678"/>
                  </a:lnTo>
                  <a:lnTo>
                    <a:pt x="178970" y="69182"/>
                  </a:lnTo>
                  <a:lnTo>
                    <a:pt x="183482" y="69934"/>
                  </a:lnTo>
                  <a:lnTo>
                    <a:pt x="187242" y="72190"/>
                  </a:lnTo>
                  <a:lnTo>
                    <a:pt x="192506" y="78205"/>
                  </a:lnTo>
                  <a:lnTo>
                    <a:pt x="194010" y="78957"/>
                  </a:lnTo>
                  <a:lnTo>
                    <a:pt x="196265" y="79709"/>
                  </a:lnTo>
                  <a:lnTo>
                    <a:pt x="201529" y="69934"/>
                  </a:lnTo>
                  <a:lnTo>
                    <a:pt x="205289" y="66926"/>
                  </a:lnTo>
                  <a:lnTo>
                    <a:pt x="209049" y="66174"/>
                  </a:lnTo>
                  <a:lnTo>
                    <a:pt x="212809" y="65422"/>
                  </a:lnTo>
                  <a:lnTo>
                    <a:pt x="239880" y="68430"/>
                  </a:lnTo>
                  <a:lnTo>
                    <a:pt x="241384" y="68430"/>
                  </a:lnTo>
                  <a:lnTo>
                    <a:pt x="242888" y="69182"/>
                  </a:lnTo>
                  <a:lnTo>
                    <a:pt x="246648" y="70686"/>
                  </a:lnTo>
                  <a:lnTo>
                    <a:pt x="248904" y="70686"/>
                  </a:lnTo>
                  <a:lnTo>
                    <a:pt x="250408" y="69934"/>
                  </a:lnTo>
                  <a:lnTo>
                    <a:pt x="251911" y="69182"/>
                  </a:lnTo>
                  <a:lnTo>
                    <a:pt x="253415" y="67678"/>
                  </a:lnTo>
                  <a:lnTo>
                    <a:pt x="257175" y="65422"/>
                  </a:lnTo>
                  <a:lnTo>
                    <a:pt x="262439" y="63166"/>
                  </a:lnTo>
                  <a:lnTo>
                    <a:pt x="267703" y="59406"/>
                  </a:lnTo>
                  <a:lnTo>
                    <a:pt x="269959" y="57902"/>
                  </a:lnTo>
                  <a:lnTo>
                    <a:pt x="272215" y="57150"/>
                  </a:lnTo>
                  <a:lnTo>
                    <a:pt x="285750" y="56398"/>
                  </a:lnTo>
                  <a:lnTo>
                    <a:pt x="298534" y="47374"/>
                  </a:lnTo>
                  <a:lnTo>
                    <a:pt x="299286" y="45118"/>
                  </a:lnTo>
                  <a:lnTo>
                    <a:pt x="300789" y="42111"/>
                  </a:lnTo>
                  <a:lnTo>
                    <a:pt x="300789" y="39855"/>
                  </a:lnTo>
                  <a:lnTo>
                    <a:pt x="302294" y="38351"/>
                  </a:lnTo>
                  <a:lnTo>
                    <a:pt x="319589" y="27823"/>
                  </a:lnTo>
                  <a:lnTo>
                    <a:pt x="321093" y="26319"/>
                  </a:lnTo>
                  <a:lnTo>
                    <a:pt x="321845" y="25567"/>
                  </a:lnTo>
                  <a:lnTo>
                    <a:pt x="321093" y="24815"/>
                  </a:lnTo>
                  <a:lnTo>
                    <a:pt x="321093" y="24063"/>
                  </a:lnTo>
                  <a:lnTo>
                    <a:pt x="320341" y="23311"/>
                  </a:lnTo>
                  <a:lnTo>
                    <a:pt x="320341" y="21807"/>
                  </a:lnTo>
                  <a:lnTo>
                    <a:pt x="320341" y="20303"/>
                  </a:lnTo>
                  <a:lnTo>
                    <a:pt x="321093" y="19551"/>
                  </a:lnTo>
                  <a:lnTo>
                    <a:pt x="324853" y="18799"/>
                  </a:lnTo>
                  <a:lnTo>
                    <a:pt x="327861" y="15039"/>
                  </a:lnTo>
                  <a:lnTo>
                    <a:pt x="336132" y="9024"/>
                  </a:lnTo>
                  <a:lnTo>
                    <a:pt x="337636" y="9024"/>
                  </a:lnTo>
                  <a:lnTo>
                    <a:pt x="339140" y="8272"/>
                  </a:lnTo>
                  <a:lnTo>
                    <a:pt x="340644" y="10528"/>
                  </a:lnTo>
                  <a:lnTo>
                    <a:pt x="342900" y="11280"/>
                  </a:lnTo>
                  <a:lnTo>
                    <a:pt x="344404" y="10528"/>
                  </a:lnTo>
                  <a:lnTo>
                    <a:pt x="351924" y="7520"/>
                  </a:lnTo>
                  <a:lnTo>
                    <a:pt x="356436" y="6016"/>
                  </a:lnTo>
                  <a:lnTo>
                    <a:pt x="363204" y="6016"/>
                  </a:lnTo>
                  <a:lnTo>
                    <a:pt x="366211" y="5264"/>
                  </a:lnTo>
                  <a:lnTo>
                    <a:pt x="368467" y="5264"/>
                  </a:lnTo>
                  <a:lnTo>
                    <a:pt x="369219" y="6016"/>
                  </a:lnTo>
                  <a:lnTo>
                    <a:pt x="369219" y="7520"/>
                  </a:lnTo>
                  <a:lnTo>
                    <a:pt x="369219" y="9024"/>
                  </a:lnTo>
                  <a:lnTo>
                    <a:pt x="370723" y="9776"/>
                  </a:lnTo>
                  <a:lnTo>
                    <a:pt x="373731" y="10528"/>
                  </a:lnTo>
                  <a:lnTo>
                    <a:pt x="377491" y="12784"/>
                  </a:lnTo>
                  <a:lnTo>
                    <a:pt x="380499" y="12784"/>
                  </a:lnTo>
                  <a:lnTo>
                    <a:pt x="382755" y="12784"/>
                  </a:lnTo>
                  <a:lnTo>
                    <a:pt x="384259" y="12032"/>
                  </a:lnTo>
                  <a:lnTo>
                    <a:pt x="394786" y="5264"/>
                  </a:lnTo>
                  <a:lnTo>
                    <a:pt x="397042" y="4512"/>
                  </a:lnTo>
                  <a:lnTo>
                    <a:pt x="412082" y="0"/>
                  </a:lnTo>
                  <a:lnTo>
                    <a:pt x="415842" y="0"/>
                  </a:lnTo>
                  <a:lnTo>
                    <a:pt x="418098" y="0"/>
                  </a:lnTo>
                  <a:lnTo>
                    <a:pt x="418849" y="752"/>
                  </a:lnTo>
                  <a:lnTo>
                    <a:pt x="418849" y="1504"/>
                  </a:lnTo>
                  <a:lnTo>
                    <a:pt x="418849" y="2256"/>
                  </a:lnTo>
                  <a:lnTo>
                    <a:pt x="419602" y="3760"/>
                  </a:lnTo>
                  <a:lnTo>
                    <a:pt x="421105" y="3760"/>
                  </a:lnTo>
                  <a:lnTo>
                    <a:pt x="426369" y="5264"/>
                  </a:lnTo>
                  <a:lnTo>
                    <a:pt x="430129" y="7520"/>
                  </a:lnTo>
                  <a:lnTo>
                    <a:pt x="444417" y="7520"/>
                  </a:lnTo>
                  <a:lnTo>
                    <a:pt x="458704" y="10528"/>
                  </a:lnTo>
                  <a:lnTo>
                    <a:pt x="463216" y="10528"/>
                  </a:lnTo>
                  <a:lnTo>
                    <a:pt x="464720" y="10528"/>
                  </a:lnTo>
                  <a:lnTo>
                    <a:pt x="466976" y="12032"/>
                  </a:lnTo>
                  <a:lnTo>
                    <a:pt x="460960" y="24063"/>
                  </a:lnTo>
                  <a:lnTo>
                    <a:pt x="454944" y="32335"/>
                  </a:lnTo>
                  <a:lnTo>
                    <a:pt x="450432" y="42863"/>
                  </a:lnTo>
                  <a:lnTo>
                    <a:pt x="445921" y="48878"/>
                  </a:lnTo>
                  <a:lnTo>
                    <a:pt x="443664" y="54894"/>
                  </a:lnTo>
                  <a:lnTo>
                    <a:pt x="430129" y="72190"/>
                  </a:lnTo>
                  <a:lnTo>
                    <a:pt x="427121" y="75197"/>
                  </a:lnTo>
                  <a:lnTo>
                    <a:pt x="427121" y="73694"/>
                  </a:lnTo>
                  <a:lnTo>
                    <a:pt x="423362" y="75949"/>
                  </a:lnTo>
                  <a:lnTo>
                    <a:pt x="419602" y="78205"/>
                  </a:lnTo>
                  <a:lnTo>
                    <a:pt x="416594" y="81965"/>
                  </a:lnTo>
                  <a:lnTo>
                    <a:pt x="415842" y="84973"/>
                  </a:lnTo>
                  <a:lnTo>
                    <a:pt x="415090" y="87229"/>
                  </a:lnTo>
                  <a:lnTo>
                    <a:pt x="403058" y="105276"/>
                  </a:lnTo>
                  <a:lnTo>
                    <a:pt x="401554" y="106780"/>
                  </a:lnTo>
                  <a:lnTo>
                    <a:pt x="394034" y="112044"/>
                  </a:lnTo>
                  <a:lnTo>
                    <a:pt x="390275" y="113548"/>
                  </a:lnTo>
                  <a:lnTo>
                    <a:pt x="387266" y="118812"/>
                  </a:lnTo>
                  <a:lnTo>
                    <a:pt x="384259" y="128588"/>
                  </a:lnTo>
                  <a:lnTo>
                    <a:pt x="382755" y="128588"/>
                  </a:lnTo>
                  <a:lnTo>
                    <a:pt x="381251" y="129340"/>
                  </a:lnTo>
                  <a:lnTo>
                    <a:pt x="377491" y="129340"/>
                  </a:lnTo>
                  <a:lnTo>
                    <a:pt x="375987" y="130092"/>
                  </a:lnTo>
                  <a:lnTo>
                    <a:pt x="374483" y="130844"/>
                  </a:lnTo>
                  <a:lnTo>
                    <a:pt x="372227" y="133099"/>
                  </a:lnTo>
                  <a:lnTo>
                    <a:pt x="374483" y="129340"/>
                  </a:lnTo>
                  <a:lnTo>
                    <a:pt x="376739" y="126332"/>
                  </a:lnTo>
                  <a:lnTo>
                    <a:pt x="376739" y="124076"/>
                  </a:lnTo>
                  <a:lnTo>
                    <a:pt x="373731" y="118812"/>
                  </a:lnTo>
                  <a:lnTo>
                    <a:pt x="372979" y="117308"/>
                  </a:lnTo>
                  <a:lnTo>
                    <a:pt x="370723" y="115804"/>
                  </a:lnTo>
                  <a:lnTo>
                    <a:pt x="368467" y="115052"/>
                  </a:lnTo>
                  <a:lnTo>
                    <a:pt x="366964" y="117308"/>
                  </a:lnTo>
                  <a:lnTo>
                    <a:pt x="366964" y="118060"/>
                  </a:lnTo>
                  <a:lnTo>
                    <a:pt x="369219" y="121820"/>
                  </a:lnTo>
                  <a:lnTo>
                    <a:pt x="369971" y="124076"/>
                  </a:lnTo>
                  <a:lnTo>
                    <a:pt x="369971" y="127836"/>
                  </a:lnTo>
                  <a:lnTo>
                    <a:pt x="369219" y="129340"/>
                  </a:lnTo>
                  <a:lnTo>
                    <a:pt x="368467" y="130092"/>
                  </a:lnTo>
                  <a:lnTo>
                    <a:pt x="366964" y="130844"/>
                  </a:lnTo>
                  <a:lnTo>
                    <a:pt x="360947" y="137611"/>
                  </a:lnTo>
                  <a:lnTo>
                    <a:pt x="360196" y="138363"/>
                  </a:lnTo>
                  <a:lnTo>
                    <a:pt x="357940" y="135355"/>
                  </a:lnTo>
                  <a:lnTo>
                    <a:pt x="357188" y="132347"/>
                  </a:lnTo>
                  <a:lnTo>
                    <a:pt x="357188" y="130844"/>
                  </a:lnTo>
                  <a:lnTo>
                    <a:pt x="351924" y="123324"/>
                  </a:lnTo>
                  <a:lnTo>
                    <a:pt x="352676" y="121068"/>
                  </a:lnTo>
                  <a:lnTo>
                    <a:pt x="350420" y="118812"/>
                  </a:lnTo>
                  <a:lnTo>
                    <a:pt x="347412" y="117308"/>
                  </a:lnTo>
                  <a:lnTo>
                    <a:pt x="343652" y="118812"/>
                  </a:lnTo>
                  <a:lnTo>
                    <a:pt x="345908" y="121820"/>
                  </a:lnTo>
                  <a:lnTo>
                    <a:pt x="349668" y="124076"/>
                  </a:lnTo>
                  <a:lnTo>
                    <a:pt x="351924" y="126332"/>
                  </a:lnTo>
                  <a:lnTo>
                    <a:pt x="353428" y="128588"/>
                  </a:lnTo>
                  <a:lnTo>
                    <a:pt x="356436" y="140619"/>
                  </a:lnTo>
                  <a:lnTo>
                    <a:pt x="357188" y="141371"/>
                  </a:lnTo>
                  <a:lnTo>
                    <a:pt x="359444" y="142123"/>
                  </a:lnTo>
                  <a:lnTo>
                    <a:pt x="360196" y="141371"/>
                  </a:lnTo>
                  <a:lnTo>
                    <a:pt x="360196" y="139867"/>
                  </a:lnTo>
                  <a:lnTo>
                    <a:pt x="360947" y="139115"/>
                  </a:lnTo>
                  <a:lnTo>
                    <a:pt x="365460" y="138363"/>
                  </a:lnTo>
                  <a:lnTo>
                    <a:pt x="367715" y="137611"/>
                  </a:lnTo>
                  <a:lnTo>
                    <a:pt x="369219" y="136107"/>
                  </a:lnTo>
                  <a:lnTo>
                    <a:pt x="366964" y="139867"/>
                  </a:lnTo>
                  <a:lnTo>
                    <a:pt x="359444" y="147387"/>
                  </a:lnTo>
                  <a:lnTo>
                    <a:pt x="356436" y="156411"/>
                  </a:lnTo>
                  <a:lnTo>
                    <a:pt x="352676" y="160171"/>
                  </a:lnTo>
                  <a:lnTo>
                    <a:pt x="345908" y="165434"/>
                  </a:lnTo>
                  <a:lnTo>
                    <a:pt x="342148" y="173706"/>
                  </a:lnTo>
                  <a:lnTo>
                    <a:pt x="341396" y="175210"/>
                  </a:lnTo>
                  <a:lnTo>
                    <a:pt x="339892" y="175962"/>
                  </a:lnTo>
                  <a:lnTo>
                    <a:pt x="338388" y="178218"/>
                  </a:lnTo>
                  <a:lnTo>
                    <a:pt x="333125" y="188745"/>
                  </a:lnTo>
                  <a:lnTo>
                    <a:pt x="330868" y="191002"/>
                  </a:lnTo>
                  <a:lnTo>
                    <a:pt x="324853" y="193257"/>
                  </a:lnTo>
                  <a:lnTo>
                    <a:pt x="317333" y="203033"/>
                  </a:lnTo>
                  <a:lnTo>
                    <a:pt x="300038" y="217321"/>
                  </a:lnTo>
                  <a:lnTo>
                    <a:pt x="295526" y="221832"/>
                  </a:lnTo>
                  <a:lnTo>
                    <a:pt x="294774" y="224840"/>
                  </a:lnTo>
                  <a:lnTo>
                    <a:pt x="294022" y="227848"/>
                  </a:lnTo>
                  <a:lnTo>
                    <a:pt x="294022" y="230104"/>
                  </a:lnTo>
                  <a:lnTo>
                    <a:pt x="294774" y="230856"/>
                  </a:lnTo>
                  <a:lnTo>
                    <a:pt x="294774" y="231608"/>
                  </a:lnTo>
                  <a:lnTo>
                    <a:pt x="294022" y="233112"/>
                  </a:lnTo>
                  <a:lnTo>
                    <a:pt x="276727" y="256423"/>
                  </a:lnTo>
                  <a:lnTo>
                    <a:pt x="275223" y="252663"/>
                  </a:lnTo>
                  <a:lnTo>
                    <a:pt x="273719" y="245895"/>
                  </a:lnTo>
                  <a:lnTo>
                    <a:pt x="272967" y="244391"/>
                  </a:lnTo>
                  <a:lnTo>
                    <a:pt x="269207" y="242136"/>
                  </a:lnTo>
                  <a:lnTo>
                    <a:pt x="268455" y="241384"/>
                  </a:lnTo>
                  <a:lnTo>
                    <a:pt x="259431" y="243640"/>
                  </a:lnTo>
                  <a:lnTo>
                    <a:pt x="254167" y="243640"/>
                  </a:lnTo>
                  <a:lnTo>
                    <a:pt x="252663" y="242136"/>
                  </a:lnTo>
                  <a:lnTo>
                    <a:pt x="252663" y="238376"/>
                  </a:lnTo>
                  <a:lnTo>
                    <a:pt x="253415" y="233112"/>
                  </a:lnTo>
                  <a:lnTo>
                    <a:pt x="253415" y="230104"/>
                  </a:lnTo>
                  <a:lnTo>
                    <a:pt x="251911" y="227096"/>
                  </a:lnTo>
                  <a:lnTo>
                    <a:pt x="249655" y="224088"/>
                  </a:lnTo>
                  <a:lnTo>
                    <a:pt x="244391" y="218072"/>
                  </a:lnTo>
                  <a:lnTo>
                    <a:pt x="242136" y="217321"/>
                  </a:lnTo>
                  <a:lnTo>
                    <a:pt x="239128" y="218072"/>
                  </a:lnTo>
                  <a:lnTo>
                    <a:pt x="236872" y="221080"/>
                  </a:lnTo>
                  <a:lnTo>
                    <a:pt x="235368" y="221080"/>
                  </a:lnTo>
                  <a:lnTo>
                    <a:pt x="234616" y="221080"/>
                  </a:lnTo>
                  <a:lnTo>
                    <a:pt x="228600" y="218824"/>
                  </a:lnTo>
                  <a:lnTo>
                    <a:pt x="224840" y="215065"/>
                  </a:lnTo>
                  <a:lnTo>
                    <a:pt x="222584" y="213561"/>
                  </a:lnTo>
                  <a:lnTo>
                    <a:pt x="216569" y="212809"/>
                  </a:lnTo>
                  <a:lnTo>
                    <a:pt x="213561" y="212057"/>
                  </a:lnTo>
                  <a:lnTo>
                    <a:pt x="212057" y="209801"/>
                  </a:lnTo>
                  <a:lnTo>
                    <a:pt x="211305" y="207545"/>
                  </a:lnTo>
                  <a:lnTo>
                    <a:pt x="209801" y="204537"/>
                  </a:lnTo>
                  <a:lnTo>
                    <a:pt x="206793" y="201529"/>
                  </a:lnTo>
                  <a:lnTo>
                    <a:pt x="205289" y="200025"/>
                  </a:lnTo>
                  <a:lnTo>
                    <a:pt x="199273" y="198521"/>
                  </a:lnTo>
                  <a:lnTo>
                    <a:pt x="197017" y="197017"/>
                  </a:lnTo>
                  <a:lnTo>
                    <a:pt x="196265" y="194761"/>
                  </a:lnTo>
                  <a:lnTo>
                    <a:pt x="195513" y="181226"/>
                  </a:lnTo>
                  <a:lnTo>
                    <a:pt x="194761" y="178218"/>
                  </a:lnTo>
                  <a:lnTo>
                    <a:pt x="192506" y="175210"/>
                  </a:lnTo>
                  <a:lnTo>
                    <a:pt x="189497" y="173706"/>
                  </a:lnTo>
                  <a:lnTo>
                    <a:pt x="186490" y="174458"/>
                  </a:lnTo>
                  <a:lnTo>
                    <a:pt x="183482" y="175962"/>
                  </a:lnTo>
                  <a:lnTo>
                    <a:pt x="180474" y="175210"/>
                  </a:lnTo>
                  <a:lnTo>
                    <a:pt x="178218" y="173706"/>
                  </a:lnTo>
                  <a:lnTo>
                    <a:pt x="169194" y="165434"/>
                  </a:lnTo>
                  <a:lnTo>
                    <a:pt x="164682" y="163930"/>
                  </a:lnTo>
                  <a:lnTo>
                    <a:pt x="159419" y="162426"/>
                  </a:lnTo>
                  <a:lnTo>
                    <a:pt x="157914" y="162426"/>
                  </a:lnTo>
                  <a:lnTo>
                    <a:pt x="155659" y="163178"/>
                  </a:lnTo>
                  <a:lnTo>
                    <a:pt x="154155" y="163178"/>
                  </a:lnTo>
                  <a:lnTo>
                    <a:pt x="152651" y="161674"/>
                  </a:lnTo>
                  <a:lnTo>
                    <a:pt x="151899" y="160923"/>
                  </a:lnTo>
                  <a:lnTo>
                    <a:pt x="150395" y="157914"/>
                  </a:lnTo>
                  <a:lnTo>
                    <a:pt x="149643" y="156411"/>
                  </a:lnTo>
                  <a:lnTo>
                    <a:pt x="142123" y="148891"/>
                  </a:lnTo>
                  <a:lnTo>
                    <a:pt x="138363" y="146635"/>
                  </a:lnTo>
                  <a:lnTo>
                    <a:pt x="132348" y="143627"/>
                  </a:lnTo>
                  <a:lnTo>
                    <a:pt x="121068" y="140619"/>
                  </a:lnTo>
                  <a:lnTo>
                    <a:pt x="115804" y="138363"/>
                  </a:lnTo>
                  <a:lnTo>
                    <a:pt x="112044" y="139115"/>
                  </a:lnTo>
                  <a:lnTo>
                    <a:pt x="108284" y="139115"/>
                  </a:lnTo>
                  <a:lnTo>
                    <a:pt x="104525" y="138363"/>
                  </a:lnTo>
                  <a:lnTo>
                    <a:pt x="101516" y="136859"/>
                  </a:lnTo>
                  <a:lnTo>
                    <a:pt x="93245" y="131595"/>
                  </a:lnTo>
                  <a:lnTo>
                    <a:pt x="88733" y="129340"/>
                  </a:lnTo>
                  <a:lnTo>
                    <a:pt x="84221" y="124828"/>
                  </a:lnTo>
                  <a:lnTo>
                    <a:pt x="81214" y="123324"/>
                  </a:lnTo>
                  <a:lnTo>
                    <a:pt x="70686" y="122572"/>
                  </a:lnTo>
                  <a:lnTo>
                    <a:pt x="66926" y="123324"/>
                  </a:lnTo>
                  <a:lnTo>
                    <a:pt x="65422" y="118812"/>
                  </a:lnTo>
                  <a:lnTo>
                    <a:pt x="60158" y="116556"/>
                  </a:lnTo>
                  <a:lnTo>
                    <a:pt x="55646" y="114300"/>
                  </a:lnTo>
                  <a:lnTo>
                    <a:pt x="53390" y="112044"/>
                  </a:lnTo>
                  <a:lnTo>
                    <a:pt x="51135" y="110540"/>
                  </a:lnTo>
                  <a:lnTo>
                    <a:pt x="37599" y="107532"/>
                  </a:lnTo>
                  <a:lnTo>
                    <a:pt x="36095" y="106028"/>
                  </a:lnTo>
                  <a:lnTo>
                    <a:pt x="34591" y="103773"/>
                  </a:lnTo>
                  <a:lnTo>
                    <a:pt x="33839" y="101516"/>
                  </a:lnTo>
                  <a:lnTo>
                    <a:pt x="33839" y="98509"/>
                  </a:lnTo>
                  <a:lnTo>
                    <a:pt x="32335" y="97757"/>
                  </a:lnTo>
                  <a:lnTo>
                    <a:pt x="24063" y="94749"/>
                  </a:lnTo>
                  <a:lnTo>
                    <a:pt x="22559" y="93997"/>
                  </a:lnTo>
                  <a:lnTo>
                    <a:pt x="20303" y="92493"/>
                  </a:lnTo>
                  <a:lnTo>
                    <a:pt x="17296" y="91741"/>
                  </a:lnTo>
                  <a:lnTo>
                    <a:pt x="12032" y="91741"/>
                  </a:lnTo>
                  <a:lnTo>
                    <a:pt x="9776" y="90989"/>
                  </a:lnTo>
                  <a:lnTo>
                    <a:pt x="8272" y="90989"/>
                  </a:lnTo>
                  <a:lnTo>
                    <a:pt x="6768" y="89485"/>
                  </a:lnTo>
                  <a:lnTo>
                    <a:pt x="5264" y="88733"/>
                  </a:lnTo>
                  <a:lnTo>
                    <a:pt x="5264" y="87981"/>
                  </a:lnTo>
                  <a:lnTo>
                    <a:pt x="5264" y="87229"/>
                  </a:lnTo>
                  <a:lnTo>
                    <a:pt x="4512" y="85725"/>
                  </a:lnTo>
                  <a:lnTo>
                    <a:pt x="0" y="75949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9" name="Forma Livre: Forma 228">
              <a:extLst>
                <a:ext uri="{FF2B5EF4-FFF2-40B4-BE49-F238E27FC236}">
                  <a16:creationId xmlns:a16="http://schemas.microsoft.com/office/drawing/2014/main" id="{BC0F0CB3-E6FB-A3BE-8669-00E524846C5B}"/>
                </a:ext>
              </a:extLst>
            </p:cNvPr>
            <p:cNvSpPr/>
            <p:nvPr/>
          </p:nvSpPr>
          <p:spPr>
            <a:xfrm>
              <a:off x="9273389" y="3659856"/>
              <a:ext cx="278230" cy="314325"/>
            </a:xfrm>
            <a:custGeom>
              <a:avLst/>
              <a:gdLst>
                <a:gd name="csX0" fmla="*/ 37599 w 278230"/>
                <a:gd name="csY0" fmla="*/ 0 h 314325"/>
                <a:gd name="csX1" fmla="*/ 39102 w 278230"/>
                <a:gd name="csY1" fmla="*/ 1504 h 314325"/>
                <a:gd name="csX2" fmla="*/ 52638 w 278230"/>
                <a:gd name="csY2" fmla="*/ 4512 h 314325"/>
                <a:gd name="csX3" fmla="*/ 54894 w 278230"/>
                <a:gd name="csY3" fmla="*/ 6016 h 314325"/>
                <a:gd name="csX4" fmla="*/ 57150 w 278230"/>
                <a:gd name="csY4" fmla="*/ 8272 h 314325"/>
                <a:gd name="csX5" fmla="*/ 61661 w 278230"/>
                <a:gd name="csY5" fmla="*/ 10528 h 314325"/>
                <a:gd name="csX6" fmla="*/ 66925 w 278230"/>
                <a:gd name="csY6" fmla="*/ 12784 h 314325"/>
                <a:gd name="csX7" fmla="*/ 68429 w 278230"/>
                <a:gd name="csY7" fmla="*/ 17296 h 314325"/>
                <a:gd name="csX8" fmla="*/ 72189 w 278230"/>
                <a:gd name="csY8" fmla="*/ 16544 h 314325"/>
                <a:gd name="csX9" fmla="*/ 82717 w 278230"/>
                <a:gd name="csY9" fmla="*/ 17296 h 314325"/>
                <a:gd name="csX10" fmla="*/ 85725 w 278230"/>
                <a:gd name="csY10" fmla="*/ 18799 h 314325"/>
                <a:gd name="csX11" fmla="*/ 90237 w 278230"/>
                <a:gd name="csY11" fmla="*/ 23311 h 314325"/>
                <a:gd name="csX12" fmla="*/ 94749 w 278230"/>
                <a:gd name="csY12" fmla="*/ 25567 h 314325"/>
                <a:gd name="csX13" fmla="*/ 103020 w 278230"/>
                <a:gd name="csY13" fmla="*/ 30831 h 314325"/>
                <a:gd name="csX14" fmla="*/ 106028 w 278230"/>
                <a:gd name="csY14" fmla="*/ 32335 h 314325"/>
                <a:gd name="csX15" fmla="*/ 109788 w 278230"/>
                <a:gd name="csY15" fmla="*/ 33087 h 314325"/>
                <a:gd name="csX16" fmla="*/ 113548 w 278230"/>
                <a:gd name="csY16" fmla="*/ 33087 h 314325"/>
                <a:gd name="csX17" fmla="*/ 117308 w 278230"/>
                <a:gd name="csY17" fmla="*/ 32335 h 314325"/>
                <a:gd name="csX18" fmla="*/ 122572 w 278230"/>
                <a:gd name="csY18" fmla="*/ 34591 h 314325"/>
                <a:gd name="csX19" fmla="*/ 133851 w 278230"/>
                <a:gd name="csY19" fmla="*/ 37599 h 314325"/>
                <a:gd name="csX20" fmla="*/ 139867 w 278230"/>
                <a:gd name="csY20" fmla="*/ 40607 h 314325"/>
                <a:gd name="csX21" fmla="*/ 143627 w 278230"/>
                <a:gd name="csY21" fmla="*/ 42863 h 314325"/>
                <a:gd name="csX22" fmla="*/ 151147 w 278230"/>
                <a:gd name="csY22" fmla="*/ 50382 h 314325"/>
                <a:gd name="csX23" fmla="*/ 151898 w 278230"/>
                <a:gd name="csY23" fmla="*/ 51886 h 314325"/>
                <a:gd name="csX24" fmla="*/ 153402 w 278230"/>
                <a:gd name="csY24" fmla="*/ 54894 h 314325"/>
                <a:gd name="csX25" fmla="*/ 154155 w 278230"/>
                <a:gd name="csY25" fmla="*/ 55646 h 314325"/>
                <a:gd name="csX26" fmla="*/ 155658 w 278230"/>
                <a:gd name="csY26" fmla="*/ 57150 h 314325"/>
                <a:gd name="csX27" fmla="*/ 157162 w 278230"/>
                <a:gd name="csY27" fmla="*/ 57150 h 314325"/>
                <a:gd name="csX28" fmla="*/ 159418 w 278230"/>
                <a:gd name="csY28" fmla="*/ 56398 h 314325"/>
                <a:gd name="csX29" fmla="*/ 160922 w 278230"/>
                <a:gd name="csY29" fmla="*/ 56398 h 314325"/>
                <a:gd name="csX30" fmla="*/ 166186 w 278230"/>
                <a:gd name="csY30" fmla="*/ 57902 h 314325"/>
                <a:gd name="csX31" fmla="*/ 170698 w 278230"/>
                <a:gd name="csY31" fmla="*/ 59406 h 314325"/>
                <a:gd name="csX32" fmla="*/ 179721 w 278230"/>
                <a:gd name="csY32" fmla="*/ 67678 h 314325"/>
                <a:gd name="csX33" fmla="*/ 181977 w 278230"/>
                <a:gd name="csY33" fmla="*/ 69182 h 314325"/>
                <a:gd name="csX34" fmla="*/ 184985 w 278230"/>
                <a:gd name="csY34" fmla="*/ 69934 h 314325"/>
                <a:gd name="csX35" fmla="*/ 187993 w 278230"/>
                <a:gd name="csY35" fmla="*/ 68430 h 314325"/>
                <a:gd name="csX36" fmla="*/ 191001 w 278230"/>
                <a:gd name="csY36" fmla="*/ 67678 h 314325"/>
                <a:gd name="csX37" fmla="*/ 194009 w 278230"/>
                <a:gd name="csY37" fmla="*/ 69182 h 314325"/>
                <a:gd name="csX38" fmla="*/ 196265 w 278230"/>
                <a:gd name="csY38" fmla="*/ 72190 h 314325"/>
                <a:gd name="csX39" fmla="*/ 197017 w 278230"/>
                <a:gd name="csY39" fmla="*/ 75197 h 314325"/>
                <a:gd name="csX40" fmla="*/ 197769 w 278230"/>
                <a:gd name="csY40" fmla="*/ 88733 h 314325"/>
                <a:gd name="csX41" fmla="*/ 198521 w 278230"/>
                <a:gd name="csY41" fmla="*/ 90989 h 314325"/>
                <a:gd name="csX42" fmla="*/ 200777 w 278230"/>
                <a:gd name="csY42" fmla="*/ 92493 h 314325"/>
                <a:gd name="csX43" fmla="*/ 206793 w 278230"/>
                <a:gd name="csY43" fmla="*/ 93997 h 314325"/>
                <a:gd name="csX44" fmla="*/ 208296 w 278230"/>
                <a:gd name="csY44" fmla="*/ 95501 h 314325"/>
                <a:gd name="csX45" fmla="*/ 211304 w 278230"/>
                <a:gd name="csY45" fmla="*/ 98509 h 314325"/>
                <a:gd name="csX46" fmla="*/ 212808 w 278230"/>
                <a:gd name="csY46" fmla="*/ 101516 h 314325"/>
                <a:gd name="csX47" fmla="*/ 213560 w 278230"/>
                <a:gd name="csY47" fmla="*/ 103773 h 314325"/>
                <a:gd name="csX48" fmla="*/ 215064 w 278230"/>
                <a:gd name="csY48" fmla="*/ 106028 h 314325"/>
                <a:gd name="csX49" fmla="*/ 218072 w 278230"/>
                <a:gd name="csY49" fmla="*/ 106780 h 314325"/>
                <a:gd name="csX50" fmla="*/ 224088 w 278230"/>
                <a:gd name="csY50" fmla="*/ 107532 h 314325"/>
                <a:gd name="csX51" fmla="*/ 226344 w 278230"/>
                <a:gd name="csY51" fmla="*/ 109036 h 314325"/>
                <a:gd name="csX52" fmla="*/ 230104 w 278230"/>
                <a:gd name="csY52" fmla="*/ 112796 h 314325"/>
                <a:gd name="csX53" fmla="*/ 236119 w 278230"/>
                <a:gd name="csY53" fmla="*/ 115052 h 314325"/>
                <a:gd name="csX54" fmla="*/ 236872 w 278230"/>
                <a:gd name="csY54" fmla="*/ 115052 h 314325"/>
                <a:gd name="csX55" fmla="*/ 238375 w 278230"/>
                <a:gd name="csY55" fmla="*/ 115052 h 314325"/>
                <a:gd name="csX56" fmla="*/ 240632 w 278230"/>
                <a:gd name="csY56" fmla="*/ 112044 h 314325"/>
                <a:gd name="csX57" fmla="*/ 243639 w 278230"/>
                <a:gd name="csY57" fmla="*/ 111292 h 314325"/>
                <a:gd name="csX58" fmla="*/ 245895 w 278230"/>
                <a:gd name="csY58" fmla="*/ 112044 h 314325"/>
                <a:gd name="csX59" fmla="*/ 251159 w 278230"/>
                <a:gd name="csY59" fmla="*/ 118060 h 314325"/>
                <a:gd name="csX60" fmla="*/ 253415 w 278230"/>
                <a:gd name="csY60" fmla="*/ 121068 h 314325"/>
                <a:gd name="csX61" fmla="*/ 254919 w 278230"/>
                <a:gd name="csY61" fmla="*/ 124076 h 314325"/>
                <a:gd name="csX62" fmla="*/ 254919 w 278230"/>
                <a:gd name="csY62" fmla="*/ 127084 h 314325"/>
                <a:gd name="csX63" fmla="*/ 254167 w 278230"/>
                <a:gd name="csY63" fmla="*/ 132347 h 314325"/>
                <a:gd name="csX64" fmla="*/ 254167 w 278230"/>
                <a:gd name="csY64" fmla="*/ 136107 h 314325"/>
                <a:gd name="csX65" fmla="*/ 255671 w 278230"/>
                <a:gd name="csY65" fmla="*/ 137611 h 314325"/>
                <a:gd name="csX66" fmla="*/ 260935 w 278230"/>
                <a:gd name="csY66" fmla="*/ 137611 h 314325"/>
                <a:gd name="csX67" fmla="*/ 269958 w 278230"/>
                <a:gd name="csY67" fmla="*/ 135355 h 314325"/>
                <a:gd name="csX68" fmla="*/ 270711 w 278230"/>
                <a:gd name="csY68" fmla="*/ 136107 h 314325"/>
                <a:gd name="csX69" fmla="*/ 274470 w 278230"/>
                <a:gd name="csY69" fmla="*/ 138363 h 314325"/>
                <a:gd name="csX70" fmla="*/ 275222 w 278230"/>
                <a:gd name="csY70" fmla="*/ 139867 h 314325"/>
                <a:gd name="csX71" fmla="*/ 276726 w 278230"/>
                <a:gd name="csY71" fmla="*/ 146635 h 314325"/>
                <a:gd name="csX72" fmla="*/ 278230 w 278230"/>
                <a:gd name="csY72" fmla="*/ 150395 h 314325"/>
                <a:gd name="csX73" fmla="*/ 275974 w 278230"/>
                <a:gd name="csY73" fmla="*/ 151147 h 314325"/>
                <a:gd name="csX74" fmla="*/ 270711 w 278230"/>
                <a:gd name="csY74" fmla="*/ 152651 h 314325"/>
                <a:gd name="csX75" fmla="*/ 266198 w 278230"/>
                <a:gd name="csY75" fmla="*/ 153403 h 314325"/>
                <a:gd name="csX76" fmla="*/ 263191 w 278230"/>
                <a:gd name="csY76" fmla="*/ 154155 h 314325"/>
                <a:gd name="csX77" fmla="*/ 260935 w 278230"/>
                <a:gd name="csY77" fmla="*/ 154907 h 314325"/>
                <a:gd name="csX78" fmla="*/ 258679 w 278230"/>
                <a:gd name="csY78" fmla="*/ 156411 h 314325"/>
                <a:gd name="csX79" fmla="*/ 252663 w 278230"/>
                <a:gd name="csY79" fmla="*/ 157914 h 314325"/>
                <a:gd name="csX80" fmla="*/ 251911 w 278230"/>
                <a:gd name="csY80" fmla="*/ 157914 h 314325"/>
                <a:gd name="csX81" fmla="*/ 250407 w 278230"/>
                <a:gd name="csY81" fmla="*/ 160171 h 314325"/>
                <a:gd name="csX82" fmla="*/ 249655 w 278230"/>
                <a:gd name="csY82" fmla="*/ 160922 h 314325"/>
                <a:gd name="csX83" fmla="*/ 247399 w 278230"/>
                <a:gd name="csY83" fmla="*/ 161674 h 314325"/>
                <a:gd name="csX84" fmla="*/ 223336 w 278230"/>
                <a:gd name="csY84" fmla="*/ 176714 h 314325"/>
                <a:gd name="csX85" fmla="*/ 203033 w 278230"/>
                <a:gd name="csY85" fmla="*/ 191753 h 314325"/>
                <a:gd name="csX86" fmla="*/ 195513 w 278230"/>
                <a:gd name="csY86" fmla="*/ 201529 h 314325"/>
                <a:gd name="csX87" fmla="*/ 194009 w 278230"/>
                <a:gd name="csY87" fmla="*/ 206041 h 314325"/>
                <a:gd name="csX88" fmla="*/ 191753 w 278230"/>
                <a:gd name="csY88" fmla="*/ 209049 h 314325"/>
                <a:gd name="csX89" fmla="*/ 184234 w 278230"/>
                <a:gd name="csY89" fmla="*/ 216569 h 314325"/>
                <a:gd name="csX90" fmla="*/ 182730 w 278230"/>
                <a:gd name="csY90" fmla="*/ 218824 h 314325"/>
                <a:gd name="csX91" fmla="*/ 181977 w 278230"/>
                <a:gd name="csY91" fmla="*/ 221080 h 314325"/>
                <a:gd name="csX92" fmla="*/ 181225 w 278230"/>
                <a:gd name="csY92" fmla="*/ 224840 h 314325"/>
                <a:gd name="csX93" fmla="*/ 180474 w 278230"/>
                <a:gd name="csY93" fmla="*/ 227096 h 314325"/>
                <a:gd name="csX94" fmla="*/ 169946 w 278230"/>
                <a:gd name="csY94" fmla="*/ 244391 h 314325"/>
                <a:gd name="csX95" fmla="*/ 167690 w 278230"/>
                <a:gd name="csY95" fmla="*/ 245895 h 314325"/>
                <a:gd name="csX96" fmla="*/ 166186 w 278230"/>
                <a:gd name="csY96" fmla="*/ 245895 h 314325"/>
                <a:gd name="csX97" fmla="*/ 166186 w 278230"/>
                <a:gd name="csY97" fmla="*/ 244391 h 314325"/>
                <a:gd name="csX98" fmla="*/ 166938 w 278230"/>
                <a:gd name="csY98" fmla="*/ 242136 h 314325"/>
                <a:gd name="csX99" fmla="*/ 166938 w 278230"/>
                <a:gd name="csY99" fmla="*/ 240632 h 314325"/>
                <a:gd name="csX100" fmla="*/ 166186 w 278230"/>
                <a:gd name="csY100" fmla="*/ 239880 h 314325"/>
                <a:gd name="csX101" fmla="*/ 165434 w 278230"/>
                <a:gd name="csY101" fmla="*/ 239880 h 314325"/>
                <a:gd name="csX102" fmla="*/ 164682 w 278230"/>
                <a:gd name="csY102" fmla="*/ 239128 h 314325"/>
                <a:gd name="csX103" fmla="*/ 163930 w 278230"/>
                <a:gd name="csY103" fmla="*/ 237624 h 314325"/>
                <a:gd name="csX104" fmla="*/ 162426 w 278230"/>
                <a:gd name="csY104" fmla="*/ 237624 h 314325"/>
                <a:gd name="csX105" fmla="*/ 161674 w 278230"/>
                <a:gd name="csY105" fmla="*/ 239880 h 314325"/>
                <a:gd name="csX106" fmla="*/ 160170 w 278230"/>
                <a:gd name="csY106" fmla="*/ 238376 h 314325"/>
                <a:gd name="csX107" fmla="*/ 157914 w 278230"/>
                <a:gd name="csY107" fmla="*/ 233864 h 314325"/>
                <a:gd name="csX108" fmla="*/ 157162 w 278230"/>
                <a:gd name="csY108" fmla="*/ 233112 h 314325"/>
                <a:gd name="csX109" fmla="*/ 151147 w 278230"/>
                <a:gd name="csY109" fmla="*/ 230104 h 314325"/>
                <a:gd name="csX110" fmla="*/ 149642 w 278230"/>
                <a:gd name="csY110" fmla="*/ 230104 h 314325"/>
                <a:gd name="csX111" fmla="*/ 148891 w 278230"/>
                <a:gd name="csY111" fmla="*/ 229352 h 314325"/>
                <a:gd name="csX112" fmla="*/ 148138 w 278230"/>
                <a:gd name="csY112" fmla="*/ 229352 h 314325"/>
                <a:gd name="csX113" fmla="*/ 146635 w 278230"/>
                <a:gd name="csY113" fmla="*/ 230104 h 314325"/>
                <a:gd name="csX114" fmla="*/ 146635 w 278230"/>
                <a:gd name="csY114" fmla="*/ 232360 h 314325"/>
                <a:gd name="csX115" fmla="*/ 146635 w 278230"/>
                <a:gd name="csY115" fmla="*/ 233112 h 314325"/>
                <a:gd name="csX116" fmla="*/ 147387 w 278230"/>
                <a:gd name="csY116" fmla="*/ 235368 h 314325"/>
                <a:gd name="csX117" fmla="*/ 148138 w 278230"/>
                <a:gd name="csY117" fmla="*/ 236872 h 314325"/>
                <a:gd name="csX118" fmla="*/ 149642 w 278230"/>
                <a:gd name="csY118" fmla="*/ 237624 h 314325"/>
                <a:gd name="csX119" fmla="*/ 150395 w 278230"/>
                <a:gd name="csY119" fmla="*/ 238376 h 314325"/>
                <a:gd name="csX120" fmla="*/ 151147 w 278230"/>
                <a:gd name="csY120" fmla="*/ 237624 h 314325"/>
                <a:gd name="csX121" fmla="*/ 152651 w 278230"/>
                <a:gd name="csY121" fmla="*/ 237624 h 314325"/>
                <a:gd name="csX122" fmla="*/ 154155 w 278230"/>
                <a:gd name="csY122" fmla="*/ 238376 h 314325"/>
                <a:gd name="csX123" fmla="*/ 154906 w 278230"/>
                <a:gd name="csY123" fmla="*/ 239128 h 314325"/>
                <a:gd name="csX124" fmla="*/ 156410 w 278230"/>
                <a:gd name="csY124" fmla="*/ 239880 h 314325"/>
                <a:gd name="csX125" fmla="*/ 158666 w 278230"/>
                <a:gd name="csY125" fmla="*/ 240632 h 314325"/>
                <a:gd name="csX126" fmla="*/ 158666 w 278230"/>
                <a:gd name="csY126" fmla="*/ 242136 h 314325"/>
                <a:gd name="csX127" fmla="*/ 155658 w 278230"/>
                <a:gd name="csY127" fmla="*/ 240632 h 314325"/>
                <a:gd name="csX128" fmla="*/ 154906 w 278230"/>
                <a:gd name="csY128" fmla="*/ 242136 h 314325"/>
                <a:gd name="csX129" fmla="*/ 155658 w 278230"/>
                <a:gd name="csY129" fmla="*/ 242888 h 314325"/>
                <a:gd name="csX130" fmla="*/ 157914 w 278230"/>
                <a:gd name="csY130" fmla="*/ 244391 h 314325"/>
                <a:gd name="csX131" fmla="*/ 158666 w 278230"/>
                <a:gd name="csY131" fmla="*/ 243639 h 314325"/>
                <a:gd name="csX132" fmla="*/ 159418 w 278230"/>
                <a:gd name="csY132" fmla="*/ 242888 h 314325"/>
                <a:gd name="csX133" fmla="*/ 160170 w 278230"/>
                <a:gd name="csY133" fmla="*/ 242136 h 314325"/>
                <a:gd name="csX134" fmla="*/ 160922 w 278230"/>
                <a:gd name="csY134" fmla="*/ 242136 h 314325"/>
                <a:gd name="csX135" fmla="*/ 162426 w 278230"/>
                <a:gd name="csY135" fmla="*/ 242888 h 314325"/>
                <a:gd name="csX136" fmla="*/ 163178 w 278230"/>
                <a:gd name="csY136" fmla="*/ 243639 h 314325"/>
                <a:gd name="csX137" fmla="*/ 163930 w 278230"/>
                <a:gd name="csY137" fmla="*/ 245143 h 314325"/>
                <a:gd name="csX138" fmla="*/ 162426 w 278230"/>
                <a:gd name="csY138" fmla="*/ 245895 h 314325"/>
                <a:gd name="csX139" fmla="*/ 163930 w 278230"/>
                <a:gd name="csY139" fmla="*/ 248151 h 314325"/>
                <a:gd name="csX140" fmla="*/ 163930 w 278230"/>
                <a:gd name="csY140" fmla="*/ 253415 h 314325"/>
                <a:gd name="csX141" fmla="*/ 164682 w 278230"/>
                <a:gd name="csY141" fmla="*/ 255671 h 314325"/>
                <a:gd name="csX142" fmla="*/ 164682 w 278230"/>
                <a:gd name="csY142" fmla="*/ 254919 h 314325"/>
                <a:gd name="csX143" fmla="*/ 166186 w 278230"/>
                <a:gd name="csY143" fmla="*/ 255671 h 314325"/>
                <a:gd name="csX144" fmla="*/ 162426 w 278230"/>
                <a:gd name="csY144" fmla="*/ 257927 h 314325"/>
                <a:gd name="csX145" fmla="*/ 157914 w 278230"/>
                <a:gd name="csY145" fmla="*/ 260183 h 314325"/>
                <a:gd name="csX146" fmla="*/ 154906 w 278230"/>
                <a:gd name="csY146" fmla="*/ 262439 h 314325"/>
                <a:gd name="csX147" fmla="*/ 153402 w 278230"/>
                <a:gd name="csY147" fmla="*/ 266199 h 314325"/>
                <a:gd name="csX148" fmla="*/ 152651 w 278230"/>
                <a:gd name="csY148" fmla="*/ 266951 h 314325"/>
                <a:gd name="csX149" fmla="*/ 151147 w 278230"/>
                <a:gd name="csY149" fmla="*/ 267703 h 314325"/>
                <a:gd name="csX150" fmla="*/ 149642 w 278230"/>
                <a:gd name="csY150" fmla="*/ 269207 h 314325"/>
                <a:gd name="csX151" fmla="*/ 148138 w 278230"/>
                <a:gd name="csY151" fmla="*/ 269959 h 314325"/>
                <a:gd name="csX152" fmla="*/ 147387 w 278230"/>
                <a:gd name="csY152" fmla="*/ 270711 h 314325"/>
                <a:gd name="csX153" fmla="*/ 145131 w 278230"/>
                <a:gd name="csY153" fmla="*/ 275974 h 314325"/>
                <a:gd name="csX154" fmla="*/ 140619 w 278230"/>
                <a:gd name="csY154" fmla="*/ 289510 h 314325"/>
                <a:gd name="csX155" fmla="*/ 138363 w 278230"/>
                <a:gd name="csY155" fmla="*/ 291766 h 314325"/>
                <a:gd name="csX156" fmla="*/ 131595 w 278230"/>
                <a:gd name="csY156" fmla="*/ 293270 h 314325"/>
                <a:gd name="csX157" fmla="*/ 129339 w 278230"/>
                <a:gd name="csY157" fmla="*/ 292518 h 314325"/>
                <a:gd name="csX158" fmla="*/ 129339 w 278230"/>
                <a:gd name="csY158" fmla="*/ 291766 h 314325"/>
                <a:gd name="csX159" fmla="*/ 130091 w 278230"/>
                <a:gd name="csY159" fmla="*/ 290262 h 314325"/>
                <a:gd name="csX160" fmla="*/ 130091 w 278230"/>
                <a:gd name="csY160" fmla="*/ 288758 h 314325"/>
                <a:gd name="csX161" fmla="*/ 127836 w 278230"/>
                <a:gd name="csY161" fmla="*/ 288758 h 314325"/>
                <a:gd name="csX162" fmla="*/ 131595 w 278230"/>
                <a:gd name="csY162" fmla="*/ 282742 h 314325"/>
                <a:gd name="csX163" fmla="*/ 132347 w 278230"/>
                <a:gd name="csY163" fmla="*/ 281238 h 314325"/>
                <a:gd name="csX164" fmla="*/ 133851 w 278230"/>
                <a:gd name="csY164" fmla="*/ 276726 h 314325"/>
                <a:gd name="csX165" fmla="*/ 133851 w 278230"/>
                <a:gd name="csY165" fmla="*/ 275222 h 314325"/>
                <a:gd name="csX166" fmla="*/ 136107 w 278230"/>
                <a:gd name="csY166" fmla="*/ 273718 h 314325"/>
                <a:gd name="csX167" fmla="*/ 142123 w 278230"/>
                <a:gd name="csY167" fmla="*/ 268455 h 314325"/>
                <a:gd name="csX168" fmla="*/ 143627 w 278230"/>
                <a:gd name="csY168" fmla="*/ 266951 h 314325"/>
                <a:gd name="csX169" fmla="*/ 144379 w 278230"/>
                <a:gd name="csY169" fmla="*/ 266199 h 314325"/>
                <a:gd name="csX170" fmla="*/ 147387 w 278230"/>
                <a:gd name="csY170" fmla="*/ 265447 h 314325"/>
                <a:gd name="csX171" fmla="*/ 145131 w 278230"/>
                <a:gd name="csY171" fmla="*/ 263191 h 314325"/>
                <a:gd name="csX172" fmla="*/ 145131 w 278230"/>
                <a:gd name="csY172" fmla="*/ 258679 h 314325"/>
                <a:gd name="csX173" fmla="*/ 142875 w 278230"/>
                <a:gd name="csY173" fmla="*/ 257175 h 314325"/>
                <a:gd name="csX174" fmla="*/ 142875 w 278230"/>
                <a:gd name="csY174" fmla="*/ 260935 h 314325"/>
                <a:gd name="csX175" fmla="*/ 142875 w 278230"/>
                <a:gd name="csY175" fmla="*/ 262439 h 314325"/>
                <a:gd name="csX176" fmla="*/ 142875 w 278230"/>
                <a:gd name="csY176" fmla="*/ 263943 h 314325"/>
                <a:gd name="csX177" fmla="*/ 142123 w 278230"/>
                <a:gd name="csY177" fmla="*/ 263943 h 314325"/>
                <a:gd name="csX178" fmla="*/ 139115 w 278230"/>
                <a:gd name="csY178" fmla="*/ 258679 h 314325"/>
                <a:gd name="csX179" fmla="*/ 137611 w 278230"/>
                <a:gd name="csY179" fmla="*/ 256423 h 314325"/>
                <a:gd name="csX180" fmla="*/ 136107 w 278230"/>
                <a:gd name="csY180" fmla="*/ 254919 h 314325"/>
                <a:gd name="csX181" fmla="*/ 136107 w 278230"/>
                <a:gd name="csY181" fmla="*/ 258679 h 314325"/>
                <a:gd name="csX182" fmla="*/ 139867 w 278230"/>
                <a:gd name="csY182" fmla="*/ 265447 h 314325"/>
                <a:gd name="csX183" fmla="*/ 139867 w 278230"/>
                <a:gd name="csY183" fmla="*/ 268455 h 314325"/>
                <a:gd name="csX184" fmla="*/ 139115 w 278230"/>
                <a:gd name="csY184" fmla="*/ 267703 h 314325"/>
                <a:gd name="csX185" fmla="*/ 136107 w 278230"/>
                <a:gd name="csY185" fmla="*/ 265447 h 314325"/>
                <a:gd name="csX186" fmla="*/ 136107 w 278230"/>
                <a:gd name="csY186" fmla="*/ 266951 h 314325"/>
                <a:gd name="csX187" fmla="*/ 136859 w 278230"/>
                <a:gd name="csY187" fmla="*/ 268455 h 314325"/>
                <a:gd name="csX188" fmla="*/ 137611 w 278230"/>
                <a:gd name="csY188" fmla="*/ 269207 h 314325"/>
                <a:gd name="csX189" fmla="*/ 137611 w 278230"/>
                <a:gd name="csY189" fmla="*/ 269959 h 314325"/>
                <a:gd name="csX190" fmla="*/ 137611 w 278230"/>
                <a:gd name="csY190" fmla="*/ 271463 h 314325"/>
                <a:gd name="csX191" fmla="*/ 136107 w 278230"/>
                <a:gd name="csY191" fmla="*/ 272215 h 314325"/>
                <a:gd name="csX192" fmla="*/ 135355 w 278230"/>
                <a:gd name="csY192" fmla="*/ 272215 h 314325"/>
                <a:gd name="csX193" fmla="*/ 133851 w 278230"/>
                <a:gd name="csY193" fmla="*/ 272967 h 314325"/>
                <a:gd name="csX194" fmla="*/ 132347 w 278230"/>
                <a:gd name="csY194" fmla="*/ 274470 h 314325"/>
                <a:gd name="csX195" fmla="*/ 130843 w 278230"/>
                <a:gd name="csY195" fmla="*/ 275974 h 314325"/>
                <a:gd name="csX196" fmla="*/ 128587 w 278230"/>
                <a:gd name="csY196" fmla="*/ 279734 h 314325"/>
                <a:gd name="csX197" fmla="*/ 126331 w 278230"/>
                <a:gd name="csY197" fmla="*/ 288006 h 314325"/>
                <a:gd name="csX198" fmla="*/ 125579 w 278230"/>
                <a:gd name="csY198" fmla="*/ 289510 h 314325"/>
                <a:gd name="csX199" fmla="*/ 123323 w 278230"/>
                <a:gd name="csY199" fmla="*/ 289510 h 314325"/>
                <a:gd name="csX200" fmla="*/ 122572 w 278230"/>
                <a:gd name="csY200" fmla="*/ 286502 h 314325"/>
                <a:gd name="csX201" fmla="*/ 121068 w 278230"/>
                <a:gd name="csY201" fmla="*/ 281238 h 314325"/>
                <a:gd name="csX202" fmla="*/ 121068 w 278230"/>
                <a:gd name="csY202" fmla="*/ 282742 h 314325"/>
                <a:gd name="csX203" fmla="*/ 120316 w 278230"/>
                <a:gd name="csY203" fmla="*/ 284246 h 314325"/>
                <a:gd name="csX204" fmla="*/ 118812 w 278230"/>
                <a:gd name="csY204" fmla="*/ 283494 h 314325"/>
                <a:gd name="csX205" fmla="*/ 117308 w 278230"/>
                <a:gd name="csY205" fmla="*/ 281990 h 314325"/>
                <a:gd name="csX206" fmla="*/ 118812 w 278230"/>
                <a:gd name="csY206" fmla="*/ 287254 h 314325"/>
                <a:gd name="csX207" fmla="*/ 119564 w 278230"/>
                <a:gd name="csY207" fmla="*/ 289510 h 314325"/>
                <a:gd name="csX208" fmla="*/ 121068 w 278230"/>
                <a:gd name="csY208" fmla="*/ 291014 h 314325"/>
                <a:gd name="csX209" fmla="*/ 127836 w 278230"/>
                <a:gd name="csY209" fmla="*/ 293270 h 314325"/>
                <a:gd name="csX210" fmla="*/ 128587 w 278230"/>
                <a:gd name="csY210" fmla="*/ 294022 h 314325"/>
                <a:gd name="csX211" fmla="*/ 127083 w 278230"/>
                <a:gd name="csY211" fmla="*/ 299286 h 314325"/>
                <a:gd name="csX212" fmla="*/ 123323 w 278230"/>
                <a:gd name="csY212" fmla="*/ 303046 h 314325"/>
                <a:gd name="csX213" fmla="*/ 118060 w 278230"/>
                <a:gd name="csY213" fmla="*/ 305301 h 314325"/>
                <a:gd name="csX214" fmla="*/ 114300 w 278230"/>
                <a:gd name="csY214" fmla="*/ 306805 h 314325"/>
                <a:gd name="csX215" fmla="*/ 115052 w 278230"/>
                <a:gd name="csY215" fmla="*/ 306805 h 314325"/>
                <a:gd name="csX216" fmla="*/ 106028 w 278230"/>
                <a:gd name="csY216" fmla="*/ 309813 h 314325"/>
                <a:gd name="csX217" fmla="*/ 101516 w 278230"/>
                <a:gd name="csY217" fmla="*/ 310565 h 314325"/>
                <a:gd name="csX218" fmla="*/ 92493 w 278230"/>
                <a:gd name="csY218" fmla="*/ 307557 h 314325"/>
                <a:gd name="csX219" fmla="*/ 90237 w 278230"/>
                <a:gd name="csY219" fmla="*/ 310565 h 314325"/>
                <a:gd name="csX220" fmla="*/ 88733 w 278230"/>
                <a:gd name="csY220" fmla="*/ 312821 h 314325"/>
                <a:gd name="csX221" fmla="*/ 86477 w 278230"/>
                <a:gd name="csY221" fmla="*/ 314325 h 314325"/>
                <a:gd name="csX222" fmla="*/ 85725 w 278230"/>
                <a:gd name="csY222" fmla="*/ 314325 h 314325"/>
                <a:gd name="csX223" fmla="*/ 82717 w 278230"/>
                <a:gd name="csY223" fmla="*/ 312821 h 314325"/>
                <a:gd name="csX224" fmla="*/ 75949 w 278230"/>
                <a:gd name="csY224" fmla="*/ 311317 h 314325"/>
                <a:gd name="csX225" fmla="*/ 72941 w 278230"/>
                <a:gd name="csY225" fmla="*/ 309813 h 314325"/>
                <a:gd name="csX226" fmla="*/ 67678 w 278230"/>
                <a:gd name="csY226" fmla="*/ 307557 h 314325"/>
                <a:gd name="csX227" fmla="*/ 64670 w 278230"/>
                <a:gd name="csY227" fmla="*/ 303797 h 314325"/>
                <a:gd name="csX228" fmla="*/ 62414 w 278230"/>
                <a:gd name="csY228" fmla="*/ 300037 h 314325"/>
                <a:gd name="csX229" fmla="*/ 60910 w 278230"/>
                <a:gd name="csY229" fmla="*/ 297030 h 314325"/>
                <a:gd name="csX230" fmla="*/ 60158 w 278230"/>
                <a:gd name="csY230" fmla="*/ 294774 h 314325"/>
                <a:gd name="csX231" fmla="*/ 58654 w 278230"/>
                <a:gd name="csY231" fmla="*/ 294022 h 314325"/>
                <a:gd name="csX232" fmla="*/ 56398 w 278230"/>
                <a:gd name="csY232" fmla="*/ 293270 h 314325"/>
                <a:gd name="csX233" fmla="*/ 54894 w 278230"/>
                <a:gd name="csY233" fmla="*/ 291766 h 314325"/>
                <a:gd name="csX234" fmla="*/ 53390 w 278230"/>
                <a:gd name="csY234" fmla="*/ 290262 h 314325"/>
                <a:gd name="csX235" fmla="*/ 51886 w 278230"/>
                <a:gd name="csY235" fmla="*/ 289510 h 314325"/>
                <a:gd name="csX236" fmla="*/ 51134 w 278230"/>
                <a:gd name="csY236" fmla="*/ 290262 h 314325"/>
                <a:gd name="csX237" fmla="*/ 49630 w 278230"/>
                <a:gd name="csY237" fmla="*/ 291014 h 314325"/>
                <a:gd name="csX238" fmla="*/ 48878 w 278230"/>
                <a:gd name="csY238" fmla="*/ 291014 h 314325"/>
                <a:gd name="csX239" fmla="*/ 48126 w 278230"/>
                <a:gd name="csY239" fmla="*/ 290262 h 314325"/>
                <a:gd name="csX240" fmla="*/ 46622 w 278230"/>
                <a:gd name="csY240" fmla="*/ 289510 h 314325"/>
                <a:gd name="csX241" fmla="*/ 41359 w 278230"/>
                <a:gd name="csY241" fmla="*/ 288758 h 314325"/>
                <a:gd name="csX242" fmla="*/ 38350 w 278230"/>
                <a:gd name="csY242" fmla="*/ 286502 h 314325"/>
                <a:gd name="csX243" fmla="*/ 37599 w 278230"/>
                <a:gd name="csY243" fmla="*/ 284998 h 314325"/>
                <a:gd name="csX244" fmla="*/ 36095 w 278230"/>
                <a:gd name="csY244" fmla="*/ 283494 h 314325"/>
                <a:gd name="csX245" fmla="*/ 36095 w 278230"/>
                <a:gd name="csY245" fmla="*/ 281990 h 314325"/>
                <a:gd name="csX246" fmla="*/ 36095 w 278230"/>
                <a:gd name="csY246" fmla="*/ 280486 h 314325"/>
                <a:gd name="csX247" fmla="*/ 36846 w 278230"/>
                <a:gd name="csY247" fmla="*/ 279734 h 314325"/>
                <a:gd name="csX248" fmla="*/ 38350 w 278230"/>
                <a:gd name="csY248" fmla="*/ 276726 h 314325"/>
                <a:gd name="csX249" fmla="*/ 38350 w 278230"/>
                <a:gd name="csY249" fmla="*/ 273718 h 314325"/>
                <a:gd name="csX250" fmla="*/ 39855 w 278230"/>
                <a:gd name="csY250" fmla="*/ 268455 h 314325"/>
                <a:gd name="csX251" fmla="*/ 39855 w 278230"/>
                <a:gd name="csY251" fmla="*/ 265447 h 314325"/>
                <a:gd name="csX252" fmla="*/ 39855 w 278230"/>
                <a:gd name="csY252" fmla="*/ 263191 h 314325"/>
                <a:gd name="csX253" fmla="*/ 39102 w 278230"/>
                <a:gd name="csY253" fmla="*/ 260935 h 314325"/>
                <a:gd name="csX254" fmla="*/ 38350 w 278230"/>
                <a:gd name="csY254" fmla="*/ 258679 h 314325"/>
                <a:gd name="csX255" fmla="*/ 36846 w 278230"/>
                <a:gd name="csY255" fmla="*/ 257927 h 314325"/>
                <a:gd name="csX256" fmla="*/ 36846 w 278230"/>
                <a:gd name="csY256" fmla="*/ 257175 h 314325"/>
                <a:gd name="csX257" fmla="*/ 35342 w 278230"/>
                <a:gd name="csY257" fmla="*/ 256423 h 314325"/>
                <a:gd name="csX258" fmla="*/ 30831 w 278230"/>
                <a:gd name="csY258" fmla="*/ 254919 h 314325"/>
                <a:gd name="csX259" fmla="*/ 27823 w 278230"/>
                <a:gd name="csY259" fmla="*/ 252663 h 314325"/>
                <a:gd name="csX260" fmla="*/ 26319 w 278230"/>
                <a:gd name="csY260" fmla="*/ 251159 h 314325"/>
                <a:gd name="csX261" fmla="*/ 24815 w 278230"/>
                <a:gd name="csY261" fmla="*/ 245895 h 314325"/>
                <a:gd name="csX262" fmla="*/ 24063 w 278230"/>
                <a:gd name="csY262" fmla="*/ 242888 h 314325"/>
                <a:gd name="csX263" fmla="*/ 23311 w 278230"/>
                <a:gd name="csY263" fmla="*/ 238376 h 314325"/>
                <a:gd name="csX264" fmla="*/ 21807 w 278230"/>
                <a:gd name="csY264" fmla="*/ 233112 h 314325"/>
                <a:gd name="csX265" fmla="*/ 20303 w 278230"/>
                <a:gd name="csY265" fmla="*/ 230856 h 314325"/>
                <a:gd name="csX266" fmla="*/ 18799 w 278230"/>
                <a:gd name="csY266" fmla="*/ 230104 h 314325"/>
                <a:gd name="csX267" fmla="*/ 17295 w 278230"/>
                <a:gd name="csY267" fmla="*/ 229352 h 314325"/>
                <a:gd name="csX268" fmla="*/ 14287 w 278230"/>
                <a:gd name="csY268" fmla="*/ 227096 h 314325"/>
                <a:gd name="csX269" fmla="*/ 13535 w 278230"/>
                <a:gd name="csY269" fmla="*/ 226344 h 314325"/>
                <a:gd name="csX270" fmla="*/ 10527 w 278230"/>
                <a:gd name="csY270" fmla="*/ 224088 h 314325"/>
                <a:gd name="csX271" fmla="*/ 9776 w 278230"/>
                <a:gd name="csY271" fmla="*/ 221832 h 314325"/>
                <a:gd name="csX272" fmla="*/ 8272 w 278230"/>
                <a:gd name="csY272" fmla="*/ 218072 h 314325"/>
                <a:gd name="csX273" fmla="*/ 6016 w 278230"/>
                <a:gd name="csY273" fmla="*/ 215065 h 314325"/>
                <a:gd name="csX274" fmla="*/ 4512 w 278230"/>
                <a:gd name="csY274" fmla="*/ 213560 h 314325"/>
                <a:gd name="csX275" fmla="*/ 1504 w 278230"/>
                <a:gd name="csY275" fmla="*/ 211305 h 314325"/>
                <a:gd name="csX276" fmla="*/ 752 w 278230"/>
                <a:gd name="csY276" fmla="*/ 209049 h 314325"/>
                <a:gd name="csX277" fmla="*/ 0 w 278230"/>
                <a:gd name="csY277" fmla="*/ 206793 h 314325"/>
                <a:gd name="csX278" fmla="*/ 0 w 278230"/>
                <a:gd name="csY278" fmla="*/ 203033 h 314325"/>
                <a:gd name="csX279" fmla="*/ 0 w 278230"/>
                <a:gd name="csY279" fmla="*/ 201529 h 314325"/>
                <a:gd name="csX280" fmla="*/ 752 w 278230"/>
                <a:gd name="csY280" fmla="*/ 199273 h 314325"/>
                <a:gd name="csX281" fmla="*/ 4512 w 278230"/>
                <a:gd name="csY281" fmla="*/ 191001 h 314325"/>
                <a:gd name="csX282" fmla="*/ 5263 w 278230"/>
                <a:gd name="csY282" fmla="*/ 186490 h 314325"/>
                <a:gd name="csX283" fmla="*/ 6016 w 278230"/>
                <a:gd name="csY283" fmla="*/ 185738 h 314325"/>
                <a:gd name="csX284" fmla="*/ 6767 w 278230"/>
                <a:gd name="csY284" fmla="*/ 184234 h 314325"/>
                <a:gd name="csX285" fmla="*/ 8272 w 278230"/>
                <a:gd name="csY285" fmla="*/ 182730 h 314325"/>
                <a:gd name="csX286" fmla="*/ 9776 w 278230"/>
                <a:gd name="csY286" fmla="*/ 181978 h 314325"/>
                <a:gd name="csX287" fmla="*/ 11280 w 278230"/>
                <a:gd name="csY287" fmla="*/ 181978 h 314325"/>
                <a:gd name="csX288" fmla="*/ 13535 w 278230"/>
                <a:gd name="csY288" fmla="*/ 181226 h 314325"/>
                <a:gd name="csX289" fmla="*/ 20303 w 278230"/>
                <a:gd name="csY289" fmla="*/ 181226 h 314325"/>
                <a:gd name="csX290" fmla="*/ 24063 w 278230"/>
                <a:gd name="csY290" fmla="*/ 181978 h 314325"/>
                <a:gd name="csX291" fmla="*/ 25567 w 278230"/>
                <a:gd name="csY291" fmla="*/ 182730 h 314325"/>
                <a:gd name="csX292" fmla="*/ 28575 w 278230"/>
                <a:gd name="csY292" fmla="*/ 184234 h 314325"/>
                <a:gd name="csX293" fmla="*/ 35342 w 278230"/>
                <a:gd name="csY293" fmla="*/ 188745 h 314325"/>
                <a:gd name="csX294" fmla="*/ 36846 w 278230"/>
                <a:gd name="csY294" fmla="*/ 189497 h 314325"/>
                <a:gd name="csX295" fmla="*/ 37599 w 278230"/>
                <a:gd name="csY295" fmla="*/ 189497 h 314325"/>
                <a:gd name="csX296" fmla="*/ 41359 w 278230"/>
                <a:gd name="csY296" fmla="*/ 188745 h 314325"/>
                <a:gd name="csX297" fmla="*/ 56398 w 278230"/>
                <a:gd name="csY297" fmla="*/ 181978 h 314325"/>
                <a:gd name="csX298" fmla="*/ 64670 w 278230"/>
                <a:gd name="csY298" fmla="*/ 177466 h 314325"/>
                <a:gd name="csX299" fmla="*/ 66925 w 278230"/>
                <a:gd name="csY299" fmla="*/ 175210 h 314325"/>
                <a:gd name="csX300" fmla="*/ 68429 w 278230"/>
                <a:gd name="csY300" fmla="*/ 173706 h 314325"/>
                <a:gd name="csX301" fmla="*/ 69181 w 278230"/>
                <a:gd name="csY301" fmla="*/ 171450 h 314325"/>
                <a:gd name="csX302" fmla="*/ 69933 w 278230"/>
                <a:gd name="csY302" fmla="*/ 169194 h 314325"/>
                <a:gd name="csX303" fmla="*/ 69933 w 278230"/>
                <a:gd name="csY303" fmla="*/ 167690 h 314325"/>
                <a:gd name="csX304" fmla="*/ 69181 w 278230"/>
                <a:gd name="csY304" fmla="*/ 166186 h 314325"/>
                <a:gd name="csX305" fmla="*/ 68429 w 278230"/>
                <a:gd name="csY305" fmla="*/ 165434 h 314325"/>
                <a:gd name="csX306" fmla="*/ 65421 w 278230"/>
                <a:gd name="csY306" fmla="*/ 163178 h 314325"/>
                <a:gd name="csX307" fmla="*/ 64670 w 278230"/>
                <a:gd name="csY307" fmla="*/ 162426 h 314325"/>
                <a:gd name="csX308" fmla="*/ 63918 w 278230"/>
                <a:gd name="csY308" fmla="*/ 160922 h 314325"/>
                <a:gd name="csX309" fmla="*/ 63166 w 278230"/>
                <a:gd name="csY309" fmla="*/ 158667 h 314325"/>
                <a:gd name="csX310" fmla="*/ 63166 w 278230"/>
                <a:gd name="csY310" fmla="*/ 157162 h 314325"/>
                <a:gd name="csX311" fmla="*/ 64670 w 278230"/>
                <a:gd name="csY311" fmla="*/ 152651 h 314325"/>
                <a:gd name="csX312" fmla="*/ 65421 w 278230"/>
                <a:gd name="csY312" fmla="*/ 148139 h 314325"/>
                <a:gd name="csX313" fmla="*/ 61661 w 278230"/>
                <a:gd name="csY313" fmla="*/ 137611 h 314325"/>
                <a:gd name="csX314" fmla="*/ 62414 w 278230"/>
                <a:gd name="csY314" fmla="*/ 136107 h 314325"/>
                <a:gd name="csX315" fmla="*/ 62414 w 278230"/>
                <a:gd name="csY315" fmla="*/ 134603 h 314325"/>
                <a:gd name="csX316" fmla="*/ 63918 w 278230"/>
                <a:gd name="csY316" fmla="*/ 133099 h 314325"/>
                <a:gd name="csX317" fmla="*/ 65421 w 278230"/>
                <a:gd name="csY317" fmla="*/ 129340 h 314325"/>
                <a:gd name="csX318" fmla="*/ 66174 w 278230"/>
                <a:gd name="csY318" fmla="*/ 128588 h 314325"/>
                <a:gd name="csX319" fmla="*/ 67678 w 278230"/>
                <a:gd name="csY319" fmla="*/ 126332 h 314325"/>
                <a:gd name="csX320" fmla="*/ 68429 w 278230"/>
                <a:gd name="csY320" fmla="*/ 124076 h 314325"/>
                <a:gd name="csX321" fmla="*/ 69933 w 278230"/>
                <a:gd name="csY321" fmla="*/ 119564 h 314325"/>
                <a:gd name="csX322" fmla="*/ 71438 w 278230"/>
                <a:gd name="csY322" fmla="*/ 105276 h 314325"/>
                <a:gd name="csX323" fmla="*/ 71438 w 278230"/>
                <a:gd name="csY323" fmla="*/ 98509 h 314325"/>
                <a:gd name="csX324" fmla="*/ 71438 w 278230"/>
                <a:gd name="csY324" fmla="*/ 90237 h 314325"/>
                <a:gd name="csX325" fmla="*/ 70685 w 278230"/>
                <a:gd name="csY325" fmla="*/ 87981 h 314325"/>
                <a:gd name="csX326" fmla="*/ 69933 w 278230"/>
                <a:gd name="csY326" fmla="*/ 84973 h 314325"/>
                <a:gd name="csX327" fmla="*/ 63918 w 278230"/>
                <a:gd name="csY327" fmla="*/ 75949 h 314325"/>
                <a:gd name="csX328" fmla="*/ 63166 w 278230"/>
                <a:gd name="csY328" fmla="*/ 75197 h 314325"/>
                <a:gd name="csX329" fmla="*/ 61661 w 278230"/>
                <a:gd name="csY329" fmla="*/ 74445 h 314325"/>
                <a:gd name="csX330" fmla="*/ 59406 w 278230"/>
                <a:gd name="csY330" fmla="*/ 72942 h 314325"/>
                <a:gd name="csX331" fmla="*/ 52638 w 278230"/>
                <a:gd name="csY331" fmla="*/ 65422 h 314325"/>
                <a:gd name="csX332" fmla="*/ 51886 w 278230"/>
                <a:gd name="csY332" fmla="*/ 63918 h 314325"/>
                <a:gd name="csX333" fmla="*/ 51886 w 278230"/>
                <a:gd name="csY333" fmla="*/ 62414 h 314325"/>
                <a:gd name="csX334" fmla="*/ 51886 w 278230"/>
                <a:gd name="csY334" fmla="*/ 60910 h 314325"/>
                <a:gd name="csX335" fmla="*/ 51886 w 278230"/>
                <a:gd name="csY335" fmla="*/ 59406 h 314325"/>
                <a:gd name="csX336" fmla="*/ 51134 w 278230"/>
                <a:gd name="csY336" fmla="*/ 58654 h 314325"/>
                <a:gd name="csX337" fmla="*/ 47374 w 278230"/>
                <a:gd name="csY337" fmla="*/ 57150 h 314325"/>
                <a:gd name="csX338" fmla="*/ 45870 w 278230"/>
                <a:gd name="csY338" fmla="*/ 56398 h 314325"/>
                <a:gd name="csX339" fmla="*/ 43614 w 278230"/>
                <a:gd name="csY339" fmla="*/ 54894 h 314325"/>
                <a:gd name="csX340" fmla="*/ 42110 w 278230"/>
                <a:gd name="csY340" fmla="*/ 53390 h 314325"/>
                <a:gd name="csX341" fmla="*/ 36846 w 278230"/>
                <a:gd name="csY341" fmla="*/ 39855 h 314325"/>
                <a:gd name="csX342" fmla="*/ 33087 w 278230"/>
                <a:gd name="csY342" fmla="*/ 33839 h 314325"/>
                <a:gd name="csX343" fmla="*/ 32335 w 278230"/>
                <a:gd name="csY343" fmla="*/ 32335 h 314325"/>
                <a:gd name="csX344" fmla="*/ 32335 w 278230"/>
                <a:gd name="csY344" fmla="*/ 30831 h 314325"/>
                <a:gd name="csX345" fmla="*/ 33087 w 278230"/>
                <a:gd name="csY345" fmla="*/ 29327 h 314325"/>
                <a:gd name="csX346" fmla="*/ 33839 w 278230"/>
                <a:gd name="csY346" fmla="*/ 28575 h 314325"/>
                <a:gd name="csX347" fmla="*/ 34591 w 278230"/>
                <a:gd name="csY347" fmla="*/ 27071 h 314325"/>
                <a:gd name="csX348" fmla="*/ 36095 w 278230"/>
                <a:gd name="csY348" fmla="*/ 22559 h 314325"/>
                <a:gd name="csX349" fmla="*/ 37599 w 278230"/>
                <a:gd name="csY349" fmla="*/ 19551 h 314325"/>
                <a:gd name="csX350" fmla="*/ 38350 w 278230"/>
                <a:gd name="csY350" fmla="*/ 18799 h 314325"/>
                <a:gd name="csX351" fmla="*/ 37599 w 278230"/>
                <a:gd name="csY351" fmla="*/ 18047 h 314325"/>
                <a:gd name="csX352" fmla="*/ 36846 w 278230"/>
                <a:gd name="csY352" fmla="*/ 17296 h 314325"/>
                <a:gd name="csX353" fmla="*/ 33839 w 278230"/>
                <a:gd name="csY353" fmla="*/ 17296 h 314325"/>
                <a:gd name="csX354" fmla="*/ 32335 w 278230"/>
                <a:gd name="csY354" fmla="*/ 16544 h 314325"/>
                <a:gd name="csX355" fmla="*/ 30831 w 278230"/>
                <a:gd name="csY355" fmla="*/ 15791 h 314325"/>
                <a:gd name="csX356" fmla="*/ 30079 w 278230"/>
                <a:gd name="csY356" fmla="*/ 14287 h 314325"/>
                <a:gd name="csX357" fmla="*/ 30079 w 278230"/>
                <a:gd name="csY357" fmla="*/ 12032 h 314325"/>
                <a:gd name="csX358" fmla="*/ 30831 w 278230"/>
                <a:gd name="csY358" fmla="*/ 10528 h 314325"/>
                <a:gd name="csX359" fmla="*/ 31583 w 278230"/>
                <a:gd name="csY359" fmla="*/ 9024 h 314325"/>
                <a:gd name="csX360" fmla="*/ 33087 w 278230"/>
                <a:gd name="csY360" fmla="*/ 6768 h 314325"/>
                <a:gd name="csX361" fmla="*/ 33839 w 278230"/>
                <a:gd name="csY361" fmla="*/ 5264 h 314325"/>
                <a:gd name="csX362" fmla="*/ 34591 w 278230"/>
                <a:gd name="csY362" fmla="*/ 3008 h 314325"/>
                <a:gd name="csX363" fmla="*/ 34591 w 278230"/>
                <a:gd name="csY363" fmla="*/ 2256 h 314325"/>
                <a:gd name="csX364" fmla="*/ 35342 w 278230"/>
                <a:gd name="csY364" fmla="*/ 1504 h 314325"/>
                <a:gd name="csX365" fmla="*/ 37599 w 278230"/>
                <a:gd name="csY365" fmla="*/ 0 h 314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</a:cxnLst>
              <a:rect l="l" t="t" r="r" b="b"/>
              <a:pathLst>
                <a:path w="278230" h="314325">
                  <a:moveTo>
                    <a:pt x="37599" y="0"/>
                  </a:moveTo>
                  <a:lnTo>
                    <a:pt x="39102" y="1504"/>
                  </a:lnTo>
                  <a:lnTo>
                    <a:pt x="52638" y="4512"/>
                  </a:lnTo>
                  <a:lnTo>
                    <a:pt x="54894" y="6016"/>
                  </a:lnTo>
                  <a:lnTo>
                    <a:pt x="57150" y="8272"/>
                  </a:lnTo>
                  <a:lnTo>
                    <a:pt x="61661" y="10528"/>
                  </a:lnTo>
                  <a:lnTo>
                    <a:pt x="66925" y="12784"/>
                  </a:lnTo>
                  <a:lnTo>
                    <a:pt x="68429" y="17296"/>
                  </a:lnTo>
                  <a:lnTo>
                    <a:pt x="72189" y="16544"/>
                  </a:lnTo>
                  <a:lnTo>
                    <a:pt x="82717" y="17296"/>
                  </a:lnTo>
                  <a:lnTo>
                    <a:pt x="85725" y="18799"/>
                  </a:lnTo>
                  <a:lnTo>
                    <a:pt x="90237" y="23311"/>
                  </a:lnTo>
                  <a:lnTo>
                    <a:pt x="94749" y="25567"/>
                  </a:lnTo>
                  <a:lnTo>
                    <a:pt x="103020" y="30831"/>
                  </a:lnTo>
                  <a:lnTo>
                    <a:pt x="106028" y="32335"/>
                  </a:lnTo>
                  <a:lnTo>
                    <a:pt x="109788" y="33087"/>
                  </a:lnTo>
                  <a:lnTo>
                    <a:pt x="113548" y="33087"/>
                  </a:lnTo>
                  <a:lnTo>
                    <a:pt x="117308" y="32335"/>
                  </a:lnTo>
                  <a:lnTo>
                    <a:pt x="122572" y="34591"/>
                  </a:lnTo>
                  <a:lnTo>
                    <a:pt x="133851" y="37599"/>
                  </a:lnTo>
                  <a:lnTo>
                    <a:pt x="139867" y="40607"/>
                  </a:lnTo>
                  <a:lnTo>
                    <a:pt x="143627" y="42863"/>
                  </a:lnTo>
                  <a:lnTo>
                    <a:pt x="151147" y="50382"/>
                  </a:lnTo>
                  <a:lnTo>
                    <a:pt x="151898" y="51886"/>
                  </a:lnTo>
                  <a:lnTo>
                    <a:pt x="153402" y="54894"/>
                  </a:lnTo>
                  <a:lnTo>
                    <a:pt x="154155" y="55646"/>
                  </a:lnTo>
                  <a:lnTo>
                    <a:pt x="155658" y="57150"/>
                  </a:lnTo>
                  <a:lnTo>
                    <a:pt x="157162" y="57150"/>
                  </a:lnTo>
                  <a:lnTo>
                    <a:pt x="159418" y="56398"/>
                  </a:lnTo>
                  <a:lnTo>
                    <a:pt x="160922" y="56398"/>
                  </a:lnTo>
                  <a:lnTo>
                    <a:pt x="166186" y="57902"/>
                  </a:lnTo>
                  <a:lnTo>
                    <a:pt x="170698" y="59406"/>
                  </a:lnTo>
                  <a:lnTo>
                    <a:pt x="179721" y="67678"/>
                  </a:lnTo>
                  <a:lnTo>
                    <a:pt x="181977" y="69182"/>
                  </a:lnTo>
                  <a:lnTo>
                    <a:pt x="184985" y="69934"/>
                  </a:lnTo>
                  <a:lnTo>
                    <a:pt x="187993" y="68430"/>
                  </a:lnTo>
                  <a:lnTo>
                    <a:pt x="191001" y="67678"/>
                  </a:lnTo>
                  <a:lnTo>
                    <a:pt x="194009" y="69182"/>
                  </a:lnTo>
                  <a:lnTo>
                    <a:pt x="196265" y="72190"/>
                  </a:lnTo>
                  <a:lnTo>
                    <a:pt x="197017" y="75197"/>
                  </a:lnTo>
                  <a:lnTo>
                    <a:pt x="197769" y="88733"/>
                  </a:lnTo>
                  <a:lnTo>
                    <a:pt x="198521" y="90989"/>
                  </a:lnTo>
                  <a:lnTo>
                    <a:pt x="200777" y="92493"/>
                  </a:lnTo>
                  <a:lnTo>
                    <a:pt x="206793" y="93997"/>
                  </a:lnTo>
                  <a:lnTo>
                    <a:pt x="208296" y="95501"/>
                  </a:lnTo>
                  <a:lnTo>
                    <a:pt x="211304" y="98509"/>
                  </a:lnTo>
                  <a:lnTo>
                    <a:pt x="212808" y="101516"/>
                  </a:lnTo>
                  <a:lnTo>
                    <a:pt x="213560" y="103773"/>
                  </a:lnTo>
                  <a:lnTo>
                    <a:pt x="215064" y="106028"/>
                  </a:lnTo>
                  <a:lnTo>
                    <a:pt x="218072" y="106780"/>
                  </a:lnTo>
                  <a:lnTo>
                    <a:pt x="224088" y="107532"/>
                  </a:lnTo>
                  <a:lnTo>
                    <a:pt x="226344" y="109036"/>
                  </a:lnTo>
                  <a:lnTo>
                    <a:pt x="230104" y="112796"/>
                  </a:lnTo>
                  <a:lnTo>
                    <a:pt x="236119" y="115052"/>
                  </a:lnTo>
                  <a:lnTo>
                    <a:pt x="236872" y="115052"/>
                  </a:lnTo>
                  <a:lnTo>
                    <a:pt x="238375" y="115052"/>
                  </a:lnTo>
                  <a:lnTo>
                    <a:pt x="240632" y="112044"/>
                  </a:lnTo>
                  <a:lnTo>
                    <a:pt x="243639" y="111292"/>
                  </a:lnTo>
                  <a:lnTo>
                    <a:pt x="245895" y="112044"/>
                  </a:lnTo>
                  <a:lnTo>
                    <a:pt x="251159" y="118060"/>
                  </a:lnTo>
                  <a:lnTo>
                    <a:pt x="253415" y="121068"/>
                  </a:lnTo>
                  <a:lnTo>
                    <a:pt x="254919" y="124076"/>
                  </a:lnTo>
                  <a:lnTo>
                    <a:pt x="254919" y="127084"/>
                  </a:lnTo>
                  <a:lnTo>
                    <a:pt x="254167" y="132347"/>
                  </a:lnTo>
                  <a:lnTo>
                    <a:pt x="254167" y="136107"/>
                  </a:lnTo>
                  <a:lnTo>
                    <a:pt x="255671" y="137611"/>
                  </a:lnTo>
                  <a:lnTo>
                    <a:pt x="260935" y="137611"/>
                  </a:lnTo>
                  <a:lnTo>
                    <a:pt x="269958" y="135355"/>
                  </a:lnTo>
                  <a:lnTo>
                    <a:pt x="270711" y="136107"/>
                  </a:lnTo>
                  <a:lnTo>
                    <a:pt x="274470" y="138363"/>
                  </a:lnTo>
                  <a:lnTo>
                    <a:pt x="275222" y="139867"/>
                  </a:lnTo>
                  <a:lnTo>
                    <a:pt x="276726" y="146635"/>
                  </a:lnTo>
                  <a:lnTo>
                    <a:pt x="278230" y="150395"/>
                  </a:lnTo>
                  <a:lnTo>
                    <a:pt x="275974" y="151147"/>
                  </a:lnTo>
                  <a:lnTo>
                    <a:pt x="270711" y="152651"/>
                  </a:lnTo>
                  <a:lnTo>
                    <a:pt x="266198" y="153403"/>
                  </a:lnTo>
                  <a:lnTo>
                    <a:pt x="263191" y="154155"/>
                  </a:lnTo>
                  <a:lnTo>
                    <a:pt x="260935" y="154907"/>
                  </a:lnTo>
                  <a:lnTo>
                    <a:pt x="258679" y="156411"/>
                  </a:lnTo>
                  <a:lnTo>
                    <a:pt x="252663" y="157914"/>
                  </a:lnTo>
                  <a:lnTo>
                    <a:pt x="251911" y="157914"/>
                  </a:lnTo>
                  <a:lnTo>
                    <a:pt x="250407" y="160171"/>
                  </a:lnTo>
                  <a:lnTo>
                    <a:pt x="249655" y="160922"/>
                  </a:lnTo>
                  <a:lnTo>
                    <a:pt x="247399" y="161674"/>
                  </a:lnTo>
                  <a:lnTo>
                    <a:pt x="223336" y="176714"/>
                  </a:lnTo>
                  <a:lnTo>
                    <a:pt x="203033" y="191753"/>
                  </a:lnTo>
                  <a:lnTo>
                    <a:pt x="195513" y="201529"/>
                  </a:lnTo>
                  <a:lnTo>
                    <a:pt x="194009" y="206041"/>
                  </a:lnTo>
                  <a:lnTo>
                    <a:pt x="191753" y="209049"/>
                  </a:lnTo>
                  <a:lnTo>
                    <a:pt x="184234" y="216569"/>
                  </a:lnTo>
                  <a:lnTo>
                    <a:pt x="182730" y="218824"/>
                  </a:lnTo>
                  <a:lnTo>
                    <a:pt x="181977" y="221080"/>
                  </a:lnTo>
                  <a:lnTo>
                    <a:pt x="181225" y="224840"/>
                  </a:lnTo>
                  <a:lnTo>
                    <a:pt x="180474" y="227096"/>
                  </a:lnTo>
                  <a:lnTo>
                    <a:pt x="169946" y="244391"/>
                  </a:lnTo>
                  <a:lnTo>
                    <a:pt x="167690" y="245895"/>
                  </a:lnTo>
                  <a:lnTo>
                    <a:pt x="166186" y="245895"/>
                  </a:lnTo>
                  <a:lnTo>
                    <a:pt x="166186" y="244391"/>
                  </a:lnTo>
                  <a:lnTo>
                    <a:pt x="166938" y="242136"/>
                  </a:lnTo>
                  <a:lnTo>
                    <a:pt x="166938" y="240632"/>
                  </a:lnTo>
                  <a:lnTo>
                    <a:pt x="166186" y="239880"/>
                  </a:lnTo>
                  <a:lnTo>
                    <a:pt x="165434" y="239880"/>
                  </a:lnTo>
                  <a:lnTo>
                    <a:pt x="164682" y="239128"/>
                  </a:lnTo>
                  <a:lnTo>
                    <a:pt x="163930" y="237624"/>
                  </a:lnTo>
                  <a:lnTo>
                    <a:pt x="162426" y="237624"/>
                  </a:lnTo>
                  <a:lnTo>
                    <a:pt x="161674" y="239880"/>
                  </a:lnTo>
                  <a:lnTo>
                    <a:pt x="160170" y="238376"/>
                  </a:lnTo>
                  <a:lnTo>
                    <a:pt x="157914" y="233864"/>
                  </a:lnTo>
                  <a:lnTo>
                    <a:pt x="157162" y="233112"/>
                  </a:lnTo>
                  <a:lnTo>
                    <a:pt x="151147" y="230104"/>
                  </a:lnTo>
                  <a:lnTo>
                    <a:pt x="149642" y="230104"/>
                  </a:lnTo>
                  <a:lnTo>
                    <a:pt x="148891" y="229352"/>
                  </a:lnTo>
                  <a:lnTo>
                    <a:pt x="148138" y="229352"/>
                  </a:lnTo>
                  <a:lnTo>
                    <a:pt x="146635" y="230104"/>
                  </a:lnTo>
                  <a:lnTo>
                    <a:pt x="146635" y="232360"/>
                  </a:lnTo>
                  <a:lnTo>
                    <a:pt x="146635" y="233112"/>
                  </a:lnTo>
                  <a:lnTo>
                    <a:pt x="147387" y="235368"/>
                  </a:lnTo>
                  <a:lnTo>
                    <a:pt x="148138" y="236872"/>
                  </a:lnTo>
                  <a:lnTo>
                    <a:pt x="149642" y="237624"/>
                  </a:lnTo>
                  <a:lnTo>
                    <a:pt x="150395" y="238376"/>
                  </a:lnTo>
                  <a:lnTo>
                    <a:pt x="151147" y="237624"/>
                  </a:lnTo>
                  <a:lnTo>
                    <a:pt x="152651" y="237624"/>
                  </a:lnTo>
                  <a:lnTo>
                    <a:pt x="154155" y="238376"/>
                  </a:lnTo>
                  <a:lnTo>
                    <a:pt x="154906" y="239128"/>
                  </a:lnTo>
                  <a:lnTo>
                    <a:pt x="156410" y="239880"/>
                  </a:lnTo>
                  <a:lnTo>
                    <a:pt x="158666" y="240632"/>
                  </a:lnTo>
                  <a:lnTo>
                    <a:pt x="158666" y="242136"/>
                  </a:lnTo>
                  <a:lnTo>
                    <a:pt x="155658" y="240632"/>
                  </a:lnTo>
                  <a:lnTo>
                    <a:pt x="154906" y="242136"/>
                  </a:lnTo>
                  <a:lnTo>
                    <a:pt x="155658" y="242888"/>
                  </a:lnTo>
                  <a:lnTo>
                    <a:pt x="157914" y="244391"/>
                  </a:lnTo>
                  <a:lnTo>
                    <a:pt x="158666" y="243639"/>
                  </a:lnTo>
                  <a:lnTo>
                    <a:pt x="159418" y="242888"/>
                  </a:lnTo>
                  <a:lnTo>
                    <a:pt x="160170" y="242136"/>
                  </a:lnTo>
                  <a:lnTo>
                    <a:pt x="160922" y="242136"/>
                  </a:lnTo>
                  <a:lnTo>
                    <a:pt x="162426" y="242888"/>
                  </a:lnTo>
                  <a:lnTo>
                    <a:pt x="163178" y="243639"/>
                  </a:lnTo>
                  <a:lnTo>
                    <a:pt x="163930" y="245143"/>
                  </a:lnTo>
                  <a:lnTo>
                    <a:pt x="162426" y="245895"/>
                  </a:lnTo>
                  <a:lnTo>
                    <a:pt x="163930" y="248151"/>
                  </a:lnTo>
                  <a:lnTo>
                    <a:pt x="163930" y="253415"/>
                  </a:lnTo>
                  <a:lnTo>
                    <a:pt x="164682" y="255671"/>
                  </a:lnTo>
                  <a:lnTo>
                    <a:pt x="164682" y="254919"/>
                  </a:lnTo>
                  <a:lnTo>
                    <a:pt x="166186" y="255671"/>
                  </a:lnTo>
                  <a:lnTo>
                    <a:pt x="162426" y="257927"/>
                  </a:lnTo>
                  <a:lnTo>
                    <a:pt x="157914" y="260183"/>
                  </a:lnTo>
                  <a:lnTo>
                    <a:pt x="154906" y="262439"/>
                  </a:lnTo>
                  <a:lnTo>
                    <a:pt x="153402" y="266199"/>
                  </a:lnTo>
                  <a:lnTo>
                    <a:pt x="152651" y="266951"/>
                  </a:lnTo>
                  <a:lnTo>
                    <a:pt x="151147" y="267703"/>
                  </a:lnTo>
                  <a:lnTo>
                    <a:pt x="149642" y="269207"/>
                  </a:lnTo>
                  <a:lnTo>
                    <a:pt x="148138" y="269959"/>
                  </a:lnTo>
                  <a:lnTo>
                    <a:pt x="147387" y="270711"/>
                  </a:lnTo>
                  <a:lnTo>
                    <a:pt x="145131" y="275974"/>
                  </a:lnTo>
                  <a:lnTo>
                    <a:pt x="140619" y="289510"/>
                  </a:lnTo>
                  <a:lnTo>
                    <a:pt x="138363" y="291766"/>
                  </a:lnTo>
                  <a:lnTo>
                    <a:pt x="131595" y="293270"/>
                  </a:lnTo>
                  <a:lnTo>
                    <a:pt x="129339" y="292518"/>
                  </a:lnTo>
                  <a:lnTo>
                    <a:pt x="129339" y="291766"/>
                  </a:lnTo>
                  <a:lnTo>
                    <a:pt x="130091" y="290262"/>
                  </a:lnTo>
                  <a:lnTo>
                    <a:pt x="130091" y="288758"/>
                  </a:lnTo>
                  <a:lnTo>
                    <a:pt x="127836" y="288758"/>
                  </a:lnTo>
                  <a:lnTo>
                    <a:pt x="131595" y="282742"/>
                  </a:lnTo>
                  <a:lnTo>
                    <a:pt x="132347" y="281238"/>
                  </a:lnTo>
                  <a:lnTo>
                    <a:pt x="133851" y="276726"/>
                  </a:lnTo>
                  <a:lnTo>
                    <a:pt x="133851" y="275222"/>
                  </a:lnTo>
                  <a:lnTo>
                    <a:pt x="136107" y="273718"/>
                  </a:lnTo>
                  <a:lnTo>
                    <a:pt x="142123" y="268455"/>
                  </a:lnTo>
                  <a:lnTo>
                    <a:pt x="143627" y="266951"/>
                  </a:lnTo>
                  <a:lnTo>
                    <a:pt x="144379" y="266199"/>
                  </a:lnTo>
                  <a:lnTo>
                    <a:pt x="147387" y="265447"/>
                  </a:lnTo>
                  <a:lnTo>
                    <a:pt x="145131" y="263191"/>
                  </a:lnTo>
                  <a:lnTo>
                    <a:pt x="145131" y="258679"/>
                  </a:lnTo>
                  <a:lnTo>
                    <a:pt x="142875" y="257175"/>
                  </a:lnTo>
                  <a:lnTo>
                    <a:pt x="142875" y="260935"/>
                  </a:lnTo>
                  <a:lnTo>
                    <a:pt x="142875" y="262439"/>
                  </a:lnTo>
                  <a:lnTo>
                    <a:pt x="142875" y="263943"/>
                  </a:lnTo>
                  <a:lnTo>
                    <a:pt x="142123" y="263943"/>
                  </a:lnTo>
                  <a:lnTo>
                    <a:pt x="139115" y="258679"/>
                  </a:lnTo>
                  <a:lnTo>
                    <a:pt x="137611" y="256423"/>
                  </a:lnTo>
                  <a:lnTo>
                    <a:pt x="136107" y="254919"/>
                  </a:lnTo>
                  <a:lnTo>
                    <a:pt x="136107" y="258679"/>
                  </a:lnTo>
                  <a:lnTo>
                    <a:pt x="139867" y="265447"/>
                  </a:lnTo>
                  <a:lnTo>
                    <a:pt x="139867" y="268455"/>
                  </a:lnTo>
                  <a:lnTo>
                    <a:pt x="139115" y="267703"/>
                  </a:lnTo>
                  <a:lnTo>
                    <a:pt x="136107" y="265447"/>
                  </a:lnTo>
                  <a:lnTo>
                    <a:pt x="136107" y="266951"/>
                  </a:lnTo>
                  <a:lnTo>
                    <a:pt x="136859" y="268455"/>
                  </a:lnTo>
                  <a:lnTo>
                    <a:pt x="137611" y="269207"/>
                  </a:lnTo>
                  <a:lnTo>
                    <a:pt x="137611" y="269959"/>
                  </a:lnTo>
                  <a:lnTo>
                    <a:pt x="137611" y="271463"/>
                  </a:lnTo>
                  <a:lnTo>
                    <a:pt x="136107" y="272215"/>
                  </a:lnTo>
                  <a:lnTo>
                    <a:pt x="135355" y="272215"/>
                  </a:lnTo>
                  <a:lnTo>
                    <a:pt x="133851" y="272967"/>
                  </a:lnTo>
                  <a:lnTo>
                    <a:pt x="132347" y="274470"/>
                  </a:lnTo>
                  <a:lnTo>
                    <a:pt x="130843" y="275974"/>
                  </a:lnTo>
                  <a:lnTo>
                    <a:pt x="128587" y="279734"/>
                  </a:lnTo>
                  <a:lnTo>
                    <a:pt x="126331" y="288006"/>
                  </a:lnTo>
                  <a:lnTo>
                    <a:pt x="125579" y="289510"/>
                  </a:lnTo>
                  <a:lnTo>
                    <a:pt x="123323" y="289510"/>
                  </a:lnTo>
                  <a:lnTo>
                    <a:pt x="122572" y="286502"/>
                  </a:lnTo>
                  <a:lnTo>
                    <a:pt x="121068" y="281238"/>
                  </a:lnTo>
                  <a:lnTo>
                    <a:pt x="121068" y="282742"/>
                  </a:lnTo>
                  <a:lnTo>
                    <a:pt x="120316" y="284246"/>
                  </a:lnTo>
                  <a:lnTo>
                    <a:pt x="118812" y="283494"/>
                  </a:lnTo>
                  <a:lnTo>
                    <a:pt x="117308" y="281990"/>
                  </a:lnTo>
                  <a:lnTo>
                    <a:pt x="118812" y="287254"/>
                  </a:lnTo>
                  <a:lnTo>
                    <a:pt x="119564" y="289510"/>
                  </a:lnTo>
                  <a:lnTo>
                    <a:pt x="121068" y="291014"/>
                  </a:lnTo>
                  <a:lnTo>
                    <a:pt x="127836" y="293270"/>
                  </a:lnTo>
                  <a:lnTo>
                    <a:pt x="128587" y="294022"/>
                  </a:lnTo>
                  <a:lnTo>
                    <a:pt x="127083" y="299286"/>
                  </a:lnTo>
                  <a:lnTo>
                    <a:pt x="123323" y="303046"/>
                  </a:lnTo>
                  <a:lnTo>
                    <a:pt x="118060" y="305301"/>
                  </a:lnTo>
                  <a:lnTo>
                    <a:pt x="114300" y="306805"/>
                  </a:lnTo>
                  <a:lnTo>
                    <a:pt x="115052" y="306805"/>
                  </a:lnTo>
                  <a:lnTo>
                    <a:pt x="106028" y="309813"/>
                  </a:lnTo>
                  <a:lnTo>
                    <a:pt x="101516" y="310565"/>
                  </a:lnTo>
                  <a:lnTo>
                    <a:pt x="92493" y="307557"/>
                  </a:lnTo>
                  <a:lnTo>
                    <a:pt x="90237" y="310565"/>
                  </a:lnTo>
                  <a:lnTo>
                    <a:pt x="88733" y="312821"/>
                  </a:lnTo>
                  <a:lnTo>
                    <a:pt x="86477" y="314325"/>
                  </a:lnTo>
                  <a:lnTo>
                    <a:pt x="85725" y="314325"/>
                  </a:lnTo>
                  <a:lnTo>
                    <a:pt x="82717" y="312821"/>
                  </a:lnTo>
                  <a:lnTo>
                    <a:pt x="75949" y="311317"/>
                  </a:lnTo>
                  <a:lnTo>
                    <a:pt x="72941" y="309813"/>
                  </a:lnTo>
                  <a:lnTo>
                    <a:pt x="67678" y="307557"/>
                  </a:lnTo>
                  <a:lnTo>
                    <a:pt x="64670" y="303797"/>
                  </a:lnTo>
                  <a:lnTo>
                    <a:pt x="62414" y="300037"/>
                  </a:lnTo>
                  <a:lnTo>
                    <a:pt x="60910" y="297030"/>
                  </a:lnTo>
                  <a:lnTo>
                    <a:pt x="60158" y="294774"/>
                  </a:lnTo>
                  <a:lnTo>
                    <a:pt x="58654" y="294022"/>
                  </a:lnTo>
                  <a:lnTo>
                    <a:pt x="56398" y="293270"/>
                  </a:lnTo>
                  <a:lnTo>
                    <a:pt x="54894" y="291766"/>
                  </a:lnTo>
                  <a:lnTo>
                    <a:pt x="53390" y="290262"/>
                  </a:lnTo>
                  <a:lnTo>
                    <a:pt x="51886" y="289510"/>
                  </a:lnTo>
                  <a:lnTo>
                    <a:pt x="51134" y="290262"/>
                  </a:lnTo>
                  <a:lnTo>
                    <a:pt x="49630" y="291014"/>
                  </a:lnTo>
                  <a:lnTo>
                    <a:pt x="48878" y="291014"/>
                  </a:lnTo>
                  <a:lnTo>
                    <a:pt x="48126" y="290262"/>
                  </a:lnTo>
                  <a:lnTo>
                    <a:pt x="46622" y="289510"/>
                  </a:lnTo>
                  <a:lnTo>
                    <a:pt x="41359" y="288758"/>
                  </a:lnTo>
                  <a:lnTo>
                    <a:pt x="38350" y="286502"/>
                  </a:lnTo>
                  <a:lnTo>
                    <a:pt x="37599" y="284998"/>
                  </a:lnTo>
                  <a:lnTo>
                    <a:pt x="36095" y="283494"/>
                  </a:lnTo>
                  <a:lnTo>
                    <a:pt x="36095" y="281990"/>
                  </a:lnTo>
                  <a:lnTo>
                    <a:pt x="36095" y="280486"/>
                  </a:lnTo>
                  <a:lnTo>
                    <a:pt x="36846" y="279734"/>
                  </a:lnTo>
                  <a:lnTo>
                    <a:pt x="38350" y="276726"/>
                  </a:lnTo>
                  <a:lnTo>
                    <a:pt x="38350" y="273718"/>
                  </a:lnTo>
                  <a:lnTo>
                    <a:pt x="39855" y="268455"/>
                  </a:lnTo>
                  <a:lnTo>
                    <a:pt x="39855" y="265447"/>
                  </a:lnTo>
                  <a:lnTo>
                    <a:pt x="39855" y="263191"/>
                  </a:lnTo>
                  <a:lnTo>
                    <a:pt x="39102" y="260935"/>
                  </a:lnTo>
                  <a:lnTo>
                    <a:pt x="38350" y="258679"/>
                  </a:lnTo>
                  <a:lnTo>
                    <a:pt x="36846" y="257927"/>
                  </a:lnTo>
                  <a:lnTo>
                    <a:pt x="36846" y="257175"/>
                  </a:lnTo>
                  <a:lnTo>
                    <a:pt x="35342" y="256423"/>
                  </a:lnTo>
                  <a:lnTo>
                    <a:pt x="30831" y="254919"/>
                  </a:lnTo>
                  <a:lnTo>
                    <a:pt x="27823" y="252663"/>
                  </a:lnTo>
                  <a:lnTo>
                    <a:pt x="26319" y="251159"/>
                  </a:lnTo>
                  <a:lnTo>
                    <a:pt x="24815" y="245895"/>
                  </a:lnTo>
                  <a:lnTo>
                    <a:pt x="24063" y="242888"/>
                  </a:lnTo>
                  <a:lnTo>
                    <a:pt x="23311" y="238376"/>
                  </a:lnTo>
                  <a:lnTo>
                    <a:pt x="21807" y="233112"/>
                  </a:lnTo>
                  <a:lnTo>
                    <a:pt x="20303" y="230856"/>
                  </a:lnTo>
                  <a:lnTo>
                    <a:pt x="18799" y="230104"/>
                  </a:lnTo>
                  <a:lnTo>
                    <a:pt x="17295" y="229352"/>
                  </a:lnTo>
                  <a:lnTo>
                    <a:pt x="14287" y="227096"/>
                  </a:lnTo>
                  <a:lnTo>
                    <a:pt x="13535" y="226344"/>
                  </a:lnTo>
                  <a:lnTo>
                    <a:pt x="10527" y="224088"/>
                  </a:lnTo>
                  <a:lnTo>
                    <a:pt x="9776" y="221832"/>
                  </a:lnTo>
                  <a:lnTo>
                    <a:pt x="8272" y="218072"/>
                  </a:lnTo>
                  <a:lnTo>
                    <a:pt x="6016" y="215065"/>
                  </a:lnTo>
                  <a:lnTo>
                    <a:pt x="4512" y="213560"/>
                  </a:lnTo>
                  <a:lnTo>
                    <a:pt x="1504" y="211305"/>
                  </a:lnTo>
                  <a:lnTo>
                    <a:pt x="752" y="209049"/>
                  </a:lnTo>
                  <a:lnTo>
                    <a:pt x="0" y="206793"/>
                  </a:lnTo>
                  <a:lnTo>
                    <a:pt x="0" y="203033"/>
                  </a:lnTo>
                  <a:lnTo>
                    <a:pt x="0" y="201529"/>
                  </a:lnTo>
                  <a:lnTo>
                    <a:pt x="752" y="199273"/>
                  </a:lnTo>
                  <a:lnTo>
                    <a:pt x="4512" y="191001"/>
                  </a:lnTo>
                  <a:lnTo>
                    <a:pt x="5263" y="186490"/>
                  </a:lnTo>
                  <a:lnTo>
                    <a:pt x="6016" y="185738"/>
                  </a:lnTo>
                  <a:lnTo>
                    <a:pt x="6767" y="184234"/>
                  </a:lnTo>
                  <a:lnTo>
                    <a:pt x="8272" y="182730"/>
                  </a:lnTo>
                  <a:lnTo>
                    <a:pt x="9776" y="181978"/>
                  </a:lnTo>
                  <a:lnTo>
                    <a:pt x="11280" y="181978"/>
                  </a:lnTo>
                  <a:lnTo>
                    <a:pt x="13535" y="181226"/>
                  </a:lnTo>
                  <a:lnTo>
                    <a:pt x="20303" y="181226"/>
                  </a:lnTo>
                  <a:lnTo>
                    <a:pt x="24063" y="181978"/>
                  </a:lnTo>
                  <a:lnTo>
                    <a:pt x="25567" y="182730"/>
                  </a:lnTo>
                  <a:lnTo>
                    <a:pt x="28575" y="184234"/>
                  </a:lnTo>
                  <a:lnTo>
                    <a:pt x="35342" y="188745"/>
                  </a:lnTo>
                  <a:lnTo>
                    <a:pt x="36846" y="189497"/>
                  </a:lnTo>
                  <a:lnTo>
                    <a:pt x="37599" y="189497"/>
                  </a:lnTo>
                  <a:lnTo>
                    <a:pt x="41359" y="188745"/>
                  </a:lnTo>
                  <a:lnTo>
                    <a:pt x="56398" y="181978"/>
                  </a:lnTo>
                  <a:lnTo>
                    <a:pt x="64670" y="177466"/>
                  </a:lnTo>
                  <a:lnTo>
                    <a:pt x="66925" y="175210"/>
                  </a:lnTo>
                  <a:lnTo>
                    <a:pt x="68429" y="173706"/>
                  </a:lnTo>
                  <a:lnTo>
                    <a:pt x="69181" y="171450"/>
                  </a:lnTo>
                  <a:lnTo>
                    <a:pt x="69933" y="169194"/>
                  </a:lnTo>
                  <a:lnTo>
                    <a:pt x="69933" y="167690"/>
                  </a:lnTo>
                  <a:lnTo>
                    <a:pt x="69181" y="166186"/>
                  </a:lnTo>
                  <a:lnTo>
                    <a:pt x="68429" y="165434"/>
                  </a:lnTo>
                  <a:lnTo>
                    <a:pt x="65421" y="163178"/>
                  </a:lnTo>
                  <a:lnTo>
                    <a:pt x="64670" y="162426"/>
                  </a:lnTo>
                  <a:lnTo>
                    <a:pt x="63918" y="160922"/>
                  </a:lnTo>
                  <a:lnTo>
                    <a:pt x="63166" y="158667"/>
                  </a:lnTo>
                  <a:lnTo>
                    <a:pt x="63166" y="157162"/>
                  </a:lnTo>
                  <a:lnTo>
                    <a:pt x="64670" y="152651"/>
                  </a:lnTo>
                  <a:lnTo>
                    <a:pt x="65421" y="148139"/>
                  </a:lnTo>
                  <a:lnTo>
                    <a:pt x="61661" y="137611"/>
                  </a:lnTo>
                  <a:lnTo>
                    <a:pt x="62414" y="136107"/>
                  </a:lnTo>
                  <a:lnTo>
                    <a:pt x="62414" y="134603"/>
                  </a:lnTo>
                  <a:lnTo>
                    <a:pt x="63918" y="133099"/>
                  </a:lnTo>
                  <a:lnTo>
                    <a:pt x="65421" y="129340"/>
                  </a:lnTo>
                  <a:lnTo>
                    <a:pt x="66174" y="128588"/>
                  </a:lnTo>
                  <a:lnTo>
                    <a:pt x="67678" y="126332"/>
                  </a:lnTo>
                  <a:lnTo>
                    <a:pt x="68429" y="124076"/>
                  </a:lnTo>
                  <a:lnTo>
                    <a:pt x="69933" y="119564"/>
                  </a:lnTo>
                  <a:lnTo>
                    <a:pt x="71438" y="105276"/>
                  </a:lnTo>
                  <a:lnTo>
                    <a:pt x="71438" y="98509"/>
                  </a:lnTo>
                  <a:lnTo>
                    <a:pt x="71438" y="90237"/>
                  </a:lnTo>
                  <a:lnTo>
                    <a:pt x="70685" y="87981"/>
                  </a:lnTo>
                  <a:lnTo>
                    <a:pt x="69933" y="84973"/>
                  </a:lnTo>
                  <a:lnTo>
                    <a:pt x="63918" y="75949"/>
                  </a:lnTo>
                  <a:lnTo>
                    <a:pt x="63166" y="75197"/>
                  </a:lnTo>
                  <a:lnTo>
                    <a:pt x="61661" y="74445"/>
                  </a:lnTo>
                  <a:lnTo>
                    <a:pt x="59406" y="72942"/>
                  </a:lnTo>
                  <a:lnTo>
                    <a:pt x="52638" y="65422"/>
                  </a:lnTo>
                  <a:lnTo>
                    <a:pt x="51886" y="63918"/>
                  </a:lnTo>
                  <a:lnTo>
                    <a:pt x="51886" y="62414"/>
                  </a:lnTo>
                  <a:lnTo>
                    <a:pt x="51886" y="60910"/>
                  </a:lnTo>
                  <a:lnTo>
                    <a:pt x="51886" y="59406"/>
                  </a:lnTo>
                  <a:lnTo>
                    <a:pt x="51134" y="58654"/>
                  </a:lnTo>
                  <a:lnTo>
                    <a:pt x="47374" y="57150"/>
                  </a:lnTo>
                  <a:lnTo>
                    <a:pt x="45870" y="56398"/>
                  </a:lnTo>
                  <a:lnTo>
                    <a:pt x="43614" y="54894"/>
                  </a:lnTo>
                  <a:lnTo>
                    <a:pt x="42110" y="53390"/>
                  </a:lnTo>
                  <a:lnTo>
                    <a:pt x="36846" y="39855"/>
                  </a:lnTo>
                  <a:lnTo>
                    <a:pt x="33087" y="33839"/>
                  </a:lnTo>
                  <a:lnTo>
                    <a:pt x="32335" y="32335"/>
                  </a:lnTo>
                  <a:lnTo>
                    <a:pt x="32335" y="30831"/>
                  </a:lnTo>
                  <a:lnTo>
                    <a:pt x="33087" y="29327"/>
                  </a:lnTo>
                  <a:lnTo>
                    <a:pt x="33839" y="28575"/>
                  </a:lnTo>
                  <a:lnTo>
                    <a:pt x="34591" y="27071"/>
                  </a:lnTo>
                  <a:lnTo>
                    <a:pt x="36095" y="22559"/>
                  </a:lnTo>
                  <a:lnTo>
                    <a:pt x="37599" y="19551"/>
                  </a:lnTo>
                  <a:lnTo>
                    <a:pt x="38350" y="18799"/>
                  </a:lnTo>
                  <a:lnTo>
                    <a:pt x="37599" y="18047"/>
                  </a:lnTo>
                  <a:lnTo>
                    <a:pt x="36846" y="17296"/>
                  </a:lnTo>
                  <a:lnTo>
                    <a:pt x="33839" y="17296"/>
                  </a:lnTo>
                  <a:lnTo>
                    <a:pt x="32335" y="16544"/>
                  </a:lnTo>
                  <a:lnTo>
                    <a:pt x="30831" y="15791"/>
                  </a:lnTo>
                  <a:lnTo>
                    <a:pt x="30079" y="14287"/>
                  </a:lnTo>
                  <a:lnTo>
                    <a:pt x="30079" y="12032"/>
                  </a:lnTo>
                  <a:lnTo>
                    <a:pt x="30831" y="10528"/>
                  </a:lnTo>
                  <a:lnTo>
                    <a:pt x="31583" y="9024"/>
                  </a:lnTo>
                  <a:lnTo>
                    <a:pt x="33087" y="6768"/>
                  </a:lnTo>
                  <a:lnTo>
                    <a:pt x="33839" y="5264"/>
                  </a:lnTo>
                  <a:lnTo>
                    <a:pt x="34591" y="3008"/>
                  </a:lnTo>
                  <a:lnTo>
                    <a:pt x="34591" y="2256"/>
                  </a:lnTo>
                  <a:lnTo>
                    <a:pt x="35342" y="1504"/>
                  </a:lnTo>
                  <a:lnTo>
                    <a:pt x="37599" y="0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0" name="Forma Livre: Forma 229">
              <a:extLst>
                <a:ext uri="{FF2B5EF4-FFF2-40B4-BE49-F238E27FC236}">
                  <a16:creationId xmlns:a16="http://schemas.microsoft.com/office/drawing/2014/main" id="{D6498A4D-EAFD-4211-ED87-F636BC0DE47D}"/>
                </a:ext>
              </a:extLst>
            </p:cNvPr>
            <p:cNvSpPr/>
            <p:nvPr/>
          </p:nvSpPr>
          <p:spPr>
            <a:xfrm>
              <a:off x="8012329" y="3507205"/>
              <a:ext cx="1394911" cy="1526506"/>
            </a:xfrm>
            <a:custGeom>
              <a:avLst/>
              <a:gdLst>
                <a:gd name="csX0" fmla="*/ 123323 w 1394911"/>
                <a:gd name="csY0" fmla="*/ 276726 h 1526506"/>
                <a:gd name="csX1" fmla="*/ 142123 w 1394911"/>
                <a:gd name="csY1" fmla="*/ 275974 h 1526506"/>
                <a:gd name="csX2" fmla="*/ 146635 w 1394911"/>
                <a:gd name="csY2" fmla="*/ 276726 h 1526506"/>
                <a:gd name="csX3" fmla="*/ 148139 w 1394911"/>
                <a:gd name="csY3" fmla="*/ 277478 h 1526506"/>
                <a:gd name="csX4" fmla="*/ 150395 w 1394911"/>
                <a:gd name="csY4" fmla="*/ 278982 h 1526506"/>
                <a:gd name="csX5" fmla="*/ 160170 w 1394911"/>
                <a:gd name="csY5" fmla="*/ 289510 h 1526506"/>
                <a:gd name="csX6" fmla="*/ 164682 w 1394911"/>
                <a:gd name="csY6" fmla="*/ 297030 h 1526506"/>
                <a:gd name="csX7" fmla="*/ 166186 w 1394911"/>
                <a:gd name="csY7" fmla="*/ 299285 h 1526506"/>
                <a:gd name="csX8" fmla="*/ 166938 w 1394911"/>
                <a:gd name="csY8" fmla="*/ 300037 h 1526506"/>
                <a:gd name="csX9" fmla="*/ 167690 w 1394911"/>
                <a:gd name="csY9" fmla="*/ 303797 h 1526506"/>
                <a:gd name="csX10" fmla="*/ 167690 w 1394911"/>
                <a:gd name="csY10" fmla="*/ 307557 h 1526506"/>
                <a:gd name="csX11" fmla="*/ 168442 w 1394911"/>
                <a:gd name="csY11" fmla="*/ 312821 h 1526506"/>
                <a:gd name="csX12" fmla="*/ 168442 w 1394911"/>
                <a:gd name="csY12" fmla="*/ 313573 h 1526506"/>
                <a:gd name="csX13" fmla="*/ 171450 w 1394911"/>
                <a:gd name="csY13" fmla="*/ 320341 h 1526506"/>
                <a:gd name="csX14" fmla="*/ 171450 w 1394911"/>
                <a:gd name="csY14" fmla="*/ 321093 h 1526506"/>
                <a:gd name="csX15" fmla="*/ 180474 w 1394911"/>
                <a:gd name="csY15" fmla="*/ 331620 h 1526506"/>
                <a:gd name="csX16" fmla="*/ 186489 w 1394911"/>
                <a:gd name="csY16" fmla="*/ 342148 h 1526506"/>
                <a:gd name="csX17" fmla="*/ 188745 w 1394911"/>
                <a:gd name="csY17" fmla="*/ 344404 h 1526506"/>
                <a:gd name="csX18" fmla="*/ 189497 w 1394911"/>
                <a:gd name="csY18" fmla="*/ 345156 h 1526506"/>
                <a:gd name="csX19" fmla="*/ 190249 w 1394911"/>
                <a:gd name="csY19" fmla="*/ 345908 h 1526506"/>
                <a:gd name="csX20" fmla="*/ 192505 w 1394911"/>
                <a:gd name="csY20" fmla="*/ 345908 h 1526506"/>
                <a:gd name="csX21" fmla="*/ 194009 w 1394911"/>
                <a:gd name="csY21" fmla="*/ 346660 h 1526506"/>
                <a:gd name="csX22" fmla="*/ 195513 w 1394911"/>
                <a:gd name="csY22" fmla="*/ 346660 h 1526506"/>
                <a:gd name="csX23" fmla="*/ 200777 w 1394911"/>
                <a:gd name="csY23" fmla="*/ 350420 h 1526506"/>
                <a:gd name="csX24" fmla="*/ 207545 w 1394911"/>
                <a:gd name="csY24" fmla="*/ 352676 h 1526506"/>
                <a:gd name="csX25" fmla="*/ 210553 w 1394911"/>
                <a:gd name="csY25" fmla="*/ 354180 h 1526506"/>
                <a:gd name="csX26" fmla="*/ 216568 w 1394911"/>
                <a:gd name="csY26" fmla="*/ 357940 h 1526506"/>
                <a:gd name="csX27" fmla="*/ 217320 w 1394911"/>
                <a:gd name="csY27" fmla="*/ 358691 h 1526506"/>
                <a:gd name="csX28" fmla="*/ 219576 w 1394911"/>
                <a:gd name="csY28" fmla="*/ 359443 h 1526506"/>
                <a:gd name="csX29" fmla="*/ 227848 w 1394911"/>
                <a:gd name="csY29" fmla="*/ 363203 h 1526506"/>
                <a:gd name="csX30" fmla="*/ 229352 w 1394911"/>
                <a:gd name="csY30" fmla="*/ 363203 h 1526506"/>
                <a:gd name="csX31" fmla="*/ 230104 w 1394911"/>
                <a:gd name="csY31" fmla="*/ 363203 h 1526506"/>
                <a:gd name="csX32" fmla="*/ 231608 w 1394911"/>
                <a:gd name="csY32" fmla="*/ 363203 h 1526506"/>
                <a:gd name="csX33" fmla="*/ 233112 w 1394911"/>
                <a:gd name="csY33" fmla="*/ 363203 h 1526506"/>
                <a:gd name="csX34" fmla="*/ 234616 w 1394911"/>
                <a:gd name="csY34" fmla="*/ 362451 h 1526506"/>
                <a:gd name="csX35" fmla="*/ 235368 w 1394911"/>
                <a:gd name="csY35" fmla="*/ 362451 h 1526506"/>
                <a:gd name="csX36" fmla="*/ 236119 w 1394911"/>
                <a:gd name="csY36" fmla="*/ 361699 h 1526506"/>
                <a:gd name="csX37" fmla="*/ 238376 w 1394911"/>
                <a:gd name="csY37" fmla="*/ 360195 h 1526506"/>
                <a:gd name="csX38" fmla="*/ 239128 w 1394911"/>
                <a:gd name="csY38" fmla="*/ 360195 h 1526506"/>
                <a:gd name="csX39" fmla="*/ 240632 w 1394911"/>
                <a:gd name="csY39" fmla="*/ 359443 h 1526506"/>
                <a:gd name="csX40" fmla="*/ 245895 w 1394911"/>
                <a:gd name="csY40" fmla="*/ 358691 h 1526506"/>
                <a:gd name="csX41" fmla="*/ 248151 w 1394911"/>
                <a:gd name="csY41" fmla="*/ 357940 h 1526506"/>
                <a:gd name="csX42" fmla="*/ 260183 w 1394911"/>
                <a:gd name="csY42" fmla="*/ 360947 h 1526506"/>
                <a:gd name="csX43" fmla="*/ 262439 w 1394911"/>
                <a:gd name="csY43" fmla="*/ 360947 h 1526506"/>
                <a:gd name="csX44" fmla="*/ 264695 w 1394911"/>
                <a:gd name="csY44" fmla="*/ 360947 h 1526506"/>
                <a:gd name="csX45" fmla="*/ 266198 w 1394911"/>
                <a:gd name="csY45" fmla="*/ 360195 h 1526506"/>
                <a:gd name="csX46" fmla="*/ 267702 w 1394911"/>
                <a:gd name="csY46" fmla="*/ 359443 h 1526506"/>
                <a:gd name="csX47" fmla="*/ 269207 w 1394911"/>
                <a:gd name="csY47" fmla="*/ 358691 h 1526506"/>
                <a:gd name="csX48" fmla="*/ 269958 w 1394911"/>
                <a:gd name="csY48" fmla="*/ 358691 h 1526506"/>
                <a:gd name="csX49" fmla="*/ 269958 w 1394911"/>
                <a:gd name="csY49" fmla="*/ 357940 h 1526506"/>
                <a:gd name="csX50" fmla="*/ 270711 w 1394911"/>
                <a:gd name="csY50" fmla="*/ 357188 h 1526506"/>
                <a:gd name="csX51" fmla="*/ 275222 w 1394911"/>
                <a:gd name="csY51" fmla="*/ 345908 h 1526506"/>
                <a:gd name="csX52" fmla="*/ 275974 w 1394911"/>
                <a:gd name="csY52" fmla="*/ 345156 h 1526506"/>
                <a:gd name="csX53" fmla="*/ 276726 w 1394911"/>
                <a:gd name="csY53" fmla="*/ 344404 h 1526506"/>
                <a:gd name="csX54" fmla="*/ 278230 w 1394911"/>
                <a:gd name="csY54" fmla="*/ 343652 h 1526506"/>
                <a:gd name="csX55" fmla="*/ 284246 w 1394911"/>
                <a:gd name="csY55" fmla="*/ 341396 h 1526506"/>
                <a:gd name="csX56" fmla="*/ 288758 w 1394911"/>
                <a:gd name="csY56" fmla="*/ 339892 h 1526506"/>
                <a:gd name="csX57" fmla="*/ 290262 w 1394911"/>
                <a:gd name="csY57" fmla="*/ 339892 h 1526506"/>
                <a:gd name="csX58" fmla="*/ 291014 w 1394911"/>
                <a:gd name="csY58" fmla="*/ 339140 h 1526506"/>
                <a:gd name="csX59" fmla="*/ 291766 w 1394911"/>
                <a:gd name="csY59" fmla="*/ 338388 h 1526506"/>
                <a:gd name="csX60" fmla="*/ 292518 w 1394911"/>
                <a:gd name="csY60" fmla="*/ 337636 h 1526506"/>
                <a:gd name="csX61" fmla="*/ 293270 w 1394911"/>
                <a:gd name="csY61" fmla="*/ 336132 h 1526506"/>
                <a:gd name="csX62" fmla="*/ 294774 w 1394911"/>
                <a:gd name="csY62" fmla="*/ 332372 h 1526506"/>
                <a:gd name="csX63" fmla="*/ 295526 w 1394911"/>
                <a:gd name="csY63" fmla="*/ 331620 h 1526506"/>
                <a:gd name="csX64" fmla="*/ 295526 w 1394911"/>
                <a:gd name="csY64" fmla="*/ 330868 h 1526506"/>
                <a:gd name="csX65" fmla="*/ 296277 w 1394911"/>
                <a:gd name="csY65" fmla="*/ 330868 h 1526506"/>
                <a:gd name="csX66" fmla="*/ 297781 w 1394911"/>
                <a:gd name="csY66" fmla="*/ 330116 h 1526506"/>
                <a:gd name="csX67" fmla="*/ 300037 w 1394911"/>
                <a:gd name="csY67" fmla="*/ 329364 h 1526506"/>
                <a:gd name="csX68" fmla="*/ 300789 w 1394911"/>
                <a:gd name="csY68" fmla="*/ 329364 h 1526506"/>
                <a:gd name="csX69" fmla="*/ 301541 w 1394911"/>
                <a:gd name="csY69" fmla="*/ 328612 h 1526506"/>
                <a:gd name="csX70" fmla="*/ 303045 w 1394911"/>
                <a:gd name="csY70" fmla="*/ 327861 h 1526506"/>
                <a:gd name="csX71" fmla="*/ 305301 w 1394911"/>
                <a:gd name="csY71" fmla="*/ 324101 h 1526506"/>
                <a:gd name="csX72" fmla="*/ 306053 w 1394911"/>
                <a:gd name="csY72" fmla="*/ 323349 h 1526506"/>
                <a:gd name="csX73" fmla="*/ 307557 w 1394911"/>
                <a:gd name="csY73" fmla="*/ 322597 h 1526506"/>
                <a:gd name="csX74" fmla="*/ 308309 w 1394911"/>
                <a:gd name="csY74" fmla="*/ 322597 h 1526506"/>
                <a:gd name="csX75" fmla="*/ 309813 w 1394911"/>
                <a:gd name="csY75" fmla="*/ 321845 h 1526506"/>
                <a:gd name="csX76" fmla="*/ 314325 w 1394911"/>
                <a:gd name="csY76" fmla="*/ 321845 h 1526506"/>
                <a:gd name="csX77" fmla="*/ 318837 w 1394911"/>
                <a:gd name="csY77" fmla="*/ 320341 h 1526506"/>
                <a:gd name="csX78" fmla="*/ 323349 w 1394911"/>
                <a:gd name="csY78" fmla="*/ 318085 h 1526506"/>
                <a:gd name="csX79" fmla="*/ 324853 w 1394911"/>
                <a:gd name="csY79" fmla="*/ 316581 h 1526506"/>
                <a:gd name="csX80" fmla="*/ 325605 w 1394911"/>
                <a:gd name="csY80" fmla="*/ 316581 h 1526506"/>
                <a:gd name="csX81" fmla="*/ 327860 w 1394911"/>
                <a:gd name="csY81" fmla="*/ 315829 h 1526506"/>
                <a:gd name="csX82" fmla="*/ 342148 w 1394911"/>
                <a:gd name="csY82" fmla="*/ 318085 h 1526506"/>
                <a:gd name="csX83" fmla="*/ 352675 w 1394911"/>
                <a:gd name="csY83" fmla="*/ 321845 h 1526506"/>
                <a:gd name="csX84" fmla="*/ 354179 w 1394911"/>
                <a:gd name="csY84" fmla="*/ 322597 h 1526506"/>
                <a:gd name="csX85" fmla="*/ 355683 w 1394911"/>
                <a:gd name="csY85" fmla="*/ 322597 h 1526506"/>
                <a:gd name="csX86" fmla="*/ 356435 w 1394911"/>
                <a:gd name="csY86" fmla="*/ 322597 h 1526506"/>
                <a:gd name="csX87" fmla="*/ 367715 w 1394911"/>
                <a:gd name="csY87" fmla="*/ 318837 h 1526506"/>
                <a:gd name="csX88" fmla="*/ 369219 w 1394911"/>
                <a:gd name="csY88" fmla="*/ 318085 h 1526506"/>
                <a:gd name="csX89" fmla="*/ 371475 w 1394911"/>
                <a:gd name="csY89" fmla="*/ 315829 h 1526506"/>
                <a:gd name="csX90" fmla="*/ 373731 w 1394911"/>
                <a:gd name="csY90" fmla="*/ 313573 h 1526506"/>
                <a:gd name="csX91" fmla="*/ 391026 w 1394911"/>
                <a:gd name="csY91" fmla="*/ 295526 h 1526506"/>
                <a:gd name="csX92" fmla="*/ 391778 w 1394911"/>
                <a:gd name="csY92" fmla="*/ 294022 h 1526506"/>
                <a:gd name="csX93" fmla="*/ 392530 w 1394911"/>
                <a:gd name="csY93" fmla="*/ 294022 h 1526506"/>
                <a:gd name="csX94" fmla="*/ 394786 w 1394911"/>
                <a:gd name="csY94" fmla="*/ 294022 h 1526506"/>
                <a:gd name="csX95" fmla="*/ 396290 w 1394911"/>
                <a:gd name="csY95" fmla="*/ 294774 h 1526506"/>
                <a:gd name="csX96" fmla="*/ 397794 w 1394911"/>
                <a:gd name="csY96" fmla="*/ 294774 h 1526506"/>
                <a:gd name="csX97" fmla="*/ 398546 w 1394911"/>
                <a:gd name="csY97" fmla="*/ 294022 h 1526506"/>
                <a:gd name="csX98" fmla="*/ 400802 w 1394911"/>
                <a:gd name="csY98" fmla="*/ 293270 h 1526506"/>
                <a:gd name="csX99" fmla="*/ 401554 w 1394911"/>
                <a:gd name="csY99" fmla="*/ 292518 h 1526506"/>
                <a:gd name="csX100" fmla="*/ 402306 w 1394911"/>
                <a:gd name="csY100" fmla="*/ 291766 h 1526506"/>
                <a:gd name="csX101" fmla="*/ 403058 w 1394911"/>
                <a:gd name="csY101" fmla="*/ 290262 h 1526506"/>
                <a:gd name="csX102" fmla="*/ 403810 w 1394911"/>
                <a:gd name="csY102" fmla="*/ 284998 h 1526506"/>
                <a:gd name="csX103" fmla="*/ 403810 w 1394911"/>
                <a:gd name="csY103" fmla="*/ 283494 h 1526506"/>
                <a:gd name="csX104" fmla="*/ 404562 w 1394911"/>
                <a:gd name="csY104" fmla="*/ 282742 h 1526506"/>
                <a:gd name="csX105" fmla="*/ 407570 w 1394911"/>
                <a:gd name="csY105" fmla="*/ 281238 h 1526506"/>
                <a:gd name="csX106" fmla="*/ 408322 w 1394911"/>
                <a:gd name="csY106" fmla="*/ 281238 h 1526506"/>
                <a:gd name="csX107" fmla="*/ 409073 w 1394911"/>
                <a:gd name="csY107" fmla="*/ 280486 h 1526506"/>
                <a:gd name="csX108" fmla="*/ 409826 w 1394911"/>
                <a:gd name="csY108" fmla="*/ 278982 h 1526506"/>
                <a:gd name="csX109" fmla="*/ 410577 w 1394911"/>
                <a:gd name="csY109" fmla="*/ 273718 h 1526506"/>
                <a:gd name="csX110" fmla="*/ 412082 w 1394911"/>
                <a:gd name="csY110" fmla="*/ 270711 h 1526506"/>
                <a:gd name="csX111" fmla="*/ 418097 w 1394911"/>
                <a:gd name="csY111" fmla="*/ 262439 h 1526506"/>
                <a:gd name="csX112" fmla="*/ 418097 w 1394911"/>
                <a:gd name="csY112" fmla="*/ 261687 h 1526506"/>
                <a:gd name="csX113" fmla="*/ 418097 w 1394911"/>
                <a:gd name="csY113" fmla="*/ 259431 h 1526506"/>
                <a:gd name="csX114" fmla="*/ 419601 w 1394911"/>
                <a:gd name="csY114" fmla="*/ 257175 h 1526506"/>
                <a:gd name="csX115" fmla="*/ 419601 w 1394911"/>
                <a:gd name="csY115" fmla="*/ 255671 h 1526506"/>
                <a:gd name="csX116" fmla="*/ 420353 w 1394911"/>
                <a:gd name="csY116" fmla="*/ 255671 h 1526506"/>
                <a:gd name="csX117" fmla="*/ 422609 w 1394911"/>
                <a:gd name="csY117" fmla="*/ 254167 h 1526506"/>
                <a:gd name="csX118" fmla="*/ 424113 w 1394911"/>
                <a:gd name="csY118" fmla="*/ 253415 h 1526506"/>
                <a:gd name="csX119" fmla="*/ 425617 w 1394911"/>
                <a:gd name="csY119" fmla="*/ 251911 h 1526506"/>
                <a:gd name="csX120" fmla="*/ 425617 w 1394911"/>
                <a:gd name="csY120" fmla="*/ 251159 h 1526506"/>
                <a:gd name="csX121" fmla="*/ 425617 w 1394911"/>
                <a:gd name="csY121" fmla="*/ 250407 h 1526506"/>
                <a:gd name="csX122" fmla="*/ 425617 w 1394911"/>
                <a:gd name="csY122" fmla="*/ 245143 h 1526506"/>
                <a:gd name="csX123" fmla="*/ 426369 w 1394911"/>
                <a:gd name="csY123" fmla="*/ 244391 h 1526506"/>
                <a:gd name="csX124" fmla="*/ 426369 w 1394911"/>
                <a:gd name="csY124" fmla="*/ 242135 h 1526506"/>
                <a:gd name="csX125" fmla="*/ 427121 w 1394911"/>
                <a:gd name="csY125" fmla="*/ 241384 h 1526506"/>
                <a:gd name="csX126" fmla="*/ 432385 w 1394911"/>
                <a:gd name="csY126" fmla="*/ 235368 h 1526506"/>
                <a:gd name="csX127" fmla="*/ 433889 w 1394911"/>
                <a:gd name="csY127" fmla="*/ 233112 h 1526506"/>
                <a:gd name="csX128" fmla="*/ 434641 w 1394911"/>
                <a:gd name="csY128" fmla="*/ 230856 h 1526506"/>
                <a:gd name="csX129" fmla="*/ 435393 w 1394911"/>
                <a:gd name="csY129" fmla="*/ 228600 h 1526506"/>
                <a:gd name="csX130" fmla="*/ 435393 w 1394911"/>
                <a:gd name="csY130" fmla="*/ 226344 h 1526506"/>
                <a:gd name="csX131" fmla="*/ 434641 w 1394911"/>
                <a:gd name="csY131" fmla="*/ 223336 h 1526506"/>
                <a:gd name="csX132" fmla="*/ 433889 w 1394911"/>
                <a:gd name="csY132" fmla="*/ 221080 h 1526506"/>
                <a:gd name="csX133" fmla="*/ 433137 w 1394911"/>
                <a:gd name="csY133" fmla="*/ 218072 h 1526506"/>
                <a:gd name="csX134" fmla="*/ 433137 w 1394911"/>
                <a:gd name="csY134" fmla="*/ 216568 h 1526506"/>
                <a:gd name="csX135" fmla="*/ 433889 w 1394911"/>
                <a:gd name="csY135" fmla="*/ 215065 h 1526506"/>
                <a:gd name="csX136" fmla="*/ 436897 w 1394911"/>
                <a:gd name="csY136" fmla="*/ 207545 h 1526506"/>
                <a:gd name="csX137" fmla="*/ 437649 w 1394911"/>
                <a:gd name="csY137" fmla="*/ 205289 h 1526506"/>
                <a:gd name="csX138" fmla="*/ 437649 w 1394911"/>
                <a:gd name="csY138" fmla="*/ 202281 h 1526506"/>
                <a:gd name="csX139" fmla="*/ 438401 w 1394911"/>
                <a:gd name="csY139" fmla="*/ 201529 h 1526506"/>
                <a:gd name="csX140" fmla="*/ 437649 w 1394911"/>
                <a:gd name="csY140" fmla="*/ 194761 h 1526506"/>
                <a:gd name="csX141" fmla="*/ 436897 w 1394911"/>
                <a:gd name="csY141" fmla="*/ 191753 h 1526506"/>
                <a:gd name="csX142" fmla="*/ 436145 w 1394911"/>
                <a:gd name="csY142" fmla="*/ 191001 h 1526506"/>
                <a:gd name="csX143" fmla="*/ 436145 w 1394911"/>
                <a:gd name="csY143" fmla="*/ 190249 h 1526506"/>
                <a:gd name="csX144" fmla="*/ 435393 w 1394911"/>
                <a:gd name="csY144" fmla="*/ 190249 h 1526506"/>
                <a:gd name="csX145" fmla="*/ 430881 w 1394911"/>
                <a:gd name="csY145" fmla="*/ 187241 h 1526506"/>
                <a:gd name="csX146" fmla="*/ 430129 w 1394911"/>
                <a:gd name="csY146" fmla="*/ 185737 h 1526506"/>
                <a:gd name="csX147" fmla="*/ 430129 w 1394911"/>
                <a:gd name="csY147" fmla="*/ 184986 h 1526506"/>
                <a:gd name="csX148" fmla="*/ 429377 w 1394911"/>
                <a:gd name="csY148" fmla="*/ 183482 h 1526506"/>
                <a:gd name="csX149" fmla="*/ 428625 w 1394911"/>
                <a:gd name="csY149" fmla="*/ 181226 h 1526506"/>
                <a:gd name="csX150" fmla="*/ 428625 w 1394911"/>
                <a:gd name="csY150" fmla="*/ 177466 h 1526506"/>
                <a:gd name="csX151" fmla="*/ 427873 w 1394911"/>
                <a:gd name="csY151" fmla="*/ 173706 h 1526506"/>
                <a:gd name="csX152" fmla="*/ 423361 w 1394911"/>
                <a:gd name="csY152" fmla="*/ 160170 h 1526506"/>
                <a:gd name="csX153" fmla="*/ 422609 w 1394911"/>
                <a:gd name="csY153" fmla="*/ 159418 h 1526506"/>
                <a:gd name="csX154" fmla="*/ 422609 w 1394911"/>
                <a:gd name="csY154" fmla="*/ 158667 h 1526506"/>
                <a:gd name="csX155" fmla="*/ 421105 w 1394911"/>
                <a:gd name="csY155" fmla="*/ 157162 h 1526506"/>
                <a:gd name="csX156" fmla="*/ 420353 w 1394911"/>
                <a:gd name="csY156" fmla="*/ 156410 h 1526506"/>
                <a:gd name="csX157" fmla="*/ 418849 w 1394911"/>
                <a:gd name="csY157" fmla="*/ 153403 h 1526506"/>
                <a:gd name="csX158" fmla="*/ 418097 w 1394911"/>
                <a:gd name="csY158" fmla="*/ 152651 h 1526506"/>
                <a:gd name="csX159" fmla="*/ 415841 w 1394911"/>
                <a:gd name="csY159" fmla="*/ 149643 h 1526506"/>
                <a:gd name="csX160" fmla="*/ 415090 w 1394911"/>
                <a:gd name="csY160" fmla="*/ 148891 h 1526506"/>
                <a:gd name="csX161" fmla="*/ 414337 w 1394911"/>
                <a:gd name="csY161" fmla="*/ 145883 h 1526506"/>
                <a:gd name="csX162" fmla="*/ 415090 w 1394911"/>
                <a:gd name="csY162" fmla="*/ 140619 h 1526506"/>
                <a:gd name="csX163" fmla="*/ 415841 w 1394911"/>
                <a:gd name="csY163" fmla="*/ 138363 h 1526506"/>
                <a:gd name="csX164" fmla="*/ 416593 w 1394911"/>
                <a:gd name="csY164" fmla="*/ 138363 h 1526506"/>
                <a:gd name="csX165" fmla="*/ 418097 w 1394911"/>
                <a:gd name="csY165" fmla="*/ 137611 h 1526506"/>
                <a:gd name="csX166" fmla="*/ 423361 w 1394911"/>
                <a:gd name="csY166" fmla="*/ 138363 h 1526506"/>
                <a:gd name="csX167" fmla="*/ 427121 w 1394911"/>
                <a:gd name="csY167" fmla="*/ 138363 h 1526506"/>
                <a:gd name="csX168" fmla="*/ 433137 w 1394911"/>
                <a:gd name="csY168" fmla="*/ 140619 h 1526506"/>
                <a:gd name="csX169" fmla="*/ 434641 w 1394911"/>
                <a:gd name="csY169" fmla="*/ 140619 h 1526506"/>
                <a:gd name="csX170" fmla="*/ 435393 w 1394911"/>
                <a:gd name="csY170" fmla="*/ 140619 h 1526506"/>
                <a:gd name="csX171" fmla="*/ 436145 w 1394911"/>
                <a:gd name="csY171" fmla="*/ 139867 h 1526506"/>
                <a:gd name="csX172" fmla="*/ 436897 w 1394911"/>
                <a:gd name="csY172" fmla="*/ 139115 h 1526506"/>
                <a:gd name="csX173" fmla="*/ 437649 w 1394911"/>
                <a:gd name="csY173" fmla="*/ 138363 h 1526506"/>
                <a:gd name="csX174" fmla="*/ 437649 w 1394911"/>
                <a:gd name="csY174" fmla="*/ 137611 h 1526506"/>
                <a:gd name="csX175" fmla="*/ 439152 w 1394911"/>
                <a:gd name="csY175" fmla="*/ 132347 h 1526506"/>
                <a:gd name="csX176" fmla="*/ 439905 w 1394911"/>
                <a:gd name="csY176" fmla="*/ 130843 h 1526506"/>
                <a:gd name="csX177" fmla="*/ 441409 w 1394911"/>
                <a:gd name="csY177" fmla="*/ 127836 h 1526506"/>
                <a:gd name="csX178" fmla="*/ 442160 w 1394911"/>
                <a:gd name="csY178" fmla="*/ 127084 h 1526506"/>
                <a:gd name="csX179" fmla="*/ 443664 w 1394911"/>
                <a:gd name="csY179" fmla="*/ 126331 h 1526506"/>
                <a:gd name="csX180" fmla="*/ 445920 w 1394911"/>
                <a:gd name="csY180" fmla="*/ 124076 h 1526506"/>
                <a:gd name="csX181" fmla="*/ 447424 w 1394911"/>
                <a:gd name="csY181" fmla="*/ 123324 h 1526506"/>
                <a:gd name="csX182" fmla="*/ 448928 w 1394911"/>
                <a:gd name="csY182" fmla="*/ 123324 h 1526506"/>
                <a:gd name="csX183" fmla="*/ 454192 w 1394911"/>
                <a:gd name="csY183" fmla="*/ 124828 h 1526506"/>
                <a:gd name="csX184" fmla="*/ 456448 w 1394911"/>
                <a:gd name="csY184" fmla="*/ 126331 h 1526506"/>
                <a:gd name="csX185" fmla="*/ 457200 w 1394911"/>
                <a:gd name="csY185" fmla="*/ 127084 h 1526506"/>
                <a:gd name="csX186" fmla="*/ 459456 w 1394911"/>
                <a:gd name="csY186" fmla="*/ 127084 h 1526506"/>
                <a:gd name="csX187" fmla="*/ 461712 w 1394911"/>
                <a:gd name="csY187" fmla="*/ 127084 h 1526506"/>
                <a:gd name="csX188" fmla="*/ 462464 w 1394911"/>
                <a:gd name="csY188" fmla="*/ 127084 h 1526506"/>
                <a:gd name="csX189" fmla="*/ 463216 w 1394911"/>
                <a:gd name="csY189" fmla="*/ 127084 h 1526506"/>
                <a:gd name="csX190" fmla="*/ 463968 w 1394911"/>
                <a:gd name="csY190" fmla="*/ 126331 h 1526506"/>
                <a:gd name="csX191" fmla="*/ 464720 w 1394911"/>
                <a:gd name="csY191" fmla="*/ 125579 h 1526506"/>
                <a:gd name="csX192" fmla="*/ 465471 w 1394911"/>
                <a:gd name="csY192" fmla="*/ 124828 h 1526506"/>
                <a:gd name="csX193" fmla="*/ 466224 w 1394911"/>
                <a:gd name="csY193" fmla="*/ 122572 h 1526506"/>
                <a:gd name="csX194" fmla="*/ 466975 w 1394911"/>
                <a:gd name="csY194" fmla="*/ 121068 h 1526506"/>
                <a:gd name="csX195" fmla="*/ 467728 w 1394911"/>
                <a:gd name="csY195" fmla="*/ 120316 h 1526506"/>
                <a:gd name="csX196" fmla="*/ 470735 w 1394911"/>
                <a:gd name="csY196" fmla="*/ 118812 h 1526506"/>
                <a:gd name="csX197" fmla="*/ 471488 w 1394911"/>
                <a:gd name="csY197" fmla="*/ 118060 h 1526506"/>
                <a:gd name="csX198" fmla="*/ 472991 w 1394911"/>
                <a:gd name="csY198" fmla="*/ 118812 h 1526506"/>
                <a:gd name="csX199" fmla="*/ 476751 w 1394911"/>
                <a:gd name="csY199" fmla="*/ 122572 h 1526506"/>
                <a:gd name="csX200" fmla="*/ 479007 w 1394911"/>
                <a:gd name="csY200" fmla="*/ 124076 h 1526506"/>
                <a:gd name="csX201" fmla="*/ 479759 w 1394911"/>
                <a:gd name="csY201" fmla="*/ 124828 h 1526506"/>
                <a:gd name="csX202" fmla="*/ 483519 w 1394911"/>
                <a:gd name="csY202" fmla="*/ 135355 h 1526506"/>
                <a:gd name="csX203" fmla="*/ 483519 w 1394911"/>
                <a:gd name="csY203" fmla="*/ 136107 h 1526506"/>
                <a:gd name="csX204" fmla="*/ 484271 w 1394911"/>
                <a:gd name="csY204" fmla="*/ 136107 h 1526506"/>
                <a:gd name="csX205" fmla="*/ 485023 w 1394911"/>
                <a:gd name="csY205" fmla="*/ 136859 h 1526506"/>
                <a:gd name="csX206" fmla="*/ 485775 w 1394911"/>
                <a:gd name="csY206" fmla="*/ 137611 h 1526506"/>
                <a:gd name="csX207" fmla="*/ 488031 w 1394911"/>
                <a:gd name="csY207" fmla="*/ 138363 h 1526506"/>
                <a:gd name="csX208" fmla="*/ 488783 w 1394911"/>
                <a:gd name="csY208" fmla="*/ 138363 h 1526506"/>
                <a:gd name="csX209" fmla="*/ 489535 w 1394911"/>
                <a:gd name="csY209" fmla="*/ 137611 h 1526506"/>
                <a:gd name="csX210" fmla="*/ 490287 w 1394911"/>
                <a:gd name="csY210" fmla="*/ 137611 h 1526506"/>
                <a:gd name="csX211" fmla="*/ 491039 w 1394911"/>
                <a:gd name="csY211" fmla="*/ 136859 h 1526506"/>
                <a:gd name="csX212" fmla="*/ 492543 w 1394911"/>
                <a:gd name="csY212" fmla="*/ 136107 h 1526506"/>
                <a:gd name="csX213" fmla="*/ 492543 w 1394911"/>
                <a:gd name="csY213" fmla="*/ 135355 h 1526506"/>
                <a:gd name="csX214" fmla="*/ 494047 w 1394911"/>
                <a:gd name="csY214" fmla="*/ 134603 h 1526506"/>
                <a:gd name="csX215" fmla="*/ 494799 w 1394911"/>
                <a:gd name="csY215" fmla="*/ 134603 h 1526506"/>
                <a:gd name="csX216" fmla="*/ 496303 w 1394911"/>
                <a:gd name="csY216" fmla="*/ 133851 h 1526506"/>
                <a:gd name="csX217" fmla="*/ 500814 w 1394911"/>
                <a:gd name="csY217" fmla="*/ 134603 h 1526506"/>
                <a:gd name="csX218" fmla="*/ 503070 w 1394911"/>
                <a:gd name="csY218" fmla="*/ 134603 h 1526506"/>
                <a:gd name="csX219" fmla="*/ 506078 w 1394911"/>
                <a:gd name="csY219" fmla="*/ 134603 h 1526506"/>
                <a:gd name="csX220" fmla="*/ 506830 w 1394911"/>
                <a:gd name="csY220" fmla="*/ 133851 h 1526506"/>
                <a:gd name="csX221" fmla="*/ 508334 w 1394911"/>
                <a:gd name="csY221" fmla="*/ 134603 h 1526506"/>
                <a:gd name="csX222" fmla="*/ 509086 w 1394911"/>
                <a:gd name="csY222" fmla="*/ 134603 h 1526506"/>
                <a:gd name="csX223" fmla="*/ 509838 w 1394911"/>
                <a:gd name="csY223" fmla="*/ 136107 h 1526506"/>
                <a:gd name="csX224" fmla="*/ 511342 w 1394911"/>
                <a:gd name="csY224" fmla="*/ 136107 h 1526506"/>
                <a:gd name="csX225" fmla="*/ 512094 w 1394911"/>
                <a:gd name="csY225" fmla="*/ 136107 h 1526506"/>
                <a:gd name="csX226" fmla="*/ 512846 w 1394911"/>
                <a:gd name="csY226" fmla="*/ 136107 h 1526506"/>
                <a:gd name="csX227" fmla="*/ 513598 w 1394911"/>
                <a:gd name="csY227" fmla="*/ 135355 h 1526506"/>
                <a:gd name="csX228" fmla="*/ 515102 w 1394911"/>
                <a:gd name="csY228" fmla="*/ 132347 h 1526506"/>
                <a:gd name="csX229" fmla="*/ 515854 w 1394911"/>
                <a:gd name="csY229" fmla="*/ 131595 h 1526506"/>
                <a:gd name="csX230" fmla="*/ 519614 w 1394911"/>
                <a:gd name="csY230" fmla="*/ 130091 h 1526506"/>
                <a:gd name="csX231" fmla="*/ 521118 w 1394911"/>
                <a:gd name="csY231" fmla="*/ 129339 h 1526506"/>
                <a:gd name="csX232" fmla="*/ 522622 w 1394911"/>
                <a:gd name="csY232" fmla="*/ 129339 h 1526506"/>
                <a:gd name="csX233" fmla="*/ 523374 w 1394911"/>
                <a:gd name="csY233" fmla="*/ 129339 h 1526506"/>
                <a:gd name="csX234" fmla="*/ 526382 w 1394911"/>
                <a:gd name="csY234" fmla="*/ 130843 h 1526506"/>
                <a:gd name="csX235" fmla="*/ 527133 w 1394911"/>
                <a:gd name="csY235" fmla="*/ 130843 h 1526506"/>
                <a:gd name="csX236" fmla="*/ 533901 w 1394911"/>
                <a:gd name="csY236" fmla="*/ 132347 h 1526506"/>
                <a:gd name="csX237" fmla="*/ 534653 w 1394911"/>
                <a:gd name="csY237" fmla="*/ 133099 h 1526506"/>
                <a:gd name="csX238" fmla="*/ 535405 w 1394911"/>
                <a:gd name="csY238" fmla="*/ 133099 h 1526506"/>
                <a:gd name="csX239" fmla="*/ 535405 w 1394911"/>
                <a:gd name="csY239" fmla="*/ 133851 h 1526506"/>
                <a:gd name="csX240" fmla="*/ 536157 w 1394911"/>
                <a:gd name="csY240" fmla="*/ 136859 h 1526506"/>
                <a:gd name="csX241" fmla="*/ 536157 w 1394911"/>
                <a:gd name="csY241" fmla="*/ 137611 h 1526506"/>
                <a:gd name="csX242" fmla="*/ 536909 w 1394911"/>
                <a:gd name="csY242" fmla="*/ 138363 h 1526506"/>
                <a:gd name="csX243" fmla="*/ 537661 w 1394911"/>
                <a:gd name="csY243" fmla="*/ 139115 h 1526506"/>
                <a:gd name="csX244" fmla="*/ 538413 w 1394911"/>
                <a:gd name="csY244" fmla="*/ 139115 h 1526506"/>
                <a:gd name="csX245" fmla="*/ 541421 w 1394911"/>
                <a:gd name="csY245" fmla="*/ 138363 h 1526506"/>
                <a:gd name="csX246" fmla="*/ 542925 w 1394911"/>
                <a:gd name="csY246" fmla="*/ 138363 h 1526506"/>
                <a:gd name="csX247" fmla="*/ 544429 w 1394911"/>
                <a:gd name="csY247" fmla="*/ 139115 h 1526506"/>
                <a:gd name="csX248" fmla="*/ 545933 w 1394911"/>
                <a:gd name="csY248" fmla="*/ 139867 h 1526506"/>
                <a:gd name="csX249" fmla="*/ 549693 w 1394911"/>
                <a:gd name="csY249" fmla="*/ 140619 h 1526506"/>
                <a:gd name="csX250" fmla="*/ 550445 w 1394911"/>
                <a:gd name="csY250" fmla="*/ 141371 h 1526506"/>
                <a:gd name="csX251" fmla="*/ 551197 w 1394911"/>
                <a:gd name="csY251" fmla="*/ 141371 h 1526506"/>
                <a:gd name="csX252" fmla="*/ 551197 w 1394911"/>
                <a:gd name="csY252" fmla="*/ 142123 h 1526506"/>
                <a:gd name="csX253" fmla="*/ 551948 w 1394911"/>
                <a:gd name="csY253" fmla="*/ 142875 h 1526506"/>
                <a:gd name="csX254" fmla="*/ 551197 w 1394911"/>
                <a:gd name="csY254" fmla="*/ 143627 h 1526506"/>
                <a:gd name="csX255" fmla="*/ 551197 w 1394911"/>
                <a:gd name="csY255" fmla="*/ 144379 h 1526506"/>
                <a:gd name="csX256" fmla="*/ 550445 w 1394911"/>
                <a:gd name="csY256" fmla="*/ 146635 h 1526506"/>
                <a:gd name="csX257" fmla="*/ 549693 w 1394911"/>
                <a:gd name="csY257" fmla="*/ 148139 h 1526506"/>
                <a:gd name="csX258" fmla="*/ 549693 w 1394911"/>
                <a:gd name="csY258" fmla="*/ 148891 h 1526506"/>
                <a:gd name="csX259" fmla="*/ 549693 w 1394911"/>
                <a:gd name="csY259" fmla="*/ 149643 h 1526506"/>
                <a:gd name="csX260" fmla="*/ 550445 w 1394911"/>
                <a:gd name="csY260" fmla="*/ 149643 h 1526506"/>
                <a:gd name="csX261" fmla="*/ 550445 w 1394911"/>
                <a:gd name="csY261" fmla="*/ 150395 h 1526506"/>
                <a:gd name="csX262" fmla="*/ 551197 w 1394911"/>
                <a:gd name="csY262" fmla="*/ 151147 h 1526506"/>
                <a:gd name="csX263" fmla="*/ 551948 w 1394911"/>
                <a:gd name="csY263" fmla="*/ 151147 h 1526506"/>
                <a:gd name="csX264" fmla="*/ 552701 w 1394911"/>
                <a:gd name="csY264" fmla="*/ 151899 h 1526506"/>
                <a:gd name="csX265" fmla="*/ 556461 w 1394911"/>
                <a:gd name="csY265" fmla="*/ 152651 h 1526506"/>
                <a:gd name="csX266" fmla="*/ 563228 w 1394911"/>
                <a:gd name="csY266" fmla="*/ 156410 h 1526506"/>
                <a:gd name="csX267" fmla="*/ 564732 w 1394911"/>
                <a:gd name="csY267" fmla="*/ 156410 h 1526506"/>
                <a:gd name="csX268" fmla="*/ 565484 w 1394911"/>
                <a:gd name="csY268" fmla="*/ 156410 h 1526506"/>
                <a:gd name="csX269" fmla="*/ 566236 w 1394911"/>
                <a:gd name="csY269" fmla="*/ 154907 h 1526506"/>
                <a:gd name="csX270" fmla="*/ 566988 w 1394911"/>
                <a:gd name="csY270" fmla="*/ 154907 h 1526506"/>
                <a:gd name="csX271" fmla="*/ 568492 w 1394911"/>
                <a:gd name="csY271" fmla="*/ 153403 h 1526506"/>
                <a:gd name="csX272" fmla="*/ 569244 w 1394911"/>
                <a:gd name="csY272" fmla="*/ 153403 h 1526506"/>
                <a:gd name="csX273" fmla="*/ 571500 w 1394911"/>
                <a:gd name="csY273" fmla="*/ 152651 h 1526506"/>
                <a:gd name="csX274" fmla="*/ 573756 w 1394911"/>
                <a:gd name="csY274" fmla="*/ 152651 h 1526506"/>
                <a:gd name="csX275" fmla="*/ 578268 w 1394911"/>
                <a:gd name="csY275" fmla="*/ 151899 h 1526506"/>
                <a:gd name="csX276" fmla="*/ 582780 w 1394911"/>
                <a:gd name="csY276" fmla="*/ 151899 h 1526506"/>
                <a:gd name="csX277" fmla="*/ 588795 w 1394911"/>
                <a:gd name="csY277" fmla="*/ 153403 h 1526506"/>
                <a:gd name="csX278" fmla="*/ 590299 w 1394911"/>
                <a:gd name="csY278" fmla="*/ 153403 h 1526506"/>
                <a:gd name="csX279" fmla="*/ 591051 w 1394911"/>
                <a:gd name="csY279" fmla="*/ 154155 h 1526506"/>
                <a:gd name="csX280" fmla="*/ 593307 w 1394911"/>
                <a:gd name="csY280" fmla="*/ 157162 h 1526506"/>
                <a:gd name="csX281" fmla="*/ 594059 w 1394911"/>
                <a:gd name="csY281" fmla="*/ 157162 h 1526506"/>
                <a:gd name="csX282" fmla="*/ 595563 w 1394911"/>
                <a:gd name="csY282" fmla="*/ 157914 h 1526506"/>
                <a:gd name="csX283" fmla="*/ 597067 w 1394911"/>
                <a:gd name="csY283" fmla="*/ 158667 h 1526506"/>
                <a:gd name="csX284" fmla="*/ 597819 w 1394911"/>
                <a:gd name="csY284" fmla="*/ 158667 h 1526506"/>
                <a:gd name="csX285" fmla="*/ 598571 w 1394911"/>
                <a:gd name="csY285" fmla="*/ 158667 h 1526506"/>
                <a:gd name="csX286" fmla="*/ 599323 w 1394911"/>
                <a:gd name="csY286" fmla="*/ 157914 h 1526506"/>
                <a:gd name="csX287" fmla="*/ 600075 w 1394911"/>
                <a:gd name="csY287" fmla="*/ 156410 h 1526506"/>
                <a:gd name="csX288" fmla="*/ 600827 w 1394911"/>
                <a:gd name="csY288" fmla="*/ 154907 h 1526506"/>
                <a:gd name="csX289" fmla="*/ 602331 w 1394911"/>
                <a:gd name="csY289" fmla="*/ 148891 h 1526506"/>
                <a:gd name="csX290" fmla="*/ 602331 w 1394911"/>
                <a:gd name="csY290" fmla="*/ 148139 h 1526506"/>
                <a:gd name="csX291" fmla="*/ 603083 w 1394911"/>
                <a:gd name="csY291" fmla="*/ 147387 h 1526506"/>
                <a:gd name="csX292" fmla="*/ 603835 w 1394911"/>
                <a:gd name="csY292" fmla="*/ 146635 h 1526506"/>
                <a:gd name="csX293" fmla="*/ 605339 w 1394911"/>
                <a:gd name="csY293" fmla="*/ 146635 h 1526506"/>
                <a:gd name="csX294" fmla="*/ 606091 w 1394911"/>
                <a:gd name="csY294" fmla="*/ 146635 h 1526506"/>
                <a:gd name="csX295" fmla="*/ 606843 w 1394911"/>
                <a:gd name="csY295" fmla="*/ 146635 h 1526506"/>
                <a:gd name="csX296" fmla="*/ 608346 w 1394911"/>
                <a:gd name="csY296" fmla="*/ 147387 h 1526506"/>
                <a:gd name="csX297" fmla="*/ 615866 w 1394911"/>
                <a:gd name="csY297" fmla="*/ 148891 h 1526506"/>
                <a:gd name="csX298" fmla="*/ 618123 w 1394911"/>
                <a:gd name="csY298" fmla="*/ 148891 h 1526506"/>
                <a:gd name="csX299" fmla="*/ 618874 w 1394911"/>
                <a:gd name="csY299" fmla="*/ 148139 h 1526506"/>
                <a:gd name="csX300" fmla="*/ 619626 w 1394911"/>
                <a:gd name="csY300" fmla="*/ 147387 h 1526506"/>
                <a:gd name="csX301" fmla="*/ 619626 w 1394911"/>
                <a:gd name="csY301" fmla="*/ 146635 h 1526506"/>
                <a:gd name="csX302" fmla="*/ 619626 w 1394911"/>
                <a:gd name="csY302" fmla="*/ 145131 h 1526506"/>
                <a:gd name="csX303" fmla="*/ 620378 w 1394911"/>
                <a:gd name="csY303" fmla="*/ 144379 h 1526506"/>
                <a:gd name="csX304" fmla="*/ 621130 w 1394911"/>
                <a:gd name="csY304" fmla="*/ 143627 h 1526506"/>
                <a:gd name="csX305" fmla="*/ 622634 w 1394911"/>
                <a:gd name="csY305" fmla="*/ 142123 h 1526506"/>
                <a:gd name="csX306" fmla="*/ 625642 w 1394911"/>
                <a:gd name="csY306" fmla="*/ 136859 h 1526506"/>
                <a:gd name="csX307" fmla="*/ 627146 w 1394911"/>
                <a:gd name="csY307" fmla="*/ 134603 h 1526506"/>
                <a:gd name="csX308" fmla="*/ 627898 w 1394911"/>
                <a:gd name="csY308" fmla="*/ 133851 h 1526506"/>
                <a:gd name="csX309" fmla="*/ 628650 w 1394911"/>
                <a:gd name="csY309" fmla="*/ 133099 h 1526506"/>
                <a:gd name="csX310" fmla="*/ 629402 w 1394911"/>
                <a:gd name="csY310" fmla="*/ 133099 h 1526506"/>
                <a:gd name="csX311" fmla="*/ 633914 w 1394911"/>
                <a:gd name="csY311" fmla="*/ 131595 h 1526506"/>
                <a:gd name="csX312" fmla="*/ 635418 w 1394911"/>
                <a:gd name="csY312" fmla="*/ 130843 h 1526506"/>
                <a:gd name="csX313" fmla="*/ 636922 w 1394911"/>
                <a:gd name="csY313" fmla="*/ 130091 h 1526506"/>
                <a:gd name="csX314" fmla="*/ 636922 w 1394911"/>
                <a:gd name="csY314" fmla="*/ 129339 h 1526506"/>
                <a:gd name="csX315" fmla="*/ 637674 w 1394911"/>
                <a:gd name="csY315" fmla="*/ 129339 h 1526506"/>
                <a:gd name="csX316" fmla="*/ 637674 w 1394911"/>
                <a:gd name="csY316" fmla="*/ 128588 h 1526506"/>
                <a:gd name="csX317" fmla="*/ 638425 w 1394911"/>
                <a:gd name="csY317" fmla="*/ 127836 h 1526506"/>
                <a:gd name="csX318" fmla="*/ 639178 w 1394911"/>
                <a:gd name="csY318" fmla="*/ 124828 h 1526506"/>
                <a:gd name="csX319" fmla="*/ 639929 w 1394911"/>
                <a:gd name="csY319" fmla="*/ 123324 h 1526506"/>
                <a:gd name="csX320" fmla="*/ 641434 w 1394911"/>
                <a:gd name="csY320" fmla="*/ 121820 h 1526506"/>
                <a:gd name="csX321" fmla="*/ 642185 w 1394911"/>
                <a:gd name="csY321" fmla="*/ 121068 h 1526506"/>
                <a:gd name="csX322" fmla="*/ 643689 w 1394911"/>
                <a:gd name="csY322" fmla="*/ 119564 h 1526506"/>
                <a:gd name="csX323" fmla="*/ 645193 w 1394911"/>
                <a:gd name="csY323" fmla="*/ 119564 h 1526506"/>
                <a:gd name="csX324" fmla="*/ 646697 w 1394911"/>
                <a:gd name="csY324" fmla="*/ 119564 h 1526506"/>
                <a:gd name="csX325" fmla="*/ 647449 w 1394911"/>
                <a:gd name="csY325" fmla="*/ 119564 h 1526506"/>
                <a:gd name="csX326" fmla="*/ 648953 w 1394911"/>
                <a:gd name="csY326" fmla="*/ 120316 h 1526506"/>
                <a:gd name="csX327" fmla="*/ 651209 w 1394911"/>
                <a:gd name="csY327" fmla="*/ 121068 h 1526506"/>
                <a:gd name="csX328" fmla="*/ 651961 w 1394911"/>
                <a:gd name="csY328" fmla="*/ 120316 h 1526506"/>
                <a:gd name="csX329" fmla="*/ 670008 w 1394911"/>
                <a:gd name="csY329" fmla="*/ 117308 h 1526506"/>
                <a:gd name="csX330" fmla="*/ 670761 w 1394911"/>
                <a:gd name="csY330" fmla="*/ 116556 h 1526506"/>
                <a:gd name="csX331" fmla="*/ 674521 w 1394911"/>
                <a:gd name="csY331" fmla="*/ 115052 h 1526506"/>
                <a:gd name="csX332" fmla="*/ 676024 w 1394911"/>
                <a:gd name="csY332" fmla="*/ 114300 h 1526506"/>
                <a:gd name="csX333" fmla="*/ 677528 w 1394911"/>
                <a:gd name="csY333" fmla="*/ 113548 h 1526506"/>
                <a:gd name="csX334" fmla="*/ 681288 w 1394911"/>
                <a:gd name="csY334" fmla="*/ 107532 h 1526506"/>
                <a:gd name="csX335" fmla="*/ 682792 w 1394911"/>
                <a:gd name="csY335" fmla="*/ 106028 h 1526506"/>
                <a:gd name="csX336" fmla="*/ 683544 w 1394911"/>
                <a:gd name="csY336" fmla="*/ 105276 h 1526506"/>
                <a:gd name="csX337" fmla="*/ 684296 w 1394911"/>
                <a:gd name="csY337" fmla="*/ 104524 h 1526506"/>
                <a:gd name="csX338" fmla="*/ 685800 w 1394911"/>
                <a:gd name="csY338" fmla="*/ 103772 h 1526506"/>
                <a:gd name="csX339" fmla="*/ 687304 w 1394911"/>
                <a:gd name="csY339" fmla="*/ 103772 h 1526506"/>
                <a:gd name="csX340" fmla="*/ 688808 w 1394911"/>
                <a:gd name="csY340" fmla="*/ 105276 h 1526506"/>
                <a:gd name="csX341" fmla="*/ 689560 w 1394911"/>
                <a:gd name="csY341" fmla="*/ 106028 h 1526506"/>
                <a:gd name="csX342" fmla="*/ 690312 w 1394911"/>
                <a:gd name="csY342" fmla="*/ 106028 h 1526506"/>
                <a:gd name="csX343" fmla="*/ 691816 w 1394911"/>
                <a:gd name="csY343" fmla="*/ 104524 h 1526506"/>
                <a:gd name="csX344" fmla="*/ 693320 w 1394911"/>
                <a:gd name="csY344" fmla="*/ 103772 h 1526506"/>
                <a:gd name="csX345" fmla="*/ 694072 w 1394911"/>
                <a:gd name="csY345" fmla="*/ 103772 h 1526506"/>
                <a:gd name="csX346" fmla="*/ 694823 w 1394911"/>
                <a:gd name="csY346" fmla="*/ 104524 h 1526506"/>
                <a:gd name="csX347" fmla="*/ 696327 w 1394911"/>
                <a:gd name="csY347" fmla="*/ 105276 h 1526506"/>
                <a:gd name="csX348" fmla="*/ 697080 w 1394911"/>
                <a:gd name="csY348" fmla="*/ 105276 h 1526506"/>
                <a:gd name="csX349" fmla="*/ 697832 w 1394911"/>
                <a:gd name="csY349" fmla="*/ 106028 h 1526506"/>
                <a:gd name="csX350" fmla="*/ 699336 w 1394911"/>
                <a:gd name="csY350" fmla="*/ 106028 h 1526506"/>
                <a:gd name="csX351" fmla="*/ 700840 w 1394911"/>
                <a:gd name="csY351" fmla="*/ 106028 h 1526506"/>
                <a:gd name="csX352" fmla="*/ 701591 w 1394911"/>
                <a:gd name="csY352" fmla="*/ 105276 h 1526506"/>
                <a:gd name="csX353" fmla="*/ 702343 w 1394911"/>
                <a:gd name="csY353" fmla="*/ 105276 h 1526506"/>
                <a:gd name="csX354" fmla="*/ 703095 w 1394911"/>
                <a:gd name="csY354" fmla="*/ 104524 h 1526506"/>
                <a:gd name="csX355" fmla="*/ 703847 w 1394911"/>
                <a:gd name="csY355" fmla="*/ 104524 h 1526506"/>
                <a:gd name="csX356" fmla="*/ 704599 w 1394911"/>
                <a:gd name="csY356" fmla="*/ 104524 h 1526506"/>
                <a:gd name="csX357" fmla="*/ 706855 w 1394911"/>
                <a:gd name="csY357" fmla="*/ 104524 h 1526506"/>
                <a:gd name="csX358" fmla="*/ 707607 w 1394911"/>
                <a:gd name="csY358" fmla="*/ 105276 h 1526506"/>
                <a:gd name="csX359" fmla="*/ 708359 w 1394911"/>
                <a:gd name="csY359" fmla="*/ 106028 h 1526506"/>
                <a:gd name="csX360" fmla="*/ 709111 w 1394911"/>
                <a:gd name="csY360" fmla="*/ 106780 h 1526506"/>
                <a:gd name="csX361" fmla="*/ 709111 w 1394911"/>
                <a:gd name="csY361" fmla="*/ 107532 h 1526506"/>
                <a:gd name="csX362" fmla="*/ 710615 w 1394911"/>
                <a:gd name="csY362" fmla="*/ 109788 h 1526506"/>
                <a:gd name="csX363" fmla="*/ 710615 w 1394911"/>
                <a:gd name="csY363" fmla="*/ 110540 h 1526506"/>
                <a:gd name="csX364" fmla="*/ 711367 w 1394911"/>
                <a:gd name="csY364" fmla="*/ 110540 h 1526506"/>
                <a:gd name="csX365" fmla="*/ 712871 w 1394911"/>
                <a:gd name="csY365" fmla="*/ 111292 h 1526506"/>
                <a:gd name="csX366" fmla="*/ 714375 w 1394911"/>
                <a:gd name="csY366" fmla="*/ 111292 h 1526506"/>
                <a:gd name="csX367" fmla="*/ 715127 w 1394911"/>
                <a:gd name="csY367" fmla="*/ 110540 h 1526506"/>
                <a:gd name="csX368" fmla="*/ 715879 w 1394911"/>
                <a:gd name="csY368" fmla="*/ 109788 h 1526506"/>
                <a:gd name="csX369" fmla="*/ 717383 w 1394911"/>
                <a:gd name="csY369" fmla="*/ 109036 h 1526506"/>
                <a:gd name="csX370" fmla="*/ 718887 w 1394911"/>
                <a:gd name="csY370" fmla="*/ 106780 h 1526506"/>
                <a:gd name="csX371" fmla="*/ 721895 w 1394911"/>
                <a:gd name="csY371" fmla="*/ 100764 h 1526506"/>
                <a:gd name="csX372" fmla="*/ 721895 w 1394911"/>
                <a:gd name="csY372" fmla="*/ 100012 h 1526506"/>
                <a:gd name="csX373" fmla="*/ 722647 w 1394911"/>
                <a:gd name="csY373" fmla="*/ 99260 h 1526506"/>
                <a:gd name="csX374" fmla="*/ 723399 w 1394911"/>
                <a:gd name="csY374" fmla="*/ 98509 h 1526506"/>
                <a:gd name="csX375" fmla="*/ 724151 w 1394911"/>
                <a:gd name="csY375" fmla="*/ 97757 h 1526506"/>
                <a:gd name="csX376" fmla="*/ 730166 w 1394911"/>
                <a:gd name="csY376" fmla="*/ 95501 h 1526506"/>
                <a:gd name="csX377" fmla="*/ 731670 w 1394911"/>
                <a:gd name="csY377" fmla="*/ 95501 h 1526506"/>
                <a:gd name="csX378" fmla="*/ 731670 w 1394911"/>
                <a:gd name="csY378" fmla="*/ 94749 h 1526506"/>
                <a:gd name="csX379" fmla="*/ 732422 w 1394911"/>
                <a:gd name="csY379" fmla="*/ 93997 h 1526506"/>
                <a:gd name="csX380" fmla="*/ 732422 w 1394911"/>
                <a:gd name="csY380" fmla="*/ 93245 h 1526506"/>
                <a:gd name="csX381" fmla="*/ 732422 w 1394911"/>
                <a:gd name="csY381" fmla="*/ 92493 h 1526506"/>
                <a:gd name="csX382" fmla="*/ 732422 w 1394911"/>
                <a:gd name="csY382" fmla="*/ 90989 h 1526506"/>
                <a:gd name="csX383" fmla="*/ 732422 w 1394911"/>
                <a:gd name="csY383" fmla="*/ 87981 h 1526506"/>
                <a:gd name="csX384" fmla="*/ 732422 w 1394911"/>
                <a:gd name="csY384" fmla="*/ 79709 h 1526506"/>
                <a:gd name="csX385" fmla="*/ 730919 w 1394911"/>
                <a:gd name="csY385" fmla="*/ 72190 h 1526506"/>
                <a:gd name="csX386" fmla="*/ 730919 w 1394911"/>
                <a:gd name="csY386" fmla="*/ 71438 h 1526506"/>
                <a:gd name="csX387" fmla="*/ 730919 w 1394911"/>
                <a:gd name="csY387" fmla="*/ 70685 h 1526506"/>
                <a:gd name="csX388" fmla="*/ 731670 w 1394911"/>
                <a:gd name="csY388" fmla="*/ 69933 h 1526506"/>
                <a:gd name="csX389" fmla="*/ 732422 w 1394911"/>
                <a:gd name="csY389" fmla="*/ 69181 h 1526506"/>
                <a:gd name="csX390" fmla="*/ 733926 w 1394911"/>
                <a:gd name="csY390" fmla="*/ 68430 h 1526506"/>
                <a:gd name="csX391" fmla="*/ 735430 w 1394911"/>
                <a:gd name="csY391" fmla="*/ 68430 h 1526506"/>
                <a:gd name="csX392" fmla="*/ 736934 w 1394911"/>
                <a:gd name="csY392" fmla="*/ 68430 h 1526506"/>
                <a:gd name="csX393" fmla="*/ 742198 w 1394911"/>
                <a:gd name="csY393" fmla="*/ 68430 h 1526506"/>
                <a:gd name="csX394" fmla="*/ 743702 w 1394911"/>
                <a:gd name="csY394" fmla="*/ 68430 h 1526506"/>
                <a:gd name="csX395" fmla="*/ 749718 w 1394911"/>
                <a:gd name="csY395" fmla="*/ 66926 h 1526506"/>
                <a:gd name="csX396" fmla="*/ 750470 w 1394911"/>
                <a:gd name="csY396" fmla="*/ 66174 h 1526506"/>
                <a:gd name="csX397" fmla="*/ 751974 w 1394911"/>
                <a:gd name="csY397" fmla="*/ 66174 h 1526506"/>
                <a:gd name="csX398" fmla="*/ 752726 w 1394911"/>
                <a:gd name="csY398" fmla="*/ 66174 h 1526506"/>
                <a:gd name="csX399" fmla="*/ 753478 w 1394911"/>
                <a:gd name="csY399" fmla="*/ 66926 h 1526506"/>
                <a:gd name="csX400" fmla="*/ 754230 w 1394911"/>
                <a:gd name="csY400" fmla="*/ 66926 h 1526506"/>
                <a:gd name="csX401" fmla="*/ 754981 w 1394911"/>
                <a:gd name="csY401" fmla="*/ 67678 h 1526506"/>
                <a:gd name="csX402" fmla="*/ 756485 w 1394911"/>
                <a:gd name="csY402" fmla="*/ 67678 h 1526506"/>
                <a:gd name="csX403" fmla="*/ 757989 w 1394911"/>
                <a:gd name="csY403" fmla="*/ 67678 h 1526506"/>
                <a:gd name="csX404" fmla="*/ 759493 w 1394911"/>
                <a:gd name="csY404" fmla="*/ 67678 h 1526506"/>
                <a:gd name="csX405" fmla="*/ 760245 w 1394911"/>
                <a:gd name="csY405" fmla="*/ 67678 h 1526506"/>
                <a:gd name="csX406" fmla="*/ 760998 w 1394911"/>
                <a:gd name="csY406" fmla="*/ 66926 h 1526506"/>
                <a:gd name="csX407" fmla="*/ 762501 w 1394911"/>
                <a:gd name="csY407" fmla="*/ 65422 h 1526506"/>
                <a:gd name="csX408" fmla="*/ 763253 w 1394911"/>
                <a:gd name="csY408" fmla="*/ 64670 h 1526506"/>
                <a:gd name="csX409" fmla="*/ 767765 w 1394911"/>
                <a:gd name="csY409" fmla="*/ 61662 h 1526506"/>
                <a:gd name="csX410" fmla="*/ 768517 w 1394911"/>
                <a:gd name="csY410" fmla="*/ 61662 h 1526506"/>
                <a:gd name="csX411" fmla="*/ 768517 w 1394911"/>
                <a:gd name="csY411" fmla="*/ 60910 h 1526506"/>
                <a:gd name="csX412" fmla="*/ 769269 w 1394911"/>
                <a:gd name="csY412" fmla="*/ 60158 h 1526506"/>
                <a:gd name="csX413" fmla="*/ 772277 w 1394911"/>
                <a:gd name="csY413" fmla="*/ 52638 h 1526506"/>
                <a:gd name="csX414" fmla="*/ 773029 w 1394911"/>
                <a:gd name="csY414" fmla="*/ 51134 h 1526506"/>
                <a:gd name="csX415" fmla="*/ 778293 w 1394911"/>
                <a:gd name="csY415" fmla="*/ 45870 h 1526506"/>
                <a:gd name="csX416" fmla="*/ 778293 w 1394911"/>
                <a:gd name="csY416" fmla="*/ 45118 h 1526506"/>
                <a:gd name="csX417" fmla="*/ 779797 w 1394911"/>
                <a:gd name="csY417" fmla="*/ 43614 h 1526506"/>
                <a:gd name="csX418" fmla="*/ 780549 w 1394911"/>
                <a:gd name="csY418" fmla="*/ 42111 h 1526506"/>
                <a:gd name="csX419" fmla="*/ 782053 w 1394911"/>
                <a:gd name="csY419" fmla="*/ 40607 h 1526506"/>
                <a:gd name="csX420" fmla="*/ 782804 w 1394911"/>
                <a:gd name="csY420" fmla="*/ 39855 h 1526506"/>
                <a:gd name="csX421" fmla="*/ 783557 w 1394911"/>
                <a:gd name="csY421" fmla="*/ 38351 h 1526506"/>
                <a:gd name="csX422" fmla="*/ 785060 w 1394911"/>
                <a:gd name="csY422" fmla="*/ 32335 h 1526506"/>
                <a:gd name="csX423" fmla="*/ 787317 w 1394911"/>
                <a:gd name="csY423" fmla="*/ 27823 h 1526506"/>
                <a:gd name="csX424" fmla="*/ 791828 w 1394911"/>
                <a:gd name="csY424" fmla="*/ 30079 h 1526506"/>
                <a:gd name="csX425" fmla="*/ 794084 w 1394911"/>
                <a:gd name="csY425" fmla="*/ 31583 h 1526506"/>
                <a:gd name="csX426" fmla="*/ 795588 w 1394911"/>
                <a:gd name="csY426" fmla="*/ 31583 h 1526506"/>
                <a:gd name="csX427" fmla="*/ 798596 w 1394911"/>
                <a:gd name="csY427" fmla="*/ 31583 h 1526506"/>
                <a:gd name="csX428" fmla="*/ 800100 w 1394911"/>
                <a:gd name="csY428" fmla="*/ 31583 h 1526506"/>
                <a:gd name="csX429" fmla="*/ 800852 w 1394911"/>
                <a:gd name="csY429" fmla="*/ 31583 h 1526506"/>
                <a:gd name="csX430" fmla="*/ 803860 w 1394911"/>
                <a:gd name="csY430" fmla="*/ 30831 h 1526506"/>
                <a:gd name="csX431" fmla="*/ 805364 w 1394911"/>
                <a:gd name="csY431" fmla="*/ 30079 h 1526506"/>
                <a:gd name="csX432" fmla="*/ 806868 w 1394911"/>
                <a:gd name="csY432" fmla="*/ 29327 h 1526506"/>
                <a:gd name="csX433" fmla="*/ 811379 w 1394911"/>
                <a:gd name="csY433" fmla="*/ 27823 h 1526506"/>
                <a:gd name="csX434" fmla="*/ 819651 w 1394911"/>
                <a:gd name="csY434" fmla="*/ 27071 h 1526506"/>
                <a:gd name="csX435" fmla="*/ 821907 w 1394911"/>
                <a:gd name="csY435" fmla="*/ 27071 h 1526506"/>
                <a:gd name="csX436" fmla="*/ 825667 w 1394911"/>
                <a:gd name="csY436" fmla="*/ 27823 h 1526506"/>
                <a:gd name="csX437" fmla="*/ 827171 w 1394911"/>
                <a:gd name="csY437" fmla="*/ 28575 h 1526506"/>
                <a:gd name="csX438" fmla="*/ 827923 w 1394911"/>
                <a:gd name="csY438" fmla="*/ 28575 h 1526506"/>
                <a:gd name="csX439" fmla="*/ 827923 w 1394911"/>
                <a:gd name="csY439" fmla="*/ 29327 h 1526506"/>
                <a:gd name="csX440" fmla="*/ 828675 w 1394911"/>
                <a:gd name="csY440" fmla="*/ 30079 h 1526506"/>
                <a:gd name="csX441" fmla="*/ 828675 w 1394911"/>
                <a:gd name="csY441" fmla="*/ 30831 h 1526506"/>
                <a:gd name="csX442" fmla="*/ 828675 w 1394911"/>
                <a:gd name="csY442" fmla="*/ 31583 h 1526506"/>
                <a:gd name="csX443" fmla="*/ 827923 w 1394911"/>
                <a:gd name="csY443" fmla="*/ 35343 h 1526506"/>
                <a:gd name="csX444" fmla="*/ 827923 w 1394911"/>
                <a:gd name="csY444" fmla="*/ 36095 h 1526506"/>
                <a:gd name="csX445" fmla="*/ 828675 w 1394911"/>
                <a:gd name="csY445" fmla="*/ 37599 h 1526506"/>
                <a:gd name="csX446" fmla="*/ 828675 w 1394911"/>
                <a:gd name="csY446" fmla="*/ 38351 h 1526506"/>
                <a:gd name="csX447" fmla="*/ 830179 w 1394911"/>
                <a:gd name="csY447" fmla="*/ 39102 h 1526506"/>
                <a:gd name="csX448" fmla="*/ 830931 w 1394911"/>
                <a:gd name="csY448" fmla="*/ 39102 h 1526506"/>
                <a:gd name="csX449" fmla="*/ 832435 w 1394911"/>
                <a:gd name="csY449" fmla="*/ 39102 h 1526506"/>
                <a:gd name="csX450" fmla="*/ 833187 w 1394911"/>
                <a:gd name="csY450" fmla="*/ 39102 h 1526506"/>
                <a:gd name="csX451" fmla="*/ 836947 w 1394911"/>
                <a:gd name="csY451" fmla="*/ 39102 h 1526506"/>
                <a:gd name="csX452" fmla="*/ 841458 w 1394911"/>
                <a:gd name="csY452" fmla="*/ 37599 h 1526506"/>
                <a:gd name="csX453" fmla="*/ 842962 w 1394911"/>
                <a:gd name="csY453" fmla="*/ 36847 h 1526506"/>
                <a:gd name="csX454" fmla="*/ 843715 w 1394911"/>
                <a:gd name="csY454" fmla="*/ 37599 h 1526506"/>
                <a:gd name="csX455" fmla="*/ 844466 w 1394911"/>
                <a:gd name="csY455" fmla="*/ 37599 h 1526506"/>
                <a:gd name="csX456" fmla="*/ 845218 w 1394911"/>
                <a:gd name="csY456" fmla="*/ 38351 h 1526506"/>
                <a:gd name="csX457" fmla="*/ 845970 w 1394911"/>
                <a:gd name="csY457" fmla="*/ 39102 h 1526506"/>
                <a:gd name="csX458" fmla="*/ 845970 w 1394911"/>
                <a:gd name="csY458" fmla="*/ 39855 h 1526506"/>
                <a:gd name="csX459" fmla="*/ 845970 w 1394911"/>
                <a:gd name="csY459" fmla="*/ 40607 h 1526506"/>
                <a:gd name="csX460" fmla="*/ 845970 w 1394911"/>
                <a:gd name="csY460" fmla="*/ 42111 h 1526506"/>
                <a:gd name="csX461" fmla="*/ 846722 w 1394911"/>
                <a:gd name="csY461" fmla="*/ 42862 h 1526506"/>
                <a:gd name="csX462" fmla="*/ 846722 w 1394911"/>
                <a:gd name="csY462" fmla="*/ 43614 h 1526506"/>
                <a:gd name="csX463" fmla="*/ 847474 w 1394911"/>
                <a:gd name="csY463" fmla="*/ 44366 h 1526506"/>
                <a:gd name="csX464" fmla="*/ 848226 w 1394911"/>
                <a:gd name="csY464" fmla="*/ 45118 h 1526506"/>
                <a:gd name="csX465" fmla="*/ 849730 w 1394911"/>
                <a:gd name="csY465" fmla="*/ 46622 h 1526506"/>
                <a:gd name="csX466" fmla="*/ 851234 w 1394911"/>
                <a:gd name="csY466" fmla="*/ 46622 h 1526506"/>
                <a:gd name="csX467" fmla="*/ 852738 w 1394911"/>
                <a:gd name="csY467" fmla="*/ 46622 h 1526506"/>
                <a:gd name="csX468" fmla="*/ 854242 w 1394911"/>
                <a:gd name="csY468" fmla="*/ 45870 h 1526506"/>
                <a:gd name="csX469" fmla="*/ 854994 w 1394911"/>
                <a:gd name="csY469" fmla="*/ 45118 h 1526506"/>
                <a:gd name="csX470" fmla="*/ 855746 w 1394911"/>
                <a:gd name="csY470" fmla="*/ 45118 h 1526506"/>
                <a:gd name="csX471" fmla="*/ 856498 w 1394911"/>
                <a:gd name="csY471" fmla="*/ 45870 h 1526506"/>
                <a:gd name="csX472" fmla="*/ 857250 w 1394911"/>
                <a:gd name="csY472" fmla="*/ 46622 h 1526506"/>
                <a:gd name="csX473" fmla="*/ 858754 w 1394911"/>
                <a:gd name="csY473" fmla="*/ 48126 h 1526506"/>
                <a:gd name="csX474" fmla="*/ 860258 w 1394911"/>
                <a:gd name="csY474" fmla="*/ 48878 h 1526506"/>
                <a:gd name="csX475" fmla="*/ 860258 w 1394911"/>
                <a:gd name="csY475" fmla="*/ 49630 h 1526506"/>
                <a:gd name="csX476" fmla="*/ 861010 w 1394911"/>
                <a:gd name="csY476" fmla="*/ 51134 h 1526506"/>
                <a:gd name="csX477" fmla="*/ 861010 w 1394911"/>
                <a:gd name="csY477" fmla="*/ 51886 h 1526506"/>
                <a:gd name="csX478" fmla="*/ 861010 w 1394911"/>
                <a:gd name="csY478" fmla="*/ 52638 h 1526506"/>
                <a:gd name="csX479" fmla="*/ 860258 w 1394911"/>
                <a:gd name="csY479" fmla="*/ 54894 h 1526506"/>
                <a:gd name="csX480" fmla="*/ 859506 w 1394911"/>
                <a:gd name="csY480" fmla="*/ 61662 h 1526506"/>
                <a:gd name="csX481" fmla="*/ 859506 w 1394911"/>
                <a:gd name="csY481" fmla="*/ 63166 h 1526506"/>
                <a:gd name="csX482" fmla="*/ 859506 w 1394911"/>
                <a:gd name="csY482" fmla="*/ 63918 h 1526506"/>
                <a:gd name="csX483" fmla="*/ 860258 w 1394911"/>
                <a:gd name="csY483" fmla="*/ 66926 h 1526506"/>
                <a:gd name="csX484" fmla="*/ 860258 w 1394911"/>
                <a:gd name="csY484" fmla="*/ 69181 h 1526506"/>
                <a:gd name="csX485" fmla="*/ 859506 w 1394911"/>
                <a:gd name="csY485" fmla="*/ 73693 h 1526506"/>
                <a:gd name="csX486" fmla="*/ 859506 w 1394911"/>
                <a:gd name="csY486" fmla="*/ 75949 h 1526506"/>
                <a:gd name="csX487" fmla="*/ 860258 w 1394911"/>
                <a:gd name="csY487" fmla="*/ 77453 h 1526506"/>
                <a:gd name="csX488" fmla="*/ 860258 w 1394911"/>
                <a:gd name="csY488" fmla="*/ 78205 h 1526506"/>
                <a:gd name="csX489" fmla="*/ 861010 w 1394911"/>
                <a:gd name="csY489" fmla="*/ 79709 h 1526506"/>
                <a:gd name="csX490" fmla="*/ 864770 w 1394911"/>
                <a:gd name="csY490" fmla="*/ 83469 h 1526506"/>
                <a:gd name="csX491" fmla="*/ 864770 w 1394911"/>
                <a:gd name="csY491" fmla="*/ 84221 h 1526506"/>
                <a:gd name="csX492" fmla="*/ 865522 w 1394911"/>
                <a:gd name="csY492" fmla="*/ 84221 h 1526506"/>
                <a:gd name="csX493" fmla="*/ 865522 w 1394911"/>
                <a:gd name="csY493" fmla="*/ 85725 h 1526506"/>
                <a:gd name="csX494" fmla="*/ 865522 w 1394911"/>
                <a:gd name="csY494" fmla="*/ 86477 h 1526506"/>
                <a:gd name="csX495" fmla="*/ 865522 w 1394911"/>
                <a:gd name="csY495" fmla="*/ 91741 h 1526506"/>
                <a:gd name="csX496" fmla="*/ 865522 w 1394911"/>
                <a:gd name="csY496" fmla="*/ 93245 h 1526506"/>
                <a:gd name="csX497" fmla="*/ 865522 w 1394911"/>
                <a:gd name="csY497" fmla="*/ 93997 h 1526506"/>
                <a:gd name="csX498" fmla="*/ 866274 w 1394911"/>
                <a:gd name="csY498" fmla="*/ 95501 h 1526506"/>
                <a:gd name="csX499" fmla="*/ 867777 w 1394911"/>
                <a:gd name="csY499" fmla="*/ 96253 h 1526506"/>
                <a:gd name="csX500" fmla="*/ 869281 w 1394911"/>
                <a:gd name="csY500" fmla="*/ 96253 h 1526506"/>
                <a:gd name="csX501" fmla="*/ 870785 w 1394911"/>
                <a:gd name="csY501" fmla="*/ 97005 h 1526506"/>
                <a:gd name="csX502" fmla="*/ 879809 w 1394911"/>
                <a:gd name="csY502" fmla="*/ 103020 h 1526506"/>
                <a:gd name="csX503" fmla="*/ 880561 w 1394911"/>
                <a:gd name="csY503" fmla="*/ 103020 h 1526506"/>
                <a:gd name="csX504" fmla="*/ 882065 w 1394911"/>
                <a:gd name="csY504" fmla="*/ 103020 h 1526506"/>
                <a:gd name="csX505" fmla="*/ 885825 w 1394911"/>
                <a:gd name="csY505" fmla="*/ 103772 h 1526506"/>
                <a:gd name="csX506" fmla="*/ 887329 w 1394911"/>
                <a:gd name="csY506" fmla="*/ 103772 h 1526506"/>
                <a:gd name="csX507" fmla="*/ 888081 w 1394911"/>
                <a:gd name="csY507" fmla="*/ 104524 h 1526506"/>
                <a:gd name="csX508" fmla="*/ 888081 w 1394911"/>
                <a:gd name="csY508" fmla="*/ 105276 h 1526506"/>
                <a:gd name="csX509" fmla="*/ 888833 w 1394911"/>
                <a:gd name="csY509" fmla="*/ 106028 h 1526506"/>
                <a:gd name="csX510" fmla="*/ 888833 w 1394911"/>
                <a:gd name="csY510" fmla="*/ 106780 h 1526506"/>
                <a:gd name="csX511" fmla="*/ 888833 w 1394911"/>
                <a:gd name="csY511" fmla="*/ 107532 h 1526506"/>
                <a:gd name="csX512" fmla="*/ 888081 w 1394911"/>
                <a:gd name="csY512" fmla="*/ 108284 h 1526506"/>
                <a:gd name="csX513" fmla="*/ 888833 w 1394911"/>
                <a:gd name="csY513" fmla="*/ 109788 h 1526506"/>
                <a:gd name="csX514" fmla="*/ 888833 w 1394911"/>
                <a:gd name="csY514" fmla="*/ 112796 h 1526506"/>
                <a:gd name="csX515" fmla="*/ 889585 w 1394911"/>
                <a:gd name="csY515" fmla="*/ 113548 h 1526506"/>
                <a:gd name="csX516" fmla="*/ 889585 w 1394911"/>
                <a:gd name="csY516" fmla="*/ 114300 h 1526506"/>
                <a:gd name="csX517" fmla="*/ 890337 w 1394911"/>
                <a:gd name="csY517" fmla="*/ 115052 h 1526506"/>
                <a:gd name="csX518" fmla="*/ 890337 w 1394911"/>
                <a:gd name="csY518" fmla="*/ 116556 h 1526506"/>
                <a:gd name="csX519" fmla="*/ 890337 w 1394911"/>
                <a:gd name="csY519" fmla="*/ 117308 h 1526506"/>
                <a:gd name="csX520" fmla="*/ 890337 w 1394911"/>
                <a:gd name="csY520" fmla="*/ 121068 h 1526506"/>
                <a:gd name="csX521" fmla="*/ 890337 w 1394911"/>
                <a:gd name="csY521" fmla="*/ 121820 h 1526506"/>
                <a:gd name="csX522" fmla="*/ 890337 w 1394911"/>
                <a:gd name="csY522" fmla="*/ 122572 h 1526506"/>
                <a:gd name="csX523" fmla="*/ 890337 w 1394911"/>
                <a:gd name="csY523" fmla="*/ 123324 h 1526506"/>
                <a:gd name="csX524" fmla="*/ 890337 w 1394911"/>
                <a:gd name="csY524" fmla="*/ 124076 h 1526506"/>
                <a:gd name="csX525" fmla="*/ 890337 w 1394911"/>
                <a:gd name="csY525" fmla="*/ 124828 h 1526506"/>
                <a:gd name="csX526" fmla="*/ 890337 w 1394911"/>
                <a:gd name="csY526" fmla="*/ 126331 h 1526506"/>
                <a:gd name="csX527" fmla="*/ 888833 w 1394911"/>
                <a:gd name="csY527" fmla="*/ 127836 h 1526506"/>
                <a:gd name="csX528" fmla="*/ 888081 w 1394911"/>
                <a:gd name="csY528" fmla="*/ 130091 h 1526506"/>
                <a:gd name="csX529" fmla="*/ 886577 w 1394911"/>
                <a:gd name="csY529" fmla="*/ 133099 h 1526506"/>
                <a:gd name="csX530" fmla="*/ 884321 w 1394911"/>
                <a:gd name="csY530" fmla="*/ 135355 h 1526506"/>
                <a:gd name="csX531" fmla="*/ 883569 w 1394911"/>
                <a:gd name="csY531" fmla="*/ 136107 h 1526506"/>
                <a:gd name="csX532" fmla="*/ 882817 w 1394911"/>
                <a:gd name="csY532" fmla="*/ 136859 h 1526506"/>
                <a:gd name="csX533" fmla="*/ 880561 w 1394911"/>
                <a:gd name="csY533" fmla="*/ 141371 h 1526506"/>
                <a:gd name="csX534" fmla="*/ 881313 w 1394911"/>
                <a:gd name="csY534" fmla="*/ 140619 h 1526506"/>
                <a:gd name="csX535" fmla="*/ 885073 w 1394911"/>
                <a:gd name="csY535" fmla="*/ 140619 h 1526506"/>
                <a:gd name="csX536" fmla="*/ 886577 w 1394911"/>
                <a:gd name="csY536" fmla="*/ 140619 h 1526506"/>
                <a:gd name="csX537" fmla="*/ 888081 w 1394911"/>
                <a:gd name="csY537" fmla="*/ 141371 h 1526506"/>
                <a:gd name="csX538" fmla="*/ 891841 w 1394911"/>
                <a:gd name="csY538" fmla="*/ 144379 h 1526506"/>
                <a:gd name="csX539" fmla="*/ 893345 w 1394911"/>
                <a:gd name="csY539" fmla="*/ 144379 h 1526506"/>
                <a:gd name="csX540" fmla="*/ 894849 w 1394911"/>
                <a:gd name="csY540" fmla="*/ 145131 h 1526506"/>
                <a:gd name="csX541" fmla="*/ 897856 w 1394911"/>
                <a:gd name="csY541" fmla="*/ 146635 h 1526506"/>
                <a:gd name="csX542" fmla="*/ 899360 w 1394911"/>
                <a:gd name="csY542" fmla="*/ 146635 h 1526506"/>
                <a:gd name="csX543" fmla="*/ 900864 w 1394911"/>
                <a:gd name="csY543" fmla="*/ 146635 h 1526506"/>
                <a:gd name="csX544" fmla="*/ 911392 w 1394911"/>
                <a:gd name="csY544" fmla="*/ 142875 h 1526506"/>
                <a:gd name="csX545" fmla="*/ 913648 w 1394911"/>
                <a:gd name="csY545" fmla="*/ 141371 h 1526506"/>
                <a:gd name="csX546" fmla="*/ 915152 w 1394911"/>
                <a:gd name="csY546" fmla="*/ 136107 h 1526506"/>
                <a:gd name="csX547" fmla="*/ 917408 w 1394911"/>
                <a:gd name="csY547" fmla="*/ 134603 h 1526506"/>
                <a:gd name="csX548" fmla="*/ 923424 w 1394911"/>
                <a:gd name="csY548" fmla="*/ 133851 h 1526506"/>
                <a:gd name="csX549" fmla="*/ 927184 w 1394911"/>
                <a:gd name="csY549" fmla="*/ 132347 h 1526506"/>
                <a:gd name="csX550" fmla="*/ 930943 w 1394911"/>
                <a:gd name="csY550" fmla="*/ 127836 h 1526506"/>
                <a:gd name="csX551" fmla="*/ 933951 w 1394911"/>
                <a:gd name="csY551" fmla="*/ 127084 h 1526506"/>
                <a:gd name="csX552" fmla="*/ 934703 w 1394911"/>
                <a:gd name="csY552" fmla="*/ 127084 h 1526506"/>
                <a:gd name="csX553" fmla="*/ 937711 w 1394911"/>
                <a:gd name="csY553" fmla="*/ 128588 h 1526506"/>
                <a:gd name="csX554" fmla="*/ 939967 w 1394911"/>
                <a:gd name="csY554" fmla="*/ 129339 h 1526506"/>
                <a:gd name="csX555" fmla="*/ 941471 w 1394911"/>
                <a:gd name="csY555" fmla="*/ 128588 h 1526506"/>
                <a:gd name="csX556" fmla="*/ 942975 w 1394911"/>
                <a:gd name="csY556" fmla="*/ 128588 h 1526506"/>
                <a:gd name="csX557" fmla="*/ 944479 w 1394911"/>
                <a:gd name="csY557" fmla="*/ 127084 h 1526506"/>
                <a:gd name="csX558" fmla="*/ 945231 w 1394911"/>
                <a:gd name="csY558" fmla="*/ 125579 h 1526506"/>
                <a:gd name="csX559" fmla="*/ 945231 w 1394911"/>
                <a:gd name="csY559" fmla="*/ 120316 h 1526506"/>
                <a:gd name="csX560" fmla="*/ 947487 w 1394911"/>
                <a:gd name="csY560" fmla="*/ 116556 h 1526506"/>
                <a:gd name="csX561" fmla="*/ 953503 w 1394911"/>
                <a:gd name="csY561" fmla="*/ 87981 h 1526506"/>
                <a:gd name="csX562" fmla="*/ 957262 w 1394911"/>
                <a:gd name="csY562" fmla="*/ 82717 h 1526506"/>
                <a:gd name="csX563" fmla="*/ 963278 w 1394911"/>
                <a:gd name="csY563" fmla="*/ 81965 h 1526506"/>
                <a:gd name="csX564" fmla="*/ 966286 w 1394911"/>
                <a:gd name="csY564" fmla="*/ 82717 h 1526506"/>
                <a:gd name="csX565" fmla="*/ 968542 w 1394911"/>
                <a:gd name="csY565" fmla="*/ 83469 h 1526506"/>
                <a:gd name="csX566" fmla="*/ 969294 w 1394911"/>
                <a:gd name="csY566" fmla="*/ 84221 h 1526506"/>
                <a:gd name="csX567" fmla="*/ 970798 w 1394911"/>
                <a:gd name="csY567" fmla="*/ 86477 h 1526506"/>
                <a:gd name="csX568" fmla="*/ 971550 w 1394911"/>
                <a:gd name="csY568" fmla="*/ 87229 h 1526506"/>
                <a:gd name="csX569" fmla="*/ 972302 w 1394911"/>
                <a:gd name="csY569" fmla="*/ 87229 h 1526506"/>
                <a:gd name="csX570" fmla="*/ 974558 w 1394911"/>
                <a:gd name="csY570" fmla="*/ 87229 h 1526506"/>
                <a:gd name="csX571" fmla="*/ 975310 w 1394911"/>
                <a:gd name="csY571" fmla="*/ 87229 h 1526506"/>
                <a:gd name="csX572" fmla="*/ 977566 w 1394911"/>
                <a:gd name="csY572" fmla="*/ 87981 h 1526506"/>
                <a:gd name="csX573" fmla="*/ 981326 w 1394911"/>
                <a:gd name="csY573" fmla="*/ 85725 h 1526506"/>
                <a:gd name="csX574" fmla="*/ 987341 w 1394911"/>
                <a:gd name="csY574" fmla="*/ 81965 h 1526506"/>
                <a:gd name="csX575" fmla="*/ 993357 w 1394911"/>
                <a:gd name="csY575" fmla="*/ 79709 h 1526506"/>
                <a:gd name="csX576" fmla="*/ 1000125 w 1394911"/>
                <a:gd name="csY576" fmla="*/ 78205 h 1526506"/>
                <a:gd name="csX577" fmla="*/ 1002381 w 1394911"/>
                <a:gd name="csY577" fmla="*/ 76701 h 1526506"/>
                <a:gd name="csX578" fmla="*/ 1010652 w 1394911"/>
                <a:gd name="csY578" fmla="*/ 67678 h 1526506"/>
                <a:gd name="csX579" fmla="*/ 1012156 w 1394911"/>
                <a:gd name="csY579" fmla="*/ 65422 h 1526506"/>
                <a:gd name="csX580" fmla="*/ 1012909 w 1394911"/>
                <a:gd name="csY580" fmla="*/ 61662 h 1526506"/>
                <a:gd name="csX581" fmla="*/ 1013660 w 1394911"/>
                <a:gd name="csY581" fmla="*/ 57902 h 1526506"/>
                <a:gd name="csX582" fmla="*/ 1013660 w 1394911"/>
                <a:gd name="csY582" fmla="*/ 56398 h 1526506"/>
                <a:gd name="csX583" fmla="*/ 1012156 w 1394911"/>
                <a:gd name="csY583" fmla="*/ 54894 h 1526506"/>
                <a:gd name="csX584" fmla="*/ 1011405 w 1394911"/>
                <a:gd name="csY584" fmla="*/ 51886 h 1526506"/>
                <a:gd name="csX585" fmla="*/ 1010652 w 1394911"/>
                <a:gd name="csY585" fmla="*/ 48878 h 1526506"/>
                <a:gd name="csX586" fmla="*/ 1010652 w 1394911"/>
                <a:gd name="csY586" fmla="*/ 45870 h 1526506"/>
                <a:gd name="csX587" fmla="*/ 1012909 w 1394911"/>
                <a:gd name="csY587" fmla="*/ 44366 h 1526506"/>
                <a:gd name="csX588" fmla="*/ 1015916 w 1394911"/>
                <a:gd name="csY588" fmla="*/ 42862 h 1526506"/>
                <a:gd name="csX589" fmla="*/ 1026444 w 1394911"/>
                <a:gd name="csY589" fmla="*/ 42111 h 1526506"/>
                <a:gd name="csX590" fmla="*/ 1032460 w 1394911"/>
                <a:gd name="csY590" fmla="*/ 40607 h 1526506"/>
                <a:gd name="csX591" fmla="*/ 1035468 w 1394911"/>
                <a:gd name="csY591" fmla="*/ 39855 h 1526506"/>
                <a:gd name="csX592" fmla="*/ 1039980 w 1394911"/>
                <a:gd name="csY592" fmla="*/ 39102 h 1526506"/>
                <a:gd name="csX593" fmla="*/ 1042235 w 1394911"/>
                <a:gd name="csY593" fmla="*/ 38351 h 1526506"/>
                <a:gd name="csX594" fmla="*/ 1043739 w 1394911"/>
                <a:gd name="csY594" fmla="*/ 36847 h 1526506"/>
                <a:gd name="csX595" fmla="*/ 1043739 w 1394911"/>
                <a:gd name="csY595" fmla="*/ 33087 h 1526506"/>
                <a:gd name="csX596" fmla="*/ 1041484 w 1394911"/>
                <a:gd name="csY596" fmla="*/ 22559 h 1526506"/>
                <a:gd name="csX597" fmla="*/ 1042235 w 1394911"/>
                <a:gd name="csY597" fmla="*/ 19551 h 1526506"/>
                <a:gd name="csX598" fmla="*/ 1043739 w 1394911"/>
                <a:gd name="csY598" fmla="*/ 18047 h 1526506"/>
                <a:gd name="csX599" fmla="*/ 1046748 w 1394911"/>
                <a:gd name="csY599" fmla="*/ 17295 h 1526506"/>
                <a:gd name="csX600" fmla="*/ 1052763 w 1394911"/>
                <a:gd name="csY600" fmla="*/ 17295 h 1526506"/>
                <a:gd name="csX601" fmla="*/ 1055019 w 1394911"/>
                <a:gd name="csY601" fmla="*/ 17295 h 1526506"/>
                <a:gd name="csX602" fmla="*/ 1085850 w 1394911"/>
                <a:gd name="csY602" fmla="*/ 752 h 1526506"/>
                <a:gd name="csX603" fmla="*/ 1088858 w 1394911"/>
                <a:gd name="csY603" fmla="*/ 0 h 1526506"/>
                <a:gd name="csX604" fmla="*/ 1091866 w 1394911"/>
                <a:gd name="csY604" fmla="*/ 0 h 1526506"/>
                <a:gd name="csX605" fmla="*/ 1097129 w 1394911"/>
                <a:gd name="csY605" fmla="*/ 3008 h 1526506"/>
                <a:gd name="csX606" fmla="*/ 1103146 w 1394911"/>
                <a:gd name="csY606" fmla="*/ 4512 h 1526506"/>
                <a:gd name="csX607" fmla="*/ 1105401 w 1394911"/>
                <a:gd name="csY607" fmla="*/ 6768 h 1526506"/>
                <a:gd name="csX608" fmla="*/ 1108409 w 1394911"/>
                <a:gd name="csY608" fmla="*/ 15039 h 1526506"/>
                <a:gd name="csX609" fmla="*/ 1110665 w 1394911"/>
                <a:gd name="csY609" fmla="*/ 17295 h 1526506"/>
                <a:gd name="csX610" fmla="*/ 1111417 w 1394911"/>
                <a:gd name="csY610" fmla="*/ 18047 h 1526506"/>
                <a:gd name="csX611" fmla="*/ 1112169 w 1394911"/>
                <a:gd name="csY611" fmla="*/ 19551 h 1526506"/>
                <a:gd name="csX612" fmla="*/ 1112169 w 1394911"/>
                <a:gd name="csY612" fmla="*/ 20303 h 1526506"/>
                <a:gd name="csX613" fmla="*/ 1112921 w 1394911"/>
                <a:gd name="csY613" fmla="*/ 22559 h 1526506"/>
                <a:gd name="csX614" fmla="*/ 1114425 w 1394911"/>
                <a:gd name="csY614" fmla="*/ 23311 h 1526506"/>
                <a:gd name="csX615" fmla="*/ 1116681 w 1394911"/>
                <a:gd name="csY615" fmla="*/ 22559 h 1526506"/>
                <a:gd name="csX616" fmla="*/ 1120441 w 1394911"/>
                <a:gd name="csY616" fmla="*/ 23311 h 1526506"/>
                <a:gd name="csX617" fmla="*/ 1121945 w 1394911"/>
                <a:gd name="csY617" fmla="*/ 24063 h 1526506"/>
                <a:gd name="csX618" fmla="*/ 1123448 w 1394911"/>
                <a:gd name="csY618" fmla="*/ 24815 h 1526506"/>
                <a:gd name="csX619" fmla="*/ 1123448 w 1394911"/>
                <a:gd name="csY619" fmla="*/ 25567 h 1526506"/>
                <a:gd name="csX620" fmla="*/ 1124953 w 1394911"/>
                <a:gd name="csY620" fmla="*/ 26319 h 1526506"/>
                <a:gd name="csX621" fmla="*/ 1129465 w 1394911"/>
                <a:gd name="csY621" fmla="*/ 27071 h 1526506"/>
                <a:gd name="csX622" fmla="*/ 1142248 w 1394911"/>
                <a:gd name="csY622" fmla="*/ 30831 h 1526506"/>
                <a:gd name="csX623" fmla="*/ 1146008 w 1394911"/>
                <a:gd name="csY623" fmla="*/ 33087 h 1526506"/>
                <a:gd name="csX624" fmla="*/ 1149016 w 1394911"/>
                <a:gd name="csY624" fmla="*/ 35343 h 1526506"/>
                <a:gd name="csX625" fmla="*/ 1149768 w 1394911"/>
                <a:gd name="csY625" fmla="*/ 37599 h 1526506"/>
                <a:gd name="csX626" fmla="*/ 1151272 w 1394911"/>
                <a:gd name="csY626" fmla="*/ 39855 h 1526506"/>
                <a:gd name="csX627" fmla="*/ 1155031 w 1394911"/>
                <a:gd name="csY627" fmla="*/ 39855 h 1526506"/>
                <a:gd name="csX628" fmla="*/ 1162551 w 1394911"/>
                <a:gd name="csY628" fmla="*/ 38351 h 1526506"/>
                <a:gd name="csX629" fmla="*/ 1167063 w 1394911"/>
                <a:gd name="csY629" fmla="*/ 36847 h 1526506"/>
                <a:gd name="csX630" fmla="*/ 1168567 w 1394911"/>
                <a:gd name="csY630" fmla="*/ 36095 h 1526506"/>
                <a:gd name="csX631" fmla="*/ 1170071 w 1394911"/>
                <a:gd name="csY631" fmla="*/ 36847 h 1526506"/>
                <a:gd name="csX632" fmla="*/ 1173079 w 1394911"/>
                <a:gd name="csY632" fmla="*/ 38351 h 1526506"/>
                <a:gd name="csX633" fmla="*/ 1177591 w 1394911"/>
                <a:gd name="csY633" fmla="*/ 39102 h 1526506"/>
                <a:gd name="csX634" fmla="*/ 1179095 w 1394911"/>
                <a:gd name="csY634" fmla="*/ 40607 h 1526506"/>
                <a:gd name="csX635" fmla="*/ 1180599 w 1394911"/>
                <a:gd name="csY635" fmla="*/ 42111 h 1526506"/>
                <a:gd name="csX636" fmla="*/ 1182103 w 1394911"/>
                <a:gd name="csY636" fmla="*/ 43614 h 1526506"/>
                <a:gd name="csX637" fmla="*/ 1188119 w 1394911"/>
                <a:gd name="csY637" fmla="*/ 45870 h 1526506"/>
                <a:gd name="csX638" fmla="*/ 1191126 w 1394911"/>
                <a:gd name="csY638" fmla="*/ 47374 h 1526506"/>
                <a:gd name="csX639" fmla="*/ 1192630 w 1394911"/>
                <a:gd name="csY639" fmla="*/ 49630 h 1526506"/>
                <a:gd name="csX640" fmla="*/ 1192630 w 1394911"/>
                <a:gd name="csY640" fmla="*/ 52638 h 1526506"/>
                <a:gd name="csX641" fmla="*/ 1198646 w 1394911"/>
                <a:gd name="csY641" fmla="*/ 66926 h 1526506"/>
                <a:gd name="csX642" fmla="*/ 1200150 w 1394911"/>
                <a:gd name="csY642" fmla="*/ 68430 h 1526506"/>
                <a:gd name="csX643" fmla="*/ 1203158 w 1394911"/>
                <a:gd name="csY643" fmla="*/ 69181 h 1526506"/>
                <a:gd name="csX644" fmla="*/ 1206166 w 1394911"/>
                <a:gd name="csY644" fmla="*/ 67678 h 1526506"/>
                <a:gd name="csX645" fmla="*/ 1206918 w 1394911"/>
                <a:gd name="csY645" fmla="*/ 63918 h 1526506"/>
                <a:gd name="csX646" fmla="*/ 1206918 w 1394911"/>
                <a:gd name="csY646" fmla="*/ 56398 h 1526506"/>
                <a:gd name="csX647" fmla="*/ 1208422 w 1394911"/>
                <a:gd name="csY647" fmla="*/ 50382 h 1526506"/>
                <a:gd name="csX648" fmla="*/ 1212934 w 1394911"/>
                <a:gd name="csY648" fmla="*/ 45870 h 1526506"/>
                <a:gd name="csX649" fmla="*/ 1218197 w 1394911"/>
                <a:gd name="csY649" fmla="*/ 44366 h 1526506"/>
                <a:gd name="csX650" fmla="*/ 1224965 w 1394911"/>
                <a:gd name="csY650" fmla="*/ 46622 h 1526506"/>
                <a:gd name="csX651" fmla="*/ 1227221 w 1394911"/>
                <a:gd name="csY651" fmla="*/ 51134 h 1526506"/>
                <a:gd name="csX652" fmla="*/ 1226469 w 1394911"/>
                <a:gd name="csY652" fmla="*/ 54894 h 1526506"/>
                <a:gd name="csX653" fmla="*/ 1220453 w 1394911"/>
                <a:gd name="csY653" fmla="*/ 63918 h 1526506"/>
                <a:gd name="csX654" fmla="*/ 1221957 w 1394911"/>
                <a:gd name="csY654" fmla="*/ 66174 h 1526506"/>
                <a:gd name="csX655" fmla="*/ 1224965 w 1394911"/>
                <a:gd name="csY655" fmla="*/ 72190 h 1526506"/>
                <a:gd name="csX656" fmla="*/ 1227221 w 1394911"/>
                <a:gd name="csY656" fmla="*/ 72941 h 1526506"/>
                <a:gd name="csX657" fmla="*/ 1230229 w 1394911"/>
                <a:gd name="csY657" fmla="*/ 74445 h 1526506"/>
                <a:gd name="csX658" fmla="*/ 1232485 w 1394911"/>
                <a:gd name="csY658" fmla="*/ 75949 h 1526506"/>
                <a:gd name="csX659" fmla="*/ 1236245 w 1394911"/>
                <a:gd name="csY659" fmla="*/ 77453 h 1526506"/>
                <a:gd name="csX660" fmla="*/ 1240004 w 1394911"/>
                <a:gd name="csY660" fmla="*/ 76701 h 1526506"/>
                <a:gd name="csX661" fmla="*/ 1243764 w 1394911"/>
                <a:gd name="csY661" fmla="*/ 74445 h 1526506"/>
                <a:gd name="csX662" fmla="*/ 1246772 w 1394911"/>
                <a:gd name="csY662" fmla="*/ 71438 h 1526506"/>
                <a:gd name="csX663" fmla="*/ 1249780 w 1394911"/>
                <a:gd name="csY663" fmla="*/ 69933 h 1526506"/>
                <a:gd name="csX664" fmla="*/ 1251284 w 1394911"/>
                <a:gd name="csY664" fmla="*/ 70685 h 1526506"/>
                <a:gd name="csX665" fmla="*/ 1252036 w 1394911"/>
                <a:gd name="csY665" fmla="*/ 72190 h 1526506"/>
                <a:gd name="csX666" fmla="*/ 1253540 w 1394911"/>
                <a:gd name="csY666" fmla="*/ 72941 h 1526506"/>
                <a:gd name="csX667" fmla="*/ 1254292 w 1394911"/>
                <a:gd name="csY667" fmla="*/ 73693 h 1526506"/>
                <a:gd name="csX668" fmla="*/ 1255044 w 1394911"/>
                <a:gd name="csY668" fmla="*/ 75949 h 1526506"/>
                <a:gd name="csX669" fmla="*/ 1254292 w 1394911"/>
                <a:gd name="csY669" fmla="*/ 77453 h 1526506"/>
                <a:gd name="csX670" fmla="*/ 1253540 w 1394911"/>
                <a:gd name="csY670" fmla="*/ 79709 h 1526506"/>
                <a:gd name="csX671" fmla="*/ 1252788 w 1394911"/>
                <a:gd name="csY671" fmla="*/ 81213 h 1526506"/>
                <a:gd name="csX672" fmla="*/ 1251284 w 1394911"/>
                <a:gd name="csY672" fmla="*/ 81965 h 1526506"/>
                <a:gd name="csX673" fmla="*/ 1250532 w 1394911"/>
                <a:gd name="csY673" fmla="*/ 83469 h 1526506"/>
                <a:gd name="csX674" fmla="*/ 1251284 w 1394911"/>
                <a:gd name="csY674" fmla="*/ 85725 h 1526506"/>
                <a:gd name="csX675" fmla="*/ 1250532 w 1394911"/>
                <a:gd name="csY675" fmla="*/ 87229 h 1526506"/>
                <a:gd name="csX676" fmla="*/ 1250532 w 1394911"/>
                <a:gd name="csY676" fmla="*/ 88733 h 1526506"/>
                <a:gd name="csX677" fmla="*/ 1250532 w 1394911"/>
                <a:gd name="csY677" fmla="*/ 90237 h 1526506"/>
                <a:gd name="csX678" fmla="*/ 1250532 w 1394911"/>
                <a:gd name="csY678" fmla="*/ 91741 h 1526506"/>
                <a:gd name="csX679" fmla="*/ 1251284 w 1394911"/>
                <a:gd name="csY679" fmla="*/ 93997 h 1526506"/>
                <a:gd name="csX680" fmla="*/ 1254292 w 1394911"/>
                <a:gd name="csY680" fmla="*/ 97757 h 1526506"/>
                <a:gd name="csX681" fmla="*/ 1255044 w 1394911"/>
                <a:gd name="csY681" fmla="*/ 99260 h 1526506"/>
                <a:gd name="csX682" fmla="*/ 1255044 w 1394911"/>
                <a:gd name="csY682" fmla="*/ 102268 h 1526506"/>
                <a:gd name="csX683" fmla="*/ 1260308 w 1394911"/>
                <a:gd name="csY683" fmla="*/ 118060 h 1526506"/>
                <a:gd name="csX684" fmla="*/ 1262564 w 1394911"/>
                <a:gd name="csY684" fmla="*/ 122572 h 1526506"/>
                <a:gd name="csX685" fmla="*/ 1267076 w 1394911"/>
                <a:gd name="csY685" fmla="*/ 132347 h 1526506"/>
                <a:gd name="csX686" fmla="*/ 1267828 w 1394911"/>
                <a:gd name="csY686" fmla="*/ 133851 h 1526506"/>
                <a:gd name="csX687" fmla="*/ 1267828 w 1394911"/>
                <a:gd name="csY687" fmla="*/ 134603 h 1526506"/>
                <a:gd name="csX688" fmla="*/ 1267828 w 1394911"/>
                <a:gd name="csY688" fmla="*/ 135355 h 1526506"/>
                <a:gd name="csX689" fmla="*/ 1269332 w 1394911"/>
                <a:gd name="csY689" fmla="*/ 136107 h 1526506"/>
                <a:gd name="csX690" fmla="*/ 1270836 w 1394911"/>
                <a:gd name="csY690" fmla="*/ 137611 h 1526506"/>
                <a:gd name="csX691" fmla="*/ 1272340 w 1394911"/>
                <a:gd name="csY691" fmla="*/ 137611 h 1526506"/>
                <a:gd name="csX692" fmla="*/ 1274595 w 1394911"/>
                <a:gd name="csY692" fmla="*/ 138363 h 1526506"/>
                <a:gd name="csX693" fmla="*/ 1279859 w 1394911"/>
                <a:gd name="csY693" fmla="*/ 138363 h 1526506"/>
                <a:gd name="csX694" fmla="*/ 1282867 w 1394911"/>
                <a:gd name="csY694" fmla="*/ 139115 h 1526506"/>
                <a:gd name="csX695" fmla="*/ 1285123 w 1394911"/>
                <a:gd name="csY695" fmla="*/ 140619 h 1526506"/>
                <a:gd name="csX696" fmla="*/ 1286627 w 1394911"/>
                <a:gd name="csY696" fmla="*/ 141371 h 1526506"/>
                <a:gd name="csX697" fmla="*/ 1294899 w 1394911"/>
                <a:gd name="csY697" fmla="*/ 144379 h 1526506"/>
                <a:gd name="csX698" fmla="*/ 1296402 w 1394911"/>
                <a:gd name="csY698" fmla="*/ 145131 h 1526506"/>
                <a:gd name="csX699" fmla="*/ 1296402 w 1394911"/>
                <a:gd name="csY699" fmla="*/ 148139 h 1526506"/>
                <a:gd name="csX700" fmla="*/ 1297155 w 1394911"/>
                <a:gd name="csY700" fmla="*/ 150395 h 1526506"/>
                <a:gd name="csX701" fmla="*/ 1298659 w 1394911"/>
                <a:gd name="csY701" fmla="*/ 152651 h 1526506"/>
                <a:gd name="csX702" fmla="*/ 1296402 w 1394911"/>
                <a:gd name="csY702" fmla="*/ 154155 h 1526506"/>
                <a:gd name="csX703" fmla="*/ 1295651 w 1394911"/>
                <a:gd name="csY703" fmla="*/ 154907 h 1526506"/>
                <a:gd name="csX704" fmla="*/ 1295651 w 1394911"/>
                <a:gd name="csY704" fmla="*/ 155658 h 1526506"/>
                <a:gd name="csX705" fmla="*/ 1294899 w 1394911"/>
                <a:gd name="csY705" fmla="*/ 157914 h 1526506"/>
                <a:gd name="csX706" fmla="*/ 1294147 w 1394911"/>
                <a:gd name="csY706" fmla="*/ 159418 h 1526506"/>
                <a:gd name="csX707" fmla="*/ 1292643 w 1394911"/>
                <a:gd name="csY707" fmla="*/ 161674 h 1526506"/>
                <a:gd name="csX708" fmla="*/ 1291891 w 1394911"/>
                <a:gd name="csY708" fmla="*/ 163178 h 1526506"/>
                <a:gd name="csX709" fmla="*/ 1291139 w 1394911"/>
                <a:gd name="csY709" fmla="*/ 164682 h 1526506"/>
                <a:gd name="csX710" fmla="*/ 1291139 w 1394911"/>
                <a:gd name="csY710" fmla="*/ 166938 h 1526506"/>
                <a:gd name="csX711" fmla="*/ 1291891 w 1394911"/>
                <a:gd name="csY711" fmla="*/ 168442 h 1526506"/>
                <a:gd name="csX712" fmla="*/ 1293395 w 1394911"/>
                <a:gd name="csY712" fmla="*/ 169194 h 1526506"/>
                <a:gd name="csX713" fmla="*/ 1294899 w 1394911"/>
                <a:gd name="csY713" fmla="*/ 169946 h 1526506"/>
                <a:gd name="csX714" fmla="*/ 1297906 w 1394911"/>
                <a:gd name="csY714" fmla="*/ 169946 h 1526506"/>
                <a:gd name="csX715" fmla="*/ 1298659 w 1394911"/>
                <a:gd name="csY715" fmla="*/ 170698 h 1526506"/>
                <a:gd name="csX716" fmla="*/ 1299411 w 1394911"/>
                <a:gd name="csY716" fmla="*/ 171450 h 1526506"/>
                <a:gd name="csX717" fmla="*/ 1298659 w 1394911"/>
                <a:gd name="csY717" fmla="*/ 172202 h 1526506"/>
                <a:gd name="csX718" fmla="*/ 1297155 w 1394911"/>
                <a:gd name="csY718" fmla="*/ 175210 h 1526506"/>
                <a:gd name="csX719" fmla="*/ 1295651 w 1394911"/>
                <a:gd name="csY719" fmla="*/ 179722 h 1526506"/>
                <a:gd name="csX720" fmla="*/ 1294899 w 1394911"/>
                <a:gd name="csY720" fmla="*/ 181226 h 1526506"/>
                <a:gd name="csX721" fmla="*/ 1294147 w 1394911"/>
                <a:gd name="csY721" fmla="*/ 181978 h 1526506"/>
                <a:gd name="csX722" fmla="*/ 1293395 w 1394911"/>
                <a:gd name="csY722" fmla="*/ 183482 h 1526506"/>
                <a:gd name="csX723" fmla="*/ 1293395 w 1394911"/>
                <a:gd name="csY723" fmla="*/ 184986 h 1526506"/>
                <a:gd name="csX724" fmla="*/ 1294147 w 1394911"/>
                <a:gd name="csY724" fmla="*/ 186489 h 1526506"/>
                <a:gd name="csX725" fmla="*/ 1297906 w 1394911"/>
                <a:gd name="csY725" fmla="*/ 192505 h 1526506"/>
                <a:gd name="csX726" fmla="*/ 1303170 w 1394911"/>
                <a:gd name="csY726" fmla="*/ 206041 h 1526506"/>
                <a:gd name="csX727" fmla="*/ 1304674 w 1394911"/>
                <a:gd name="csY727" fmla="*/ 207545 h 1526506"/>
                <a:gd name="csX728" fmla="*/ 1306930 w 1394911"/>
                <a:gd name="csY728" fmla="*/ 209049 h 1526506"/>
                <a:gd name="csX729" fmla="*/ 1308434 w 1394911"/>
                <a:gd name="csY729" fmla="*/ 209801 h 1526506"/>
                <a:gd name="csX730" fmla="*/ 1312194 w 1394911"/>
                <a:gd name="csY730" fmla="*/ 211305 h 1526506"/>
                <a:gd name="csX731" fmla="*/ 1312946 w 1394911"/>
                <a:gd name="csY731" fmla="*/ 212056 h 1526506"/>
                <a:gd name="csX732" fmla="*/ 1312946 w 1394911"/>
                <a:gd name="csY732" fmla="*/ 213560 h 1526506"/>
                <a:gd name="csX733" fmla="*/ 1312946 w 1394911"/>
                <a:gd name="csY733" fmla="*/ 215065 h 1526506"/>
                <a:gd name="csX734" fmla="*/ 1312946 w 1394911"/>
                <a:gd name="csY734" fmla="*/ 216568 h 1526506"/>
                <a:gd name="csX735" fmla="*/ 1313698 w 1394911"/>
                <a:gd name="csY735" fmla="*/ 218072 h 1526506"/>
                <a:gd name="csX736" fmla="*/ 1320466 w 1394911"/>
                <a:gd name="csY736" fmla="*/ 225592 h 1526506"/>
                <a:gd name="csX737" fmla="*/ 1322722 w 1394911"/>
                <a:gd name="csY737" fmla="*/ 227096 h 1526506"/>
                <a:gd name="csX738" fmla="*/ 1324226 w 1394911"/>
                <a:gd name="csY738" fmla="*/ 227848 h 1526506"/>
                <a:gd name="csX739" fmla="*/ 1324978 w 1394911"/>
                <a:gd name="csY739" fmla="*/ 228600 h 1526506"/>
                <a:gd name="csX740" fmla="*/ 1330994 w 1394911"/>
                <a:gd name="csY740" fmla="*/ 237624 h 1526506"/>
                <a:gd name="csX741" fmla="*/ 1331745 w 1394911"/>
                <a:gd name="csY741" fmla="*/ 240632 h 1526506"/>
                <a:gd name="csX742" fmla="*/ 1332498 w 1394911"/>
                <a:gd name="csY742" fmla="*/ 242887 h 1526506"/>
                <a:gd name="csX743" fmla="*/ 1332498 w 1394911"/>
                <a:gd name="csY743" fmla="*/ 251159 h 1526506"/>
                <a:gd name="csX744" fmla="*/ 1332498 w 1394911"/>
                <a:gd name="csY744" fmla="*/ 257927 h 1526506"/>
                <a:gd name="csX745" fmla="*/ 1330994 w 1394911"/>
                <a:gd name="csY745" fmla="*/ 272214 h 1526506"/>
                <a:gd name="csX746" fmla="*/ 1329489 w 1394911"/>
                <a:gd name="csY746" fmla="*/ 276726 h 1526506"/>
                <a:gd name="csX747" fmla="*/ 1328738 w 1394911"/>
                <a:gd name="csY747" fmla="*/ 278982 h 1526506"/>
                <a:gd name="csX748" fmla="*/ 1327234 w 1394911"/>
                <a:gd name="csY748" fmla="*/ 281238 h 1526506"/>
                <a:gd name="csX749" fmla="*/ 1326481 w 1394911"/>
                <a:gd name="csY749" fmla="*/ 281990 h 1526506"/>
                <a:gd name="csX750" fmla="*/ 1324978 w 1394911"/>
                <a:gd name="csY750" fmla="*/ 285750 h 1526506"/>
                <a:gd name="csX751" fmla="*/ 1323474 w 1394911"/>
                <a:gd name="csY751" fmla="*/ 287254 h 1526506"/>
                <a:gd name="csX752" fmla="*/ 1323474 w 1394911"/>
                <a:gd name="csY752" fmla="*/ 288758 h 1526506"/>
                <a:gd name="csX753" fmla="*/ 1322722 w 1394911"/>
                <a:gd name="csY753" fmla="*/ 290262 h 1526506"/>
                <a:gd name="csX754" fmla="*/ 1326481 w 1394911"/>
                <a:gd name="csY754" fmla="*/ 300789 h 1526506"/>
                <a:gd name="csX755" fmla="*/ 1325730 w 1394911"/>
                <a:gd name="csY755" fmla="*/ 305301 h 1526506"/>
                <a:gd name="csX756" fmla="*/ 1324226 w 1394911"/>
                <a:gd name="csY756" fmla="*/ 309813 h 1526506"/>
                <a:gd name="csX757" fmla="*/ 1324226 w 1394911"/>
                <a:gd name="csY757" fmla="*/ 311317 h 1526506"/>
                <a:gd name="csX758" fmla="*/ 1324978 w 1394911"/>
                <a:gd name="csY758" fmla="*/ 313573 h 1526506"/>
                <a:gd name="csX759" fmla="*/ 1325730 w 1394911"/>
                <a:gd name="csY759" fmla="*/ 315077 h 1526506"/>
                <a:gd name="csX760" fmla="*/ 1326481 w 1394911"/>
                <a:gd name="csY760" fmla="*/ 315829 h 1526506"/>
                <a:gd name="csX761" fmla="*/ 1329489 w 1394911"/>
                <a:gd name="csY761" fmla="*/ 318085 h 1526506"/>
                <a:gd name="csX762" fmla="*/ 1330241 w 1394911"/>
                <a:gd name="csY762" fmla="*/ 318837 h 1526506"/>
                <a:gd name="csX763" fmla="*/ 1330994 w 1394911"/>
                <a:gd name="csY763" fmla="*/ 320341 h 1526506"/>
                <a:gd name="csX764" fmla="*/ 1330994 w 1394911"/>
                <a:gd name="csY764" fmla="*/ 321845 h 1526506"/>
                <a:gd name="csX765" fmla="*/ 1330241 w 1394911"/>
                <a:gd name="csY765" fmla="*/ 324101 h 1526506"/>
                <a:gd name="csX766" fmla="*/ 1329489 w 1394911"/>
                <a:gd name="csY766" fmla="*/ 326357 h 1526506"/>
                <a:gd name="csX767" fmla="*/ 1327985 w 1394911"/>
                <a:gd name="csY767" fmla="*/ 327861 h 1526506"/>
                <a:gd name="csX768" fmla="*/ 1325730 w 1394911"/>
                <a:gd name="csY768" fmla="*/ 330116 h 1526506"/>
                <a:gd name="csX769" fmla="*/ 1317458 w 1394911"/>
                <a:gd name="csY769" fmla="*/ 334628 h 1526506"/>
                <a:gd name="csX770" fmla="*/ 1302419 w 1394911"/>
                <a:gd name="csY770" fmla="*/ 341396 h 1526506"/>
                <a:gd name="csX771" fmla="*/ 1298659 w 1394911"/>
                <a:gd name="csY771" fmla="*/ 342148 h 1526506"/>
                <a:gd name="csX772" fmla="*/ 1297906 w 1394911"/>
                <a:gd name="csY772" fmla="*/ 342148 h 1526506"/>
                <a:gd name="csX773" fmla="*/ 1296402 w 1394911"/>
                <a:gd name="csY773" fmla="*/ 341396 h 1526506"/>
                <a:gd name="csX774" fmla="*/ 1289635 w 1394911"/>
                <a:gd name="csY774" fmla="*/ 336884 h 1526506"/>
                <a:gd name="csX775" fmla="*/ 1286627 w 1394911"/>
                <a:gd name="csY775" fmla="*/ 335380 h 1526506"/>
                <a:gd name="csX776" fmla="*/ 1285123 w 1394911"/>
                <a:gd name="csY776" fmla="*/ 334628 h 1526506"/>
                <a:gd name="csX777" fmla="*/ 1281363 w 1394911"/>
                <a:gd name="csY777" fmla="*/ 333876 h 1526506"/>
                <a:gd name="csX778" fmla="*/ 1274595 w 1394911"/>
                <a:gd name="csY778" fmla="*/ 333876 h 1526506"/>
                <a:gd name="csX779" fmla="*/ 1272340 w 1394911"/>
                <a:gd name="csY779" fmla="*/ 334628 h 1526506"/>
                <a:gd name="csX780" fmla="*/ 1270836 w 1394911"/>
                <a:gd name="csY780" fmla="*/ 334628 h 1526506"/>
                <a:gd name="csX781" fmla="*/ 1269332 w 1394911"/>
                <a:gd name="csY781" fmla="*/ 335380 h 1526506"/>
                <a:gd name="csX782" fmla="*/ 1267828 w 1394911"/>
                <a:gd name="csY782" fmla="*/ 336884 h 1526506"/>
                <a:gd name="csX783" fmla="*/ 1267076 w 1394911"/>
                <a:gd name="csY783" fmla="*/ 338388 h 1526506"/>
                <a:gd name="csX784" fmla="*/ 1266323 w 1394911"/>
                <a:gd name="csY784" fmla="*/ 339140 h 1526506"/>
                <a:gd name="csX785" fmla="*/ 1265572 w 1394911"/>
                <a:gd name="csY785" fmla="*/ 343652 h 1526506"/>
                <a:gd name="csX786" fmla="*/ 1261812 w 1394911"/>
                <a:gd name="csY786" fmla="*/ 351924 h 1526506"/>
                <a:gd name="csX787" fmla="*/ 1261060 w 1394911"/>
                <a:gd name="csY787" fmla="*/ 354180 h 1526506"/>
                <a:gd name="csX788" fmla="*/ 1261060 w 1394911"/>
                <a:gd name="csY788" fmla="*/ 355683 h 1526506"/>
                <a:gd name="csX789" fmla="*/ 1261060 w 1394911"/>
                <a:gd name="csY789" fmla="*/ 359443 h 1526506"/>
                <a:gd name="csX790" fmla="*/ 1261812 w 1394911"/>
                <a:gd name="csY790" fmla="*/ 361699 h 1526506"/>
                <a:gd name="csX791" fmla="*/ 1262564 w 1394911"/>
                <a:gd name="csY791" fmla="*/ 363955 h 1526506"/>
                <a:gd name="csX792" fmla="*/ 1265572 w 1394911"/>
                <a:gd name="csY792" fmla="*/ 366211 h 1526506"/>
                <a:gd name="csX793" fmla="*/ 1267076 w 1394911"/>
                <a:gd name="csY793" fmla="*/ 367715 h 1526506"/>
                <a:gd name="csX794" fmla="*/ 1269332 w 1394911"/>
                <a:gd name="csY794" fmla="*/ 370723 h 1526506"/>
                <a:gd name="csX795" fmla="*/ 1270836 w 1394911"/>
                <a:gd name="csY795" fmla="*/ 374483 h 1526506"/>
                <a:gd name="csX796" fmla="*/ 1271587 w 1394911"/>
                <a:gd name="csY796" fmla="*/ 376739 h 1526506"/>
                <a:gd name="csX797" fmla="*/ 1274595 w 1394911"/>
                <a:gd name="csY797" fmla="*/ 378995 h 1526506"/>
                <a:gd name="csX798" fmla="*/ 1275347 w 1394911"/>
                <a:gd name="csY798" fmla="*/ 379747 h 1526506"/>
                <a:gd name="csX799" fmla="*/ 1278355 w 1394911"/>
                <a:gd name="csY799" fmla="*/ 382003 h 1526506"/>
                <a:gd name="csX800" fmla="*/ 1279859 w 1394911"/>
                <a:gd name="csY800" fmla="*/ 382755 h 1526506"/>
                <a:gd name="csX801" fmla="*/ 1281363 w 1394911"/>
                <a:gd name="csY801" fmla="*/ 383507 h 1526506"/>
                <a:gd name="csX802" fmla="*/ 1282867 w 1394911"/>
                <a:gd name="csY802" fmla="*/ 385762 h 1526506"/>
                <a:gd name="csX803" fmla="*/ 1284371 w 1394911"/>
                <a:gd name="csY803" fmla="*/ 391026 h 1526506"/>
                <a:gd name="csX804" fmla="*/ 1285123 w 1394911"/>
                <a:gd name="csY804" fmla="*/ 395538 h 1526506"/>
                <a:gd name="csX805" fmla="*/ 1285875 w 1394911"/>
                <a:gd name="csY805" fmla="*/ 398546 h 1526506"/>
                <a:gd name="csX806" fmla="*/ 1287379 w 1394911"/>
                <a:gd name="csY806" fmla="*/ 403810 h 1526506"/>
                <a:gd name="csX807" fmla="*/ 1288883 w 1394911"/>
                <a:gd name="csY807" fmla="*/ 405314 h 1526506"/>
                <a:gd name="csX808" fmla="*/ 1291891 w 1394911"/>
                <a:gd name="csY808" fmla="*/ 407570 h 1526506"/>
                <a:gd name="csX809" fmla="*/ 1296402 w 1394911"/>
                <a:gd name="csY809" fmla="*/ 409074 h 1526506"/>
                <a:gd name="csX810" fmla="*/ 1297906 w 1394911"/>
                <a:gd name="csY810" fmla="*/ 409826 h 1526506"/>
                <a:gd name="csX811" fmla="*/ 1297906 w 1394911"/>
                <a:gd name="csY811" fmla="*/ 410578 h 1526506"/>
                <a:gd name="csX812" fmla="*/ 1299411 w 1394911"/>
                <a:gd name="csY812" fmla="*/ 411329 h 1526506"/>
                <a:gd name="csX813" fmla="*/ 1300162 w 1394911"/>
                <a:gd name="csY813" fmla="*/ 413586 h 1526506"/>
                <a:gd name="csX814" fmla="*/ 1300915 w 1394911"/>
                <a:gd name="csY814" fmla="*/ 415841 h 1526506"/>
                <a:gd name="csX815" fmla="*/ 1300915 w 1394911"/>
                <a:gd name="csY815" fmla="*/ 418097 h 1526506"/>
                <a:gd name="csX816" fmla="*/ 1300915 w 1394911"/>
                <a:gd name="csY816" fmla="*/ 421105 h 1526506"/>
                <a:gd name="csX817" fmla="*/ 1299411 w 1394911"/>
                <a:gd name="csY817" fmla="*/ 426369 h 1526506"/>
                <a:gd name="csX818" fmla="*/ 1299411 w 1394911"/>
                <a:gd name="csY818" fmla="*/ 429377 h 1526506"/>
                <a:gd name="csX819" fmla="*/ 1297906 w 1394911"/>
                <a:gd name="csY819" fmla="*/ 432385 h 1526506"/>
                <a:gd name="csX820" fmla="*/ 1297155 w 1394911"/>
                <a:gd name="csY820" fmla="*/ 433137 h 1526506"/>
                <a:gd name="csX821" fmla="*/ 1297155 w 1394911"/>
                <a:gd name="csY821" fmla="*/ 434641 h 1526506"/>
                <a:gd name="csX822" fmla="*/ 1297155 w 1394911"/>
                <a:gd name="csY822" fmla="*/ 436145 h 1526506"/>
                <a:gd name="csX823" fmla="*/ 1298659 w 1394911"/>
                <a:gd name="csY823" fmla="*/ 437649 h 1526506"/>
                <a:gd name="csX824" fmla="*/ 1299411 w 1394911"/>
                <a:gd name="csY824" fmla="*/ 439153 h 1526506"/>
                <a:gd name="csX825" fmla="*/ 1302419 w 1394911"/>
                <a:gd name="csY825" fmla="*/ 441408 h 1526506"/>
                <a:gd name="csX826" fmla="*/ 1307682 w 1394911"/>
                <a:gd name="csY826" fmla="*/ 442160 h 1526506"/>
                <a:gd name="csX827" fmla="*/ 1309186 w 1394911"/>
                <a:gd name="csY827" fmla="*/ 442912 h 1526506"/>
                <a:gd name="csX828" fmla="*/ 1309938 w 1394911"/>
                <a:gd name="csY828" fmla="*/ 443664 h 1526506"/>
                <a:gd name="csX829" fmla="*/ 1310690 w 1394911"/>
                <a:gd name="csY829" fmla="*/ 443664 h 1526506"/>
                <a:gd name="csX830" fmla="*/ 1312194 w 1394911"/>
                <a:gd name="csY830" fmla="*/ 442912 h 1526506"/>
                <a:gd name="csX831" fmla="*/ 1312946 w 1394911"/>
                <a:gd name="csY831" fmla="*/ 442160 h 1526506"/>
                <a:gd name="csX832" fmla="*/ 1314450 w 1394911"/>
                <a:gd name="csY832" fmla="*/ 442912 h 1526506"/>
                <a:gd name="csX833" fmla="*/ 1315954 w 1394911"/>
                <a:gd name="csY833" fmla="*/ 444417 h 1526506"/>
                <a:gd name="csX834" fmla="*/ 1317458 w 1394911"/>
                <a:gd name="csY834" fmla="*/ 445920 h 1526506"/>
                <a:gd name="csX835" fmla="*/ 1319714 w 1394911"/>
                <a:gd name="csY835" fmla="*/ 446672 h 1526506"/>
                <a:gd name="csX836" fmla="*/ 1321218 w 1394911"/>
                <a:gd name="csY836" fmla="*/ 447424 h 1526506"/>
                <a:gd name="csX837" fmla="*/ 1321970 w 1394911"/>
                <a:gd name="csY837" fmla="*/ 449680 h 1526506"/>
                <a:gd name="csX838" fmla="*/ 1323474 w 1394911"/>
                <a:gd name="csY838" fmla="*/ 452688 h 1526506"/>
                <a:gd name="csX839" fmla="*/ 1325730 w 1394911"/>
                <a:gd name="csY839" fmla="*/ 456448 h 1526506"/>
                <a:gd name="csX840" fmla="*/ 1328738 w 1394911"/>
                <a:gd name="csY840" fmla="*/ 460208 h 1526506"/>
                <a:gd name="csX841" fmla="*/ 1334001 w 1394911"/>
                <a:gd name="csY841" fmla="*/ 462464 h 1526506"/>
                <a:gd name="csX842" fmla="*/ 1337009 w 1394911"/>
                <a:gd name="csY842" fmla="*/ 463968 h 1526506"/>
                <a:gd name="csX843" fmla="*/ 1343777 w 1394911"/>
                <a:gd name="csY843" fmla="*/ 465472 h 1526506"/>
                <a:gd name="csX844" fmla="*/ 1346785 w 1394911"/>
                <a:gd name="csY844" fmla="*/ 466976 h 1526506"/>
                <a:gd name="csX845" fmla="*/ 1347537 w 1394911"/>
                <a:gd name="csY845" fmla="*/ 466976 h 1526506"/>
                <a:gd name="csX846" fmla="*/ 1349793 w 1394911"/>
                <a:gd name="csY846" fmla="*/ 465472 h 1526506"/>
                <a:gd name="csX847" fmla="*/ 1351297 w 1394911"/>
                <a:gd name="csY847" fmla="*/ 463216 h 1526506"/>
                <a:gd name="csX848" fmla="*/ 1353553 w 1394911"/>
                <a:gd name="csY848" fmla="*/ 460208 h 1526506"/>
                <a:gd name="csX849" fmla="*/ 1362576 w 1394911"/>
                <a:gd name="csY849" fmla="*/ 463216 h 1526506"/>
                <a:gd name="csX850" fmla="*/ 1367088 w 1394911"/>
                <a:gd name="csY850" fmla="*/ 462464 h 1526506"/>
                <a:gd name="csX851" fmla="*/ 1376112 w 1394911"/>
                <a:gd name="csY851" fmla="*/ 459456 h 1526506"/>
                <a:gd name="csX852" fmla="*/ 1377616 w 1394911"/>
                <a:gd name="csY852" fmla="*/ 459456 h 1526506"/>
                <a:gd name="csX853" fmla="*/ 1380624 w 1394911"/>
                <a:gd name="csY853" fmla="*/ 459456 h 1526506"/>
                <a:gd name="csX854" fmla="*/ 1383632 w 1394911"/>
                <a:gd name="csY854" fmla="*/ 458704 h 1526506"/>
                <a:gd name="csX855" fmla="*/ 1386639 w 1394911"/>
                <a:gd name="csY855" fmla="*/ 457200 h 1526506"/>
                <a:gd name="csX856" fmla="*/ 1388896 w 1394911"/>
                <a:gd name="csY856" fmla="*/ 454944 h 1526506"/>
                <a:gd name="csX857" fmla="*/ 1390399 w 1394911"/>
                <a:gd name="csY857" fmla="*/ 452688 h 1526506"/>
                <a:gd name="csX858" fmla="*/ 1392655 w 1394911"/>
                <a:gd name="csY858" fmla="*/ 450432 h 1526506"/>
                <a:gd name="csX859" fmla="*/ 1394911 w 1394911"/>
                <a:gd name="csY859" fmla="*/ 449680 h 1526506"/>
                <a:gd name="csX860" fmla="*/ 1393407 w 1394911"/>
                <a:gd name="csY860" fmla="*/ 452688 h 1526506"/>
                <a:gd name="csX861" fmla="*/ 1383632 w 1394911"/>
                <a:gd name="csY861" fmla="*/ 467728 h 1526506"/>
                <a:gd name="csX862" fmla="*/ 1372352 w 1394911"/>
                <a:gd name="csY862" fmla="*/ 491039 h 1526506"/>
                <a:gd name="csX863" fmla="*/ 1371600 w 1394911"/>
                <a:gd name="csY863" fmla="*/ 497055 h 1526506"/>
                <a:gd name="csX864" fmla="*/ 1370096 w 1394911"/>
                <a:gd name="csY864" fmla="*/ 499310 h 1526506"/>
                <a:gd name="csX865" fmla="*/ 1367088 w 1394911"/>
                <a:gd name="csY865" fmla="*/ 503822 h 1526506"/>
                <a:gd name="csX866" fmla="*/ 1358064 w 1394911"/>
                <a:gd name="csY866" fmla="*/ 526382 h 1526506"/>
                <a:gd name="csX867" fmla="*/ 1353553 w 1394911"/>
                <a:gd name="csY867" fmla="*/ 533149 h 1526506"/>
                <a:gd name="csX868" fmla="*/ 1350545 w 1394911"/>
                <a:gd name="csY868" fmla="*/ 541421 h 1526506"/>
                <a:gd name="csX869" fmla="*/ 1340769 w 1394911"/>
                <a:gd name="csY869" fmla="*/ 554957 h 1526506"/>
                <a:gd name="csX870" fmla="*/ 1330241 w 1394911"/>
                <a:gd name="csY870" fmla="*/ 575260 h 1526506"/>
                <a:gd name="csX871" fmla="*/ 1317458 w 1394911"/>
                <a:gd name="csY871" fmla="*/ 593307 h 1526506"/>
                <a:gd name="csX872" fmla="*/ 1308434 w 1394911"/>
                <a:gd name="csY872" fmla="*/ 607595 h 1526506"/>
                <a:gd name="csX873" fmla="*/ 1298659 w 1394911"/>
                <a:gd name="csY873" fmla="*/ 621130 h 1526506"/>
                <a:gd name="csX874" fmla="*/ 1290387 w 1394911"/>
                <a:gd name="csY874" fmla="*/ 633162 h 1526506"/>
                <a:gd name="csX875" fmla="*/ 1288131 w 1394911"/>
                <a:gd name="csY875" fmla="*/ 634666 h 1526506"/>
                <a:gd name="csX876" fmla="*/ 1286627 w 1394911"/>
                <a:gd name="csY876" fmla="*/ 635418 h 1526506"/>
                <a:gd name="csX877" fmla="*/ 1276100 w 1394911"/>
                <a:gd name="csY877" fmla="*/ 648201 h 1526506"/>
                <a:gd name="csX878" fmla="*/ 1265572 w 1394911"/>
                <a:gd name="csY878" fmla="*/ 660985 h 1526506"/>
                <a:gd name="csX879" fmla="*/ 1254292 w 1394911"/>
                <a:gd name="csY879" fmla="*/ 673016 h 1526506"/>
                <a:gd name="csX880" fmla="*/ 1249780 w 1394911"/>
                <a:gd name="csY880" fmla="*/ 679032 h 1526506"/>
                <a:gd name="csX881" fmla="*/ 1246772 w 1394911"/>
                <a:gd name="csY881" fmla="*/ 681288 h 1526506"/>
                <a:gd name="csX882" fmla="*/ 1243012 w 1394911"/>
                <a:gd name="csY882" fmla="*/ 683544 h 1526506"/>
                <a:gd name="csX883" fmla="*/ 1241508 w 1394911"/>
                <a:gd name="csY883" fmla="*/ 683544 h 1526506"/>
                <a:gd name="csX884" fmla="*/ 1238501 w 1394911"/>
                <a:gd name="csY884" fmla="*/ 684296 h 1526506"/>
                <a:gd name="csX885" fmla="*/ 1236245 w 1394911"/>
                <a:gd name="csY885" fmla="*/ 684296 h 1526506"/>
                <a:gd name="csX886" fmla="*/ 1234741 w 1394911"/>
                <a:gd name="csY886" fmla="*/ 685048 h 1526506"/>
                <a:gd name="csX887" fmla="*/ 1231733 w 1394911"/>
                <a:gd name="csY887" fmla="*/ 688056 h 1526506"/>
                <a:gd name="csX888" fmla="*/ 1227973 w 1394911"/>
                <a:gd name="csY888" fmla="*/ 689560 h 1526506"/>
                <a:gd name="csX889" fmla="*/ 1224213 w 1394911"/>
                <a:gd name="csY889" fmla="*/ 691064 h 1526506"/>
                <a:gd name="csX890" fmla="*/ 1221205 w 1394911"/>
                <a:gd name="csY890" fmla="*/ 692568 h 1526506"/>
                <a:gd name="csX891" fmla="*/ 1217445 w 1394911"/>
                <a:gd name="csY891" fmla="*/ 691816 h 1526506"/>
                <a:gd name="csX892" fmla="*/ 1216693 w 1394911"/>
                <a:gd name="csY892" fmla="*/ 689560 h 1526506"/>
                <a:gd name="csX893" fmla="*/ 1219701 w 1394911"/>
                <a:gd name="csY893" fmla="*/ 684296 h 1526506"/>
                <a:gd name="csX894" fmla="*/ 1221205 w 1394911"/>
                <a:gd name="csY894" fmla="*/ 678280 h 1526506"/>
                <a:gd name="csX895" fmla="*/ 1222709 w 1394911"/>
                <a:gd name="csY895" fmla="*/ 676776 h 1526506"/>
                <a:gd name="csX896" fmla="*/ 1224213 w 1394911"/>
                <a:gd name="csY896" fmla="*/ 676024 h 1526506"/>
                <a:gd name="csX897" fmla="*/ 1225717 w 1394911"/>
                <a:gd name="csY897" fmla="*/ 679032 h 1526506"/>
                <a:gd name="csX898" fmla="*/ 1225717 w 1394911"/>
                <a:gd name="csY898" fmla="*/ 676024 h 1526506"/>
                <a:gd name="csX899" fmla="*/ 1224213 w 1394911"/>
                <a:gd name="csY899" fmla="*/ 673768 h 1526506"/>
                <a:gd name="csX900" fmla="*/ 1223461 w 1394911"/>
                <a:gd name="csY900" fmla="*/ 670760 h 1526506"/>
                <a:gd name="csX901" fmla="*/ 1225717 w 1394911"/>
                <a:gd name="csY901" fmla="*/ 666249 h 1526506"/>
                <a:gd name="csX902" fmla="*/ 1225717 w 1394911"/>
                <a:gd name="csY902" fmla="*/ 664745 h 1526506"/>
                <a:gd name="csX903" fmla="*/ 1224213 w 1394911"/>
                <a:gd name="csY903" fmla="*/ 663241 h 1526506"/>
                <a:gd name="csX904" fmla="*/ 1223461 w 1394911"/>
                <a:gd name="csY904" fmla="*/ 662489 h 1526506"/>
                <a:gd name="csX905" fmla="*/ 1223461 w 1394911"/>
                <a:gd name="csY905" fmla="*/ 661737 h 1526506"/>
                <a:gd name="csX906" fmla="*/ 1223461 w 1394911"/>
                <a:gd name="csY906" fmla="*/ 660985 h 1526506"/>
                <a:gd name="csX907" fmla="*/ 1221957 w 1394911"/>
                <a:gd name="csY907" fmla="*/ 659481 h 1526506"/>
                <a:gd name="csX908" fmla="*/ 1221957 w 1394911"/>
                <a:gd name="csY908" fmla="*/ 658729 h 1526506"/>
                <a:gd name="csX909" fmla="*/ 1221957 w 1394911"/>
                <a:gd name="csY909" fmla="*/ 657977 h 1526506"/>
                <a:gd name="csX910" fmla="*/ 1222709 w 1394911"/>
                <a:gd name="csY910" fmla="*/ 657225 h 1526506"/>
                <a:gd name="csX911" fmla="*/ 1222709 w 1394911"/>
                <a:gd name="csY911" fmla="*/ 656473 h 1526506"/>
                <a:gd name="csX912" fmla="*/ 1221205 w 1394911"/>
                <a:gd name="csY912" fmla="*/ 645945 h 1526506"/>
                <a:gd name="csX913" fmla="*/ 1218197 w 1394911"/>
                <a:gd name="csY913" fmla="*/ 645945 h 1526506"/>
                <a:gd name="csX914" fmla="*/ 1215942 w 1394911"/>
                <a:gd name="csY914" fmla="*/ 645945 h 1526506"/>
                <a:gd name="csX915" fmla="*/ 1213685 w 1394911"/>
                <a:gd name="csY915" fmla="*/ 645193 h 1526506"/>
                <a:gd name="csX916" fmla="*/ 1211430 w 1394911"/>
                <a:gd name="csY916" fmla="*/ 642938 h 1526506"/>
                <a:gd name="csX917" fmla="*/ 1206166 w 1394911"/>
                <a:gd name="csY917" fmla="*/ 644441 h 1526506"/>
                <a:gd name="csX918" fmla="*/ 1203158 w 1394911"/>
                <a:gd name="csY918" fmla="*/ 642938 h 1526506"/>
                <a:gd name="csX919" fmla="*/ 1201654 w 1394911"/>
                <a:gd name="csY919" fmla="*/ 639930 h 1526506"/>
                <a:gd name="csX920" fmla="*/ 1200150 w 1394911"/>
                <a:gd name="csY920" fmla="*/ 633162 h 1526506"/>
                <a:gd name="csX921" fmla="*/ 1198646 w 1394911"/>
                <a:gd name="csY921" fmla="*/ 632410 h 1526506"/>
                <a:gd name="csX922" fmla="*/ 1197142 w 1394911"/>
                <a:gd name="csY922" fmla="*/ 632410 h 1526506"/>
                <a:gd name="csX923" fmla="*/ 1194886 w 1394911"/>
                <a:gd name="csY923" fmla="*/ 630906 h 1526506"/>
                <a:gd name="csX924" fmla="*/ 1192630 w 1394911"/>
                <a:gd name="csY924" fmla="*/ 629402 h 1526506"/>
                <a:gd name="csX925" fmla="*/ 1192630 w 1394911"/>
                <a:gd name="csY925" fmla="*/ 627146 h 1526506"/>
                <a:gd name="csX926" fmla="*/ 1193382 w 1394911"/>
                <a:gd name="csY926" fmla="*/ 625642 h 1526506"/>
                <a:gd name="csX927" fmla="*/ 1193382 w 1394911"/>
                <a:gd name="csY927" fmla="*/ 622634 h 1526506"/>
                <a:gd name="csX928" fmla="*/ 1192630 w 1394911"/>
                <a:gd name="csY928" fmla="*/ 622634 h 1526506"/>
                <a:gd name="csX929" fmla="*/ 1189623 w 1394911"/>
                <a:gd name="csY929" fmla="*/ 627898 h 1526506"/>
                <a:gd name="csX930" fmla="*/ 1188870 w 1394911"/>
                <a:gd name="csY930" fmla="*/ 630154 h 1526506"/>
                <a:gd name="csX931" fmla="*/ 1188119 w 1394911"/>
                <a:gd name="csY931" fmla="*/ 633914 h 1526506"/>
                <a:gd name="csX932" fmla="*/ 1188119 w 1394911"/>
                <a:gd name="csY932" fmla="*/ 638426 h 1526506"/>
                <a:gd name="csX933" fmla="*/ 1188119 w 1394911"/>
                <a:gd name="csY933" fmla="*/ 639178 h 1526506"/>
                <a:gd name="csX934" fmla="*/ 1187366 w 1394911"/>
                <a:gd name="csY934" fmla="*/ 639930 h 1526506"/>
                <a:gd name="csX935" fmla="*/ 1186614 w 1394911"/>
                <a:gd name="csY935" fmla="*/ 639930 h 1526506"/>
                <a:gd name="csX936" fmla="*/ 1186614 w 1394911"/>
                <a:gd name="csY936" fmla="*/ 640681 h 1526506"/>
                <a:gd name="csX937" fmla="*/ 1184359 w 1394911"/>
                <a:gd name="csY937" fmla="*/ 644441 h 1526506"/>
                <a:gd name="csX938" fmla="*/ 1184359 w 1394911"/>
                <a:gd name="csY938" fmla="*/ 646697 h 1526506"/>
                <a:gd name="csX939" fmla="*/ 1186614 w 1394911"/>
                <a:gd name="csY939" fmla="*/ 648201 h 1526506"/>
                <a:gd name="csX940" fmla="*/ 1180599 w 1394911"/>
                <a:gd name="csY940" fmla="*/ 659481 h 1526506"/>
                <a:gd name="csX941" fmla="*/ 1178343 w 1394911"/>
                <a:gd name="csY941" fmla="*/ 660985 h 1526506"/>
                <a:gd name="csX942" fmla="*/ 1177591 w 1394911"/>
                <a:gd name="csY942" fmla="*/ 661737 h 1526506"/>
                <a:gd name="csX943" fmla="*/ 1176087 w 1394911"/>
                <a:gd name="csY943" fmla="*/ 663241 h 1526506"/>
                <a:gd name="csX944" fmla="*/ 1174583 w 1394911"/>
                <a:gd name="csY944" fmla="*/ 663993 h 1526506"/>
                <a:gd name="csX945" fmla="*/ 1173079 w 1394911"/>
                <a:gd name="csY945" fmla="*/ 663993 h 1526506"/>
                <a:gd name="csX946" fmla="*/ 1171575 w 1394911"/>
                <a:gd name="csY946" fmla="*/ 662489 h 1526506"/>
                <a:gd name="csX947" fmla="*/ 1170071 w 1394911"/>
                <a:gd name="csY947" fmla="*/ 661737 h 1526506"/>
                <a:gd name="csX948" fmla="*/ 1168567 w 1394911"/>
                <a:gd name="csY948" fmla="*/ 660985 h 1526506"/>
                <a:gd name="csX949" fmla="*/ 1167063 w 1394911"/>
                <a:gd name="csY949" fmla="*/ 657225 h 1526506"/>
                <a:gd name="csX950" fmla="*/ 1164055 w 1394911"/>
                <a:gd name="csY950" fmla="*/ 645945 h 1526506"/>
                <a:gd name="csX951" fmla="*/ 1164807 w 1394911"/>
                <a:gd name="csY951" fmla="*/ 643690 h 1526506"/>
                <a:gd name="csX952" fmla="*/ 1166311 w 1394911"/>
                <a:gd name="csY952" fmla="*/ 641433 h 1526506"/>
                <a:gd name="csX953" fmla="*/ 1169319 w 1394911"/>
                <a:gd name="csY953" fmla="*/ 638426 h 1526506"/>
                <a:gd name="csX954" fmla="*/ 1167815 w 1394911"/>
                <a:gd name="csY954" fmla="*/ 635418 h 1526506"/>
                <a:gd name="csX955" fmla="*/ 1166311 w 1394911"/>
                <a:gd name="csY955" fmla="*/ 635418 h 1526506"/>
                <a:gd name="csX956" fmla="*/ 1167063 w 1394911"/>
                <a:gd name="csY956" fmla="*/ 637674 h 1526506"/>
                <a:gd name="csX957" fmla="*/ 1166311 w 1394911"/>
                <a:gd name="csY957" fmla="*/ 639178 h 1526506"/>
                <a:gd name="csX958" fmla="*/ 1164055 w 1394911"/>
                <a:gd name="csY958" fmla="*/ 639930 h 1526506"/>
                <a:gd name="csX959" fmla="*/ 1162551 w 1394911"/>
                <a:gd name="csY959" fmla="*/ 641433 h 1526506"/>
                <a:gd name="csX960" fmla="*/ 1161047 w 1394911"/>
                <a:gd name="csY960" fmla="*/ 643690 h 1526506"/>
                <a:gd name="csX961" fmla="*/ 1161047 w 1394911"/>
                <a:gd name="csY961" fmla="*/ 645945 h 1526506"/>
                <a:gd name="csX962" fmla="*/ 1160295 w 1394911"/>
                <a:gd name="csY962" fmla="*/ 647449 h 1526506"/>
                <a:gd name="csX963" fmla="*/ 1158040 w 1394911"/>
                <a:gd name="csY963" fmla="*/ 648201 h 1526506"/>
                <a:gd name="csX964" fmla="*/ 1159544 w 1394911"/>
                <a:gd name="csY964" fmla="*/ 649705 h 1526506"/>
                <a:gd name="csX965" fmla="*/ 1161047 w 1394911"/>
                <a:gd name="csY965" fmla="*/ 653465 h 1526506"/>
                <a:gd name="csX966" fmla="*/ 1162551 w 1394911"/>
                <a:gd name="csY966" fmla="*/ 655721 h 1526506"/>
                <a:gd name="csX967" fmla="*/ 1163303 w 1394911"/>
                <a:gd name="csY967" fmla="*/ 656473 h 1526506"/>
                <a:gd name="csX968" fmla="*/ 1164807 w 1394911"/>
                <a:gd name="csY968" fmla="*/ 656473 h 1526506"/>
                <a:gd name="csX969" fmla="*/ 1165559 w 1394911"/>
                <a:gd name="csY969" fmla="*/ 657225 h 1526506"/>
                <a:gd name="csX970" fmla="*/ 1166311 w 1394911"/>
                <a:gd name="csY970" fmla="*/ 658729 h 1526506"/>
                <a:gd name="csX971" fmla="*/ 1166311 w 1394911"/>
                <a:gd name="csY971" fmla="*/ 659481 h 1526506"/>
                <a:gd name="csX972" fmla="*/ 1166311 w 1394911"/>
                <a:gd name="csY972" fmla="*/ 660985 h 1526506"/>
                <a:gd name="csX973" fmla="*/ 1167063 w 1394911"/>
                <a:gd name="csY973" fmla="*/ 663241 h 1526506"/>
                <a:gd name="csX974" fmla="*/ 1167815 w 1394911"/>
                <a:gd name="csY974" fmla="*/ 665497 h 1526506"/>
                <a:gd name="csX975" fmla="*/ 1168567 w 1394911"/>
                <a:gd name="csY975" fmla="*/ 666249 h 1526506"/>
                <a:gd name="csX976" fmla="*/ 1171575 w 1394911"/>
                <a:gd name="csY976" fmla="*/ 667753 h 1526506"/>
                <a:gd name="csX977" fmla="*/ 1173079 w 1394911"/>
                <a:gd name="csY977" fmla="*/ 668505 h 1526506"/>
                <a:gd name="csX978" fmla="*/ 1175335 w 1394911"/>
                <a:gd name="csY978" fmla="*/ 666249 h 1526506"/>
                <a:gd name="csX979" fmla="*/ 1176087 w 1394911"/>
                <a:gd name="csY979" fmla="*/ 665497 h 1526506"/>
                <a:gd name="csX980" fmla="*/ 1177591 w 1394911"/>
                <a:gd name="csY980" fmla="*/ 665497 h 1526506"/>
                <a:gd name="csX981" fmla="*/ 1178343 w 1394911"/>
                <a:gd name="csY981" fmla="*/ 667001 h 1526506"/>
                <a:gd name="csX982" fmla="*/ 1178343 w 1394911"/>
                <a:gd name="csY982" fmla="*/ 668505 h 1526506"/>
                <a:gd name="csX983" fmla="*/ 1179095 w 1394911"/>
                <a:gd name="csY983" fmla="*/ 669257 h 1526506"/>
                <a:gd name="csX984" fmla="*/ 1180599 w 1394911"/>
                <a:gd name="csY984" fmla="*/ 669257 h 1526506"/>
                <a:gd name="csX985" fmla="*/ 1182103 w 1394911"/>
                <a:gd name="csY985" fmla="*/ 667753 h 1526506"/>
                <a:gd name="csX986" fmla="*/ 1184359 w 1394911"/>
                <a:gd name="csY986" fmla="*/ 667753 h 1526506"/>
                <a:gd name="csX987" fmla="*/ 1186614 w 1394911"/>
                <a:gd name="csY987" fmla="*/ 668505 h 1526506"/>
                <a:gd name="csX988" fmla="*/ 1188119 w 1394911"/>
                <a:gd name="csY988" fmla="*/ 669257 h 1526506"/>
                <a:gd name="csX989" fmla="*/ 1186614 w 1394911"/>
                <a:gd name="csY989" fmla="*/ 670760 h 1526506"/>
                <a:gd name="csX990" fmla="*/ 1185863 w 1394911"/>
                <a:gd name="csY990" fmla="*/ 673016 h 1526506"/>
                <a:gd name="csX991" fmla="*/ 1185110 w 1394911"/>
                <a:gd name="csY991" fmla="*/ 674520 h 1526506"/>
                <a:gd name="csX992" fmla="*/ 1184359 w 1394911"/>
                <a:gd name="csY992" fmla="*/ 675272 h 1526506"/>
                <a:gd name="csX993" fmla="*/ 1184359 w 1394911"/>
                <a:gd name="csY993" fmla="*/ 677528 h 1526506"/>
                <a:gd name="csX994" fmla="*/ 1184359 w 1394911"/>
                <a:gd name="csY994" fmla="*/ 680536 h 1526506"/>
                <a:gd name="csX995" fmla="*/ 1184359 w 1394911"/>
                <a:gd name="csY995" fmla="*/ 682792 h 1526506"/>
                <a:gd name="csX996" fmla="*/ 1183606 w 1394911"/>
                <a:gd name="csY996" fmla="*/ 683544 h 1526506"/>
                <a:gd name="csX997" fmla="*/ 1182103 w 1394911"/>
                <a:gd name="csY997" fmla="*/ 685800 h 1526506"/>
                <a:gd name="csX998" fmla="*/ 1179095 w 1394911"/>
                <a:gd name="csY998" fmla="*/ 690312 h 1526506"/>
                <a:gd name="csX999" fmla="*/ 1176839 w 1394911"/>
                <a:gd name="csY999" fmla="*/ 692568 h 1526506"/>
                <a:gd name="csX1000" fmla="*/ 1174583 w 1394911"/>
                <a:gd name="csY1000" fmla="*/ 694824 h 1526506"/>
                <a:gd name="csX1001" fmla="*/ 1171575 w 1394911"/>
                <a:gd name="csY1001" fmla="*/ 697079 h 1526506"/>
                <a:gd name="csX1002" fmla="*/ 1168567 w 1394911"/>
                <a:gd name="csY1002" fmla="*/ 698584 h 1526506"/>
                <a:gd name="csX1003" fmla="*/ 1164807 w 1394911"/>
                <a:gd name="csY1003" fmla="*/ 699336 h 1526506"/>
                <a:gd name="csX1004" fmla="*/ 1163303 w 1394911"/>
                <a:gd name="csY1004" fmla="*/ 700088 h 1526506"/>
                <a:gd name="csX1005" fmla="*/ 1162551 w 1394911"/>
                <a:gd name="csY1005" fmla="*/ 701591 h 1526506"/>
                <a:gd name="csX1006" fmla="*/ 1162551 w 1394911"/>
                <a:gd name="csY1006" fmla="*/ 703847 h 1526506"/>
                <a:gd name="csX1007" fmla="*/ 1162551 w 1394911"/>
                <a:gd name="csY1007" fmla="*/ 705351 h 1526506"/>
                <a:gd name="csX1008" fmla="*/ 1162551 w 1394911"/>
                <a:gd name="csY1008" fmla="*/ 706855 h 1526506"/>
                <a:gd name="csX1009" fmla="*/ 1163303 w 1394911"/>
                <a:gd name="csY1009" fmla="*/ 707607 h 1526506"/>
                <a:gd name="csX1010" fmla="*/ 1164055 w 1394911"/>
                <a:gd name="csY1010" fmla="*/ 708359 h 1526506"/>
                <a:gd name="csX1011" fmla="*/ 1165559 w 1394911"/>
                <a:gd name="csY1011" fmla="*/ 709111 h 1526506"/>
                <a:gd name="csX1012" fmla="*/ 1176087 w 1394911"/>
                <a:gd name="csY1012" fmla="*/ 711367 h 1526506"/>
                <a:gd name="csX1013" fmla="*/ 1175335 w 1394911"/>
                <a:gd name="csY1013" fmla="*/ 712871 h 1526506"/>
                <a:gd name="csX1014" fmla="*/ 1173831 w 1394911"/>
                <a:gd name="csY1014" fmla="*/ 713623 h 1526506"/>
                <a:gd name="csX1015" fmla="*/ 1172327 w 1394911"/>
                <a:gd name="csY1015" fmla="*/ 713623 h 1526506"/>
                <a:gd name="csX1016" fmla="*/ 1170823 w 1394911"/>
                <a:gd name="csY1016" fmla="*/ 714375 h 1526506"/>
                <a:gd name="csX1017" fmla="*/ 1169319 w 1394911"/>
                <a:gd name="csY1017" fmla="*/ 715127 h 1526506"/>
                <a:gd name="csX1018" fmla="*/ 1165559 w 1394911"/>
                <a:gd name="csY1018" fmla="*/ 719639 h 1526506"/>
                <a:gd name="csX1019" fmla="*/ 1157287 w 1394911"/>
                <a:gd name="csY1019" fmla="*/ 725655 h 1526506"/>
                <a:gd name="csX1020" fmla="*/ 1154280 w 1394911"/>
                <a:gd name="csY1020" fmla="*/ 727158 h 1526506"/>
                <a:gd name="csX1021" fmla="*/ 1152776 w 1394911"/>
                <a:gd name="csY1021" fmla="*/ 730167 h 1526506"/>
                <a:gd name="csX1022" fmla="*/ 1152024 w 1394911"/>
                <a:gd name="csY1022" fmla="*/ 736934 h 1526506"/>
                <a:gd name="csX1023" fmla="*/ 1151272 w 1394911"/>
                <a:gd name="csY1023" fmla="*/ 739942 h 1526506"/>
                <a:gd name="csX1024" fmla="*/ 1153527 w 1394911"/>
                <a:gd name="csY1024" fmla="*/ 744454 h 1526506"/>
                <a:gd name="csX1025" fmla="*/ 1153527 w 1394911"/>
                <a:gd name="csY1025" fmla="*/ 746710 h 1526506"/>
                <a:gd name="csX1026" fmla="*/ 1152024 w 1394911"/>
                <a:gd name="csY1026" fmla="*/ 748214 h 1526506"/>
                <a:gd name="csX1027" fmla="*/ 1148264 w 1394911"/>
                <a:gd name="csY1027" fmla="*/ 745958 h 1526506"/>
                <a:gd name="csX1028" fmla="*/ 1146760 w 1394911"/>
                <a:gd name="csY1028" fmla="*/ 745206 h 1526506"/>
                <a:gd name="csX1029" fmla="*/ 1145256 w 1394911"/>
                <a:gd name="csY1029" fmla="*/ 745206 h 1526506"/>
                <a:gd name="csX1030" fmla="*/ 1140744 w 1394911"/>
                <a:gd name="csY1030" fmla="*/ 745958 h 1526506"/>
                <a:gd name="csX1031" fmla="*/ 1140744 w 1394911"/>
                <a:gd name="csY1031" fmla="*/ 744454 h 1526506"/>
                <a:gd name="csX1032" fmla="*/ 1140744 w 1394911"/>
                <a:gd name="csY1032" fmla="*/ 743702 h 1526506"/>
                <a:gd name="csX1033" fmla="*/ 1140744 w 1394911"/>
                <a:gd name="csY1033" fmla="*/ 742198 h 1526506"/>
                <a:gd name="csX1034" fmla="*/ 1140744 w 1394911"/>
                <a:gd name="csY1034" fmla="*/ 740694 h 1526506"/>
                <a:gd name="csX1035" fmla="*/ 1136984 w 1394911"/>
                <a:gd name="csY1035" fmla="*/ 751222 h 1526506"/>
                <a:gd name="csX1036" fmla="*/ 1136232 w 1394911"/>
                <a:gd name="csY1036" fmla="*/ 757989 h 1526506"/>
                <a:gd name="csX1037" fmla="*/ 1137736 w 1394911"/>
                <a:gd name="csY1037" fmla="*/ 762501 h 1526506"/>
                <a:gd name="csX1038" fmla="*/ 1136232 w 1394911"/>
                <a:gd name="csY1038" fmla="*/ 764005 h 1526506"/>
                <a:gd name="csX1039" fmla="*/ 1134728 w 1394911"/>
                <a:gd name="csY1039" fmla="*/ 766261 h 1526506"/>
                <a:gd name="csX1040" fmla="*/ 1133976 w 1394911"/>
                <a:gd name="csY1040" fmla="*/ 769269 h 1526506"/>
                <a:gd name="csX1041" fmla="*/ 1133225 w 1394911"/>
                <a:gd name="csY1041" fmla="*/ 772277 h 1526506"/>
                <a:gd name="csX1042" fmla="*/ 1133976 w 1394911"/>
                <a:gd name="csY1042" fmla="*/ 779045 h 1526506"/>
                <a:gd name="csX1043" fmla="*/ 1132472 w 1394911"/>
                <a:gd name="csY1043" fmla="*/ 781301 h 1526506"/>
                <a:gd name="csX1044" fmla="*/ 1129465 w 1394911"/>
                <a:gd name="csY1044" fmla="*/ 782053 h 1526506"/>
                <a:gd name="csX1045" fmla="*/ 1129465 w 1394911"/>
                <a:gd name="csY1045" fmla="*/ 783556 h 1526506"/>
                <a:gd name="csX1046" fmla="*/ 1133225 w 1394911"/>
                <a:gd name="csY1046" fmla="*/ 782805 h 1526506"/>
                <a:gd name="csX1047" fmla="*/ 1134728 w 1394911"/>
                <a:gd name="csY1047" fmla="*/ 781301 h 1526506"/>
                <a:gd name="csX1048" fmla="*/ 1134728 w 1394911"/>
                <a:gd name="csY1048" fmla="*/ 773029 h 1526506"/>
                <a:gd name="csX1049" fmla="*/ 1135480 w 1394911"/>
                <a:gd name="csY1049" fmla="*/ 769269 h 1526506"/>
                <a:gd name="csX1050" fmla="*/ 1137736 w 1394911"/>
                <a:gd name="csY1050" fmla="*/ 766261 h 1526506"/>
                <a:gd name="csX1051" fmla="*/ 1140744 w 1394911"/>
                <a:gd name="csY1051" fmla="*/ 764757 h 1526506"/>
                <a:gd name="csX1052" fmla="*/ 1144504 w 1394911"/>
                <a:gd name="csY1052" fmla="*/ 766261 h 1526506"/>
                <a:gd name="csX1053" fmla="*/ 1145256 w 1394911"/>
                <a:gd name="csY1053" fmla="*/ 767765 h 1526506"/>
                <a:gd name="csX1054" fmla="*/ 1146008 w 1394911"/>
                <a:gd name="csY1054" fmla="*/ 770773 h 1526506"/>
                <a:gd name="csX1055" fmla="*/ 1147512 w 1394911"/>
                <a:gd name="csY1055" fmla="*/ 772277 h 1526506"/>
                <a:gd name="csX1056" fmla="*/ 1147512 w 1394911"/>
                <a:gd name="csY1056" fmla="*/ 773029 h 1526506"/>
                <a:gd name="csX1057" fmla="*/ 1146760 w 1394911"/>
                <a:gd name="csY1057" fmla="*/ 774533 h 1526506"/>
                <a:gd name="csX1058" fmla="*/ 1146008 w 1394911"/>
                <a:gd name="csY1058" fmla="*/ 775285 h 1526506"/>
                <a:gd name="csX1059" fmla="*/ 1146008 w 1394911"/>
                <a:gd name="csY1059" fmla="*/ 776789 h 1526506"/>
                <a:gd name="csX1060" fmla="*/ 1146008 w 1394911"/>
                <a:gd name="csY1060" fmla="*/ 780549 h 1526506"/>
                <a:gd name="csX1061" fmla="*/ 1147512 w 1394911"/>
                <a:gd name="csY1061" fmla="*/ 783556 h 1526506"/>
                <a:gd name="csX1062" fmla="*/ 1149768 w 1394911"/>
                <a:gd name="csY1062" fmla="*/ 786565 h 1526506"/>
                <a:gd name="csX1063" fmla="*/ 1151272 w 1394911"/>
                <a:gd name="csY1063" fmla="*/ 790324 h 1526506"/>
                <a:gd name="csX1064" fmla="*/ 1151272 w 1394911"/>
                <a:gd name="csY1064" fmla="*/ 794084 h 1526506"/>
                <a:gd name="csX1065" fmla="*/ 1150520 w 1394911"/>
                <a:gd name="csY1065" fmla="*/ 797092 h 1526506"/>
                <a:gd name="csX1066" fmla="*/ 1149016 w 1394911"/>
                <a:gd name="csY1066" fmla="*/ 799348 h 1526506"/>
                <a:gd name="csX1067" fmla="*/ 1147512 w 1394911"/>
                <a:gd name="csY1067" fmla="*/ 803108 h 1526506"/>
                <a:gd name="csX1068" fmla="*/ 1147512 w 1394911"/>
                <a:gd name="csY1068" fmla="*/ 812884 h 1526506"/>
                <a:gd name="csX1069" fmla="*/ 1147512 w 1394911"/>
                <a:gd name="csY1069" fmla="*/ 815891 h 1526506"/>
                <a:gd name="csX1070" fmla="*/ 1149016 w 1394911"/>
                <a:gd name="csY1070" fmla="*/ 818147 h 1526506"/>
                <a:gd name="csX1071" fmla="*/ 1149768 w 1394911"/>
                <a:gd name="csY1071" fmla="*/ 819651 h 1526506"/>
                <a:gd name="csX1072" fmla="*/ 1148264 w 1394911"/>
                <a:gd name="csY1072" fmla="*/ 819651 h 1526506"/>
                <a:gd name="csX1073" fmla="*/ 1146008 w 1394911"/>
                <a:gd name="csY1073" fmla="*/ 819651 h 1526506"/>
                <a:gd name="csX1074" fmla="*/ 1145256 w 1394911"/>
                <a:gd name="csY1074" fmla="*/ 818899 h 1526506"/>
                <a:gd name="csX1075" fmla="*/ 1142248 w 1394911"/>
                <a:gd name="csY1075" fmla="*/ 815891 h 1526506"/>
                <a:gd name="csX1076" fmla="*/ 1140744 w 1394911"/>
                <a:gd name="csY1076" fmla="*/ 814387 h 1526506"/>
                <a:gd name="csX1077" fmla="*/ 1140744 w 1394911"/>
                <a:gd name="csY1077" fmla="*/ 812884 h 1526506"/>
                <a:gd name="csX1078" fmla="*/ 1139992 w 1394911"/>
                <a:gd name="csY1078" fmla="*/ 810628 h 1526506"/>
                <a:gd name="csX1079" fmla="*/ 1139240 w 1394911"/>
                <a:gd name="csY1079" fmla="*/ 809124 h 1526506"/>
                <a:gd name="csX1080" fmla="*/ 1138488 w 1394911"/>
                <a:gd name="csY1080" fmla="*/ 807620 h 1526506"/>
                <a:gd name="csX1081" fmla="*/ 1137736 w 1394911"/>
                <a:gd name="csY1081" fmla="*/ 806868 h 1526506"/>
                <a:gd name="csX1082" fmla="*/ 1136232 w 1394911"/>
                <a:gd name="csY1082" fmla="*/ 806116 h 1526506"/>
                <a:gd name="csX1083" fmla="*/ 1135480 w 1394911"/>
                <a:gd name="csY1083" fmla="*/ 804612 h 1526506"/>
                <a:gd name="csX1084" fmla="*/ 1134728 w 1394911"/>
                <a:gd name="csY1084" fmla="*/ 804612 h 1526506"/>
                <a:gd name="csX1085" fmla="*/ 1133976 w 1394911"/>
                <a:gd name="csY1085" fmla="*/ 804612 h 1526506"/>
                <a:gd name="csX1086" fmla="*/ 1133225 w 1394911"/>
                <a:gd name="csY1086" fmla="*/ 804612 h 1526506"/>
                <a:gd name="csX1087" fmla="*/ 1132472 w 1394911"/>
                <a:gd name="csY1087" fmla="*/ 800100 h 1526506"/>
                <a:gd name="csX1088" fmla="*/ 1131720 w 1394911"/>
                <a:gd name="csY1088" fmla="*/ 799348 h 1526506"/>
                <a:gd name="csX1089" fmla="*/ 1129465 w 1394911"/>
                <a:gd name="csY1089" fmla="*/ 799348 h 1526506"/>
                <a:gd name="csX1090" fmla="*/ 1126457 w 1394911"/>
                <a:gd name="csY1090" fmla="*/ 799348 h 1526506"/>
                <a:gd name="csX1091" fmla="*/ 1124953 w 1394911"/>
                <a:gd name="csY1091" fmla="*/ 800852 h 1526506"/>
                <a:gd name="csX1092" fmla="*/ 1124201 w 1394911"/>
                <a:gd name="csY1092" fmla="*/ 803860 h 1526506"/>
                <a:gd name="csX1093" fmla="*/ 1124953 w 1394911"/>
                <a:gd name="csY1093" fmla="*/ 805364 h 1526506"/>
                <a:gd name="csX1094" fmla="*/ 1129465 w 1394911"/>
                <a:gd name="csY1094" fmla="*/ 801604 h 1526506"/>
                <a:gd name="csX1095" fmla="*/ 1130216 w 1394911"/>
                <a:gd name="csY1095" fmla="*/ 803108 h 1526506"/>
                <a:gd name="csX1096" fmla="*/ 1130216 w 1394911"/>
                <a:gd name="csY1096" fmla="*/ 804612 h 1526506"/>
                <a:gd name="csX1097" fmla="*/ 1130216 w 1394911"/>
                <a:gd name="csY1097" fmla="*/ 806116 h 1526506"/>
                <a:gd name="csX1098" fmla="*/ 1129465 w 1394911"/>
                <a:gd name="csY1098" fmla="*/ 806868 h 1526506"/>
                <a:gd name="csX1099" fmla="*/ 1135480 w 1394911"/>
                <a:gd name="csY1099" fmla="*/ 810628 h 1526506"/>
                <a:gd name="csX1100" fmla="*/ 1137736 w 1394911"/>
                <a:gd name="csY1100" fmla="*/ 812132 h 1526506"/>
                <a:gd name="csX1101" fmla="*/ 1139992 w 1394911"/>
                <a:gd name="csY1101" fmla="*/ 818147 h 1526506"/>
                <a:gd name="csX1102" fmla="*/ 1141496 w 1394911"/>
                <a:gd name="csY1102" fmla="*/ 819651 h 1526506"/>
                <a:gd name="csX1103" fmla="*/ 1146760 w 1394911"/>
                <a:gd name="csY1103" fmla="*/ 821907 h 1526506"/>
                <a:gd name="csX1104" fmla="*/ 1147512 w 1394911"/>
                <a:gd name="csY1104" fmla="*/ 823411 h 1526506"/>
                <a:gd name="csX1105" fmla="*/ 1146760 w 1394911"/>
                <a:gd name="csY1105" fmla="*/ 825667 h 1526506"/>
                <a:gd name="csX1106" fmla="*/ 1145256 w 1394911"/>
                <a:gd name="csY1106" fmla="*/ 826419 h 1526506"/>
                <a:gd name="csX1107" fmla="*/ 1141496 w 1394911"/>
                <a:gd name="csY1107" fmla="*/ 826419 h 1526506"/>
                <a:gd name="csX1108" fmla="*/ 1139240 w 1394911"/>
                <a:gd name="csY1108" fmla="*/ 825667 h 1526506"/>
                <a:gd name="csX1109" fmla="*/ 1136232 w 1394911"/>
                <a:gd name="csY1109" fmla="*/ 824163 h 1526506"/>
                <a:gd name="csX1110" fmla="*/ 1135480 w 1394911"/>
                <a:gd name="csY1110" fmla="*/ 828675 h 1526506"/>
                <a:gd name="csX1111" fmla="*/ 1135480 w 1394911"/>
                <a:gd name="csY1111" fmla="*/ 829427 h 1526506"/>
                <a:gd name="csX1112" fmla="*/ 1136984 w 1394911"/>
                <a:gd name="csY1112" fmla="*/ 834691 h 1526506"/>
                <a:gd name="csX1113" fmla="*/ 1137736 w 1394911"/>
                <a:gd name="csY1113" fmla="*/ 835443 h 1526506"/>
                <a:gd name="csX1114" fmla="*/ 1140744 w 1394911"/>
                <a:gd name="csY1114" fmla="*/ 836947 h 1526506"/>
                <a:gd name="csX1115" fmla="*/ 1143000 w 1394911"/>
                <a:gd name="csY1115" fmla="*/ 837699 h 1526506"/>
                <a:gd name="csX1116" fmla="*/ 1145256 w 1394911"/>
                <a:gd name="csY1116" fmla="*/ 839954 h 1526506"/>
                <a:gd name="csX1117" fmla="*/ 1146760 w 1394911"/>
                <a:gd name="csY1117" fmla="*/ 842963 h 1526506"/>
                <a:gd name="csX1118" fmla="*/ 1147512 w 1394911"/>
                <a:gd name="csY1118" fmla="*/ 844466 h 1526506"/>
                <a:gd name="csX1119" fmla="*/ 1147512 w 1394911"/>
                <a:gd name="csY1119" fmla="*/ 845970 h 1526506"/>
                <a:gd name="csX1120" fmla="*/ 1147512 w 1394911"/>
                <a:gd name="csY1120" fmla="*/ 848226 h 1526506"/>
                <a:gd name="csX1121" fmla="*/ 1147512 w 1394911"/>
                <a:gd name="csY1121" fmla="*/ 849730 h 1526506"/>
                <a:gd name="csX1122" fmla="*/ 1149016 w 1394911"/>
                <a:gd name="csY1122" fmla="*/ 852738 h 1526506"/>
                <a:gd name="csX1123" fmla="*/ 1149768 w 1394911"/>
                <a:gd name="csY1123" fmla="*/ 854242 h 1526506"/>
                <a:gd name="csX1124" fmla="*/ 1149768 w 1394911"/>
                <a:gd name="csY1124" fmla="*/ 855746 h 1526506"/>
                <a:gd name="csX1125" fmla="*/ 1148264 w 1394911"/>
                <a:gd name="csY1125" fmla="*/ 856498 h 1526506"/>
                <a:gd name="csX1126" fmla="*/ 1142248 w 1394911"/>
                <a:gd name="csY1126" fmla="*/ 857250 h 1526506"/>
                <a:gd name="csX1127" fmla="*/ 1140744 w 1394911"/>
                <a:gd name="csY1127" fmla="*/ 856498 h 1526506"/>
                <a:gd name="csX1128" fmla="*/ 1138488 w 1394911"/>
                <a:gd name="csY1128" fmla="*/ 854242 h 1526506"/>
                <a:gd name="csX1129" fmla="*/ 1136232 w 1394911"/>
                <a:gd name="csY1129" fmla="*/ 856498 h 1526506"/>
                <a:gd name="csX1130" fmla="*/ 1135480 w 1394911"/>
                <a:gd name="csY1130" fmla="*/ 858002 h 1526506"/>
                <a:gd name="csX1131" fmla="*/ 1137736 w 1394911"/>
                <a:gd name="csY1131" fmla="*/ 860258 h 1526506"/>
                <a:gd name="csX1132" fmla="*/ 1136232 w 1394911"/>
                <a:gd name="csY1132" fmla="*/ 861010 h 1526506"/>
                <a:gd name="csX1133" fmla="*/ 1135480 w 1394911"/>
                <a:gd name="csY1133" fmla="*/ 862514 h 1526506"/>
                <a:gd name="csX1134" fmla="*/ 1134728 w 1394911"/>
                <a:gd name="csY1134" fmla="*/ 864770 h 1526506"/>
                <a:gd name="csX1135" fmla="*/ 1135480 w 1394911"/>
                <a:gd name="csY1135" fmla="*/ 867026 h 1526506"/>
                <a:gd name="csX1136" fmla="*/ 1136232 w 1394911"/>
                <a:gd name="csY1136" fmla="*/ 868530 h 1526506"/>
                <a:gd name="csX1137" fmla="*/ 1138488 w 1394911"/>
                <a:gd name="csY1137" fmla="*/ 869282 h 1526506"/>
                <a:gd name="csX1138" fmla="*/ 1139992 w 1394911"/>
                <a:gd name="csY1138" fmla="*/ 870033 h 1526506"/>
                <a:gd name="csX1139" fmla="*/ 1140744 w 1394911"/>
                <a:gd name="csY1139" fmla="*/ 872290 h 1526506"/>
                <a:gd name="csX1140" fmla="*/ 1141496 w 1394911"/>
                <a:gd name="csY1140" fmla="*/ 872290 h 1526506"/>
                <a:gd name="csX1141" fmla="*/ 1137736 w 1394911"/>
                <a:gd name="csY1141" fmla="*/ 865522 h 1526506"/>
                <a:gd name="csX1142" fmla="*/ 1136984 w 1394911"/>
                <a:gd name="csY1142" fmla="*/ 861762 h 1526506"/>
                <a:gd name="csX1143" fmla="*/ 1139992 w 1394911"/>
                <a:gd name="csY1143" fmla="*/ 860258 h 1526506"/>
                <a:gd name="csX1144" fmla="*/ 1143000 w 1394911"/>
                <a:gd name="csY1144" fmla="*/ 860258 h 1526506"/>
                <a:gd name="csX1145" fmla="*/ 1146008 w 1394911"/>
                <a:gd name="csY1145" fmla="*/ 858754 h 1526506"/>
                <a:gd name="csX1146" fmla="*/ 1152776 w 1394911"/>
                <a:gd name="csY1146" fmla="*/ 854994 h 1526506"/>
                <a:gd name="csX1147" fmla="*/ 1152776 w 1394911"/>
                <a:gd name="csY1147" fmla="*/ 853490 h 1526506"/>
                <a:gd name="csX1148" fmla="*/ 1152776 w 1394911"/>
                <a:gd name="csY1148" fmla="*/ 851986 h 1526506"/>
                <a:gd name="csX1149" fmla="*/ 1152776 w 1394911"/>
                <a:gd name="csY1149" fmla="*/ 850482 h 1526506"/>
                <a:gd name="csX1150" fmla="*/ 1151272 w 1394911"/>
                <a:gd name="csY1150" fmla="*/ 849730 h 1526506"/>
                <a:gd name="csX1151" fmla="*/ 1150520 w 1394911"/>
                <a:gd name="csY1151" fmla="*/ 848978 h 1526506"/>
                <a:gd name="csX1152" fmla="*/ 1151272 w 1394911"/>
                <a:gd name="csY1152" fmla="*/ 847474 h 1526506"/>
                <a:gd name="csX1153" fmla="*/ 1152024 w 1394911"/>
                <a:gd name="csY1153" fmla="*/ 844466 h 1526506"/>
                <a:gd name="csX1154" fmla="*/ 1152024 w 1394911"/>
                <a:gd name="csY1154" fmla="*/ 843714 h 1526506"/>
                <a:gd name="csX1155" fmla="*/ 1151272 w 1394911"/>
                <a:gd name="csY1155" fmla="*/ 842963 h 1526506"/>
                <a:gd name="csX1156" fmla="*/ 1151272 w 1394911"/>
                <a:gd name="csY1156" fmla="*/ 842211 h 1526506"/>
                <a:gd name="csX1157" fmla="*/ 1152024 w 1394911"/>
                <a:gd name="csY1157" fmla="*/ 841459 h 1526506"/>
                <a:gd name="csX1158" fmla="*/ 1153527 w 1394911"/>
                <a:gd name="csY1158" fmla="*/ 841459 h 1526506"/>
                <a:gd name="csX1159" fmla="*/ 1154280 w 1394911"/>
                <a:gd name="csY1159" fmla="*/ 840707 h 1526506"/>
                <a:gd name="csX1160" fmla="*/ 1153527 w 1394911"/>
                <a:gd name="csY1160" fmla="*/ 839203 h 1526506"/>
                <a:gd name="csX1161" fmla="*/ 1152776 w 1394911"/>
                <a:gd name="csY1161" fmla="*/ 837699 h 1526506"/>
                <a:gd name="csX1162" fmla="*/ 1152024 w 1394911"/>
                <a:gd name="csY1162" fmla="*/ 837699 h 1526506"/>
                <a:gd name="csX1163" fmla="*/ 1149768 w 1394911"/>
                <a:gd name="csY1163" fmla="*/ 836947 h 1526506"/>
                <a:gd name="csX1164" fmla="*/ 1150520 w 1394911"/>
                <a:gd name="csY1164" fmla="*/ 836195 h 1526506"/>
                <a:gd name="csX1165" fmla="*/ 1151272 w 1394911"/>
                <a:gd name="csY1165" fmla="*/ 834691 h 1526506"/>
                <a:gd name="csX1166" fmla="*/ 1148264 w 1394911"/>
                <a:gd name="csY1166" fmla="*/ 835443 h 1526506"/>
                <a:gd name="csX1167" fmla="*/ 1148264 w 1394911"/>
                <a:gd name="csY1167" fmla="*/ 833939 h 1526506"/>
                <a:gd name="csX1168" fmla="*/ 1149016 w 1394911"/>
                <a:gd name="csY1168" fmla="*/ 831683 h 1526506"/>
                <a:gd name="csX1169" fmla="*/ 1150520 w 1394911"/>
                <a:gd name="csY1169" fmla="*/ 830179 h 1526506"/>
                <a:gd name="csX1170" fmla="*/ 1152024 w 1394911"/>
                <a:gd name="csY1170" fmla="*/ 828675 h 1526506"/>
                <a:gd name="csX1171" fmla="*/ 1154280 w 1394911"/>
                <a:gd name="csY1171" fmla="*/ 827923 h 1526506"/>
                <a:gd name="csX1172" fmla="*/ 1156536 w 1394911"/>
                <a:gd name="csY1172" fmla="*/ 827923 h 1526506"/>
                <a:gd name="csX1173" fmla="*/ 1157287 w 1394911"/>
                <a:gd name="csY1173" fmla="*/ 828675 h 1526506"/>
                <a:gd name="csX1174" fmla="*/ 1157287 w 1394911"/>
                <a:gd name="csY1174" fmla="*/ 842211 h 1526506"/>
                <a:gd name="csX1175" fmla="*/ 1158040 w 1394911"/>
                <a:gd name="csY1175" fmla="*/ 845218 h 1526506"/>
                <a:gd name="csX1176" fmla="*/ 1155031 w 1394911"/>
                <a:gd name="csY1176" fmla="*/ 861010 h 1526506"/>
                <a:gd name="csX1177" fmla="*/ 1152776 w 1394911"/>
                <a:gd name="csY1177" fmla="*/ 864018 h 1526506"/>
                <a:gd name="csX1178" fmla="*/ 1152024 w 1394911"/>
                <a:gd name="csY1178" fmla="*/ 865522 h 1526506"/>
                <a:gd name="csX1179" fmla="*/ 1151272 w 1394911"/>
                <a:gd name="csY1179" fmla="*/ 867778 h 1526506"/>
                <a:gd name="csX1180" fmla="*/ 1151272 w 1394911"/>
                <a:gd name="csY1180" fmla="*/ 871537 h 1526506"/>
                <a:gd name="csX1181" fmla="*/ 1151272 w 1394911"/>
                <a:gd name="csY1181" fmla="*/ 873042 h 1526506"/>
                <a:gd name="csX1182" fmla="*/ 1148264 w 1394911"/>
                <a:gd name="csY1182" fmla="*/ 878305 h 1526506"/>
                <a:gd name="csX1183" fmla="*/ 1147512 w 1394911"/>
                <a:gd name="csY1183" fmla="*/ 880561 h 1526506"/>
                <a:gd name="csX1184" fmla="*/ 1147512 w 1394911"/>
                <a:gd name="csY1184" fmla="*/ 886577 h 1526506"/>
                <a:gd name="csX1185" fmla="*/ 1149016 w 1394911"/>
                <a:gd name="csY1185" fmla="*/ 891841 h 1526506"/>
                <a:gd name="csX1186" fmla="*/ 1149016 w 1394911"/>
                <a:gd name="csY1186" fmla="*/ 893345 h 1526506"/>
                <a:gd name="csX1187" fmla="*/ 1147512 w 1394911"/>
                <a:gd name="csY1187" fmla="*/ 895601 h 1526506"/>
                <a:gd name="csX1188" fmla="*/ 1146760 w 1394911"/>
                <a:gd name="csY1188" fmla="*/ 897105 h 1526506"/>
                <a:gd name="csX1189" fmla="*/ 1146008 w 1394911"/>
                <a:gd name="csY1189" fmla="*/ 899361 h 1526506"/>
                <a:gd name="csX1190" fmla="*/ 1146760 w 1394911"/>
                <a:gd name="csY1190" fmla="*/ 900864 h 1526506"/>
                <a:gd name="csX1191" fmla="*/ 1145256 w 1394911"/>
                <a:gd name="csY1191" fmla="*/ 902368 h 1526506"/>
                <a:gd name="csX1192" fmla="*/ 1145256 w 1394911"/>
                <a:gd name="csY1192" fmla="*/ 904624 h 1526506"/>
                <a:gd name="csX1193" fmla="*/ 1146008 w 1394911"/>
                <a:gd name="csY1193" fmla="*/ 906880 h 1526506"/>
                <a:gd name="csX1194" fmla="*/ 1146008 w 1394911"/>
                <a:gd name="csY1194" fmla="*/ 909888 h 1526506"/>
                <a:gd name="csX1195" fmla="*/ 1143000 w 1394911"/>
                <a:gd name="csY1195" fmla="*/ 917408 h 1526506"/>
                <a:gd name="csX1196" fmla="*/ 1141496 w 1394911"/>
                <a:gd name="csY1196" fmla="*/ 929440 h 1526506"/>
                <a:gd name="csX1197" fmla="*/ 1138488 w 1394911"/>
                <a:gd name="csY1197" fmla="*/ 937711 h 1526506"/>
                <a:gd name="csX1198" fmla="*/ 1137736 w 1394911"/>
                <a:gd name="csY1198" fmla="*/ 942223 h 1526506"/>
                <a:gd name="csX1199" fmla="*/ 1136984 w 1394911"/>
                <a:gd name="csY1199" fmla="*/ 947487 h 1526506"/>
                <a:gd name="csX1200" fmla="*/ 1136232 w 1394911"/>
                <a:gd name="csY1200" fmla="*/ 950495 h 1526506"/>
                <a:gd name="csX1201" fmla="*/ 1138488 w 1394911"/>
                <a:gd name="csY1201" fmla="*/ 962526 h 1526506"/>
                <a:gd name="csX1202" fmla="*/ 1139240 w 1394911"/>
                <a:gd name="csY1202" fmla="*/ 964782 h 1526506"/>
                <a:gd name="csX1203" fmla="*/ 1140744 w 1394911"/>
                <a:gd name="csY1203" fmla="*/ 967038 h 1526506"/>
                <a:gd name="csX1204" fmla="*/ 1141496 w 1394911"/>
                <a:gd name="csY1204" fmla="*/ 968542 h 1526506"/>
                <a:gd name="csX1205" fmla="*/ 1139992 w 1394911"/>
                <a:gd name="csY1205" fmla="*/ 969294 h 1526506"/>
                <a:gd name="csX1206" fmla="*/ 1138488 w 1394911"/>
                <a:gd name="csY1206" fmla="*/ 970046 h 1526506"/>
                <a:gd name="csX1207" fmla="*/ 1138488 w 1394911"/>
                <a:gd name="csY1207" fmla="*/ 971550 h 1526506"/>
                <a:gd name="csX1208" fmla="*/ 1139240 w 1394911"/>
                <a:gd name="csY1208" fmla="*/ 973054 h 1526506"/>
                <a:gd name="csX1209" fmla="*/ 1140744 w 1394911"/>
                <a:gd name="csY1209" fmla="*/ 973054 h 1526506"/>
                <a:gd name="csX1210" fmla="*/ 1142248 w 1394911"/>
                <a:gd name="csY1210" fmla="*/ 972302 h 1526506"/>
                <a:gd name="csX1211" fmla="*/ 1143000 w 1394911"/>
                <a:gd name="csY1211" fmla="*/ 972302 h 1526506"/>
                <a:gd name="csX1212" fmla="*/ 1143000 w 1394911"/>
                <a:gd name="csY1212" fmla="*/ 979070 h 1526506"/>
                <a:gd name="csX1213" fmla="*/ 1143000 w 1394911"/>
                <a:gd name="csY1213" fmla="*/ 985838 h 1526506"/>
                <a:gd name="csX1214" fmla="*/ 1145256 w 1394911"/>
                <a:gd name="csY1214" fmla="*/ 997117 h 1526506"/>
                <a:gd name="csX1215" fmla="*/ 1146008 w 1394911"/>
                <a:gd name="csY1215" fmla="*/ 1037724 h 1526506"/>
                <a:gd name="csX1216" fmla="*/ 1149768 w 1394911"/>
                <a:gd name="csY1216" fmla="*/ 1052011 h 1526506"/>
                <a:gd name="csX1217" fmla="*/ 1150520 w 1394911"/>
                <a:gd name="csY1217" fmla="*/ 1065547 h 1526506"/>
                <a:gd name="csX1218" fmla="*/ 1155031 w 1394911"/>
                <a:gd name="csY1218" fmla="*/ 1090362 h 1526506"/>
                <a:gd name="csX1219" fmla="*/ 1158040 w 1394911"/>
                <a:gd name="csY1219" fmla="*/ 1113673 h 1526506"/>
                <a:gd name="csX1220" fmla="*/ 1161047 w 1394911"/>
                <a:gd name="csY1220" fmla="*/ 1120441 h 1526506"/>
                <a:gd name="csX1221" fmla="*/ 1162551 w 1394911"/>
                <a:gd name="csY1221" fmla="*/ 1122697 h 1526506"/>
                <a:gd name="csX1222" fmla="*/ 1163303 w 1394911"/>
                <a:gd name="csY1222" fmla="*/ 1124201 h 1526506"/>
                <a:gd name="csX1223" fmla="*/ 1164055 w 1394911"/>
                <a:gd name="csY1223" fmla="*/ 1128713 h 1526506"/>
                <a:gd name="csX1224" fmla="*/ 1164807 w 1394911"/>
                <a:gd name="csY1224" fmla="*/ 1130216 h 1526506"/>
                <a:gd name="csX1225" fmla="*/ 1167063 w 1394911"/>
                <a:gd name="csY1225" fmla="*/ 1133976 h 1526506"/>
                <a:gd name="csX1226" fmla="*/ 1167815 w 1394911"/>
                <a:gd name="csY1226" fmla="*/ 1135480 h 1526506"/>
                <a:gd name="csX1227" fmla="*/ 1167063 w 1394911"/>
                <a:gd name="csY1227" fmla="*/ 1137736 h 1526506"/>
                <a:gd name="csX1228" fmla="*/ 1163303 w 1394911"/>
                <a:gd name="csY1228" fmla="*/ 1143752 h 1526506"/>
                <a:gd name="csX1229" fmla="*/ 1162551 w 1394911"/>
                <a:gd name="csY1229" fmla="*/ 1146008 h 1526506"/>
                <a:gd name="csX1230" fmla="*/ 1161799 w 1394911"/>
                <a:gd name="csY1230" fmla="*/ 1149016 h 1526506"/>
                <a:gd name="csX1231" fmla="*/ 1158040 w 1394911"/>
                <a:gd name="csY1231" fmla="*/ 1159543 h 1526506"/>
                <a:gd name="csX1232" fmla="*/ 1158040 w 1394911"/>
                <a:gd name="csY1232" fmla="*/ 1162551 h 1526506"/>
                <a:gd name="csX1233" fmla="*/ 1157287 w 1394911"/>
                <a:gd name="csY1233" fmla="*/ 1164807 h 1526506"/>
                <a:gd name="csX1234" fmla="*/ 1155031 w 1394911"/>
                <a:gd name="csY1234" fmla="*/ 1169319 h 1526506"/>
                <a:gd name="csX1235" fmla="*/ 1154280 w 1394911"/>
                <a:gd name="csY1235" fmla="*/ 1171575 h 1526506"/>
                <a:gd name="csX1236" fmla="*/ 1153527 w 1394911"/>
                <a:gd name="csY1236" fmla="*/ 1185111 h 1526506"/>
                <a:gd name="csX1237" fmla="*/ 1152776 w 1394911"/>
                <a:gd name="csY1237" fmla="*/ 1187366 h 1526506"/>
                <a:gd name="csX1238" fmla="*/ 1146760 w 1394911"/>
                <a:gd name="csY1238" fmla="*/ 1198646 h 1526506"/>
                <a:gd name="csX1239" fmla="*/ 1146008 w 1394911"/>
                <a:gd name="csY1239" fmla="*/ 1201654 h 1526506"/>
                <a:gd name="csX1240" fmla="*/ 1145256 w 1394911"/>
                <a:gd name="csY1240" fmla="*/ 1205414 h 1526506"/>
                <a:gd name="csX1241" fmla="*/ 1146008 w 1394911"/>
                <a:gd name="csY1241" fmla="*/ 1209926 h 1526506"/>
                <a:gd name="csX1242" fmla="*/ 1145256 w 1394911"/>
                <a:gd name="csY1242" fmla="*/ 1215190 h 1526506"/>
                <a:gd name="csX1243" fmla="*/ 1143752 w 1394911"/>
                <a:gd name="csY1243" fmla="*/ 1218949 h 1526506"/>
                <a:gd name="csX1244" fmla="*/ 1138488 w 1394911"/>
                <a:gd name="csY1244" fmla="*/ 1227221 h 1526506"/>
                <a:gd name="csX1245" fmla="*/ 1139240 w 1394911"/>
                <a:gd name="csY1245" fmla="*/ 1228725 h 1526506"/>
                <a:gd name="csX1246" fmla="*/ 1139240 w 1394911"/>
                <a:gd name="csY1246" fmla="*/ 1230229 h 1526506"/>
                <a:gd name="csX1247" fmla="*/ 1137736 w 1394911"/>
                <a:gd name="csY1247" fmla="*/ 1233989 h 1526506"/>
                <a:gd name="csX1248" fmla="*/ 1132472 w 1394911"/>
                <a:gd name="csY1248" fmla="*/ 1262564 h 1526506"/>
                <a:gd name="csX1249" fmla="*/ 1125705 w 1394911"/>
                <a:gd name="csY1249" fmla="*/ 1285123 h 1526506"/>
                <a:gd name="csX1250" fmla="*/ 1125705 w 1394911"/>
                <a:gd name="csY1250" fmla="*/ 1291891 h 1526506"/>
                <a:gd name="csX1251" fmla="*/ 1126457 w 1394911"/>
                <a:gd name="csY1251" fmla="*/ 1293395 h 1526506"/>
                <a:gd name="csX1252" fmla="*/ 1127961 w 1394911"/>
                <a:gd name="csY1252" fmla="*/ 1297155 h 1526506"/>
                <a:gd name="csX1253" fmla="*/ 1127961 w 1394911"/>
                <a:gd name="csY1253" fmla="*/ 1299410 h 1526506"/>
                <a:gd name="csX1254" fmla="*/ 1127961 w 1394911"/>
                <a:gd name="csY1254" fmla="*/ 1300163 h 1526506"/>
                <a:gd name="csX1255" fmla="*/ 1124201 w 1394911"/>
                <a:gd name="csY1255" fmla="*/ 1308434 h 1526506"/>
                <a:gd name="csX1256" fmla="*/ 1121193 w 1394911"/>
                <a:gd name="csY1256" fmla="*/ 1328737 h 1526506"/>
                <a:gd name="csX1257" fmla="*/ 1118937 w 1394911"/>
                <a:gd name="csY1257" fmla="*/ 1334753 h 1526506"/>
                <a:gd name="csX1258" fmla="*/ 1115929 w 1394911"/>
                <a:gd name="csY1258" fmla="*/ 1339265 h 1526506"/>
                <a:gd name="csX1259" fmla="*/ 1115177 w 1394911"/>
                <a:gd name="csY1259" fmla="*/ 1342273 h 1526506"/>
                <a:gd name="csX1260" fmla="*/ 1113673 w 1394911"/>
                <a:gd name="csY1260" fmla="*/ 1363328 h 1526506"/>
                <a:gd name="csX1261" fmla="*/ 1115177 w 1394911"/>
                <a:gd name="csY1261" fmla="*/ 1376864 h 1526506"/>
                <a:gd name="csX1262" fmla="*/ 1118185 w 1394911"/>
                <a:gd name="csY1262" fmla="*/ 1384384 h 1526506"/>
                <a:gd name="csX1263" fmla="*/ 1118185 w 1394911"/>
                <a:gd name="csY1263" fmla="*/ 1388144 h 1526506"/>
                <a:gd name="csX1264" fmla="*/ 1118185 w 1394911"/>
                <a:gd name="csY1264" fmla="*/ 1408447 h 1526506"/>
                <a:gd name="csX1265" fmla="*/ 1118937 w 1394911"/>
                <a:gd name="csY1265" fmla="*/ 1411455 h 1526506"/>
                <a:gd name="csX1266" fmla="*/ 1121193 w 1394911"/>
                <a:gd name="csY1266" fmla="*/ 1416718 h 1526506"/>
                <a:gd name="csX1267" fmla="*/ 1124201 w 1394911"/>
                <a:gd name="csY1267" fmla="*/ 1420478 h 1526506"/>
                <a:gd name="csX1268" fmla="*/ 1125705 w 1394911"/>
                <a:gd name="csY1268" fmla="*/ 1424238 h 1526506"/>
                <a:gd name="csX1269" fmla="*/ 1124201 w 1394911"/>
                <a:gd name="csY1269" fmla="*/ 1429502 h 1526506"/>
                <a:gd name="csX1270" fmla="*/ 1107657 w 1394911"/>
                <a:gd name="csY1270" fmla="*/ 1446797 h 1526506"/>
                <a:gd name="csX1271" fmla="*/ 1106153 w 1394911"/>
                <a:gd name="csY1271" fmla="*/ 1449053 h 1526506"/>
                <a:gd name="csX1272" fmla="*/ 1105401 w 1394911"/>
                <a:gd name="csY1272" fmla="*/ 1450557 h 1526506"/>
                <a:gd name="csX1273" fmla="*/ 1105401 w 1394911"/>
                <a:gd name="csY1273" fmla="*/ 1452813 h 1526506"/>
                <a:gd name="csX1274" fmla="*/ 1104649 w 1394911"/>
                <a:gd name="csY1274" fmla="*/ 1454317 h 1526506"/>
                <a:gd name="csX1275" fmla="*/ 1103897 w 1394911"/>
                <a:gd name="csY1275" fmla="*/ 1454317 h 1526506"/>
                <a:gd name="csX1276" fmla="*/ 1103146 w 1394911"/>
                <a:gd name="csY1276" fmla="*/ 1455069 h 1526506"/>
                <a:gd name="csX1277" fmla="*/ 1099386 w 1394911"/>
                <a:gd name="csY1277" fmla="*/ 1458077 h 1526506"/>
                <a:gd name="csX1278" fmla="*/ 1088858 w 1394911"/>
                <a:gd name="csY1278" fmla="*/ 1459581 h 1526506"/>
                <a:gd name="csX1279" fmla="*/ 1083594 w 1394911"/>
                <a:gd name="csY1279" fmla="*/ 1462589 h 1526506"/>
                <a:gd name="csX1280" fmla="*/ 1078330 w 1394911"/>
                <a:gd name="csY1280" fmla="*/ 1467101 h 1526506"/>
                <a:gd name="csX1281" fmla="*/ 1070810 w 1394911"/>
                <a:gd name="csY1281" fmla="*/ 1476125 h 1526506"/>
                <a:gd name="csX1282" fmla="*/ 1052011 w 1394911"/>
                <a:gd name="csY1282" fmla="*/ 1506203 h 1526506"/>
                <a:gd name="csX1283" fmla="*/ 1046748 w 1394911"/>
                <a:gd name="csY1283" fmla="*/ 1518987 h 1526506"/>
                <a:gd name="csX1284" fmla="*/ 1044491 w 1394911"/>
                <a:gd name="csY1284" fmla="*/ 1526506 h 1526506"/>
                <a:gd name="csX1285" fmla="*/ 967038 w 1394911"/>
                <a:gd name="csY1285" fmla="*/ 1476876 h 1526506"/>
                <a:gd name="csX1286" fmla="*/ 964030 w 1394911"/>
                <a:gd name="csY1286" fmla="*/ 1471612 h 1526506"/>
                <a:gd name="csX1287" fmla="*/ 961022 w 1394911"/>
                <a:gd name="csY1287" fmla="*/ 1464845 h 1526506"/>
                <a:gd name="csX1288" fmla="*/ 960271 w 1394911"/>
                <a:gd name="csY1288" fmla="*/ 1461837 h 1526506"/>
                <a:gd name="csX1289" fmla="*/ 961022 w 1394911"/>
                <a:gd name="csY1289" fmla="*/ 1461085 h 1526506"/>
                <a:gd name="csX1290" fmla="*/ 961774 w 1394911"/>
                <a:gd name="csY1290" fmla="*/ 1459581 h 1526506"/>
                <a:gd name="csX1291" fmla="*/ 962526 w 1394911"/>
                <a:gd name="csY1291" fmla="*/ 1458077 h 1526506"/>
                <a:gd name="csX1292" fmla="*/ 964782 w 1394911"/>
                <a:gd name="csY1292" fmla="*/ 1455069 h 1526506"/>
                <a:gd name="csX1293" fmla="*/ 965534 w 1394911"/>
                <a:gd name="csY1293" fmla="*/ 1454317 h 1526506"/>
                <a:gd name="csX1294" fmla="*/ 966286 w 1394911"/>
                <a:gd name="csY1294" fmla="*/ 1452813 h 1526506"/>
                <a:gd name="csX1295" fmla="*/ 967038 w 1394911"/>
                <a:gd name="csY1295" fmla="*/ 1449053 h 1526506"/>
                <a:gd name="csX1296" fmla="*/ 967038 w 1394911"/>
                <a:gd name="csY1296" fmla="*/ 1447549 h 1526506"/>
                <a:gd name="csX1297" fmla="*/ 967038 w 1394911"/>
                <a:gd name="csY1297" fmla="*/ 1446046 h 1526506"/>
                <a:gd name="csX1298" fmla="*/ 967038 w 1394911"/>
                <a:gd name="csY1298" fmla="*/ 1445293 h 1526506"/>
                <a:gd name="csX1299" fmla="*/ 965534 w 1394911"/>
                <a:gd name="csY1299" fmla="*/ 1442285 h 1526506"/>
                <a:gd name="csX1300" fmla="*/ 964030 w 1394911"/>
                <a:gd name="csY1300" fmla="*/ 1437774 h 1526506"/>
                <a:gd name="csX1301" fmla="*/ 960271 w 1394911"/>
                <a:gd name="csY1301" fmla="*/ 1434014 h 1526506"/>
                <a:gd name="csX1302" fmla="*/ 958014 w 1394911"/>
                <a:gd name="csY1302" fmla="*/ 1433262 h 1526506"/>
                <a:gd name="csX1303" fmla="*/ 951999 w 1394911"/>
                <a:gd name="csY1303" fmla="*/ 1430254 h 1526506"/>
                <a:gd name="csX1304" fmla="*/ 950495 w 1394911"/>
                <a:gd name="csY1304" fmla="*/ 1428750 h 1526506"/>
                <a:gd name="csX1305" fmla="*/ 949743 w 1394911"/>
                <a:gd name="csY1305" fmla="*/ 1427998 h 1526506"/>
                <a:gd name="csX1306" fmla="*/ 948991 w 1394911"/>
                <a:gd name="csY1306" fmla="*/ 1426494 h 1526506"/>
                <a:gd name="csX1307" fmla="*/ 948991 w 1394911"/>
                <a:gd name="csY1307" fmla="*/ 1424990 h 1526506"/>
                <a:gd name="csX1308" fmla="*/ 947487 w 1394911"/>
                <a:gd name="csY1308" fmla="*/ 1422734 h 1526506"/>
                <a:gd name="csX1309" fmla="*/ 946735 w 1394911"/>
                <a:gd name="csY1309" fmla="*/ 1421982 h 1526506"/>
                <a:gd name="csX1310" fmla="*/ 945983 w 1394911"/>
                <a:gd name="csY1310" fmla="*/ 1421230 h 1526506"/>
                <a:gd name="csX1311" fmla="*/ 939215 w 1394911"/>
                <a:gd name="csY1311" fmla="*/ 1417470 h 1526506"/>
                <a:gd name="csX1312" fmla="*/ 938463 w 1394911"/>
                <a:gd name="csY1312" fmla="*/ 1416718 h 1526506"/>
                <a:gd name="csX1313" fmla="*/ 937711 w 1394911"/>
                <a:gd name="csY1313" fmla="*/ 1415214 h 1526506"/>
                <a:gd name="csX1314" fmla="*/ 936959 w 1394911"/>
                <a:gd name="csY1314" fmla="*/ 1413711 h 1526506"/>
                <a:gd name="csX1315" fmla="*/ 935455 w 1394911"/>
                <a:gd name="csY1315" fmla="*/ 1408447 h 1526506"/>
                <a:gd name="csX1316" fmla="*/ 934703 w 1394911"/>
                <a:gd name="csY1316" fmla="*/ 1406943 h 1526506"/>
                <a:gd name="csX1317" fmla="*/ 933951 w 1394911"/>
                <a:gd name="csY1317" fmla="*/ 1405439 h 1526506"/>
                <a:gd name="csX1318" fmla="*/ 932447 w 1394911"/>
                <a:gd name="csY1318" fmla="*/ 1404687 h 1526506"/>
                <a:gd name="csX1319" fmla="*/ 930943 w 1394911"/>
                <a:gd name="csY1319" fmla="*/ 1404687 h 1526506"/>
                <a:gd name="csX1320" fmla="*/ 928688 w 1394911"/>
                <a:gd name="csY1320" fmla="*/ 1404687 h 1526506"/>
                <a:gd name="csX1321" fmla="*/ 927184 w 1394911"/>
                <a:gd name="csY1321" fmla="*/ 1404687 h 1526506"/>
                <a:gd name="csX1322" fmla="*/ 926432 w 1394911"/>
                <a:gd name="csY1322" fmla="*/ 1405439 h 1526506"/>
                <a:gd name="csX1323" fmla="*/ 924928 w 1394911"/>
                <a:gd name="csY1323" fmla="*/ 1405439 h 1526506"/>
                <a:gd name="csX1324" fmla="*/ 924175 w 1394911"/>
                <a:gd name="csY1324" fmla="*/ 1405439 h 1526506"/>
                <a:gd name="csX1325" fmla="*/ 921920 w 1394911"/>
                <a:gd name="csY1325" fmla="*/ 1404687 h 1526506"/>
                <a:gd name="csX1326" fmla="*/ 921168 w 1394911"/>
                <a:gd name="csY1326" fmla="*/ 1403935 h 1526506"/>
                <a:gd name="csX1327" fmla="*/ 921168 w 1394911"/>
                <a:gd name="csY1327" fmla="*/ 1403183 h 1526506"/>
                <a:gd name="csX1328" fmla="*/ 920416 w 1394911"/>
                <a:gd name="csY1328" fmla="*/ 1399423 h 1526506"/>
                <a:gd name="csX1329" fmla="*/ 920416 w 1394911"/>
                <a:gd name="csY1329" fmla="*/ 1398671 h 1526506"/>
                <a:gd name="csX1330" fmla="*/ 920416 w 1394911"/>
                <a:gd name="csY1330" fmla="*/ 1397167 h 1526506"/>
                <a:gd name="csX1331" fmla="*/ 920416 w 1394911"/>
                <a:gd name="csY1331" fmla="*/ 1395663 h 1526506"/>
                <a:gd name="csX1332" fmla="*/ 922672 w 1394911"/>
                <a:gd name="csY1332" fmla="*/ 1390399 h 1526506"/>
                <a:gd name="csX1333" fmla="*/ 922672 w 1394911"/>
                <a:gd name="csY1333" fmla="*/ 1389647 h 1526506"/>
                <a:gd name="csX1334" fmla="*/ 922672 w 1394911"/>
                <a:gd name="csY1334" fmla="*/ 1388144 h 1526506"/>
                <a:gd name="csX1335" fmla="*/ 921920 w 1394911"/>
                <a:gd name="csY1335" fmla="*/ 1386639 h 1526506"/>
                <a:gd name="csX1336" fmla="*/ 921168 w 1394911"/>
                <a:gd name="csY1336" fmla="*/ 1384384 h 1526506"/>
                <a:gd name="csX1337" fmla="*/ 920416 w 1394911"/>
                <a:gd name="csY1337" fmla="*/ 1383632 h 1526506"/>
                <a:gd name="csX1338" fmla="*/ 919664 w 1394911"/>
                <a:gd name="csY1338" fmla="*/ 1382880 h 1526506"/>
                <a:gd name="csX1339" fmla="*/ 918912 w 1394911"/>
                <a:gd name="csY1339" fmla="*/ 1382880 h 1526506"/>
                <a:gd name="csX1340" fmla="*/ 918160 w 1394911"/>
                <a:gd name="csY1340" fmla="*/ 1383632 h 1526506"/>
                <a:gd name="csX1341" fmla="*/ 916656 w 1394911"/>
                <a:gd name="csY1341" fmla="*/ 1384384 h 1526506"/>
                <a:gd name="csX1342" fmla="*/ 915904 w 1394911"/>
                <a:gd name="csY1342" fmla="*/ 1384384 h 1526506"/>
                <a:gd name="csX1343" fmla="*/ 915152 w 1394911"/>
                <a:gd name="csY1343" fmla="*/ 1385135 h 1526506"/>
                <a:gd name="csX1344" fmla="*/ 914400 w 1394911"/>
                <a:gd name="csY1344" fmla="*/ 1384384 h 1526506"/>
                <a:gd name="csX1345" fmla="*/ 913648 w 1394911"/>
                <a:gd name="csY1345" fmla="*/ 1383632 h 1526506"/>
                <a:gd name="csX1346" fmla="*/ 913648 w 1394911"/>
                <a:gd name="csY1346" fmla="*/ 1382880 h 1526506"/>
                <a:gd name="csX1347" fmla="*/ 913648 w 1394911"/>
                <a:gd name="csY1347" fmla="*/ 1382128 h 1526506"/>
                <a:gd name="csX1348" fmla="*/ 914400 w 1394911"/>
                <a:gd name="csY1348" fmla="*/ 1381376 h 1526506"/>
                <a:gd name="csX1349" fmla="*/ 914400 w 1394911"/>
                <a:gd name="csY1349" fmla="*/ 1380624 h 1526506"/>
                <a:gd name="csX1350" fmla="*/ 916656 w 1394911"/>
                <a:gd name="csY1350" fmla="*/ 1377616 h 1526506"/>
                <a:gd name="csX1351" fmla="*/ 917408 w 1394911"/>
                <a:gd name="csY1351" fmla="*/ 1376112 h 1526506"/>
                <a:gd name="csX1352" fmla="*/ 917408 w 1394911"/>
                <a:gd name="csY1352" fmla="*/ 1375360 h 1526506"/>
                <a:gd name="csX1353" fmla="*/ 916656 w 1394911"/>
                <a:gd name="csY1353" fmla="*/ 1373856 h 1526506"/>
                <a:gd name="csX1354" fmla="*/ 915904 w 1394911"/>
                <a:gd name="csY1354" fmla="*/ 1373856 h 1526506"/>
                <a:gd name="csX1355" fmla="*/ 915152 w 1394911"/>
                <a:gd name="csY1355" fmla="*/ 1373856 h 1526506"/>
                <a:gd name="csX1356" fmla="*/ 914400 w 1394911"/>
                <a:gd name="csY1356" fmla="*/ 1374608 h 1526506"/>
                <a:gd name="csX1357" fmla="*/ 912896 w 1394911"/>
                <a:gd name="csY1357" fmla="*/ 1374608 h 1526506"/>
                <a:gd name="csX1358" fmla="*/ 911392 w 1394911"/>
                <a:gd name="csY1358" fmla="*/ 1375360 h 1526506"/>
                <a:gd name="csX1359" fmla="*/ 910640 w 1394911"/>
                <a:gd name="csY1359" fmla="*/ 1375360 h 1526506"/>
                <a:gd name="csX1360" fmla="*/ 910640 w 1394911"/>
                <a:gd name="csY1360" fmla="*/ 1376112 h 1526506"/>
                <a:gd name="csX1361" fmla="*/ 909888 w 1394911"/>
                <a:gd name="csY1361" fmla="*/ 1376864 h 1526506"/>
                <a:gd name="csX1362" fmla="*/ 908384 w 1394911"/>
                <a:gd name="csY1362" fmla="*/ 1379872 h 1526506"/>
                <a:gd name="csX1363" fmla="*/ 908384 w 1394911"/>
                <a:gd name="csY1363" fmla="*/ 1380624 h 1526506"/>
                <a:gd name="csX1364" fmla="*/ 907632 w 1394911"/>
                <a:gd name="csY1364" fmla="*/ 1381376 h 1526506"/>
                <a:gd name="csX1365" fmla="*/ 906880 w 1394911"/>
                <a:gd name="csY1365" fmla="*/ 1381376 h 1526506"/>
                <a:gd name="csX1366" fmla="*/ 906128 w 1394911"/>
                <a:gd name="csY1366" fmla="*/ 1381376 h 1526506"/>
                <a:gd name="csX1367" fmla="*/ 903873 w 1394911"/>
                <a:gd name="csY1367" fmla="*/ 1380624 h 1526506"/>
                <a:gd name="csX1368" fmla="*/ 903120 w 1394911"/>
                <a:gd name="csY1368" fmla="*/ 1379872 h 1526506"/>
                <a:gd name="csX1369" fmla="*/ 903120 w 1394911"/>
                <a:gd name="csY1369" fmla="*/ 1378368 h 1526506"/>
                <a:gd name="csX1370" fmla="*/ 903120 w 1394911"/>
                <a:gd name="csY1370" fmla="*/ 1377616 h 1526506"/>
                <a:gd name="csX1371" fmla="*/ 903120 w 1394911"/>
                <a:gd name="csY1371" fmla="*/ 1373856 h 1526506"/>
                <a:gd name="csX1372" fmla="*/ 903873 w 1394911"/>
                <a:gd name="csY1372" fmla="*/ 1366336 h 1526506"/>
                <a:gd name="csX1373" fmla="*/ 903873 w 1394911"/>
                <a:gd name="csY1373" fmla="*/ 1364080 h 1526506"/>
                <a:gd name="csX1374" fmla="*/ 905376 w 1394911"/>
                <a:gd name="csY1374" fmla="*/ 1361824 h 1526506"/>
                <a:gd name="csX1375" fmla="*/ 905376 w 1394911"/>
                <a:gd name="csY1375" fmla="*/ 1361072 h 1526506"/>
                <a:gd name="csX1376" fmla="*/ 906128 w 1394911"/>
                <a:gd name="csY1376" fmla="*/ 1361072 h 1526506"/>
                <a:gd name="csX1377" fmla="*/ 908384 w 1394911"/>
                <a:gd name="csY1377" fmla="*/ 1359568 h 1526506"/>
                <a:gd name="csX1378" fmla="*/ 909136 w 1394911"/>
                <a:gd name="csY1378" fmla="*/ 1359568 h 1526506"/>
                <a:gd name="csX1379" fmla="*/ 909888 w 1394911"/>
                <a:gd name="csY1379" fmla="*/ 1358816 h 1526506"/>
                <a:gd name="csX1380" fmla="*/ 909888 w 1394911"/>
                <a:gd name="csY1380" fmla="*/ 1358065 h 1526506"/>
                <a:gd name="csX1381" fmla="*/ 909888 w 1394911"/>
                <a:gd name="csY1381" fmla="*/ 1356561 h 1526506"/>
                <a:gd name="csX1382" fmla="*/ 909888 w 1394911"/>
                <a:gd name="csY1382" fmla="*/ 1355809 h 1526506"/>
                <a:gd name="csX1383" fmla="*/ 909888 w 1394911"/>
                <a:gd name="csY1383" fmla="*/ 1352049 h 1526506"/>
                <a:gd name="csX1384" fmla="*/ 909888 w 1394911"/>
                <a:gd name="csY1384" fmla="*/ 1350545 h 1526506"/>
                <a:gd name="csX1385" fmla="*/ 909888 w 1394911"/>
                <a:gd name="csY1385" fmla="*/ 1349041 h 1526506"/>
                <a:gd name="csX1386" fmla="*/ 909888 w 1394911"/>
                <a:gd name="csY1386" fmla="*/ 1347537 h 1526506"/>
                <a:gd name="csX1387" fmla="*/ 910640 w 1394911"/>
                <a:gd name="csY1387" fmla="*/ 1346033 h 1526506"/>
                <a:gd name="csX1388" fmla="*/ 909888 w 1394911"/>
                <a:gd name="csY1388" fmla="*/ 1344529 h 1526506"/>
                <a:gd name="csX1389" fmla="*/ 908384 w 1394911"/>
                <a:gd name="csY1389" fmla="*/ 1337761 h 1526506"/>
                <a:gd name="csX1390" fmla="*/ 908384 w 1394911"/>
                <a:gd name="csY1390" fmla="*/ 1335505 h 1526506"/>
                <a:gd name="csX1391" fmla="*/ 909136 w 1394911"/>
                <a:gd name="csY1391" fmla="*/ 1332497 h 1526506"/>
                <a:gd name="csX1392" fmla="*/ 911392 w 1394911"/>
                <a:gd name="csY1392" fmla="*/ 1325730 h 1526506"/>
                <a:gd name="csX1393" fmla="*/ 915904 w 1394911"/>
                <a:gd name="csY1393" fmla="*/ 1305426 h 1526506"/>
                <a:gd name="csX1394" fmla="*/ 916656 w 1394911"/>
                <a:gd name="csY1394" fmla="*/ 1303922 h 1526506"/>
                <a:gd name="csX1395" fmla="*/ 916656 w 1394911"/>
                <a:gd name="csY1395" fmla="*/ 1303170 h 1526506"/>
                <a:gd name="csX1396" fmla="*/ 917408 w 1394911"/>
                <a:gd name="csY1396" fmla="*/ 1302418 h 1526506"/>
                <a:gd name="csX1397" fmla="*/ 920416 w 1394911"/>
                <a:gd name="csY1397" fmla="*/ 1299410 h 1526506"/>
                <a:gd name="csX1398" fmla="*/ 921168 w 1394911"/>
                <a:gd name="csY1398" fmla="*/ 1298658 h 1526506"/>
                <a:gd name="csX1399" fmla="*/ 921920 w 1394911"/>
                <a:gd name="csY1399" fmla="*/ 1296403 h 1526506"/>
                <a:gd name="csX1400" fmla="*/ 922672 w 1394911"/>
                <a:gd name="csY1400" fmla="*/ 1295651 h 1526506"/>
                <a:gd name="csX1401" fmla="*/ 923424 w 1394911"/>
                <a:gd name="csY1401" fmla="*/ 1295651 h 1526506"/>
                <a:gd name="csX1402" fmla="*/ 924175 w 1394911"/>
                <a:gd name="csY1402" fmla="*/ 1295651 h 1526506"/>
                <a:gd name="csX1403" fmla="*/ 927935 w 1394911"/>
                <a:gd name="csY1403" fmla="*/ 1297155 h 1526506"/>
                <a:gd name="csX1404" fmla="*/ 933199 w 1394911"/>
                <a:gd name="csY1404" fmla="*/ 1297907 h 1526506"/>
                <a:gd name="csX1405" fmla="*/ 945231 w 1394911"/>
                <a:gd name="csY1405" fmla="*/ 1297907 h 1526506"/>
                <a:gd name="csX1406" fmla="*/ 948239 w 1394911"/>
                <a:gd name="csY1406" fmla="*/ 1297907 h 1526506"/>
                <a:gd name="csX1407" fmla="*/ 950495 w 1394911"/>
                <a:gd name="csY1407" fmla="*/ 1297155 h 1526506"/>
                <a:gd name="csX1408" fmla="*/ 951247 w 1394911"/>
                <a:gd name="csY1408" fmla="*/ 1297155 h 1526506"/>
                <a:gd name="csX1409" fmla="*/ 951999 w 1394911"/>
                <a:gd name="csY1409" fmla="*/ 1295651 h 1526506"/>
                <a:gd name="csX1410" fmla="*/ 951999 w 1394911"/>
                <a:gd name="csY1410" fmla="*/ 1294899 h 1526506"/>
                <a:gd name="csX1411" fmla="*/ 953503 w 1394911"/>
                <a:gd name="csY1411" fmla="*/ 1294147 h 1526506"/>
                <a:gd name="csX1412" fmla="*/ 954254 w 1394911"/>
                <a:gd name="csY1412" fmla="*/ 1293395 h 1526506"/>
                <a:gd name="csX1413" fmla="*/ 956511 w 1394911"/>
                <a:gd name="csY1413" fmla="*/ 1291891 h 1526506"/>
                <a:gd name="csX1414" fmla="*/ 958014 w 1394911"/>
                <a:gd name="csY1414" fmla="*/ 1291139 h 1526506"/>
                <a:gd name="csX1415" fmla="*/ 958014 w 1394911"/>
                <a:gd name="csY1415" fmla="*/ 1289635 h 1526506"/>
                <a:gd name="csX1416" fmla="*/ 958014 w 1394911"/>
                <a:gd name="csY1416" fmla="*/ 1288883 h 1526506"/>
                <a:gd name="csX1417" fmla="*/ 958014 w 1394911"/>
                <a:gd name="csY1417" fmla="*/ 1288131 h 1526506"/>
                <a:gd name="csX1418" fmla="*/ 958014 w 1394911"/>
                <a:gd name="csY1418" fmla="*/ 1286627 h 1526506"/>
                <a:gd name="csX1419" fmla="*/ 956511 w 1394911"/>
                <a:gd name="csY1419" fmla="*/ 1283619 h 1526506"/>
                <a:gd name="csX1420" fmla="*/ 955758 w 1394911"/>
                <a:gd name="csY1420" fmla="*/ 1282115 h 1526506"/>
                <a:gd name="csX1421" fmla="*/ 952751 w 1394911"/>
                <a:gd name="csY1421" fmla="*/ 1279107 h 1526506"/>
                <a:gd name="csX1422" fmla="*/ 952751 w 1394911"/>
                <a:gd name="csY1422" fmla="*/ 1278355 h 1526506"/>
                <a:gd name="csX1423" fmla="*/ 952751 w 1394911"/>
                <a:gd name="csY1423" fmla="*/ 1277603 h 1526506"/>
                <a:gd name="csX1424" fmla="*/ 951999 w 1394911"/>
                <a:gd name="csY1424" fmla="*/ 1276851 h 1526506"/>
                <a:gd name="csX1425" fmla="*/ 951999 w 1394911"/>
                <a:gd name="csY1425" fmla="*/ 1276099 h 1526506"/>
                <a:gd name="csX1426" fmla="*/ 954254 w 1394911"/>
                <a:gd name="csY1426" fmla="*/ 1266324 h 1526506"/>
                <a:gd name="csX1427" fmla="*/ 954254 w 1394911"/>
                <a:gd name="csY1427" fmla="*/ 1260308 h 1526506"/>
                <a:gd name="csX1428" fmla="*/ 953503 w 1394911"/>
                <a:gd name="csY1428" fmla="*/ 1255044 h 1526506"/>
                <a:gd name="csX1429" fmla="*/ 954254 w 1394911"/>
                <a:gd name="csY1429" fmla="*/ 1254292 h 1526506"/>
                <a:gd name="csX1430" fmla="*/ 954254 w 1394911"/>
                <a:gd name="csY1430" fmla="*/ 1252788 h 1526506"/>
                <a:gd name="csX1431" fmla="*/ 955007 w 1394911"/>
                <a:gd name="csY1431" fmla="*/ 1249780 h 1526506"/>
                <a:gd name="csX1432" fmla="*/ 955758 w 1394911"/>
                <a:gd name="csY1432" fmla="*/ 1249028 h 1526506"/>
                <a:gd name="csX1433" fmla="*/ 956511 w 1394911"/>
                <a:gd name="csY1433" fmla="*/ 1248276 h 1526506"/>
                <a:gd name="csX1434" fmla="*/ 957262 w 1394911"/>
                <a:gd name="csY1434" fmla="*/ 1247524 h 1526506"/>
                <a:gd name="csX1435" fmla="*/ 965534 w 1394911"/>
                <a:gd name="csY1435" fmla="*/ 1244517 h 1526506"/>
                <a:gd name="csX1436" fmla="*/ 967038 w 1394911"/>
                <a:gd name="csY1436" fmla="*/ 1244517 h 1526506"/>
                <a:gd name="csX1437" fmla="*/ 969294 w 1394911"/>
                <a:gd name="csY1437" fmla="*/ 1244517 h 1526506"/>
                <a:gd name="csX1438" fmla="*/ 970798 w 1394911"/>
                <a:gd name="csY1438" fmla="*/ 1245269 h 1526506"/>
                <a:gd name="csX1439" fmla="*/ 971550 w 1394911"/>
                <a:gd name="csY1439" fmla="*/ 1245269 h 1526506"/>
                <a:gd name="csX1440" fmla="*/ 972302 w 1394911"/>
                <a:gd name="csY1440" fmla="*/ 1245269 h 1526506"/>
                <a:gd name="csX1441" fmla="*/ 973806 w 1394911"/>
                <a:gd name="csY1441" fmla="*/ 1245269 h 1526506"/>
                <a:gd name="csX1442" fmla="*/ 974558 w 1394911"/>
                <a:gd name="csY1442" fmla="*/ 1244517 h 1526506"/>
                <a:gd name="csX1443" fmla="*/ 974558 w 1394911"/>
                <a:gd name="csY1443" fmla="*/ 1243764 h 1526506"/>
                <a:gd name="csX1444" fmla="*/ 974558 w 1394911"/>
                <a:gd name="csY1444" fmla="*/ 1242260 h 1526506"/>
                <a:gd name="csX1445" fmla="*/ 974558 w 1394911"/>
                <a:gd name="csY1445" fmla="*/ 1241509 h 1526506"/>
                <a:gd name="csX1446" fmla="*/ 973806 w 1394911"/>
                <a:gd name="csY1446" fmla="*/ 1240005 h 1526506"/>
                <a:gd name="csX1447" fmla="*/ 975310 w 1394911"/>
                <a:gd name="csY1447" fmla="*/ 1237749 h 1526506"/>
                <a:gd name="csX1448" fmla="*/ 986590 w 1394911"/>
                <a:gd name="csY1448" fmla="*/ 1220453 h 1526506"/>
                <a:gd name="csX1449" fmla="*/ 997117 w 1394911"/>
                <a:gd name="csY1449" fmla="*/ 1214438 h 1526506"/>
                <a:gd name="csX1450" fmla="*/ 999373 w 1394911"/>
                <a:gd name="csY1450" fmla="*/ 1212182 h 1526506"/>
                <a:gd name="csX1451" fmla="*/ 1003133 w 1394911"/>
                <a:gd name="csY1451" fmla="*/ 1209174 h 1526506"/>
                <a:gd name="csX1452" fmla="*/ 1003885 w 1394911"/>
                <a:gd name="csY1452" fmla="*/ 1207670 h 1526506"/>
                <a:gd name="csX1453" fmla="*/ 1006141 w 1394911"/>
                <a:gd name="csY1453" fmla="*/ 1205414 h 1526506"/>
                <a:gd name="csX1454" fmla="*/ 1007645 w 1394911"/>
                <a:gd name="csY1454" fmla="*/ 1200902 h 1526506"/>
                <a:gd name="csX1455" fmla="*/ 1007645 w 1394911"/>
                <a:gd name="csY1455" fmla="*/ 1199398 h 1526506"/>
                <a:gd name="csX1456" fmla="*/ 1007645 w 1394911"/>
                <a:gd name="csY1456" fmla="*/ 1197142 h 1526506"/>
                <a:gd name="csX1457" fmla="*/ 1008397 w 1394911"/>
                <a:gd name="csY1457" fmla="*/ 1192630 h 1526506"/>
                <a:gd name="csX1458" fmla="*/ 1009149 w 1394911"/>
                <a:gd name="csY1458" fmla="*/ 1190374 h 1526506"/>
                <a:gd name="csX1459" fmla="*/ 1011405 w 1394911"/>
                <a:gd name="csY1459" fmla="*/ 1185111 h 1526506"/>
                <a:gd name="csX1460" fmla="*/ 1012156 w 1394911"/>
                <a:gd name="csY1460" fmla="*/ 1183607 h 1526506"/>
                <a:gd name="csX1461" fmla="*/ 1012909 w 1394911"/>
                <a:gd name="csY1461" fmla="*/ 1182855 h 1526506"/>
                <a:gd name="csX1462" fmla="*/ 1014412 w 1394911"/>
                <a:gd name="csY1462" fmla="*/ 1182103 h 1526506"/>
                <a:gd name="csX1463" fmla="*/ 1015916 w 1394911"/>
                <a:gd name="csY1463" fmla="*/ 1181351 h 1526506"/>
                <a:gd name="csX1464" fmla="*/ 1015916 w 1394911"/>
                <a:gd name="csY1464" fmla="*/ 1179847 h 1526506"/>
                <a:gd name="csX1465" fmla="*/ 1015916 w 1394911"/>
                <a:gd name="csY1465" fmla="*/ 1178343 h 1526506"/>
                <a:gd name="csX1466" fmla="*/ 1015916 w 1394911"/>
                <a:gd name="csY1466" fmla="*/ 1177591 h 1526506"/>
                <a:gd name="csX1467" fmla="*/ 1015916 w 1394911"/>
                <a:gd name="csY1467" fmla="*/ 1176087 h 1526506"/>
                <a:gd name="csX1468" fmla="*/ 1013660 w 1394911"/>
                <a:gd name="csY1468" fmla="*/ 1173079 h 1526506"/>
                <a:gd name="csX1469" fmla="*/ 1013660 w 1394911"/>
                <a:gd name="csY1469" fmla="*/ 1172327 h 1526506"/>
                <a:gd name="csX1470" fmla="*/ 1012909 w 1394911"/>
                <a:gd name="csY1470" fmla="*/ 1170071 h 1526506"/>
                <a:gd name="csX1471" fmla="*/ 1012909 w 1394911"/>
                <a:gd name="csY1471" fmla="*/ 1169319 h 1526506"/>
                <a:gd name="csX1472" fmla="*/ 1012156 w 1394911"/>
                <a:gd name="csY1472" fmla="*/ 1168567 h 1526506"/>
                <a:gd name="csX1473" fmla="*/ 1011405 w 1394911"/>
                <a:gd name="csY1473" fmla="*/ 1167815 h 1526506"/>
                <a:gd name="csX1474" fmla="*/ 1009149 w 1394911"/>
                <a:gd name="csY1474" fmla="*/ 1166311 h 1526506"/>
                <a:gd name="csX1475" fmla="*/ 1008397 w 1394911"/>
                <a:gd name="csY1475" fmla="*/ 1164807 h 1526506"/>
                <a:gd name="csX1476" fmla="*/ 1006893 w 1394911"/>
                <a:gd name="csY1476" fmla="*/ 1162551 h 1526506"/>
                <a:gd name="csX1477" fmla="*/ 1006141 w 1394911"/>
                <a:gd name="csY1477" fmla="*/ 1161047 h 1526506"/>
                <a:gd name="csX1478" fmla="*/ 1006141 w 1394911"/>
                <a:gd name="csY1478" fmla="*/ 1160295 h 1526506"/>
                <a:gd name="csX1479" fmla="*/ 1005389 w 1394911"/>
                <a:gd name="csY1479" fmla="*/ 1158792 h 1526506"/>
                <a:gd name="csX1480" fmla="*/ 1001629 w 1394911"/>
                <a:gd name="csY1480" fmla="*/ 1157288 h 1526506"/>
                <a:gd name="csX1481" fmla="*/ 999373 w 1394911"/>
                <a:gd name="csY1481" fmla="*/ 1158040 h 1526506"/>
                <a:gd name="csX1482" fmla="*/ 997117 w 1394911"/>
                <a:gd name="csY1482" fmla="*/ 1158040 h 1526506"/>
                <a:gd name="csX1483" fmla="*/ 996365 w 1394911"/>
                <a:gd name="csY1483" fmla="*/ 1158040 h 1526506"/>
                <a:gd name="csX1484" fmla="*/ 995613 w 1394911"/>
                <a:gd name="csY1484" fmla="*/ 1158040 h 1526506"/>
                <a:gd name="csX1485" fmla="*/ 994109 w 1394911"/>
                <a:gd name="csY1485" fmla="*/ 1157288 h 1526506"/>
                <a:gd name="csX1486" fmla="*/ 990349 w 1394911"/>
                <a:gd name="csY1486" fmla="*/ 1155032 h 1526506"/>
                <a:gd name="csX1487" fmla="*/ 989597 w 1394911"/>
                <a:gd name="csY1487" fmla="*/ 1154280 h 1526506"/>
                <a:gd name="csX1488" fmla="*/ 988845 w 1394911"/>
                <a:gd name="csY1488" fmla="*/ 1153528 h 1526506"/>
                <a:gd name="csX1489" fmla="*/ 988093 w 1394911"/>
                <a:gd name="csY1489" fmla="*/ 1152776 h 1526506"/>
                <a:gd name="csX1490" fmla="*/ 987341 w 1394911"/>
                <a:gd name="csY1490" fmla="*/ 1149768 h 1526506"/>
                <a:gd name="csX1491" fmla="*/ 985837 w 1394911"/>
                <a:gd name="csY1491" fmla="*/ 1149016 h 1526506"/>
                <a:gd name="csX1492" fmla="*/ 984333 w 1394911"/>
                <a:gd name="csY1492" fmla="*/ 1146760 h 1526506"/>
                <a:gd name="csX1493" fmla="*/ 979822 w 1394911"/>
                <a:gd name="csY1493" fmla="*/ 1143752 h 1526506"/>
                <a:gd name="csX1494" fmla="*/ 977566 w 1394911"/>
                <a:gd name="csY1494" fmla="*/ 1142248 h 1526506"/>
                <a:gd name="csX1495" fmla="*/ 975310 w 1394911"/>
                <a:gd name="csY1495" fmla="*/ 1141496 h 1526506"/>
                <a:gd name="csX1496" fmla="*/ 974558 w 1394911"/>
                <a:gd name="csY1496" fmla="*/ 1141496 h 1526506"/>
                <a:gd name="csX1497" fmla="*/ 973054 w 1394911"/>
                <a:gd name="csY1497" fmla="*/ 1141496 h 1526506"/>
                <a:gd name="csX1498" fmla="*/ 971550 w 1394911"/>
                <a:gd name="csY1498" fmla="*/ 1142248 h 1526506"/>
                <a:gd name="csX1499" fmla="*/ 970798 w 1394911"/>
                <a:gd name="csY1499" fmla="*/ 1142248 h 1526506"/>
                <a:gd name="csX1500" fmla="*/ 969294 w 1394911"/>
                <a:gd name="csY1500" fmla="*/ 1142248 h 1526506"/>
                <a:gd name="csX1501" fmla="*/ 968542 w 1394911"/>
                <a:gd name="csY1501" fmla="*/ 1141496 h 1526506"/>
                <a:gd name="csX1502" fmla="*/ 968542 w 1394911"/>
                <a:gd name="csY1502" fmla="*/ 1140744 h 1526506"/>
                <a:gd name="csX1503" fmla="*/ 968542 w 1394911"/>
                <a:gd name="csY1503" fmla="*/ 1139240 h 1526506"/>
                <a:gd name="csX1504" fmla="*/ 968542 w 1394911"/>
                <a:gd name="csY1504" fmla="*/ 1138488 h 1526506"/>
                <a:gd name="csX1505" fmla="*/ 967790 w 1394911"/>
                <a:gd name="csY1505" fmla="*/ 1137736 h 1526506"/>
                <a:gd name="csX1506" fmla="*/ 965534 w 1394911"/>
                <a:gd name="csY1506" fmla="*/ 1136984 h 1526506"/>
                <a:gd name="csX1507" fmla="*/ 964030 w 1394911"/>
                <a:gd name="csY1507" fmla="*/ 1136984 h 1526506"/>
                <a:gd name="csX1508" fmla="*/ 964030 w 1394911"/>
                <a:gd name="csY1508" fmla="*/ 1136232 h 1526506"/>
                <a:gd name="csX1509" fmla="*/ 963278 w 1394911"/>
                <a:gd name="csY1509" fmla="*/ 1135480 h 1526506"/>
                <a:gd name="csX1510" fmla="*/ 963278 w 1394911"/>
                <a:gd name="csY1510" fmla="*/ 1134728 h 1526506"/>
                <a:gd name="csX1511" fmla="*/ 964030 w 1394911"/>
                <a:gd name="csY1511" fmla="*/ 1133976 h 1526506"/>
                <a:gd name="csX1512" fmla="*/ 964030 w 1394911"/>
                <a:gd name="csY1512" fmla="*/ 1133224 h 1526506"/>
                <a:gd name="csX1513" fmla="*/ 963278 w 1394911"/>
                <a:gd name="csY1513" fmla="*/ 1130968 h 1526506"/>
                <a:gd name="csX1514" fmla="*/ 961774 w 1394911"/>
                <a:gd name="csY1514" fmla="*/ 1130968 h 1526506"/>
                <a:gd name="csX1515" fmla="*/ 961022 w 1394911"/>
                <a:gd name="csY1515" fmla="*/ 1130216 h 1526506"/>
                <a:gd name="csX1516" fmla="*/ 959518 w 1394911"/>
                <a:gd name="csY1516" fmla="*/ 1129464 h 1526506"/>
                <a:gd name="csX1517" fmla="*/ 951247 w 1394911"/>
                <a:gd name="csY1517" fmla="*/ 1130216 h 1526506"/>
                <a:gd name="csX1518" fmla="*/ 950495 w 1394911"/>
                <a:gd name="csY1518" fmla="*/ 1130216 h 1526506"/>
                <a:gd name="csX1519" fmla="*/ 948239 w 1394911"/>
                <a:gd name="csY1519" fmla="*/ 1130968 h 1526506"/>
                <a:gd name="csX1520" fmla="*/ 945231 w 1394911"/>
                <a:gd name="csY1520" fmla="*/ 1130968 h 1526506"/>
                <a:gd name="csX1521" fmla="*/ 941471 w 1394911"/>
                <a:gd name="csY1521" fmla="*/ 1130216 h 1526506"/>
                <a:gd name="csX1522" fmla="*/ 936959 w 1394911"/>
                <a:gd name="csY1522" fmla="*/ 1128713 h 1526506"/>
                <a:gd name="csX1523" fmla="*/ 924928 w 1394911"/>
                <a:gd name="csY1523" fmla="*/ 1123449 h 1526506"/>
                <a:gd name="csX1524" fmla="*/ 923424 w 1394911"/>
                <a:gd name="csY1524" fmla="*/ 1122697 h 1526506"/>
                <a:gd name="csX1525" fmla="*/ 922672 w 1394911"/>
                <a:gd name="csY1525" fmla="*/ 1123449 h 1526506"/>
                <a:gd name="csX1526" fmla="*/ 919664 w 1394911"/>
                <a:gd name="csY1526" fmla="*/ 1124201 h 1526506"/>
                <a:gd name="csX1527" fmla="*/ 919664 w 1394911"/>
                <a:gd name="csY1527" fmla="*/ 1124953 h 1526506"/>
                <a:gd name="csX1528" fmla="*/ 917408 w 1394911"/>
                <a:gd name="csY1528" fmla="*/ 1124953 h 1526506"/>
                <a:gd name="csX1529" fmla="*/ 915904 w 1394911"/>
                <a:gd name="csY1529" fmla="*/ 1124953 h 1526506"/>
                <a:gd name="csX1530" fmla="*/ 915904 w 1394911"/>
                <a:gd name="csY1530" fmla="*/ 1125705 h 1526506"/>
                <a:gd name="csX1531" fmla="*/ 915152 w 1394911"/>
                <a:gd name="csY1531" fmla="*/ 1126457 h 1526506"/>
                <a:gd name="csX1532" fmla="*/ 914400 w 1394911"/>
                <a:gd name="csY1532" fmla="*/ 1126457 h 1526506"/>
                <a:gd name="csX1533" fmla="*/ 912896 w 1394911"/>
                <a:gd name="csY1533" fmla="*/ 1126457 h 1526506"/>
                <a:gd name="csX1534" fmla="*/ 912144 w 1394911"/>
                <a:gd name="csY1534" fmla="*/ 1126457 h 1526506"/>
                <a:gd name="csX1535" fmla="*/ 911392 w 1394911"/>
                <a:gd name="csY1535" fmla="*/ 1125705 h 1526506"/>
                <a:gd name="csX1536" fmla="*/ 908384 w 1394911"/>
                <a:gd name="csY1536" fmla="*/ 1120441 h 1526506"/>
                <a:gd name="csX1537" fmla="*/ 906880 w 1394911"/>
                <a:gd name="csY1537" fmla="*/ 1118937 h 1526506"/>
                <a:gd name="csX1538" fmla="*/ 899360 w 1394911"/>
                <a:gd name="csY1538" fmla="*/ 1115177 h 1526506"/>
                <a:gd name="csX1539" fmla="*/ 896353 w 1394911"/>
                <a:gd name="csY1539" fmla="*/ 1114425 h 1526506"/>
                <a:gd name="csX1540" fmla="*/ 894849 w 1394911"/>
                <a:gd name="csY1540" fmla="*/ 1113673 h 1526506"/>
                <a:gd name="csX1541" fmla="*/ 894096 w 1394911"/>
                <a:gd name="csY1541" fmla="*/ 1113673 h 1526506"/>
                <a:gd name="csX1542" fmla="*/ 889585 w 1394911"/>
                <a:gd name="csY1542" fmla="*/ 1115177 h 1526506"/>
                <a:gd name="csX1543" fmla="*/ 888081 w 1394911"/>
                <a:gd name="csY1543" fmla="*/ 1115929 h 1526506"/>
                <a:gd name="csX1544" fmla="*/ 885073 w 1394911"/>
                <a:gd name="csY1544" fmla="*/ 1117433 h 1526506"/>
                <a:gd name="csX1545" fmla="*/ 883569 w 1394911"/>
                <a:gd name="csY1545" fmla="*/ 1117433 h 1526506"/>
                <a:gd name="csX1546" fmla="*/ 881313 w 1394911"/>
                <a:gd name="csY1546" fmla="*/ 1118185 h 1526506"/>
                <a:gd name="csX1547" fmla="*/ 880561 w 1394911"/>
                <a:gd name="csY1547" fmla="*/ 1117433 h 1526506"/>
                <a:gd name="csX1548" fmla="*/ 879809 w 1394911"/>
                <a:gd name="csY1548" fmla="*/ 1117433 h 1526506"/>
                <a:gd name="csX1549" fmla="*/ 876049 w 1394911"/>
                <a:gd name="csY1549" fmla="*/ 1112169 h 1526506"/>
                <a:gd name="csX1550" fmla="*/ 875297 w 1394911"/>
                <a:gd name="csY1550" fmla="*/ 1111417 h 1526506"/>
                <a:gd name="csX1551" fmla="*/ 874545 w 1394911"/>
                <a:gd name="csY1551" fmla="*/ 1110665 h 1526506"/>
                <a:gd name="csX1552" fmla="*/ 872290 w 1394911"/>
                <a:gd name="csY1552" fmla="*/ 1109161 h 1526506"/>
                <a:gd name="csX1553" fmla="*/ 870785 w 1394911"/>
                <a:gd name="csY1553" fmla="*/ 1108409 h 1526506"/>
                <a:gd name="csX1554" fmla="*/ 869281 w 1394911"/>
                <a:gd name="csY1554" fmla="*/ 1108409 h 1526506"/>
                <a:gd name="csX1555" fmla="*/ 868530 w 1394911"/>
                <a:gd name="csY1555" fmla="*/ 1108409 h 1526506"/>
                <a:gd name="csX1556" fmla="*/ 867777 w 1394911"/>
                <a:gd name="csY1556" fmla="*/ 1108409 h 1526506"/>
                <a:gd name="csX1557" fmla="*/ 864770 w 1394911"/>
                <a:gd name="csY1557" fmla="*/ 1109913 h 1526506"/>
                <a:gd name="csX1558" fmla="*/ 863266 w 1394911"/>
                <a:gd name="csY1558" fmla="*/ 1110665 h 1526506"/>
                <a:gd name="csX1559" fmla="*/ 861762 w 1394911"/>
                <a:gd name="csY1559" fmla="*/ 1110665 h 1526506"/>
                <a:gd name="csX1560" fmla="*/ 860258 w 1394911"/>
                <a:gd name="csY1560" fmla="*/ 1110665 h 1526506"/>
                <a:gd name="csX1561" fmla="*/ 858754 w 1394911"/>
                <a:gd name="csY1561" fmla="*/ 1109913 h 1526506"/>
                <a:gd name="csX1562" fmla="*/ 854994 w 1394911"/>
                <a:gd name="csY1562" fmla="*/ 1107657 h 1526506"/>
                <a:gd name="csX1563" fmla="*/ 853490 w 1394911"/>
                <a:gd name="csY1563" fmla="*/ 1106905 h 1526506"/>
                <a:gd name="csX1564" fmla="*/ 851986 w 1394911"/>
                <a:gd name="csY1564" fmla="*/ 1106905 h 1526506"/>
                <a:gd name="csX1565" fmla="*/ 851234 w 1394911"/>
                <a:gd name="csY1565" fmla="*/ 1106905 h 1526506"/>
                <a:gd name="csX1566" fmla="*/ 850482 w 1394911"/>
                <a:gd name="csY1566" fmla="*/ 1107657 h 1526506"/>
                <a:gd name="csX1567" fmla="*/ 848978 w 1394911"/>
                <a:gd name="csY1567" fmla="*/ 1108409 h 1526506"/>
                <a:gd name="csX1568" fmla="*/ 848226 w 1394911"/>
                <a:gd name="csY1568" fmla="*/ 1109161 h 1526506"/>
                <a:gd name="csX1569" fmla="*/ 846722 w 1394911"/>
                <a:gd name="csY1569" fmla="*/ 1109161 h 1526506"/>
                <a:gd name="csX1570" fmla="*/ 845970 w 1394911"/>
                <a:gd name="csY1570" fmla="*/ 1109913 h 1526506"/>
                <a:gd name="csX1571" fmla="*/ 844466 w 1394911"/>
                <a:gd name="csY1571" fmla="*/ 1112169 h 1526506"/>
                <a:gd name="csX1572" fmla="*/ 839202 w 1394911"/>
                <a:gd name="csY1572" fmla="*/ 1116681 h 1526506"/>
                <a:gd name="csX1573" fmla="*/ 835443 w 1394911"/>
                <a:gd name="csY1573" fmla="*/ 1118185 h 1526506"/>
                <a:gd name="csX1574" fmla="*/ 829427 w 1394911"/>
                <a:gd name="csY1574" fmla="*/ 1119689 h 1526506"/>
                <a:gd name="csX1575" fmla="*/ 822659 w 1394911"/>
                <a:gd name="csY1575" fmla="*/ 1123449 h 1526506"/>
                <a:gd name="csX1576" fmla="*/ 819651 w 1394911"/>
                <a:gd name="csY1576" fmla="*/ 1124201 h 1526506"/>
                <a:gd name="csX1577" fmla="*/ 815139 w 1394911"/>
                <a:gd name="csY1577" fmla="*/ 1121193 h 1526506"/>
                <a:gd name="csX1578" fmla="*/ 814387 w 1394911"/>
                <a:gd name="csY1578" fmla="*/ 1120441 h 1526506"/>
                <a:gd name="csX1579" fmla="*/ 813636 w 1394911"/>
                <a:gd name="csY1579" fmla="*/ 1120441 h 1526506"/>
                <a:gd name="csX1580" fmla="*/ 806116 w 1394911"/>
                <a:gd name="csY1580" fmla="*/ 1118937 h 1526506"/>
                <a:gd name="csX1581" fmla="*/ 799348 w 1394911"/>
                <a:gd name="csY1581" fmla="*/ 1117433 h 1526506"/>
                <a:gd name="csX1582" fmla="*/ 794836 w 1394911"/>
                <a:gd name="csY1582" fmla="*/ 1118185 h 1526506"/>
                <a:gd name="csX1583" fmla="*/ 793332 w 1394911"/>
                <a:gd name="csY1583" fmla="*/ 1113673 h 1526506"/>
                <a:gd name="csX1584" fmla="*/ 788820 w 1394911"/>
                <a:gd name="csY1584" fmla="*/ 1079082 h 1526506"/>
                <a:gd name="csX1585" fmla="*/ 767765 w 1394911"/>
                <a:gd name="csY1585" fmla="*/ 1059531 h 1526506"/>
                <a:gd name="csX1586" fmla="*/ 722647 w 1394911"/>
                <a:gd name="csY1586" fmla="*/ 1018172 h 1526506"/>
                <a:gd name="csX1587" fmla="*/ 720391 w 1394911"/>
                <a:gd name="csY1587" fmla="*/ 1019676 h 1526506"/>
                <a:gd name="csX1588" fmla="*/ 719639 w 1394911"/>
                <a:gd name="csY1588" fmla="*/ 1019676 h 1526506"/>
                <a:gd name="csX1589" fmla="*/ 718887 w 1394911"/>
                <a:gd name="csY1589" fmla="*/ 1020428 h 1526506"/>
                <a:gd name="csX1590" fmla="*/ 715127 w 1394911"/>
                <a:gd name="csY1590" fmla="*/ 1020428 h 1526506"/>
                <a:gd name="csX1591" fmla="*/ 714375 w 1394911"/>
                <a:gd name="csY1591" fmla="*/ 1020428 h 1526506"/>
                <a:gd name="csX1592" fmla="*/ 713623 w 1394911"/>
                <a:gd name="csY1592" fmla="*/ 1021180 h 1526506"/>
                <a:gd name="csX1593" fmla="*/ 712871 w 1394911"/>
                <a:gd name="csY1593" fmla="*/ 1021180 h 1526506"/>
                <a:gd name="csX1594" fmla="*/ 712119 w 1394911"/>
                <a:gd name="csY1594" fmla="*/ 1022684 h 1526506"/>
                <a:gd name="csX1595" fmla="*/ 709863 w 1394911"/>
                <a:gd name="csY1595" fmla="*/ 1024188 h 1526506"/>
                <a:gd name="csX1596" fmla="*/ 704599 w 1394911"/>
                <a:gd name="csY1596" fmla="*/ 1026444 h 1526506"/>
                <a:gd name="csX1597" fmla="*/ 703847 w 1394911"/>
                <a:gd name="csY1597" fmla="*/ 1027196 h 1526506"/>
                <a:gd name="csX1598" fmla="*/ 702343 w 1394911"/>
                <a:gd name="csY1598" fmla="*/ 1027948 h 1526506"/>
                <a:gd name="csX1599" fmla="*/ 701591 w 1394911"/>
                <a:gd name="csY1599" fmla="*/ 1027948 h 1526506"/>
                <a:gd name="csX1600" fmla="*/ 700840 w 1394911"/>
                <a:gd name="csY1600" fmla="*/ 1028700 h 1526506"/>
                <a:gd name="csX1601" fmla="*/ 699336 w 1394911"/>
                <a:gd name="csY1601" fmla="*/ 1028700 h 1526506"/>
                <a:gd name="csX1602" fmla="*/ 694823 w 1394911"/>
                <a:gd name="csY1602" fmla="*/ 1027196 h 1526506"/>
                <a:gd name="csX1603" fmla="*/ 692568 w 1394911"/>
                <a:gd name="csY1603" fmla="*/ 1027196 h 1526506"/>
                <a:gd name="csX1604" fmla="*/ 688808 w 1394911"/>
                <a:gd name="csY1604" fmla="*/ 1027948 h 1526506"/>
                <a:gd name="csX1605" fmla="*/ 687304 w 1394911"/>
                <a:gd name="csY1605" fmla="*/ 1027948 h 1526506"/>
                <a:gd name="csX1606" fmla="*/ 685800 w 1394911"/>
                <a:gd name="csY1606" fmla="*/ 1027948 h 1526506"/>
                <a:gd name="csX1607" fmla="*/ 685048 w 1394911"/>
                <a:gd name="csY1607" fmla="*/ 1028700 h 1526506"/>
                <a:gd name="csX1608" fmla="*/ 681288 w 1394911"/>
                <a:gd name="csY1608" fmla="*/ 1029452 h 1526506"/>
                <a:gd name="csX1609" fmla="*/ 680536 w 1394911"/>
                <a:gd name="csY1609" fmla="*/ 1030204 h 1526506"/>
                <a:gd name="csX1610" fmla="*/ 679032 w 1394911"/>
                <a:gd name="csY1610" fmla="*/ 1029452 h 1526506"/>
                <a:gd name="csX1611" fmla="*/ 678280 w 1394911"/>
                <a:gd name="csY1611" fmla="*/ 1029452 h 1526506"/>
                <a:gd name="csX1612" fmla="*/ 677528 w 1394911"/>
                <a:gd name="csY1612" fmla="*/ 1028700 h 1526506"/>
                <a:gd name="csX1613" fmla="*/ 677528 w 1394911"/>
                <a:gd name="csY1613" fmla="*/ 1027948 h 1526506"/>
                <a:gd name="csX1614" fmla="*/ 676776 w 1394911"/>
                <a:gd name="csY1614" fmla="*/ 1027196 h 1526506"/>
                <a:gd name="csX1615" fmla="*/ 675272 w 1394911"/>
                <a:gd name="csY1615" fmla="*/ 1024940 h 1526506"/>
                <a:gd name="csX1616" fmla="*/ 674521 w 1394911"/>
                <a:gd name="csY1616" fmla="*/ 1024188 h 1526506"/>
                <a:gd name="csX1617" fmla="*/ 670761 w 1394911"/>
                <a:gd name="csY1617" fmla="*/ 1022684 h 1526506"/>
                <a:gd name="csX1618" fmla="*/ 670008 w 1394911"/>
                <a:gd name="csY1618" fmla="*/ 1021932 h 1526506"/>
                <a:gd name="csX1619" fmla="*/ 669257 w 1394911"/>
                <a:gd name="csY1619" fmla="*/ 1021180 h 1526506"/>
                <a:gd name="csX1620" fmla="*/ 668504 w 1394911"/>
                <a:gd name="csY1620" fmla="*/ 1019676 h 1526506"/>
                <a:gd name="csX1621" fmla="*/ 667001 w 1394911"/>
                <a:gd name="csY1621" fmla="*/ 1018172 h 1526506"/>
                <a:gd name="csX1622" fmla="*/ 666249 w 1394911"/>
                <a:gd name="csY1622" fmla="*/ 1018172 h 1526506"/>
                <a:gd name="csX1623" fmla="*/ 665497 w 1394911"/>
                <a:gd name="csY1623" fmla="*/ 1018172 h 1526506"/>
                <a:gd name="csX1624" fmla="*/ 663241 w 1394911"/>
                <a:gd name="csY1624" fmla="*/ 1019676 h 1526506"/>
                <a:gd name="csX1625" fmla="*/ 662489 w 1394911"/>
                <a:gd name="csY1625" fmla="*/ 1019676 h 1526506"/>
                <a:gd name="csX1626" fmla="*/ 660233 w 1394911"/>
                <a:gd name="csY1626" fmla="*/ 1019676 h 1526506"/>
                <a:gd name="csX1627" fmla="*/ 652713 w 1394911"/>
                <a:gd name="csY1627" fmla="*/ 1018172 h 1526506"/>
                <a:gd name="csX1628" fmla="*/ 648953 w 1394911"/>
                <a:gd name="csY1628" fmla="*/ 1016668 h 1526506"/>
                <a:gd name="csX1629" fmla="*/ 645945 w 1394911"/>
                <a:gd name="csY1629" fmla="*/ 1015165 h 1526506"/>
                <a:gd name="csX1630" fmla="*/ 627146 w 1394911"/>
                <a:gd name="csY1630" fmla="*/ 1006141 h 1526506"/>
                <a:gd name="csX1631" fmla="*/ 622634 w 1394911"/>
                <a:gd name="csY1631" fmla="*/ 1002381 h 1526506"/>
                <a:gd name="csX1632" fmla="*/ 620378 w 1394911"/>
                <a:gd name="csY1632" fmla="*/ 1001629 h 1526506"/>
                <a:gd name="csX1633" fmla="*/ 618874 w 1394911"/>
                <a:gd name="csY1633" fmla="*/ 999373 h 1526506"/>
                <a:gd name="csX1634" fmla="*/ 617370 w 1394911"/>
                <a:gd name="csY1634" fmla="*/ 997869 h 1526506"/>
                <a:gd name="csX1635" fmla="*/ 613610 w 1394911"/>
                <a:gd name="csY1635" fmla="*/ 994861 h 1526506"/>
                <a:gd name="csX1636" fmla="*/ 608346 w 1394911"/>
                <a:gd name="csY1636" fmla="*/ 993357 h 1526506"/>
                <a:gd name="csX1637" fmla="*/ 606091 w 1394911"/>
                <a:gd name="csY1637" fmla="*/ 991101 h 1526506"/>
                <a:gd name="csX1638" fmla="*/ 605339 w 1394911"/>
                <a:gd name="csY1638" fmla="*/ 990349 h 1526506"/>
                <a:gd name="csX1639" fmla="*/ 604587 w 1394911"/>
                <a:gd name="csY1639" fmla="*/ 990349 h 1526506"/>
                <a:gd name="csX1640" fmla="*/ 598571 w 1394911"/>
                <a:gd name="csY1640" fmla="*/ 991853 h 1526506"/>
                <a:gd name="csX1641" fmla="*/ 597067 w 1394911"/>
                <a:gd name="csY1641" fmla="*/ 991853 h 1526506"/>
                <a:gd name="csX1642" fmla="*/ 595563 w 1394911"/>
                <a:gd name="csY1642" fmla="*/ 991101 h 1526506"/>
                <a:gd name="csX1643" fmla="*/ 594059 w 1394911"/>
                <a:gd name="csY1643" fmla="*/ 990349 h 1526506"/>
                <a:gd name="csX1644" fmla="*/ 591051 w 1394911"/>
                <a:gd name="csY1644" fmla="*/ 988845 h 1526506"/>
                <a:gd name="csX1645" fmla="*/ 590299 w 1394911"/>
                <a:gd name="csY1645" fmla="*/ 988093 h 1526506"/>
                <a:gd name="csX1646" fmla="*/ 588795 w 1394911"/>
                <a:gd name="csY1646" fmla="*/ 986589 h 1526506"/>
                <a:gd name="csX1647" fmla="*/ 588044 w 1394911"/>
                <a:gd name="csY1647" fmla="*/ 985086 h 1526506"/>
                <a:gd name="csX1648" fmla="*/ 580524 w 1394911"/>
                <a:gd name="csY1648" fmla="*/ 980574 h 1526506"/>
                <a:gd name="csX1649" fmla="*/ 579020 w 1394911"/>
                <a:gd name="csY1649" fmla="*/ 979070 h 1526506"/>
                <a:gd name="csX1650" fmla="*/ 572252 w 1394911"/>
                <a:gd name="csY1650" fmla="*/ 973054 h 1526506"/>
                <a:gd name="csX1651" fmla="*/ 569244 w 1394911"/>
                <a:gd name="csY1651" fmla="*/ 970798 h 1526506"/>
                <a:gd name="csX1652" fmla="*/ 557212 w 1394911"/>
                <a:gd name="csY1652" fmla="*/ 961774 h 1526506"/>
                <a:gd name="csX1653" fmla="*/ 556461 w 1394911"/>
                <a:gd name="csY1653" fmla="*/ 961022 h 1526506"/>
                <a:gd name="csX1654" fmla="*/ 555708 w 1394911"/>
                <a:gd name="csY1654" fmla="*/ 960270 h 1526506"/>
                <a:gd name="csX1655" fmla="*/ 554205 w 1394911"/>
                <a:gd name="csY1655" fmla="*/ 956510 h 1526506"/>
                <a:gd name="csX1656" fmla="*/ 553452 w 1394911"/>
                <a:gd name="csY1656" fmla="*/ 955759 h 1526506"/>
                <a:gd name="csX1657" fmla="*/ 552701 w 1394911"/>
                <a:gd name="csY1657" fmla="*/ 954255 h 1526506"/>
                <a:gd name="csX1658" fmla="*/ 550445 w 1394911"/>
                <a:gd name="csY1658" fmla="*/ 952751 h 1526506"/>
                <a:gd name="csX1659" fmla="*/ 548941 w 1394911"/>
                <a:gd name="csY1659" fmla="*/ 951999 h 1526506"/>
                <a:gd name="csX1660" fmla="*/ 548189 w 1394911"/>
                <a:gd name="csY1660" fmla="*/ 951247 h 1526506"/>
                <a:gd name="csX1661" fmla="*/ 545933 w 1394911"/>
                <a:gd name="csY1661" fmla="*/ 950495 h 1526506"/>
                <a:gd name="csX1662" fmla="*/ 543677 w 1394911"/>
                <a:gd name="csY1662" fmla="*/ 951247 h 1526506"/>
                <a:gd name="csX1663" fmla="*/ 542173 w 1394911"/>
                <a:gd name="csY1663" fmla="*/ 951247 h 1526506"/>
                <a:gd name="csX1664" fmla="*/ 535405 w 1394911"/>
                <a:gd name="csY1664" fmla="*/ 948239 h 1526506"/>
                <a:gd name="csX1665" fmla="*/ 533901 w 1394911"/>
                <a:gd name="csY1665" fmla="*/ 948239 h 1526506"/>
                <a:gd name="csX1666" fmla="*/ 532397 w 1394911"/>
                <a:gd name="csY1666" fmla="*/ 948239 h 1526506"/>
                <a:gd name="csX1667" fmla="*/ 530893 w 1394911"/>
                <a:gd name="csY1667" fmla="*/ 948239 h 1526506"/>
                <a:gd name="csX1668" fmla="*/ 524126 w 1394911"/>
                <a:gd name="csY1668" fmla="*/ 946735 h 1526506"/>
                <a:gd name="csX1669" fmla="*/ 521118 w 1394911"/>
                <a:gd name="csY1669" fmla="*/ 945231 h 1526506"/>
                <a:gd name="csX1670" fmla="*/ 516606 w 1394911"/>
                <a:gd name="csY1670" fmla="*/ 944479 h 1526506"/>
                <a:gd name="csX1671" fmla="*/ 514350 w 1394911"/>
                <a:gd name="csY1671" fmla="*/ 943727 h 1526506"/>
                <a:gd name="csX1672" fmla="*/ 509086 w 1394911"/>
                <a:gd name="csY1672" fmla="*/ 943727 h 1526506"/>
                <a:gd name="csX1673" fmla="*/ 506830 w 1394911"/>
                <a:gd name="csY1673" fmla="*/ 944479 h 1526506"/>
                <a:gd name="csX1674" fmla="*/ 506078 w 1394911"/>
                <a:gd name="csY1674" fmla="*/ 944479 h 1526506"/>
                <a:gd name="csX1675" fmla="*/ 503070 w 1394911"/>
                <a:gd name="csY1675" fmla="*/ 945983 h 1526506"/>
                <a:gd name="csX1676" fmla="*/ 498558 w 1394911"/>
                <a:gd name="csY1676" fmla="*/ 946735 h 1526506"/>
                <a:gd name="csX1677" fmla="*/ 482767 w 1394911"/>
                <a:gd name="csY1677" fmla="*/ 954255 h 1526506"/>
                <a:gd name="csX1678" fmla="*/ 482015 w 1394911"/>
                <a:gd name="csY1678" fmla="*/ 955007 h 1526506"/>
                <a:gd name="csX1679" fmla="*/ 481263 w 1394911"/>
                <a:gd name="csY1679" fmla="*/ 955759 h 1526506"/>
                <a:gd name="csX1680" fmla="*/ 480511 w 1394911"/>
                <a:gd name="csY1680" fmla="*/ 955759 h 1526506"/>
                <a:gd name="csX1681" fmla="*/ 480511 w 1394911"/>
                <a:gd name="csY1681" fmla="*/ 956510 h 1526506"/>
                <a:gd name="csX1682" fmla="*/ 479759 w 1394911"/>
                <a:gd name="csY1682" fmla="*/ 958766 h 1526506"/>
                <a:gd name="csX1683" fmla="*/ 479759 w 1394911"/>
                <a:gd name="csY1683" fmla="*/ 959518 h 1526506"/>
                <a:gd name="csX1684" fmla="*/ 479007 w 1394911"/>
                <a:gd name="csY1684" fmla="*/ 960270 h 1526506"/>
                <a:gd name="csX1685" fmla="*/ 476751 w 1394911"/>
                <a:gd name="csY1685" fmla="*/ 961774 h 1526506"/>
                <a:gd name="csX1686" fmla="*/ 475999 w 1394911"/>
                <a:gd name="csY1686" fmla="*/ 963278 h 1526506"/>
                <a:gd name="csX1687" fmla="*/ 475247 w 1394911"/>
                <a:gd name="csY1687" fmla="*/ 964030 h 1526506"/>
                <a:gd name="csX1688" fmla="*/ 474495 w 1394911"/>
                <a:gd name="csY1688" fmla="*/ 965534 h 1526506"/>
                <a:gd name="csX1689" fmla="*/ 473743 w 1394911"/>
                <a:gd name="csY1689" fmla="*/ 966286 h 1526506"/>
                <a:gd name="csX1690" fmla="*/ 472991 w 1394911"/>
                <a:gd name="csY1690" fmla="*/ 966286 h 1526506"/>
                <a:gd name="csX1691" fmla="*/ 466224 w 1394911"/>
                <a:gd name="csY1691" fmla="*/ 968542 h 1526506"/>
                <a:gd name="csX1692" fmla="*/ 433889 w 1394911"/>
                <a:gd name="csY1692" fmla="*/ 960270 h 1526506"/>
                <a:gd name="csX1693" fmla="*/ 433137 w 1394911"/>
                <a:gd name="csY1693" fmla="*/ 959518 h 1526506"/>
                <a:gd name="csX1694" fmla="*/ 432385 w 1394911"/>
                <a:gd name="csY1694" fmla="*/ 958014 h 1526506"/>
                <a:gd name="csX1695" fmla="*/ 430129 w 1394911"/>
                <a:gd name="csY1695" fmla="*/ 956510 h 1526506"/>
                <a:gd name="csX1696" fmla="*/ 429377 w 1394911"/>
                <a:gd name="csY1696" fmla="*/ 955759 h 1526506"/>
                <a:gd name="csX1697" fmla="*/ 415841 w 1394911"/>
                <a:gd name="csY1697" fmla="*/ 953503 h 1526506"/>
                <a:gd name="csX1698" fmla="*/ 414337 w 1394911"/>
                <a:gd name="csY1698" fmla="*/ 952751 h 1526506"/>
                <a:gd name="csX1699" fmla="*/ 412833 w 1394911"/>
                <a:gd name="csY1699" fmla="*/ 951999 h 1526506"/>
                <a:gd name="csX1700" fmla="*/ 412082 w 1394911"/>
                <a:gd name="csY1700" fmla="*/ 951247 h 1526506"/>
                <a:gd name="csX1701" fmla="*/ 410577 w 1394911"/>
                <a:gd name="csY1701" fmla="*/ 949743 h 1526506"/>
                <a:gd name="csX1702" fmla="*/ 409826 w 1394911"/>
                <a:gd name="csY1702" fmla="*/ 948991 h 1526506"/>
                <a:gd name="csX1703" fmla="*/ 409826 w 1394911"/>
                <a:gd name="csY1703" fmla="*/ 948239 h 1526506"/>
                <a:gd name="csX1704" fmla="*/ 409073 w 1394911"/>
                <a:gd name="csY1704" fmla="*/ 945983 h 1526506"/>
                <a:gd name="csX1705" fmla="*/ 409073 w 1394911"/>
                <a:gd name="csY1705" fmla="*/ 945231 h 1526506"/>
                <a:gd name="csX1706" fmla="*/ 409073 w 1394911"/>
                <a:gd name="csY1706" fmla="*/ 944479 h 1526506"/>
                <a:gd name="csX1707" fmla="*/ 409826 w 1394911"/>
                <a:gd name="csY1707" fmla="*/ 943727 h 1526506"/>
                <a:gd name="csX1708" fmla="*/ 409826 w 1394911"/>
                <a:gd name="csY1708" fmla="*/ 942975 h 1526506"/>
                <a:gd name="csX1709" fmla="*/ 409826 w 1394911"/>
                <a:gd name="csY1709" fmla="*/ 942223 h 1526506"/>
                <a:gd name="csX1710" fmla="*/ 409826 w 1394911"/>
                <a:gd name="csY1710" fmla="*/ 941471 h 1526506"/>
                <a:gd name="csX1711" fmla="*/ 409826 w 1394911"/>
                <a:gd name="csY1711" fmla="*/ 939215 h 1526506"/>
                <a:gd name="csX1712" fmla="*/ 409826 w 1394911"/>
                <a:gd name="csY1712" fmla="*/ 938463 h 1526506"/>
                <a:gd name="csX1713" fmla="*/ 409073 w 1394911"/>
                <a:gd name="csY1713" fmla="*/ 937711 h 1526506"/>
                <a:gd name="csX1714" fmla="*/ 408322 w 1394911"/>
                <a:gd name="csY1714" fmla="*/ 935455 h 1526506"/>
                <a:gd name="csX1715" fmla="*/ 407570 w 1394911"/>
                <a:gd name="csY1715" fmla="*/ 934703 h 1526506"/>
                <a:gd name="csX1716" fmla="*/ 406818 w 1394911"/>
                <a:gd name="csY1716" fmla="*/ 932447 h 1526506"/>
                <a:gd name="csX1717" fmla="*/ 408322 w 1394911"/>
                <a:gd name="csY1717" fmla="*/ 927183 h 1526506"/>
                <a:gd name="csX1718" fmla="*/ 409073 w 1394911"/>
                <a:gd name="csY1718" fmla="*/ 925680 h 1526506"/>
                <a:gd name="csX1719" fmla="*/ 409826 w 1394911"/>
                <a:gd name="csY1719" fmla="*/ 922672 h 1526506"/>
                <a:gd name="csX1720" fmla="*/ 412082 w 1394911"/>
                <a:gd name="csY1720" fmla="*/ 918160 h 1526506"/>
                <a:gd name="csX1721" fmla="*/ 414337 w 1394911"/>
                <a:gd name="csY1721" fmla="*/ 911392 h 1526506"/>
                <a:gd name="csX1722" fmla="*/ 415841 w 1394911"/>
                <a:gd name="csY1722" fmla="*/ 906128 h 1526506"/>
                <a:gd name="csX1723" fmla="*/ 418849 w 1394911"/>
                <a:gd name="csY1723" fmla="*/ 902368 h 1526506"/>
                <a:gd name="csX1724" fmla="*/ 421105 w 1394911"/>
                <a:gd name="csY1724" fmla="*/ 898609 h 1526506"/>
                <a:gd name="csX1725" fmla="*/ 420353 w 1394911"/>
                <a:gd name="csY1725" fmla="*/ 897857 h 1526506"/>
                <a:gd name="csX1726" fmla="*/ 418097 w 1394911"/>
                <a:gd name="csY1726" fmla="*/ 897105 h 1526506"/>
                <a:gd name="csX1727" fmla="*/ 416593 w 1394911"/>
                <a:gd name="csY1727" fmla="*/ 895601 h 1526506"/>
                <a:gd name="csX1728" fmla="*/ 415090 w 1394911"/>
                <a:gd name="csY1728" fmla="*/ 894849 h 1526506"/>
                <a:gd name="csX1729" fmla="*/ 414337 w 1394911"/>
                <a:gd name="csY1729" fmla="*/ 894097 h 1526506"/>
                <a:gd name="csX1730" fmla="*/ 412833 w 1394911"/>
                <a:gd name="csY1730" fmla="*/ 894097 h 1526506"/>
                <a:gd name="csX1731" fmla="*/ 412082 w 1394911"/>
                <a:gd name="csY1731" fmla="*/ 894849 h 1526506"/>
                <a:gd name="csX1732" fmla="*/ 411330 w 1394911"/>
                <a:gd name="csY1732" fmla="*/ 894849 h 1526506"/>
                <a:gd name="csX1733" fmla="*/ 409826 w 1394911"/>
                <a:gd name="csY1733" fmla="*/ 894097 h 1526506"/>
                <a:gd name="csX1734" fmla="*/ 407570 w 1394911"/>
                <a:gd name="csY1734" fmla="*/ 892593 h 1526506"/>
                <a:gd name="csX1735" fmla="*/ 406818 w 1394911"/>
                <a:gd name="csY1735" fmla="*/ 892593 h 1526506"/>
                <a:gd name="csX1736" fmla="*/ 405314 w 1394911"/>
                <a:gd name="csY1736" fmla="*/ 891841 h 1526506"/>
                <a:gd name="csX1737" fmla="*/ 404562 w 1394911"/>
                <a:gd name="csY1737" fmla="*/ 891841 h 1526506"/>
                <a:gd name="csX1738" fmla="*/ 403810 w 1394911"/>
                <a:gd name="csY1738" fmla="*/ 891841 h 1526506"/>
                <a:gd name="csX1739" fmla="*/ 402306 w 1394911"/>
                <a:gd name="csY1739" fmla="*/ 892593 h 1526506"/>
                <a:gd name="csX1740" fmla="*/ 400802 w 1394911"/>
                <a:gd name="csY1740" fmla="*/ 892593 h 1526506"/>
                <a:gd name="csX1741" fmla="*/ 397042 w 1394911"/>
                <a:gd name="csY1741" fmla="*/ 892593 h 1526506"/>
                <a:gd name="csX1742" fmla="*/ 396290 w 1394911"/>
                <a:gd name="csY1742" fmla="*/ 891841 h 1526506"/>
                <a:gd name="csX1743" fmla="*/ 393282 w 1394911"/>
                <a:gd name="csY1743" fmla="*/ 889585 h 1526506"/>
                <a:gd name="csX1744" fmla="*/ 391026 w 1394911"/>
                <a:gd name="csY1744" fmla="*/ 888081 h 1526506"/>
                <a:gd name="csX1745" fmla="*/ 389522 w 1394911"/>
                <a:gd name="csY1745" fmla="*/ 888081 h 1526506"/>
                <a:gd name="csX1746" fmla="*/ 388771 w 1394911"/>
                <a:gd name="csY1746" fmla="*/ 887329 h 1526506"/>
                <a:gd name="csX1747" fmla="*/ 388771 w 1394911"/>
                <a:gd name="csY1747" fmla="*/ 888081 h 1526506"/>
                <a:gd name="csX1748" fmla="*/ 388018 w 1394911"/>
                <a:gd name="csY1748" fmla="*/ 888081 h 1526506"/>
                <a:gd name="csX1749" fmla="*/ 385762 w 1394911"/>
                <a:gd name="csY1749" fmla="*/ 889585 h 1526506"/>
                <a:gd name="csX1750" fmla="*/ 385011 w 1394911"/>
                <a:gd name="csY1750" fmla="*/ 889585 h 1526506"/>
                <a:gd name="csX1751" fmla="*/ 384258 w 1394911"/>
                <a:gd name="csY1751" fmla="*/ 889585 h 1526506"/>
                <a:gd name="csX1752" fmla="*/ 382754 w 1394911"/>
                <a:gd name="csY1752" fmla="*/ 889585 h 1526506"/>
                <a:gd name="csX1753" fmla="*/ 380499 w 1394911"/>
                <a:gd name="csY1753" fmla="*/ 888081 h 1526506"/>
                <a:gd name="csX1754" fmla="*/ 378994 w 1394911"/>
                <a:gd name="csY1754" fmla="*/ 888081 h 1526506"/>
                <a:gd name="csX1755" fmla="*/ 377491 w 1394911"/>
                <a:gd name="csY1755" fmla="*/ 888081 h 1526506"/>
                <a:gd name="csX1756" fmla="*/ 375987 w 1394911"/>
                <a:gd name="csY1756" fmla="*/ 887329 h 1526506"/>
                <a:gd name="csX1757" fmla="*/ 374483 w 1394911"/>
                <a:gd name="csY1757" fmla="*/ 887329 h 1526506"/>
                <a:gd name="csX1758" fmla="*/ 373731 w 1394911"/>
                <a:gd name="csY1758" fmla="*/ 887329 h 1526506"/>
                <a:gd name="csX1759" fmla="*/ 372979 w 1394911"/>
                <a:gd name="csY1759" fmla="*/ 887329 h 1526506"/>
                <a:gd name="csX1760" fmla="*/ 371475 w 1394911"/>
                <a:gd name="csY1760" fmla="*/ 888081 h 1526506"/>
                <a:gd name="csX1761" fmla="*/ 370723 w 1394911"/>
                <a:gd name="csY1761" fmla="*/ 888081 h 1526506"/>
                <a:gd name="csX1762" fmla="*/ 369219 w 1394911"/>
                <a:gd name="csY1762" fmla="*/ 888081 h 1526506"/>
                <a:gd name="csX1763" fmla="*/ 368467 w 1394911"/>
                <a:gd name="csY1763" fmla="*/ 887329 h 1526506"/>
                <a:gd name="csX1764" fmla="*/ 367715 w 1394911"/>
                <a:gd name="csY1764" fmla="*/ 887329 h 1526506"/>
                <a:gd name="csX1765" fmla="*/ 366963 w 1394911"/>
                <a:gd name="csY1765" fmla="*/ 886577 h 1526506"/>
                <a:gd name="csX1766" fmla="*/ 365459 w 1394911"/>
                <a:gd name="csY1766" fmla="*/ 887329 h 1526506"/>
                <a:gd name="csX1767" fmla="*/ 363955 w 1394911"/>
                <a:gd name="csY1767" fmla="*/ 887329 h 1526506"/>
                <a:gd name="csX1768" fmla="*/ 362451 w 1394911"/>
                <a:gd name="csY1768" fmla="*/ 886577 h 1526506"/>
                <a:gd name="csX1769" fmla="*/ 360195 w 1394911"/>
                <a:gd name="csY1769" fmla="*/ 885073 h 1526506"/>
                <a:gd name="csX1770" fmla="*/ 358692 w 1394911"/>
                <a:gd name="csY1770" fmla="*/ 883569 h 1526506"/>
                <a:gd name="csX1771" fmla="*/ 357188 w 1394911"/>
                <a:gd name="csY1771" fmla="*/ 882065 h 1526506"/>
                <a:gd name="csX1772" fmla="*/ 356435 w 1394911"/>
                <a:gd name="csY1772" fmla="*/ 882065 h 1526506"/>
                <a:gd name="csX1773" fmla="*/ 355683 w 1394911"/>
                <a:gd name="csY1773" fmla="*/ 882065 h 1526506"/>
                <a:gd name="csX1774" fmla="*/ 354932 w 1394911"/>
                <a:gd name="csY1774" fmla="*/ 882817 h 1526506"/>
                <a:gd name="csX1775" fmla="*/ 354179 w 1394911"/>
                <a:gd name="csY1775" fmla="*/ 883569 h 1526506"/>
                <a:gd name="csX1776" fmla="*/ 354179 w 1394911"/>
                <a:gd name="csY1776" fmla="*/ 884321 h 1526506"/>
                <a:gd name="csX1777" fmla="*/ 353428 w 1394911"/>
                <a:gd name="csY1777" fmla="*/ 885073 h 1526506"/>
                <a:gd name="csX1778" fmla="*/ 352675 w 1394911"/>
                <a:gd name="csY1778" fmla="*/ 885073 h 1526506"/>
                <a:gd name="csX1779" fmla="*/ 351924 w 1394911"/>
                <a:gd name="csY1779" fmla="*/ 885073 h 1526506"/>
                <a:gd name="csX1780" fmla="*/ 348916 w 1394911"/>
                <a:gd name="csY1780" fmla="*/ 884321 h 1526506"/>
                <a:gd name="csX1781" fmla="*/ 348164 w 1394911"/>
                <a:gd name="csY1781" fmla="*/ 883569 h 1526506"/>
                <a:gd name="csX1782" fmla="*/ 347412 w 1394911"/>
                <a:gd name="csY1782" fmla="*/ 883569 h 1526506"/>
                <a:gd name="csX1783" fmla="*/ 345908 w 1394911"/>
                <a:gd name="csY1783" fmla="*/ 884321 h 1526506"/>
                <a:gd name="csX1784" fmla="*/ 344404 w 1394911"/>
                <a:gd name="csY1784" fmla="*/ 884321 h 1526506"/>
                <a:gd name="csX1785" fmla="*/ 342148 w 1394911"/>
                <a:gd name="csY1785" fmla="*/ 883569 h 1526506"/>
                <a:gd name="csX1786" fmla="*/ 340644 w 1394911"/>
                <a:gd name="csY1786" fmla="*/ 883569 h 1526506"/>
                <a:gd name="csX1787" fmla="*/ 339892 w 1394911"/>
                <a:gd name="csY1787" fmla="*/ 883569 h 1526506"/>
                <a:gd name="csX1788" fmla="*/ 339140 w 1394911"/>
                <a:gd name="csY1788" fmla="*/ 884321 h 1526506"/>
                <a:gd name="csX1789" fmla="*/ 336132 w 1394911"/>
                <a:gd name="csY1789" fmla="*/ 886577 h 1526506"/>
                <a:gd name="csX1790" fmla="*/ 334628 w 1394911"/>
                <a:gd name="csY1790" fmla="*/ 887329 h 1526506"/>
                <a:gd name="csX1791" fmla="*/ 333124 w 1394911"/>
                <a:gd name="csY1791" fmla="*/ 888081 h 1526506"/>
                <a:gd name="csX1792" fmla="*/ 327860 w 1394911"/>
                <a:gd name="csY1792" fmla="*/ 888833 h 1526506"/>
                <a:gd name="csX1793" fmla="*/ 318837 w 1394911"/>
                <a:gd name="csY1793" fmla="*/ 894097 h 1526506"/>
                <a:gd name="csX1794" fmla="*/ 304549 w 1394911"/>
                <a:gd name="csY1794" fmla="*/ 898609 h 1526506"/>
                <a:gd name="csX1795" fmla="*/ 302294 w 1394911"/>
                <a:gd name="csY1795" fmla="*/ 900112 h 1526506"/>
                <a:gd name="csX1796" fmla="*/ 300789 w 1394911"/>
                <a:gd name="csY1796" fmla="*/ 900864 h 1526506"/>
                <a:gd name="csX1797" fmla="*/ 296277 w 1394911"/>
                <a:gd name="csY1797" fmla="*/ 903120 h 1526506"/>
                <a:gd name="csX1798" fmla="*/ 292518 w 1394911"/>
                <a:gd name="csY1798" fmla="*/ 906128 h 1526506"/>
                <a:gd name="csX1799" fmla="*/ 290262 w 1394911"/>
                <a:gd name="csY1799" fmla="*/ 906880 h 1526506"/>
                <a:gd name="csX1800" fmla="*/ 289510 w 1394911"/>
                <a:gd name="csY1800" fmla="*/ 907632 h 1526506"/>
                <a:gd name="csX1801" fmla="*/ 288758 w 1394911"/>
                <a:gd name="csY1801" fmla="*/ 908384 h 1526506"/>
                <a:gd name="csX1802" fmla="*/ 288006 w 1394911"/>
                <a:gd name="csY1802" fmla="*/ 909136 h 1526506"/>
                <a:gd name="csX1803" fmla="*/ 284998 w 1394911"/>
                <a:gd name="csY1803" fmla="*/ 911392 h 1526506"/>
                <a:gd name="csX1804" fmla="*/ 282742 w 1394911"/>
                <a:gd name="csY1804" fmla="*/ 914400 h 1526506"/>
                <a:gd name="csX1805" fmla="*/ 266951 w 1394911"/>
                <a:gd name="csY1805" fmla="*/ 924176 h 1526506"/>
                <a:gd name="csX1806" fmla="*/ 265447 w 1394911"/>
                <a:gd name="csY1806" fmla="*/ 924928 h 1526506"/>
                <a:gd name="csX1807" fmla="*/ 263943 w 1394911"/>
                <a:gd name="csY1807" fmla="*/ 925680 h 1526506"/>
                <a:gd name="csX1808" fmla="*/ 262439 w 1394911"/>
                <a:gd name="csY1808" fmla="*/ 925680 h 1526506"/>
                <a:gd name="csX1809" fmla="*/ 262439 w 1394911"/>
                <a:gd name="csY1809" fmla="*/ 926431 h 1526506"/>
                <a:gd name="csX1810" fmla="*/ 262439 w 1394911"/>
                <a:gd name="csY1810" fmla="*/ 927183 h 1526506"/>
                <a:gd name="csX1811" fmla="*/ 262439 w 1394911"/>
                <a:gd name="csY1811" fmla="*/ 928688 h 1526506"/>
                <a:gd name="csX1812" fmla="*/ 260183 w 1394911"/>
                <a:gd name="csY1812" fmla="*/ 932447 h 1526506"/>
                <a:gd name="csX1813" fmla="*/ 259431 w 1394911"/>
                <a:gd name="csY1813" fmla="*/ 933199 h 1526506"/>
                <a:gd name="csX1814" fmla="*/ 259431 w 1394911"/>
                <a:gd name="csY1814" fmla="*/ 934703 h 1526506"/>
                <a:gd name="csX1815" fmla="*/ 259431 w 1394911"/>
                <a:gd name="csY1815" fmla="*/ 935455 h 1526506"/>
                <a:gd name="csX1816" fmla="*/ 255671 w 1394911"/>
                <a:gd name="csY1816" fmla="*/ 938463 h 1526506"/>
                <a:gd name="csX1817" fmla="*/ 222584 w 1394911"/>
                <a:gd name="csY1817" fmla="*/ 957262 h 1526506"/>
                <a:gd name="csX1818" fmla="*/ 219576 w 1394911"/>
                <a:gd name="csY1818" fmla="*/ 958014 h 1526506"/>
                <a:gd name="csX1819" fmla="*/ 218824 w 1394911"/>
                <a:gd name="csY1819" fmla="*/ 958766 h 1526506"/>
                <a:gd name="csX1820" fmla="*/ 218072 w 1394911"/>
                <a:gd name="csY1820" fmla="*/ 958014 h 1526506"/>
                <a:gd name="csX1821" fmla="*/ 217320 w 1394911"/>
                <a:gd name="csY1821" fmla="*/ 958014 h 1526506"/>
                <a:gd name="csX1822" fmla="*/ 215817 w 1394911"/>
                <a:gd name="csY1822" fmla="*/ 958014 h 1526506"/>
                <a:gd name="csX1823" fmla="*/ 214313 w 1394911"/>
                <a:gd name="csY1823" fmla="*/ 958014 h 1526506"/>
                <a:gd name="csX1824" fmla="*/ 212057 w 1394911"/>
                <a:gd name="csY1824" fmla="*/ 958766 h 1526506"/>
                <a:gd name="csX1825" fmla="*/ 211304 w 1394911"/>
                <a:gd name="csY1825" fmla="*/ 959518 h 1526506"/>
                <a:gd name="csX1826" fmla="*/ 208297 w 1394911"/>
                <a:gd name="csY1826" fmla="*/ 959518 h 1526506"/>
                <a:gd name="csX1827" fmla="*/ 206041 w 1394911"/>
                <a:gd name="csY1827" fmla="*/ 959518 h 1526506"/>
                <a:gd name="csX1828" fmla="*/ 204537 w 1394911"/>
                <a:gd name="csY1828" fmla="*/ 960270 h 1526506"/>
                <a:gd name="csX1829" fmla="*/ 203785 w 1394911"/>
                <a:gd name="csY1829" fmla="*/ 960270 h 1526506"/>
                <a:gd name="csX1830" fmla="*/ 203785 w 1394911"/>
                <a:gd name="csY1830" fmla="*/ 961022 h 1526506"/>
                <a:gd name="csX1831" fmla="*/ 203033 w 1394911"/>
                <a:gd name="csY1831" fmla="*/ 961774 h 1526506"/>
                <a:gd name="csX1832" fmla="*/ 202281 w 1394911"/>
                <a:gd name="csY1832" fmla="*/ 963278 h 1526506"/>
                <a:gd name="csX1833" fmla="*/ 202281 w 1394911"/>
                <a:gd name="csY1833" fmla="*/ 964030 h 1526506"/>
                <a:gd name="csX1834" fmla="*/ 201529 w 1394911"/>
                <a:gd name="csY1834" fmla="*/ 964782 h 1526506"/>
                <a:gd name="csX1835" fmla="*/ 196265 w 1394911"/>
                <a:gd name="csY1835" fmla="*/ 969294 h 1526506"/>
                <a:gd name="csX1836" fmla="*/ 195513 w 1394911"/>
                <a:gd name="csY1836" fmla="*/ 970046 h 1526506"/>
                <a:gd name="csX1837" fmla="*/ 194761 w 1394911"/>
                <a:gd name="csY1837" fmla="*/ 972302 h 1526506"/>
                <a:gd name="csX1838" fmla="*/ 194009 w 1394911"/>
                <a:gd name="csY1838" fmla="*/ 973054 h 1526506"/>
                <a:gd name="csX1839" fmla="*/ 192505 w 1394911"/>
                <a:gd name="csY1839" fmla="*/ 974558 h 1526506"/>
                <a:gd name="csX1840" fmla="*/ 191753 w 1394911"/>
                <a:gd name="csY1840" fmla="*/ 975310 h 1526506"/>
                <a:gd name="csX1841" fmla="*/ 191001 w 1394911"/>
                <a:gd name="csY1841" fmla="*/ 976062 h 1526506"/>
                <a:gd name="csX1842" fmla="*/ 189497 w 1394911"/>
                <a:gd name="csY1842" fmla="*/ 979070 h 1526506"/>
                <a:gd name="csX1843" fmla="*/ 188745 w 1394911"/>
                <a:gd name="csY1843" fmla="*/ 979070 h 1526506"/>
                <a:gd name="csX1844" fmla="*/ 187241 w 1394911"/>
                <a:gd name="csY1844" fmla="*/ 979822 h 1526506"/>
                <a:gd name="csX1845" fmla="*/ 184985 w 1394911"/>
                <a:gd name="csY1845" fmla="*/ 980574 h 1526506"/>
                <a:gd name="csX1846" fmla="*/ 183481 w 1394911"/>
                <a:gd name="csY1846" fmla="*/ 980574 h 1526506"/>
                <a:gd name="csX1847" fmla="*/ 182730 w 1394911"/>
                <a:gd name="csY1847" fmla="*/ 981326 h 1526506"/>
                <a:gd name="csX1848" fmla="*/ 180474 w 1394911"/>
                <a:gd name="csY1848" fmla="*/ 983582 h 1526506"/>
                <a:gd name="csX1849" fmla="*/ 176714 w 1394911"/>
                <a:gd name="csY1849" fmla="*/ 987341 h 1526506"/>
                <a:gd name="csX1850" fmla="*/ 170698 w 1394911"/>
                <a:gd name="csY1850" fmla="*/ 990349 h 1526506"/>
                <a:gd name="csX1851" fmla="*/ 167690 w 1394911"/>
                <a:gd name="csY1851" fmla="*/ 991853 h 1526506"/>
                <a:gd name="csX1852" fmla="*/ 163930 w 1394911"/>
                <a:gd name="csY1852" fmla="*/ 992605 h 1526506"/>
                <a:gd name="csX1853" fmla="*/ 162426 w 1394911"/>
                <a:gd name="csY1853" fmla="*/ 992605 h 1526506"/>
                <a:gd name="csX1854" fmla="*/ 160170 w 1394911"/>
                <a:gd name="csY1854" fmla="*/ 991853 h 1526506"/>
                <a:gd name="csX1855" fmla="*/ 159419 w 1394911"/>
                <a:gd name="csY1855" fmla="*/ 991101 h 1526506"/>
                <a:gd name="csX1856" fmla="*/ 158666 w 1394911"/>
                <a:gd name="csY1856" fmla="*/ 991101 h 1526506"/>
                <a:gd name="csX1857" fmla="*/ 157914 w 1394911"/>
                <a:gd name="csY1857" fmla="*/ 991101 h 1526506"/>
                <a:gd name="csX1858" fmla="*/ 154155 w 1394911"/>
                <a:gd name="csY1858" fmla="*/ 991101 h 1526506"/>
                <a:gd name="csX1859" fmla="*/ 153402 w 1394911"/>
                <a:gd name="csY1859" fmla="*/ 991853 h 1526506"/>
                <a:gd name="csX1860" fmla="*/ 152651 w 1394911"/>
                <a:gd name="csY1860" fmla="*/ 992605 h 1526506"/>
                <a:gd name="csX1861" fmla="*/ 152651 w 1394911"/>
                <a:gd name="csY1861" fmla="*/ 993357 h 1526506"/>
                <a:gd name="csX1862" fmla="*/ 152651 w 1394911"/>
                <a:gd name="csY1862" fmla="*/ 994109 h 1526506"/>
                <a:gd name="csX1863" fmla="*/ 151147 w 1394911"/>
                <a:gd name="csY1863" fmla="*/ 995613 h 1526506"/>
                <a:gd name="csX1864" fmla="*/ 149642 w 1394911"/>
                <a:gd name="csY1864" fmla="*/ 997117 h 1526506"/>
                <a:gd name="csX1865" fmla="*/ 148139 w 1394911"/>
                <a:gd name="csY1865" fmla="*/ 999373 h 1526506"/>
                <a:gd name="csX1866" fmla="*/ 147387 w 1394911"/>
                <a:gd name="csY1866" fmla="*/ 1000125 h 1526506"/>
                <a:gd name="csX1867" fmla="*/ 146635 w 1394911"/>
                <a:gd name="csY1867" fmla="*/ 1001629 h 1526506"/>
                <a:gd name="csX1868" fmla="*/ 145883 w 1394911"/>
                <a:gd name="csY1868" fmla="*/ 1002381 h 1526506"/>
                <a:gd name="csX1869" fmla="*/ 143627 w 1394911"/>
                <a:gd name="csY1869" fmla="*/ 1004637 h 1526506"/>
                <a:gd name="csX1870" fmla="*/ 141371 w 1394911"/>
                <a:gd name="csY1870" fmla="*/ 1006141 h 1526506"/>
                <a:gd name="csX1871" fmla="*/ 138363 w 1394911"/>
                <a:gd name="csY1871" fmla="*/ 1007645 h 1526506"/>
                <a:gd name="csX1872" fmla="*/ 138363 w 1394911"/>
                <a:gd name="csY1872" fmla="*/ 1008397 h 1526506"/>
                <a:gd name="csX1873" fmla="*/ 137611 w 1394911"/>
                <a:gd name="csY1873" fmla="*/ 1010653 h 1526506"/>
                <a:gd name="csX1874" fmla="*/ 136859 w 1394911"/>
                <a:gd name="csY1874" fmla="*/ 1013660 h 1526506"/>
                <a:gd name="csX1875" fmla="*/ 135355 w 1394911"/>
                <a:gd name="csY1875" fmla="*/ 1015917 h 1526506"/>
                <a:gd name="csX1876" fmla="*/ 130091 w 1394911"/>
                <a:gd name="csY1876" fmla="*/ 1021180 h 1526506"/>
                <a:gd name="csX1877" fmla="*/ 124827 w 1394911"/>
                <a:gd name="csY1877" fmla="*/ 1024188 h 1526506"/>
                <a:gd name="csX1878" fmla="*/ 124076 w 1394911"/>
                <a:gd name="csY1878" fmla="*/ 1024188 h 1526506"/>
                <a:gd name="csX1879" fmla="*/ 122572 w 1394911"/>
                <a:gd name="csY1879" fmla="*/ 1024188 h 1526506"/>
                <a:gd name="csX1880" fmla="*/ 111292 w 1394911"/>
                <a:gd name="csY1880" fmla="*/ 1022684 h 1526506"/>
                <a:gd name="csX1881" fmla="*/ 109036 w 1394911"/>
                <a:gd name="csY1881" fmla="*/ 1021932 h 1526506"/>
                <a:gd name="csX1882" fmla="*/ 100764 w 1394911"/>
                <a:gd name="csY1882" fmla="*/ 1021180 h 1526506"/>
                <a:gd name="csX1883" fmla="*/ 99261 w 1394911"/>
                <a:gd name="csY1883" fmla="*/ 1021180 h 1526506"/>
                <a:gd name="csX1884" fmla="*/ 97757 w 1394911"/>
                <a:gd name="csY1884" fmla="*/ 1021180 h 1526506"/>
                <a:gd name="csX1885" fmla="*/ 97004 w 1394911"/>
                <a:gd name="csY1885" fmla="*/ 1021932 h 1526506"/>
                <a:gd name="csX1886" fmla="*/ 96253 w 1394911"/>
                <a:gd name="csY1886" fmla="*/ 1022684 h 1526506"/>
                <a:gd name="csX1887" fmla="*/ 94749 w 1394911"/>
                <a:gd name="csY1887" fmla="*/ 1025692 h 1526506"/>
                <a:gd name="csX1888" fmla="*/ 93997 w 1394911"/>
                <a:gd name="csY1888" fmla="*/ 1027196 h 1526506"/>
                <a:gd name="csX1889" fmla="*/ 93244 w 1394911"/>
                <a:gd name="csY1889" fmla="*/ 1027948 h 1526506"/>
                <a:gd name="csX1890" fmla="*/ 91741 w 1394911"/>
                <a:gd name="csY1890" fmla="*/ 1030204 h 1526506"/>
                <a:gd name="csX1891" fmla="*/ 90989 w 1394911"/>
                <a:gd name="csY1891" fmla="*/ 1030956 h 1526506"/>
                <a:gd name="csX1892" fmla="*/ 90237 w 1394911"/>
                <a:gd name="csY1892" fmla="*/ 1031708 h 1526506"/>
                <a:gd name="csX1893" fmla="*/ 89485 w 1394911"/>
                <a:gd name="csY1893" fmla="*/ 1031708 h 1526506"/>
                <a:gd name="csX1894" fmla="*/ 81965 w 1394911"/>
                <a:gd name="csY1894" fmla="*/ 1035468 h 1526506"/>
                <a:gd name="csX1895" fmla="*/ 80461 w 1394911"/>
                <a:gd name="csY1895" fmla="*/ 1036220 h 1526506"/>
                <a:gd name="csX1896" fmla="*/ 79709 w 1394911"/>
                <a:gd name="csY1896" fmla="*/ 1036972 h 1526506"/>
                <a:gd name="csX1897" fmla="*/ 78205 w 1394911"/>
                <a:gd name="csY1897" fmla="*/ 1039228 h 1526506"/>
                <a:gd name="csX1898" fmla="*/ 76701 w 1394911"/>
                <a:gd name="csY1898" fmla="*/ 1039980 h 1526506"/>
                <a:gd name="csX1899" fmla="*/ 75197 w 1394911"/>
                <a:gd name="csY1899" fmla="*/ 1039980 h 1526506"/>
                <a:gd name="csX1900" fmla="*/ 74445 w 1394911"/>
                <a:gd name="csY1900" fmla="*/ 1039228 h 1526506"/>
                <a:gd name="csX1901" fmla="*/ 73693 w 1394911"/>
                <a:gd name="csY1901" fmla="*/ 1038476 h 1526506"/>
                <a:gd name="csX1902" fmla="*/ 73693 w 1394911"/>
                <a:gd name="csY1902" fmla="*/ 1037724 h 1526506"/>
                <a:gd name="csX1903" fmla="*/ 73693 w 1394911"/>
                <a:gd name="csY1903" fmla="*/ 1036972 h 1526506"/>
                <a:gd name="csX1904" fmla="*/ 74445 w 1394911"/>
                <a:gd name="csY1904" fmla="*/ 1036220 h 1526506"/>
                <a:gd name="csX1905" fmla="*/ 75197 w 1394911"/>
                <a:gd name="csY1905" fmla="*/ 1033212 h 1526506"/>
                <a:gd name="csX1906" fmla="*/ 75949 w 1394911"/>
                <a:gd name="csY1906" fmla="*/ 1032460 h 1526506"/>
                <a:gd name="csX1907" fmla="*/ 77453 w 1394911"/>
                <a:gd name="csY1907" fmla="*/ 1030204 h 1526506"/>
                <a:gd name="csX1908" fmla="*/ 80461 w 1394911"/>
                <a:gd name="csY1908" fmla="*/ 1024188 h 1526506"/>
                <a:gd name="csX1909" fmla="*/ 83469 w 1394911"/>
                <a:gd name="csY1909" fmla="*/ 1017420 h 1526506"/>
                <a:gd name="csX1910" fmla="*/ 84973 w 1394911"/>
                <a:gd name="csY1910" fmla="*/ 1012157 h 1526506"/>
                <a:gd name="csX1911" fmla="*/ 87229 w 1394911"/>
                <a:gd name="csY1911" fmla="*/ 1005389 h 1526506"/>
                <a:gd name="csX1912" fmla="*/ 87981 w 1394911"/>
                <a:gd name="csY1912" fmla="*/ 1004637 h 1526506"/>
                <a:gd name="csX1913" fmla="*/ 90237 w 1394911"/>
                <a:gd name="csY1913" fmla="*/ 1002381 h 1526506"/>
                <a:gd name="csX1914" fmla="*/ 90237 w 1394911"/>
                <a:gd name="csY1914" fmla="*/ 1001629 h 1526506"/>
                <a:gd name="csX1915" fmla="*/ 90237 w 1394911"/>
                <a:gd name="csY1915" fmla="*/ 1000877 h 1526506"/>
                <a:gd name="csX1916" fmla="*/ 90237 w 1394911"/>
                <a:gd name="csY1916" fmla="*/ 1000125 h 1526506"/>
                <a:gd name="csX1917" fmla="*/ 90237 w 1394911"/>
                <a:gd name="csY1917" fmla="*/ 999373 h 1526506"/>
                <a:gd name="csX1918" fmla="*/ 90237 w 1394911"/>
                <a:gd name="csY1918" fmla="*/ 998621 h 1526506"/>
                <a:gd name="csX1919" fmla="*/ 86477 w 1394911"/>
                <a:gd name="csY1919" fmla="*/ 993357 h 1526506"/>
                <a:gd name="csX1920" fmla="*/ 85725 w 1394911"/>
                <a:gd name="csY1920" fmla="*/ 992605 h 1526506"/>
                <a:gd name="csX1921" fmla="*/ 85725 w 1394911"/>
                <a:gd name="csY1921" fmla="*/ 991853 h 1526506"/>
                <a:gd name="csX1922" fmla="*/ 85725 w 1394911"/>
                <a:gd name="csY1922" fmla="*/ 988093 h 1526506"/>
                <a:gd name="csX1923" fmla="*/ 85725 w 1394911"/>
                <a:gd name="csY1923" fmla="*/ 987341 h 1526506"/>
                <a:gd name="csX1924" fmla="*/ 83469 w 1394911"/>
                <a:gd name="csY1924" fmla="*/ 983582 h 1526506"/>
                <a:gd name="csX1925" fmla="*/ 83469 w 1394911"/>
                <a:gd name="csY1925" fmla="*/ 982078 h 1526506"/>
                <a:gd name="csX1926" fmla="*/ 82717 w 1394911"/>
                <a:gd name="csY1926" fmla="*/ 980574 h 1526506"/>
                <a:gd name="csX1927" fmla="*/ 90989 w 1394911"/>
                <a:gd name="csY1927" fmla="*/ 968542 h 1526506"/>
                <a:gd name="csX1928" fmla="*/ 93244 w 1394911"/>
                <a:gd name="csY1928" fmla="*/ 965534 h 1526506"/>
                <a:gd name="csX1929" fmla="*/ 97004 w 1394911"/>
                <a:gd name="csY1929" fmla="*/ 961774 h 1526506"/>
                <a:gd name="csX1930" fmla="*/ 97757 w 1394911"/>
                <a:gd name="csY1930" fmla="*/ 960270 h 1526506"/>
                <a:gd name="csX1931" fmla="*/ 98508 w 1394911"/>
                <a:gd name="csY1931" fmla="*/ 958014 h 1526506"/>
                <a:gd name="csX1932" fmla="*/ 99261 w 1394911"/>
                <a:gd name="csY1932" fmla="*/ 955759 h 1526506"/>
                <a:gd name="csX1933" fmla="*/ 100012 w 1394911"/>
                <a:gd name="csY1933" fmla="*/ 952751 h 1526506"/>
                <a:gd name="csX1934" fmla="*/ 99261 w 1394911"/>
                <a:gd name="csY1934" fmla="*/ 948239 h 1526506"/>
                <a:gd name="csX1935" fmla="*/ 98508 w 1394911"/>
                <a:gd name="csY1935" fmla="*/ 945231 h 1526506"/>
                <a:gd name="csX1936" fmla="*/ 97757 w 1394911"/>
                <a:gd name="csY1936" fmla="*/ 941471 h 1526506"/>
                <a:gd name="csX1937" fmla="*/ 94749 w 1394911"/>
                <a:gd name="csY1937" fmla="*/ 935455 h 1526506"/>
                <a:gd name="csX1938" fmla="*/ 93244 w 1394911"/>
                <a:gd name="csY1938" fmla="*/ 932447 h 1526506"/>
                <a:gd name="csX1939" fmla="*/ 93244 w 1394911"/>
                <a:gd name="csY1939" fmla="*/ 931695 h 1526506"/>
                <a:gd name="csX1940" fmla="*/ 91741 w 1394911"/>
                <a:gd name="csY1940" fmla="*/ 928688 h 1526506"/>
                <a:gd name="csX1941" fmla="*/ 91741 w 1394911"/>
                <a:gd name="csY1941" fmla="*/ 924928 h 1526506"/>
                <a:gd name="csX1942" fmla="*/ 91741 w 1394911"/>
                <a:gd name="csY1942" fmla="*/ 921168 h 1526506"/>
                <a:gd name="csX1943" fmla="*/ 91741 w 1394911"/>
                <a:gd name="csY1943" fmla="*/ 919664 h 1526506"/>
                <a:gd name="csX1944" fmla="*/ 92493 w 1394911"/>
                <a:gd name="csY1944" fmla="*/ 918160 h 1526506"/>
                <a:gd name="csX1945" fmla="*/ 96253 w 1394911"/>
                <a:gd name="csY1945" fmla="*/ 909888 h 1526506"/>
                <a:gd name="csX1946" fmla="*/ 98508 w 1394911"/>
                <a:gd name="csY1946" fmla="*/ 903120 h 1526506"/>
                <a:gd name="csX1947" fmla="*/ 98508 w 1394911"/>
                <a:gd name="csY1947" fmla="*/ 900864 h 1526506"/>
                <a:gd name="csX1948" fmla="*/ 98508 w 1394911"/>
                <a:gd name="csY1948" fmla="*/ 899361 h 1526506"/>
                <a:gd name="csX1949" fmla="*/ 97757 w 1394911"/>
                <a:gd name="csY1949" fmla="*/ 898609 h 1526506"/>
                <a:gd name="csX1950" fmla="*/ 97004 w 1394911"/>
                <a:gd name="csY1950" fmla="*/ 897857 h 1526506"/>
                <a:gd name="csX1951" fmla="*/ 96253 w 1394911"/>
                <a:gd name="csY1951" fmla="*/ 897857 h 1526506"/>
                <a:gd name="csX1952" fmla="*/ 92493 w 1394911"/>
                <a:gd name="csY1952" fmla="*/ 896353 h 1526506"/>
                <a:gd name="csX1953" fmla="*/ 85725 w 1394911"/>
                <a:gd name="csY1953" fmla="*/ 892593 h 1526506"/>
                <a:gd name="csX1954" fmla="*/ 84973 w 1394911"/>
                <a:gd name="csY1954" fmla="*/ 891841 h 1526506"/>
                <a:gd name="csX1955" fmla="*/ 80461 w 1394911"/>
                <a:gd name="csY1955" fmla="*/ 884321 h 1526506"/>
                <a:gd name="csX1956" fmla="*/ 77453 w 1394911"/>
                <a:gd name="csY1956" fmla="*/ 880561 h 1526506"/>
                <a:gd name="csX1957" fmla="*/ 76701 w 1394911"/>
                <a:gd name="csY1957" fmla="*/ 879809 h 1526506"/>
                <a:gd name="csX1958" fmla="*/ 68429 w 1394911"/>
                <a:gd name="csY1958" fmla="*/ 875297 h 1526506"/>
                <a:gd name="csX1959" fmla="*/ 67678 w 1394911"/>
                <a:gd name="csY1959" fmla="*/ 874545 h 1526506"/>
                <a:gd name="csX1960" fmla="*/ 66925 w 1394911"/>
                <a:gd name="csY1960" fmla="*/ 873793 h 1526506"/>
                <a:gd name="csX1961" fmla="*/ 60910 w 1394911"/>
                <a:gd name="csY1961" fmla="*/ 856498 h 1526506"/>
                <a:gd name="csX1962" fmla="*/ 60158 w 1394911"/>
                <a:gd name="csY1962" fmla="*/ 854994 h 1526506"/>
                <a:gd name="csX1963" fmla="*/ 52638 w 1394911"/>
                <a:gd name="csY1963" fmla="*/ 844466 h 1526506"/>
                <a:gd name="csX1964" fmla="*/ 47374 w 1394911"/>
                <a:gd name="csY1964" fmla="*/ 824163 h 1526506"/>
                <a:gd name="csX1965" fmla="*/ 45118 w 1394911"/>
                <a:gd name="csY1965" fmla="*/ 806116 h 1526506"/>
                <a:gd name="csX1966" fmla="*/ 45118 w 1394911"/>
                <a:gd name="csY1966" fmla="*/ 791076 h 1526506"/>
                <a:gd name="csX1967" fmla="*/ 45870 w 1394911"/>
                <a:gd name="csY1967" fmla="*/ 790324 h 1526506"/>
                <a:gd name="csX1968" fmla="*/ 46622 w 1394911"/>
                <a:gd name="csY1968" fmla="*/ 788068 h 1526506"/>
                <a:gd name="csX1969" fmla="*/ 48126 w 1394911"/>
                <a:gd name="csY1969" fmla="*/ 781301 h 1526506"/>
                <a:gd name="csX1970" fmla="*/ 51134 w 1394911"/>
                <a:gd name="csY1970" fmla="*/ 773029 h 1526506"/>
                <a:gd name="csX1971" fmla="*/ 54142 w 1394911"/>
                <a:gd name="csY1971" fmla="*/ 761749 h 1526506"/>
                <a:gd name="csX1972" fmla="*/ 57150 w 1394911"/>
                <a:gd name="csY1972" fmla="*/ 754230 h 1526506"/>
                <a:gd name="csX1973" fmla="*/ 58654 w 1394911"/>
                <a:gd name="csY1973" fmla="*/ 751974 h 1526506"/>
                <a:gd name="csX1974" fmla="*/ 63918 w 1394911"/>
                <a:gd name="csY1974" fmla="*/ 749718 h 1526506"/>
                <a:gd name="csX1975" fmla="*/ 66925 w 1394911"/>
                <a:gd name="csY1975" fmla="*/ 747462 h 1526506"/>
                <a:gd name="csX1976" fmla="*/ 71438 w 1394911"/>
                <a:gd name="csY1976" fmla="*/ 743702 h 1526506"/>
                <a:gd name="csX1977" fmla="*/ 72942 w 1394911"/>
                <a:gd name="csY1977" fmla="*/ 742198 h 1526506"/>
                <a:gd name="csX1978" fmla="*/ 73693 w 1394911"/>
                <a:gd name="csY1978" fmla="*/ 741446 h 1526506"/>
                <a:gd name="csX1979" fmla="*/ 74445 w 1394911"/>
                <a:gd name="csY1979" fmla="*/ 739942 h 1526506"/>
                <a:gd name="csX1980" fmla="*/ 75197 w 1394911"/>
                <a:gd name="csY1980" fmla="*/ 736934 h 1526506"/>
                <a:gd name="csX1981" fmla="*/ 75197 w 1394911"/>
                <a:gd name="csY1981" fmla="*/ 734678 h 1526506"/>
                <a:gd name="csX1982" fmla="*/ 75197 w 1394911"/>
                <a:gd name="csY1982" fmla="*/ 730918 h 1526506"/>
                <a:gd name="csX1983" fmla="*/ 75197 w 1394911"/>
                <a:gd name="csY1983" fmla="*/ 730167 h 1526506"/>
                <a:gd name="csX1984" fmla="*/ 75197 w 1394911"/>
                <a:gd name="csY1984" fmla="*/ 729415 h 1526506"/>
                <a:gd name="csX1985" fmla="*/ 74445 w 1394911"/>
                <a:gd name="csY1985" fmla="*/ 728662 h 1526506"/>
                <a:gd name="csX1986" fmla="*/ 73693 w 1394911"/>
                <a:gd name="csY1986" fmla="*/ 727910 h 1526506"/>
                <a:gd name="csX1987" fmla="*/ 63166 w 1394911"/>
                <a:gd name="csY1987" fmla="*/ 724903 h 1526506"/>
                <a:gd name="csX1988" fmla="*/ 60158 w 1394911"/>
                <a:gd name="csY1988" fmla="*/ 722647 h 1526506"/>
                <a:gd name="csX1989" fmla="*/ 59406 w 1394911"/>
                <a:gd name="csY1989" fmla="*/ 721895 h 1526506"/>
                <a:gd name="csX1990" fmla="*/ 59406 w 1394911"/>
                <a:gd name="csY1990" fmla="*/ 718887 h 1526506"/>
                <a:gd name="csX1991" fmla="*/ 59406 w 1394911"/>
                <a:gd name="csY1991" fmla="*/ 713623 h 1526506"/>
                <a:gd name="csX1992" fmla="*/ 62414 w 1394911"/>
                <a:gd name="csY1992" fmla="*/ 696328 h 1526506"/>
                <a:gd name="csX1993" fmla="*/ 63166 w 1394911"/>
                <a:gd name="csY1993" fmla="*/ 694824 h 1526506"/>
                <a:gd name="csX1994" fmla="*/ 63166 w 1394911"/>
                <a:gd name="csY1994" fmla="*/ 694072 h 1526506"/>
                <a:gd name="csX1995" fmla="*/ 63918 w 1394911"/>
                <a:gd name="csY1995" fmla="*/ 693320 h 1526506"/>
                <a:gd name="csX1996" fmla="*/ 72189 w 1394911"/>
                <a:gd name="csY1996" fmla="*/ 687304 h 1526506"/>
                <a:gd name="csX1997" fmla="*/ 73693 w 1394911"/>
                <a:gd name="csY1997" fmla="*/ 686552 h 1526506"/>
                <a:gd name="csX1998" fmla="*/ 74445 w 1394911"/>
                <a:gd name="csY1998" fmla="*/ 685800 h 1526506"/>
                <a:gd name="csX1999" fmla="*/ 75949 w 1394911"/>
                <a:gd name="csY1999" fmla="*/ 685048 h 1526506"/>
                <a:gd name="csX2000" fmla="*/ 76701 w 1394911"/>
                <a:gd name="csY2000" fmla="*/ 684296 h 1526506"/>
                <a:gd name="csX2001" fmla="*/ 77453 w 1394911"/>
                <a:gd name="csY2001" fmla="*/ 682792 h 1526506"/>
                <a:gd name="csX2002" fmla="*/ 77453 w 1394911"/>
                <a:gd name="csY2002" fmla="*/ 682040 h 1526506"/>
                <a:gd name="csX2003" fmla="*/ 76701 w 1394911"/>
                <a:gd name="csY2003" fmla="*/ 681288 h 1526506"/>
                <a:gd name="csX2004" fmla="*/ 76701 w 1394911"/>
                <a:gd name="csY2004" fmla="*/ 680536 h 1526506"/>
                <a:gd name="csX2005" fmla="*/ 75949 w 1394911"/>
                <a:gd name="csY2005" fmla="*/ 679032 h 1526506"/>
                <a:gd name="csX2006" fmla="*/ 73693 w 1394911"/>
                <a:gd name="csY2006" fmla="*/ 676024 h 1526506"/>
                <a:gd name="csX2007" fmla="*/ 54894 w 1394911"/>
                <a:gd name="csY2007" fmla="*/ 663241 h 1526506"/>
                <a:gd name="csX2008" fmla="*/ 53390 w 1394911"/>
                <a:gd name="csY2008" fmla="*/ 660985 h 1526506"/>
                <a:gd name="csX2009" fmla="*/ 51134 w 1394911"/>
                <a:gd name="csY2009" fmla="*/ 657225 h 1526506"/>
                <a:gd name="csX2010" fmla="*/ 49630 w 1394911"/>
                <a:gd name="csY2010" fmla="*/ 654969 h 1526506"/>
                <a:gd name="csX2011" fmla="*/ 49630 w 1394911"/>
                <a:gd name="csY2011" fmla="*/ 651961 h 1526506"/>
                <a:gd name="csX2012" fmla="*/ 49630 w 1394911"/>
                <a:gd name="csY2012" fmla="*/ 651209 h 1526506"/>
                <a:gd name="csX2013" fmla="*/ 49630 w 1394911"/>
                <a:gd name="csY2013" fmla="*/ 649705 h 1526506"/>
                <a:gd name="csX2014" fmla="*/ 50382 w 1394911"/>
                <a:gd name="csY2014" fmla="*/ 646697 h 1526506"/>
                <a:gd name="csX2015" fmla="*/ 51134 w 1394911"/>
                <a:gd name="csY2015" fmla="*/ 644441 h 1526506"/>
                <a:gd name="csX2016" fmla="*/ 62414 w 1394911"/>
                <a:gd name="csY2016" fmla="*/ 627146 h 1526506"/>
                <a:gd name="csX2017" fmla="*/ 62414 w 1394911"/>
                <a:gd name="csY2017" fmla="*/ 626394 h 1526506"/>
                <a:gd name="csX2018" fmla="*/ 63166 w 1394911"/>
                <a:gd name="csY2018" fmla="*/ 624890 h 1526506"/>
                <a:gd name="csX2019" fmla="*/ 62414 w 1394911"/>
                <a:gd name="csY2019" fmla="*/ 612107 h 1526506"/>
                <a:gd name="csX2020" fmla="*/ 62414 w 1394911"/>
                <a:gd name="csY2020" fmla="*/ 611355 h 1526506"/>
                <a:gd name="csX2021" fmla="*/ 61662 w 1394911"/>
                <a:gd name="csY2021" fmla="*/ 610603 h 1526506"/>
                <a:gd name="csX2022" fmla="*/ 61662 w 1394911"/>
                <a:gd name="csY2022" fmla="*/ 609851 h 1526506"/>
                <a:gd name="csX2023" fmla="*/ 60910 w 1394911"/>
                <a:gd name="csY2023" fmla="*/ 609851 h 1526506"/>
                <a:gd name="csX2024" fmla="*/ 60158 w 1394911"/>
                <a:gd name="csY2024" fmla="*/ 609099 h 1526506"/>
                <a:gd name="csX2025" fmla="*/ 57902 w 1394911"/>
                <a:gd name="csY2025" fmla="*/ 607595 h 1526506"/>
                <a:gd name="csX2026" fmla="*/ 56398 w 1394911"/>
                <a:gd name="csY2026" fmla="*/ 606843 h 1526506"/>
                <a:gd name="csX2027" fmla="*/ 46622 w 1394911"/>
                <a:gd name="csY2027" fmla="*/ 604587 h 1526506"/>
                <a:gd name="csX2028" fmla="*/ 40606 w 1394911"/>
                <a:gd name="csY2028" fmla="*/ 601579 h 1526506"/>
                <a:gd name="csX2029" fmla="*/ 39855 w 1394911"/>
                <a:gd name="csY2029" fmla="*/ 600827 h 1526506"/>
                <a:gd name="csX2030" fmla="*/ 38350 w 1394911"/>
                <a:gd name="csY2030" fmla="*/ 599323 h 1526506"/>
                <a:gd name="csX2031" fmla="*/ 36846 w 1394911"/>
                <a:gd name="csY2031" fmla="*/ 595563 h 1526506"/>
                <a:gd name="csX2032" fmla="*/ 34591 w 1394911"/>
                <a:gd name="csY2032" fmla="*/ 588795 h 1526506"/>
                <a:gd name="csX2033" fmla="*/ 34591 w 1394911"/>
                <a:gd name="csY2033" fmla="*/ 587292 h 1526506"/>
                <a:gd name="csX2034" fmla="*/ 35343 w 1394911"/>
                <a:gd name="csY2034" fmla="*/ 554204 h 1526506"/>
                <a:gd name="csX2035" fmla="*/ 36095 w 1394911"/>
                <a:gd name="csY2035" fmla="*/ 551197 h 1526506"/>
                <a:gd name="csX2036" fmla="*/ 36095 w 1394911"/>
                <a:gd name="csY2036" fmla="*/ 550445 h 1526506"/>
                <a:gd name="csX2037" fmla="*/ 36095 w 1394911"/>
                <a:gd name="csY2037" fmla="*/ 549693 h 1526506"/>
                <a:gd name="csX2038" fmla="*/ 36846 w 1394911"/>
                <a:gd name="csY2038" fmla="*/ 548941 h 1526506"/>
                <a:gd name="csX2039" fmla="*/ 37599 w 1394911"/>
                <a:gd name="csY2039" fmla="*/ 548189 h 1526506"/>
                <a:gd name="csX2040" fmla="*/ 45870 w 1394911"/>
                <a:gd name="csY2040" fmla="*/ 543677 h 1526506"/>
                <a:gd name="csX2041" fmla="*/ 47374 w 1394911"/>
                <a:gd name="csY2041" fmla="*/ 542925 h 1526506"/>
                <a:gd name="csX2042" fmla="*/ 48878 w 1394911"/>
                <a:gd name="csY2042" fmla="*/ 541421 h 1526506"/>
                <a:gd name="csX2043" fmla="*/ 54142 w 1394911"/>
                <a:gd name="csY2043" fmla="*/ 533901 h 1526506"/>
                <a:gd name="csX2044" fmla="*/ 54894 w 1394911"/>
                <a:gd name="csY2044" fmla="*/ 533901 h 1526506"/>
                <a:gd name="csX2045" fmla="*/ 56398 w 1394911"/>
                <a:gd name="csY2045" fmla="*/ 532397 h 1526506"/>
                <a:gd name="csX2046" fmla="*/ 66174 w 1394911"/>
                <a:gd name="csY2046" fmla="*/ 529389 h 1526506"/>
                <a:gd name="csX2047" fmla="*/ 67678 w 1394911"/>
                <a:gd name="csY2047" fmla="*/ 528637 h 1526506"/>
                <a:gd name="csX2048" fmla="*/ 70685 w 1394911"/>
                <a:gd name="csY2048" fmla="*/ 525630 h 1526506"/>
                <a:gd name="csX2049" fmla="*/ 71438 w 1394911"/>
                <a:gd name="csY2049" fmla="*/ 524878 h 1526506"/>
                <a:gd name="csX2050" fmla="*/ 72189 w 1394911"/>
                <a:gd name="csY2050" fmla="*/ 524126 h 1526506"/>
                <a:gd name="csX2051" fmla="*/ 73693 w 1394911"/>
                <a:gd name="csY2051" fmla="*/ 523374 h 1526506"/>
                <a:gd name="csX2052" fmla="*/ 75197 w 1394911"/>
                <a:gd name="csY2052" fmla="*/ 522622 h 1526506"/>
                <a:gd name="csX2053" fmla="*/ 75949 w 1394911"/>
                <a:gd name="csY2053" fmla="*/ 521870 h 1526506"/>
                <a:gd name="csX2054" fmla="*/ 75949 w 1394911"/>
                <a:gd name="csY2054" fmla="*/ 521118 h 1526506"/>
                <a:gd name="csX2055" fmla="*/ 75949 w 1394911"/>
                <a:gd name="csY2055" fmla="*/ 520366 h 1526506"/>
                <a:gd name="csX2056" fmla="*/ 72189 w 1394911"/>
                <a:gd name="csY2056" fmla="*/ 515102 h 1526506"/>
                <a:gd name="csX2057" fmla="*/ 70685 w 1394911"/>
                <a:gd name="csY2057" fmla="*/ 512846 h 1526506"/>
                <a:gd name="csX2058" fmla="*/ 68429 w 1394911"/>
                <a:gd name="csY2058" fmla="*/ 511342 h 1526506"/>
                <a:gd name="csX2059" fmla="*/ 66174 w 1394911"/>
                <a:gd name="csY2059" fmla="*/ 509838 h 1526506"/>
                <a:gd name="csX2060" fmla="*/ 62414 w 1394911"/>
                <a:gd name="csY2060" fmla="*/ 508334 h 1526506"/>
                <a:gd name="csX2061" fmla="*/ 60910 w 1394911"/>
                <a:gd name="csY2061" fmla="*/ 508334 h 1526506"/>
                <a:gd name="csX2062" fmla="*/ 59406 w 1394911"/>
                <a:gd name="csY2062" fmla="*/ 507582 h 1526506"/>
                <a:gd name="csX2063" fmla="*/ 57150 w 1394911"/>
                <a:gd name="csY2063" fmla="*/ 508334 h 1526506"/>
                <a:gd name="csX2064" fmla="*/ 53390 w 1394911"/>
                <a:gd name="csY2064" fmla="*/ 508334 h 1526506"/>
                <a:gd name="csX2065" fmla="*/ 50382 w 1394911"/>
                <a:gd name="csY2065" fmla="*/ 509838 h 1526506"/>
                <a:gd name="csX2066" fmla="*/ 48878 w 1394911"/>
                <a:gd name="csY2066" fmla="*/ 509838 h 1526506"/>
                <a:gd name="csX2067" fmla="*/ 48126 w 1394911"/>
                <a:gd name="csY2067" fmla="*/ 509838 h 1526506"/>
                <a:gd name="csX2068" fmla="*/ 47374 w 1394911"/>
                <a:gd name="csY2068" fmla="*/ 509086 h 1526506"/>
                <a:gd name="csX2069" fmla="*/ 46622 w 1394911"/>
                <a:gd name="csY2069" fmla="*/ 508334 h 1526506"/>
                <a:gd name="csX2070" fmla="*/ 45870 w 1394911"/>
                <a:gd name="csY2070" fmla="*/ 506078 h 1526506"/>
                <a:gd name="csX2071" fmla="*/ 45118 w 1394911"/>
                <a:gd name="csY2071" fmla="*/ 499310 h 1526506"/>
                <a:gd name="csX2072" fmla="*/ 45118 w 1394911"/>
                <a:gd name="csY2072" fmla="*/ 497806 h 1526506"/>
                <a:gd name="csX2073" fmla="*/ 45118 w 1394911"/>
                <a:gd name="csY2073" fmla="*/ 496303 h 1526506"/>
                <a:gd name="csX2074" fmla="*/ 45870 w 1394911"/>
                <a:gd name="csY2074" fmla="*/ 495551 h 1526506"/>
                <a:gd name="csX2075" fmla="*/ 45870 w 1394911"/>
                <a:gd name="csY2075" fmla="*/ 494799 h 1526506"/>
                <a:gd name="csX2076" fmla="*/ 47374 w 1394911"/>
                <a:gd name="csY2076" fmla="*/ 493295 h 1526506"/>
                <a:gd name="csX2077" fmla="*/ 48126 w 1394911"/>
                <a:gd name="csY2077" fmla="*/ 492543 h 1526506"/>
                <a:gd name="csX2078" fmla="*/ 49630 w 1394911"/>
                <a:gd name="csY2078" fmla="*/ 491791 h 1526506"/>
                <a:gd name="csX2079" fmla="*/ 57150 w 1394911"/>
                <a:gd name="csY2079" fmla="*/ 488031 h 1526506"/>
                <a:gd name="csX2080" fmla="*/ 67678 w 1394911"/>
                <a:gd name="csY2080" fmla="*/ 484271 h 1526506"/>
                <a:gd name="csX2081" fmla="*/ 69182 w 1394911"/>
                <a:gd name="csY2081" fmla="*/ 483519 h 1526506"/>
                <a:gd name="csX2082" fmla="*/ 69933 w 1394911"/>
                <a:gd name="csY2082" fmla="*/ 482767 h 1526506"/>
                <a:gd name="csX2083" fmla="*/ 70685 w 1394911"/>
                <a:gd name="csY2083" fmla="*/ 482015 h 1526506"/>
                <a:gd name="csX2084" fmla="*/ 71438 w 1394911"/>
                <a:gd name="csY2084" fmla="*/ 481263 h 1526506"/>
                <a:gd name="csX2085" fmla="*/ 72189 w 1394911"/>
                <a:gd name="csY2085" fmla="*/ 479759 h 1526506"/>
                <a:gd name="csX2086" fmla="*/ 73693 w 1394911"/>
                <a:gd name="csY2086" fmla="*/ 475247 h 1526506"/>
                <a:gd name="csX2087" fmla="*/ 73693 w 1394911"/>
                <a:gd name="csY2087" fmla="*/ 473743 h 1526506"/>
                <a:gd name="csX2088" fmla="*/ 73693 w 1394911"/>
                <a:gd name="csY2088" fmla="*/ 472239 h 1526506"/>
                <a:gd name="csX2089" fmla="*/ 72942 w 1394911"/>
                <a:gd name="csY2089" fmla="*/ 471487 h 1526506"/>
                <a:gd name="csX2090" fmla="*/ 71438 w 1394911"/>
                <a:gd name="csY2090" fmla="*/ 470736 h 1526506"/>
                <a:gd name="csX2091" fmla="*/ 69182 w 1394911"/>
                <a:gd name="csY2091" fmla="*/ 469232 h 1526506"/>
                <a:gd name="csX2092" fmla="*/ 57902 w 1394911"/>
                <a:gd name="csY2092" fmla="*/ 463968 h 1526506"/>
                <a:gd name="csX2093" fmla="*/ 44366 w 1394911"/>
                <a:gd name="csY2093" fmla="*/ 459456 h 1526506"/>
                <a:gd name="csX2094" fmla="*/ 21807 w 1394911"/>
                <a:gd name="csY2094" fmla="*/ 456448 h 1526506"/>
                <a:gd name="csX2095" fmla="*/ 21055 w 1394911"/>
                <a:gd name="csY2095" fmla="*/ 456448 h 1526506"/>
                <a:gd name="csX2096" fmla="*/ 19551 w 1394911"/>
                <a:gd name="csY2096" fmla="*/ 455696 h 1526506"/>
                <a:gd name="csX2097" fmla="*/ 18047 w 1394911"/>
                <a:gd name="csY2097" fmla="*/ 454944 h 1526506"/>
                <a:gd name="csX2098" fmla="*/ 17295 w 1394911"/>
                <a:gd name="csY2098" fmla="*/ 454192 h 1526506"/>
                <a:gd name="csX2099" fmla="*/ 16544 w 1394911"/>
                <a:gd name="csY2099" fmla="*/ 453440 h 1526506"/>
                <a:gd name="csX2100" fmla="*/ 16544 w 1394911"/>
                <a:gd name="csY2100" fmla="*/ 452688 h 1526506"/>
                <a:gd name="csX2101" fmla="*/ 14287 w 1394911"/>
                <a:gd name="csY2101" fmla="*/ 448176 h 1526506"/>
                <a:gd name="csX2102" fmla="*/ 13535 w 1394911"/>
                <a:gd name="csY2102" fmla="*/ 445920 h 1526506"/>
                <a:gd name="csX2103" fmla="*/ 12784 w 1394911"/>
                <a:gd name="csY2103" fmla="*/ 444417 h 1526506"/>
                <a:gd name="csX2104" fmla="*/ 12031 w 1394911"/>
                <a:gd name="csY2104" fmla="*/ 443664 h 1526506"/>
                <a:gd name="csX2105" fmla="*/ 11280 w 1394911"/>
                <a:gd name="csY2105" fmla="*/ 442160 h 1526506"/>
                <a:gd name="csX2106" fmla="*/ 10527 w 1394911"/>
                <a:gd name="csY2106" fmla="*/ 442160 h 1526506"/>
                <a:gd name="csX2107" fmla="*/ 9776 w 1394911"/>
                <a:gd name="csY2107" fmla="*/ 441408 h 1526506"/>
                <a:gd name="csX2108" fmla="*/ 3760 w 1394911"/>
                <a:gd name="csY2108" fmla="*/ 438401 h 1526506"/>
                <a:gd name="csX2109" fmla="*/ 3008 w 1394911"/>
                <a:gd name="csY2109" fmla="*/ 437649 h 1526506"/>
                <a:gd name="csX2110" fmla="*/ 1504 w 1394911"/>
                <a:gd name="csY2110" fmla="*/ 435393 h 1526506"/>
                <a:gd name="csX2111" fmla="*/ 752 w 1394911"/>
                <a:gd name="csY2111" fmla="*/ 433137 h 1526506"/>
                <a:gd name="csX2112" fmla="*/ 0 w 1394911"/>
                <a:gd name="csY2112" fmla="*/ 431633 h 1526506"/>
                <a:gd name="csX2113" fmla="*/ 0 w 1394911"/>
                <a:gd name="csY2113" fmla="*/ 430129 h 1526506"/>
                <a:gd name="csX2114" fmla="*/ 0 w 1394911"/>
                <a:gd name="csY2114" fmla="*/ 429377 h 1526506"/>
                <a:gd name="csX2115" fmla="*/ 0 w 1394911"/>
                <a:gd name="csY2115" fmla="*/ 428625 h 1526506"/>
                <a:gd name="csX2116" fmla="*/ 1504 w 1394911"/>
                <a:gd name="csY2116" fmla="*/ 424113 h 1526506"/>
                <a:gd name="csX2117" fmla="*/ 2256 w 1394911"/>
                <a:gd name="csY2117" fmla="*/ 422609 h 1526506"/>
                <a:gd name="csX2118" fmla="*/ 6016 w 1394911"/>
                <a:gd name="csY2118" fmla="*/ 415841 h 1526506"/>
                <a:gd name="csX2119" fmla="*/ 8272 w 1394911"/>
                <a:gd name="csY2119" fmla="*/ 413586 h 1526506"/>
                <a:gd name="csX2120" fmla="*/ 9776 w 1394911"/>
                <a:gd name="csY2120" fmla="*/ 412834 h 1526506"/>
                <a:gd name="csX2121" fmla="*/ 10527 w 1394911"/>
                <a:gd name="csY2121" fmla="*/ 412834 h 1526506"/>
                <a:gd name="csX2122" fmla="*/ 14287 w 1394911"/>
                <a:gd name="csY2122" fmla="*/ 409826 h 1526506"/>
                <a:gd name="csX2123" fmla="*/ 15791 w 1394911"/>
                <a:gd name="csY2123" fmla="*/ 408322 h 1526506"/>
                <a:gd name="csX2124" fmla="*/ 16544 w 1394911"/>
                <a:gd name="csY2124" fmla="*/ 406818 h 1526506"/>
                <a:gd name="csX2125" fmla="*/ 21055 w 1394911"/>
                <a:gd name="csY2125" fmla="*/ 394034 h 1526506"/>
                <a:gd name="csX2126" fmla="*/ 28575 w 1394911"/>
                <a:gd name="csY2126" fmla="*/ 378243 h 1526506"/>
                <a:gd name="csX2127" fmla="*/ 30831 w 1394911"/>
                <a:gd name="csY2127" fmla="*/ 374483 h 1526506"/>
                <a:gd name="csX2128" fmla="*/ 31583 w 1394911"/>
                <a:gd name="csY2128" fmla="*/ 373731 h 1526506"/>
                <a:gd name="csX2129" fmla="*/ 33839 w 1394911"/>
                <a:gd name="csY2129" fmla="*/ 372227 h 1526506"/>
                <a:gd name="csX2130" fmla="*/ 38350 w 1394911"/>
                <a:gd name="csY2130" fmla="*/ 369971 h 1526506"/>
                <a:gd name="csX2131" fmla="*/ 43614 w 1394911"/>
                <a:gd name="csY2131" fmla="*/ 367715 h 1526506"/>
                <a:gd name="csX2132" fmla="*/ 46622 w 1394911"/>
                <a:gd name="csY2132" fmla="*/ 367715 h 1526506"/>
                <a:gd name="csX2133" fmla="*/ 47374 w 1394911"/>
                <a:gd name="csY2133" fmla="*/ 366963 h 1526506"/>
                <a:gd name="csX2134" fmla="*/ 48878 w 1394911"/>
                <a:gd name="csY2134" fmla="*/ 366211 h 1526506"/>
                <a:gd name="csX2135" fmla="*/ 50382 w 1394911"/>
                <a:gd name="csY2135" fmla="*/ 364707 h 1526506"/>
                <a:gd name="csX2136" fmla="*/ 51134 w 1394911"/>
                <a:gd name="csY2136" fmla="*/ 363955 h 1526506"/>
                <a:gd name="csX2137" fmla="*/ 51886 w 1394911"/>
                <a:gd name="csY2137" fmla="*/ 362451 h 1526506"/>
                <a:gd name="csX2138" fmla="*/ 51134 w 1394911"/>
                <a:gd name="csY2138" fmla="*/ 361699 h 1526506"/>
                <a:gd name="csX2139" fmla="*/ 45870 w 1394911"/>
                <a:gd name="csY2139" fmla="*/ 354931 h 1526506"/>
                <a:gd name="csX2140" fmla="*/ 45870 w 1394911"/>
                <a:gd name="csY2140" fmla="*/ 353428 h 1526506"/>
                <a:gd name="csX2141" fmla="*/ 45118 w 1394911"/>
                <a:gd name="csY2141" fmla="*/ 352676 h 1526506"/>
                <a:gd name="csX2142" fmla="*/ 45118 w 1394911"/>
                <a:gd name="csY2142" fmla="*/ 351924 h 1526506"/>
                <a:gd name="csX2143" fmla="*/ 45118 w 1394911"/>
                <a:gd name="csY2143" fmla="*/ 350420 h 1526506"/>
                <a:gd name="csX2144" fmla="*/ 45118 w 1394911"/>
                <a:gd name="csY2144" fmla="*/ 349668 h 1526506"/>
                <a:gd name="csX2145" fmla="*/ 44366 w 1394911"/>
                <a:gd name="csY2145" fmla="*/ 349668 h 1526506"/>
                <a:gd name="csX2146" fmla="*/ 43614 w 1394911"/>
                <a:gd name="csY2146" fmla="*/ 348916 h 1526506"/>
                <a:gd name="csX2147" fmla="*/ 42110 w 1394911"/>
                <a:gd name="csY2147" fmla="*/ 348164 h 1526506"/>
                <a:gd name="csX2148" fmla="*/ 40606 w 1394911"/>
                <a:gd name="csY2148" fmla="*/ 348164 h 1526506"/>
                <a:gd name="csX2149" fmla="*/ 39855 w 1394911"/>
                <a:gd name="csY2149" fmla="*/ 347412 h 1526506"/>
                <a:gd name="csX2150" fmla="*/ 39855 w 1394911"/>
                <a:gd name="csY2150" fmla="*/ 345908 h 1526506"/>
                <a:gd name="csX2151" fmla="*/ 39855 w 1394911"/>
                <a:gd name="csY2151" fmla="*/ 344404 h 1526506"/>
                <a:gd name="csX2152" fmla="*/ 39855 w 1394911"/>
                <a:gd name="csY2152" fmla="*/ 342900 h 1526506"/>
                <a:gd name="csX2153" fmla="*/ 40606 w 1394911"/>
                <a:gd name="csY2153" fmla="*/ 342148 h 1526506"/>
                <a:gd name="csX2154" fmla="*/ 45118 w 1394911"/>
                <a:gd name="csY2154" fmla="*/ 338388 h 1526506"/>
                <a:gd name="csX2155" fmla="*/ 47374 w 1394911"/>
                <a:gd name="csY2155" fmla="*/ 336884 h 1526506"/>
                <a:gd name="csX2156" fmla="*/ 50382 w 1394911"/>
                <a:gd name="csY2156" fmla="*/ 334628 h 1526506"/>
                <a:gd name="csX2157" fmla="*/ 56398 w 1394911"/>
                <a:gd name="csY2157" fmla="*/ 327861 h 1526506"/>
                <a:gd name="csX2158" fmla="*/ 57150 w 1394911"/>
                <a:gd name="csY2158" fmla="*/ 327109 h 1526506"/>
                <a:gd name="csX2159" fmla="*/ 57902 w 1394911"/>
                <a:gd name="csY2159" fmla="*/ 327109 h 1526506"/>
                <a:gd name="csX2160" fmla="*/ 65422 w 1394911"/>
                <a:gd name="csY2160" fmla="*/ 323349 h 1526506"/>
                <a:gd name="csX2161" fmla="*/ 66925 w 1394911"/>
                <a:gd name="csY2161" fmla="*/ 321845 h 1526506"/>
                <a:gd name="csX2162" fmla="*/ 72942 w 1394911"/>
                <a:gd name="csY2162" fmla="*/ 315829 h 1526506"/>
                <a:gd name="csX2163" fmla="*/ 73693 w 1394911"/>
                <a:gd name="csY2163" fmla="*/ 315077 h 1526506"/>
                <a:gd name="csX2164" fmla="*/ 75949 w 1394911"/>
                <a:gd name="csY2164" fmla="*/ 314325 h 1526506"/>
                <a:gd name="csX2165" fmla="*/ 79709 w 1394911"/>
                <a:gd name="csY2165" fmla="*/ 313573 h 1526506"/>
                <a:gd name="csX2166" fmla="*/ 80461 w 1394911"/>
                <a:gd name="csY2166" fmla="*/ 313573 h 1526506"/>
                <a:gd name="csX2167" fmla="*/ 85725 w 1394911"/>
                <a:gd name="csY2167" fmla="*/ 309813 h 1526506"/>
                <a:gd name="csX2168" fmla="*/ 93244 w 1394911"/>
                <a:gd name="csY2168" fmla="*/ 306053 h 1526506"/>
                <a:gd name="csX2169" fmla="*/ 97757 w 1394911"/>
                <a:gd name="csY2169" fmla="*/ 303045 h 1526506"/>
                <a:gd name="csX2170" fmla="*/ 98508 w 1394911"/>
                <a:gd name="csY2170" fmla="*/ 301542 h 1526506"/>
                <a:gd name="csX2171" fmla="*/ 103020 w 1394911"/>
                <a:gd name="csY2171" fmla="*/ 300037 h 1526506"/>
                <a:gd name="csX2172" fmla="*/ 106028 w 1394911"/>
                <a:gd name="csY2172" fmla="*/ 298533 h 1526506"/>
                <a:gd name="csX2173" fmla="*/ 108284 w 1394911"/>
                <a:gd name="csY2173" fmla="*/ 297782 h 1526506"/>
                <a:gd name="csX2174" fmla="*/ 109036 w 1394911"/>
                <a:gd name="csY2174" fmla="*/ 297030 h 1526506"/>
                <a:gd name="csX2175" fmla="*/ 110540 w 1394911"/>
                <a:gd name="csY2175" fmla="*/ 296278 h 1526506"/>
                <a:gd name="csX2176" fmla="*/ 113548 w 1394911"/>
                <a:gd name="csY2176" fmla="*/ 292518 h 1526506"/>
                <a:gd name="csX2177" fmla="*/ 115052 w 1394911"/>
                <a:gd name="csY2177" fmla="*/ 291014 h 1526506"/>
                <a:gd name="csX2178" fmla="*/ 115804 w 1394911"/>
                <a:gd name="csY2178" fmla="*/ 290262 h 1526506"/>
                <a:gd name="csX2179" fmla="*/ 115804 w 1394911"/>
                <a:gd name="csY2179" fmla="*/ 289510 h 1526506"/>
                <a:gd name="csX2180" fmla="*/ 116556 w 1394911"/>
                <a:gd name="csY2180" fmla="*/ 288006 h 1526506"/>
                <a:gd name="csX2181" fmla="*/ 116556 w 1394911"/>
                <a:gd name="csY2181" fmla="*/ 284246 h 1526506"/>
                <a:gd name="csX2182" fmla="*/ 117308 w 1394911"/>
                <a:gd name="csY2182" fmla="*/ 282742 h 1526506"/>
                <a:gd name="csX2183" fmla="*/ 118060 w 1394911"/>
                <a:gd name="csY2183" fmla="*/ 280486 h 1526506"/>
                <a:gd name="csX2184" fmla="*/ 119564 w 1394911"/>
                <a:gd name="csY2184" fmla="*/ 278982 h 1526506"/>
                <a:gd name="csX2185" fmla="*/ 120316 w 1394911"/>
                <a:gd name="csY2185" fmla="*/ 277478 h 1526506"/>
                <a:gd name="csX2186" fmla="*/ 121820 w 1394911"/>
                <a:gd name="csY2186" fmla="*/ 276726 h 1526506"/>
                <a:gd name="csX2187" fmla="*/ 123323 w 1394911"/>
                <a:gd name="csY2187" fmla="*/ 276726 h 1526506"/>
                <a:gd name="csX2188" fmla="*/ 1155031 w 1394911"/>
                <a:gd name="csY2188" fmla="*/ 750470 h 1526506"/>
                <a:gd name="csX2189" fmla="*/ 1159544 w 1394911"/>
                <a:gd name="csY2189" fmla="*/ 748966 h 1526506"/>
                <a:gd name="csX2190" fmla="*/ 1161047 w 1394911"/>
                <a:gd name="csY2190" fmla="*/ 749718 h 1526506"/>
                <a:gd name="csX2191" fmla="*/ 1162551 w 1394911"/>
                <a:gd name="csY2191" fmla="*/ 759493 h 1526506"/>
                <a:gd name="csX2192" fmla="*/ 1161799 w 1394911"/>
                <a:gd name="csY2192" fmla="*/ 762501 h 1526506"/>
                <a:gd name="csX2193" fmla="*/ 1159544 w 1394911"/>
                <a:gd name="csY2193" fmla="*/ 764757 h 1526506"/>
                <a:gd name="csX2194" fmla="*/ 1160295 w 1394911"/>
                <a:gd name="csY2194" fmla="*/ 766261 h 1526506"/>
                <a:gd name="csX2195" fmla="*/ 1159544 w 1394911"/>
                <a:gd name="csY2195" fmla="*/ 768517 h 1526506"/>
                <a:gd name="csX2196" fmla="*/ 1158040 w 1394911"/>
                <a:gd name="csY2196" fmla="*/ 770773 h 1526506"/>
                <a:gd name="csX2197" fmla="*/ 1157287 w 1394911"/>
                <a:gd name="csY2197" fmla="*/ 773029 h 1526506"/>
                <a:gd name="csX2198" fmla="*/ 1156536 w 1394911"/>
                <a:gd name="csY2198" fmla="*/ 776037 h 1526506"/>
                <a:gd name="csX2199" fmla="*/ 1157287 w 1394911"/>
                <a:gd name="csY2199" fmla="*/ 777541 h 1526506"/>
                <a:gd name="csX2200" fmla="*/ 1158791 w 1394911"/>
                <a:gd name="csY2200" fmla="*/ 779797 h 1526506"/>
                <a:gd name="csX2201" fmla="*/ 1159544 w 1394911"/>
                <a:gd name="csY2201" fmla="*/ 781301 h 1526506"/>
                <a:gd name="csX2202" fmla="*/ 1161047 w 1394911"/>
                <a:gd name="csY2202" fmla="*/ 782805 h 1526506"/>
                <a:gd name="csX2203" fmla="*/ 1161047 w 1394911"/>
                <a:gd name="csY2203" fmla="*/ 783556 h 1526506"/>
                <a:gd name="csX2204" fmla="*/ 1161047 w 1394911"/>
                <a:gd name="csY2204" fmla="*/ 785813 h 1526506"/>
                <a:gd name="csX2205" fmla="*/ 1162551 w 1394911"/>
                <a:gd name="csY2205" fmla="*/ 787316 h 1526506"/>
                <a:gd name="csX2206" fmla="*/ 1162551 w 1394911"/>
                <a:gd name="csY2206" fmla="*/ 788820 h 1526506"/>
                <a:gd name="csX2207" fmla="*/ 1161799 w 1394911"/>
                <a:gd name="csY2207" fmla="*/ 793332 h 1526506"/>
                <a:gd name="csX2208" fmla="*/ 1159544 w 1394911"/>
                <a:gd name="csY2208" fmla="*/ 793332 h 1526506"/>
                <a:gd name="csX2209" fmla="*/ 1158791 w 1394911"/>
                <a:gd name="csY2209" fmla="*/ 793332 h 1526506"/>
                <a:gd name="csX2210" fmla="*/ 1158791 w 1394911"/>
                <a:gd name="csY2210" fmla="*/ 791076 h 1526506"/>
                <a:gd name="csX2211" fmla="*/ 1155784 w 1394911"/>
                <a:gd name="csY2211" fmla="*/ 791076 h 1526506"/>
                <a:gd name="csX2212" fmla="*/ 1154280 w 1394911"/>
                <a:gd name="csY2212" fmla="*/ 791828 h 1526506"/>
                <a:gd name="csX2213" fmla="*/ 1152776 w 1394911"/>
                <a:gd name="csY2213" fmla="*/ 787316 h 1526506"/>
                <a:gd name="csX2214" fmla="*/ 1149768 w 1394911"/>
                <a:gd name="csY2214" fmla="*/ 782805 h 1526506"/>
                <a:gd name="csX2215" fmla="*/ 1149016 w 1394911"/>
                <a:gd name="csY2215" fmla="*/ 778293 h 1526506"/>
                <a:gd name="csX2216" fmla="*/ 1149016 w 1394911"/>
                <a:gd name="csY2216" fmla="*/ 776037 h 1526506"/>
                <a:gd name="csX2217" fmla="*/ 1149768 w 1394911"/>
                <a:gd name="csY2217" fmla="*/ 774533 h 1526506"/>
                <a:gd name="csX2218" fmla="*/ 1149768 w 1394911"/>
                <a:gd name="csY2218" fmla="*/ 769269 h 1526506"/>
                <a:gd name="csX2219" fmla="*/ 1150520 w 1394911"/>
                <a:gd name="csY2219" fmla="*/ 768517 h 1526506"/>
                <a:gd name="csX2220" fmla="*/ 1151272 w 1394911"/>
                <a:gd name="csY2220" fmla="*/ 767765 h 1526506"/>
                <a:gd name="csX2221" fmla="*/ 1151272 w 1394911"/>
                <a:gd name="csY2221" fmla="*/ 767013 h 1526506"/>
                <a:gd name="csX2222" fmla="*/ 1149768 w 1394911"/>
                <a:gd name="csY2222" fmla="*/ 765509 h 1526506"/>
                <a:gd name="csX2223" fmla="*/ 1142248 w 1394911"/>
                <a:gd name="csY2223" fmla="*/ 762501 h 1526506"/>
                <a:gd name="csX2224" fmla="*/ 1139992 w 1394911"/>
                <a:gd name="csY2224" fmla="*/ 760245 h 1526506"/>
                <a:gd name="csX2225" fmla="*/ 1141496 w 1394911"/>
                <a:gd name="csY2225" fmla="*/ 757989 h 1526506"/>
                <a:gd name="csX2226" fmla="*/ 1139992 w 1394911"/>
                <a:gd name="csY2226" fmla="*/ 754982 h 1526506"/>
                <a:gd name="csX2227" fmla="*/ 1139992 w 1394911"/>
                <a:gd name="csY2227" fmla="*/ 751974 h 1526506"/>
                <a:gd name="csX2228" fmla="*/ 1141496 w 1394911"/>
                <a:gd name="csY2228" fmla="*/ 750470 h 1526506"/>
                <a:gd name="csX2229" fmla="*/ 1144504 w 1394911"/>
                <a:gd name="csY2229" fmla="*/ 749718 h 1526506"/>
                <a:gd name="csX2230" fmla="*/ 1146760 w 1394911"/>
                <a:gd name="csY2230" fmla="*/ 749718 h 1526506"/>
                <a:gd name="csX2231" fmla="*/ 1149016 w 1394911"/>
                <a:gd name="csY2231" fmla="*/ 750470 h 1526506"/>
                <a:gd name="csX2232" fmla="*/ 1152024 w 1394911"/>
                <a:gd name="csY2232" fmla="*/ 751222 h 1526506"/>
                <a:gd name="csX2233" fmla="*/ 1155031 w 1394911"/>
                <a:gd name="csY2233" fmla="*/ 750470 h 1526506"/>
                <a:gd name="csX2234" fmla="*/ 1204662 w 1394911"/>
                <a:gd name="csY2234" fmla="*/ 677528 h 1526506"/>
                <a:gd name="csX2235" fmla="*/ 1208422 w 1394911"/>
                <a:gd name="csY2235" fmla="*/ 683544 h 1526506"/>
                <a:gd name="csX2236" fmla="*/ 1209174 w 1394911"/>
                <a:gd name="csY2236" fmla="*/ 687304 h 1526506"/>
                <a:gd name="csX2237" fmla="*/ 1206166 w 1394911"/>
                <a:gd name="csY2237" fmla="*/ 688808 h 1526506"/>
                <a:gd name="csX2238" fmla="*/ 1203158 w 1394911"/>
                <a:gd name="csY2238" fmla="*/ 689560 h 1526506"/>
                <a:gd name="csX2239" fmla="*/ 1200902 w 1394911"/>
                <a:gd name="csY2239" fmla="*/ 691064 h 1526506"/>
                <a:gd name="csX2240" fmla="*/ 1195638 w 1394911"/>
                <a:gd name="csY2240" fmla="*/ 696328 h 1526506"/>
                <a:gd name="csX2241" fmla="*/ 1189623 w 1394911"/>
                <a:gd name="csY2241" fmla="*/ 700839 h 1526506"/>
                <a:gd name="csX2242" fmla="*/ 1186614 w 1394911"/>
                <a:gd name="csY2242" fmla="*/ 703095 h 1526506"/>
                <a:gd name="csX2243" fmla="*/ 1184359 w 1394911"/>
                <a:gd name="csY2243" fmla="*/ 706855 h 1526506"/>
                <a:gd name="csX2244" fmla="*/ 1182855 w 1394911"/>
                <a:gd name="csY2244" fmla="*/ 707607 h 1526506"/>
                <a:gd name="csX2245" fmla="*/ 1181351 w 1394911"/>
                <a:gd name="csY2245" fmla="*/ 707607 h 1526506"/>
                <a:gd name="csX2246" fmla="*/ 1180599 w 1394911"/>
                <a:gd name="csY2246" fmla="*/ 709111 h 1526506"/>
                <a:gd name="csX2247" fmla="*/ 1179847 w 1394911"/>
                <a:gd name="csY2247" fmla="*/ 709863 h 1526506"/>
                <a:gd name="csX2248" fmla="*/ 1179095 w 1394911"/>
                <a:gd name="csY2248" fmla="*/ 709863 h 1526506"/>
                <a:gd name="csX2249" fmla="*/ 1179095 w 1394911"/>
                <a:gd name="csY2249" fmla="*/ 707607 h 1526506"/>
                <a:gd name="csX2250" fmla="*/ 1177591 w 1394911"/>
                <a:gd name="csY2250" fmla="*/ 700839 h 1526506"/>
                <a:gd name="csX2251" fmla="*/ 1178343 w 1394911"/>
                <a:gd name="csY2251" fmla="*/ 698584 h 1526506"/>
                <a:gd name="csX2252" fmla="*/ 1179095 w 1394911"/>
                <a:gd name="csY2252" fmla="*/ 697079 h 1526506"/>
                <a:gd name="csX2253" fmla="*/ 1182855 w 1394911"/>
                <a:gd name="csY2253" fmla="*/ 694824 h 1526506"/>
                <a:gd name="csX2254" fmla="*/ 1187366 w 1394911"/>
                <a:gd name="csY2254" fmla="*/ 691816 h 1526506"/>
                <a:gd name="csX2255" fmla="*/ 1196390 w 1394911"/>
                <a:gd name="csY2255" fmla="*/ 683544 h 1526506"/>
                <a:gd name="csX2256" fmla="*/ 1196390 w 1394911"/>
                <a:gd name="csY2256" fmla="*/ 682040 h 1526506"/>
                <a:gd name="csX2257" fmla="*/ 1195638 w 1394911"/>
                <a:gd name="csY2257" fmla="*/ 682040 h 1526506"/>
                <a:gd name="csX2258" fmla="*/ 1194886 w 1394911"/>
                <a:gd name="csY2258" fmla="*/ 681288 h 1526506"/>
                <a:gd name="csX2259" fmla="*/ 1194886 w 1394911"/>
                <a:gd name="csY2259" fmla="*/ 680536 h 1526506"/>
                <a:gd name="csX2260" fmla="*/ 1195638 w 1394911"/>
                <a:gd name="csY2260" fmla="*/ 679032 h 1526506"/>
                <a:gd name="csX2261" fmla="*/ 1195638 w 1394911"/>
                <a:gd name="csY2261" fmla="*/ 679784 h 1526506"/>
                <a:gd name="csX2262" fmla="*/ 1196390 w 1394911"/>
                <a:gd name="csY2262" fmla="*/ 679784 h 1526506"/>
                <a:gd name="csX2263" fmla="*/ 1196390 w 1394911"/>
                <a:gd name="csY2263" fmla="*/ 677528 h 1526506"/>
                <a:gd name="csX2264" fmla="*/ 1194886 w 1394911"/>
                <a:gd name="csY2264" fmla="*/ 675272 h 1526506"/>
                <a:gd name="csX2265" fmla="*/ 1193382 w 1394911"/>
                <a:gd name="csY2265" fmla="*/ 673016 h 1526506"/>
                <a:gd name="csX2266" fmla="*/ 1192630 w 1394911"/>
                <a:gd name="csY2266" fmla="*/ 670760 h 1526506"/>
                <a:gd name="csX2267" fmla="*/ 1194886 w 1394911"/>
                <a:gd name="csY2267" fmla="*/ 669257 h 1526506"/>
                <a:gd name="csX2268" fmla="*/ 1200902 w 1394911"/>
                <a:gd name="csY2268" fmla="*/ 672264 h 1526506"/>
                <a:gd name="csX2269" fmla="*/ 1203910 w 1394911"/>
                <a:gd name="csY2269" fmla="*/ 674520 h 1526506"/>
                <a:gd name="csX2270" fmla="*/ 1204662 w 1394911"/>
                <a:gd name="csY2270" fmla="*/ 677528 h 1526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</a:cxnLst>
              <a:rect l="l" t="t" r="r" b="b"/>
              <a:pathLst>
                <a:path w="1394911" h="1526506">
                  <a:moveTo>
                    <a:pt x="123323" y="276726"/>
                  </a:moveTo>
                  <a:lnTo>
                    <a:pt x="142123" y="275974"/>
                  </a:lnTo>
                  <a:lnTo>
                    <a:pt x="146635" y="276726"/>
                  </a:lnTo>
                  <a:lnTo>
                    <a:pt x="148139" y="277478"/>
                  </a:lnTo>
                  <a:lnTo>
                    <a:pt x="150395" y="278982"/>
                  </a:lnTo>
                  <a:lnTo>
                    <a:pt x="160170" y="289510"/>
                  </a:lnTo>
                  <a:lnTo>
                    <a:pt x="164682" y="297030"/>
                  </a:lnTo>
                  <a:lnTo>
                    <a:pt x="166186" y="299285"/>
                  </a:lnTo>
                  <a:lnTo>
                    <a:pt x="166938" y="300037"/>
                  </a:lnTo>
                  <a:lnTo>
                    <a:pt x="167690" y="303797"/>
                  </a:lnTo>
                  <a:lnTo>
                    <a:pt x="167690" y="307557"/>
                  </a:lnTo>
                  <a:lnTo>
                    <a:pt x="168442" y="312821"/>
                  </a:lnTo>
                  <a:lnTo>
                    <a:pt x="168442" y="313573"/>
                  </a:lnTo>
                  <a:lnTo>
                    <a:pt x="171450" y="320341"/>
                  </a:lnTo>
                  <a:lnTo>
                    <a:pt x="171450" y="321093"/>
                  </a:lnTo>
                  <a:lnTo>
                    <a:pt x="180474" y="331620"/>
                  </a:lnTo>
                  <a:lnTo>
                    <a:pt x="186489" y="342148"/>
                  </a:lnTo>
                  <a:lnTo>
                    <a:pt x="188745" y="344404"/>
                  </a:lnTo>
                  <a:lnTo>
                    <a:pt x="189497" y="345156"/>
                  </a:lnTo>
                  <a:lnTo>
                    <a:pt x="190249" y="345908"/>
                  </a:lnTo>
                  <a:lnTo>
                    <a:pt x="192505" y="345908"/>
                  </a:lnTo>
                  <a:lnTo>
                    <a:pt x="194009" y="346660"/>
                  </a:lnTo>
                  <a:lnTo>
                    <a:pt x="195513" y="346660"/>
                  </a:lnTo>
                  <a:lnTo>
                    <a:pt x="200777" y="350420"/>
                  </a:lnTo>
                  <a:lnTo>
                    <a:pt x="207545" y="352676"/>
                  </a:lnTo>
                  <a:lnTo>
                    <a:pt x="210553" y="354180"/>
                  </a:lnTo>
                  <a:lnTo>
                    <a:pt x="216568" y="357940"/>
                  </a:lnTo>
                  <a:lnTo>
                    <a:pt x="217320" y="358691"/>
                  </a:lnTo>
                  <a:lnTo>
                    <a:pt x="219576" y="359443"/>
                  </a:lnTo>
                  <a:lnTo>
                    <a:pt x="227848" y="363203"/>
                  </a:lnTo>
                  <a:lnTo>
                    <a:pt x="229352" y="363203"/>
                  </a:lnTo>
                  <a:lnTo>
                    <a:pt x="230104" y="363203"/>
                  </a:lnTo>
                  <a:lnTo>
                    <a:pt x="231608" y="363203"/>
                  </a:lnTo>
                  <a:lnTo>
                    <a:pt x="233112" y="363203"/>
                  </a:lnTo>
                  <a:lnTo>
                    <a:pt x="234616" y="362451"/>
                  </a:lnTo>
                  <a:lnTo>
                    <a:pt x="235368" y="362451"/>
                  </a:lnTo>
                  <a:lnTo>
                    <a:pt x="236119" y="361699"/>
                  </a:lnTo>
                  <a:lnTo>
                    <a:pt x="238376" y="360195"/>
                  </a:lnTo>
                  <a:lnTo>
                    <a:pt x="239128" y="360195"/>
                  </a:lnTo>
                  <a:lnTo>
                    <a:pt x="240632" y="359443"/>
                  </a:lnTo>
                  <a:lnTo>
                    <a:pt x="245895" y="358691"/>
                  </a:lnTo>
                  <a:lnTo>
                    <a:pt x="248151" y="357940"/>
                  </a:lnTo>
                  <a:lnTo>
                    <a:pt x="260183" y="360947"/>
                  </a:lnTo>
                  <a:lnTo>
                    <a:pt x="262439" y="360947"/>
                  </a:lnTo>
                  <a:lnTo>
                    <a:pt x="264695" y="360947"/>
                  </a:lnTo>
                  <a:lnTo>
                    <a:pt x="266198" y="360195"/>
                  </a:lnTo>
                  <a:lnTo>
                    <a:pt x="267702" y="359443"/>
                  </a:lnTo>
                  <a:lnTo>
                    <a:pt x="269207" y="358691"/>
                  </a:lnTo>
                  <a:lnTo>
                    <a:pt x="269958" y="358691"/>
                  </a:lnTo>
                  <a:lnTo>
                    <a:pt x="269958" y="357940"/>
                  </a:lnTo>
                  <a:lnTo>
                    <a:pt x="270711" y="357188"/>
                  </a:lnTo>
                  <a:lnTo>
                    <a:pt x="275222" y="345908"/>
                  </a:lnTo>
                  <a:lnTo>
                    <a:pt x="275974" y="345156"/>
                  </a:lnTo>
                  <a:lnTo>
                    <a:pt x="276726" y="344404"/>
                  </a:lnTo>
                  <a:lnTo>
                    <a:pt x="278230" y="343652"/>
                  </a:lnTo>
                  <a:lnTo>
                    <a:pt x="284246" y="341396"/>
                  </a:lnTo>
                  <a:lnTo>
                    <a:pt x="288758" y="339892"/>
                  </a:lnTo>
                  <a:lnTo>
                    <a:pt x="290262" y="339892"/>
                  </a:lnTo>
                  <a:lnTo>
                    <a:pt x="291014" y="339140"/>
                  </a:lnTo>
                  <a:lnTo>
                    <a:pt x="291766" y="338388"/>
                  </a:lnTo>
                  <a:lnTo>
                    <a:pt x="292518" y="337636"/>
                  </a:lnTo>
                  <a:lnTo>
                    <a:pt x="293270" y="336132"/>
                  </a:lnTo>
                  <a:lnTo>
                    <a:pt x="294774" y="332372"/>
                  </a:lnTo>
                  <a:lnTo>
                    <a:pt x="295526" y="331620"/>
                  </a:lnTo>
                  <a:lnTo>
                    <a:pt x="295526" y="330868"/>
                  </a:lnTo>
                  <a:lnTo>
                    <a:pt x="296277" y="330868"/>
                  </a:lnTo>
                  <a:lnTo>
                    <a:pt x="297781" y="330116"/>
                  </a:lnTo>
                  <a:lnTo>
                    <a:pt x="300037" y="329364"/>
                  </a:lnTo>
                  <a:lnTo>
                    <a:pt x="300789" y="329364"/>
                  </a:lnTo>
                  <a:lnTo>
                    <a:pt x="301541" y="328612"/>
                  </a:lnTo>
                  <a:lnTo>
                    <a:pt x="303045" y="327861"/>
                  </a:lnTo>
                  <a:lnTo>
                    <a:pt x="305301" y="324101"/>
                  </a:lnTo>
                  <a:lnTo>
                    <a:pt x="306053" y="323349"/>
                  </a:lnTo>
                  <a:lnTo>
                    <a:pt x="307557" y="322597"/>
                  </a:lnTo>
                  <a:lnTo>
                    <a:pt x="308309" y="322597"/>
                  </a:lnTo>
                  <a:lnTo>
                    <a:pt x="309813" y="321845"/>
                  </a:lnTo>
                  <a:lnTo>
                    <a:pt x="314325" y="321845"/>
                  </a:lnTo>
                  <a:lnTo>
                    <a:pt x="318837" y="320341"/>
                  </a:lnTo>
                  <a:lnTo>
                    <a:pt x="323349" y="318085"/>
                  </a:lnTo>
                  <a:lnTo>
                    <a:pt x="324853" y="316581"/>
                  </a:lnTo>
                  <a:lnTo>
                    <a:pt x="325605" y="316581"/>
                  </a:lnTo>
                  <a:lnTo>
                    <a:pt x="327860" y="315829"/>
                  </a:lnTo>
                  <a:lnTo>
                    <a:pt x="342148" y="318085"/>
                  </a:lnTo>
                  <a:lnTo>
                    <a:pt x="352675" y="321845"/>
                  </a:lnTo>
                  <a:lnTo>
                    <a:pt x="354179" y="322597"/>
                  </a:lnTo>
                  <a:lnTo>
                    <a:pt x="355683" y="322597"/>
                  </a:lnTo>
                  <a:lnTo>
                    <a:pt x="356435" y="322597"/>
                  </a:lnTo>
                  <a:lnTo>
                    <a:pt x="367715" y="318837"/>
                  </a:lnTo>
                  <a:lnTo>
                    <a:pt x="369219" y="318085"/>
                  </a:lnTo>
                  <a:lnTo>
                    <a:pt x="371475" y="315829"/>
                  </a:lnTo>
                  <a:lnTo>
                    <a:pt x="373731" y="313573"/>
                  </a:lnTo>
                  <a:lnTo>
                    <a:pt x="391026" y="295526"/>
                  </a:lnTo>
                  <a:lnTo>
                    <a:pt x="391778" y="294022"/>
                  </a:lnTo>
                  <a:lnTo>
                    <a:pt x="392530" y="294022"/>
                  </a:lnTo>
                  <a:lnTo>
                    <a:pt x="394786" y="294022"/>
                  </a:lnTo>
                  <a:lnTo>
                    <a:pt x="396290" y="294774"/>
                  </a:lnTo>
                  <a:lnTo>
                    <a:pt x="397794" y="294774"/>
                  </a:lnTo>
                  <a:lnTo>
                    <a:pt x="398546" y="294022"/>
                  </a:lnTo>
                  <a:lnTo>
                    <a:pt x="400802" y="293270"/>
                  </a:lnTo>
                  <a:lnTo>
                    <a:pt x="401554" y="292518"/>
                  </a:lnTo>
                  <a:lnTo>
                    <a:pt x="402306" y="291766"/>
                  </a:lnTo>
                  <a:lnTo>
                    <a:pt x="403058" y="290262"/>
                  </a:lnTo>
                  <a:lnTo>
                    <a:pt x="403810" y="284998"/>
                  </a:lnTo>
                  <a:lnTo>
                    <a:pt x="403810" y="283494"/>
                  </a:lnTo>
                  <a:lnTo>
                    <a:pt x="404562" y="282742"/>
                  </a:lnTo>
                  <a:lnTo>
                    <a:pt x="407570" y="281238"/>
                  </a:lnTo>
                  <a:lnTo>
                    <a:pt x="408322" y="281238"/>
                  </a:lnTo>
                  <a:lnTo>
                    <a:pt x="409073" y="280486"/>
                  </a:lnTo>
                  <a:lnTo>
                    <a:pt x="409826" y="278982"/>
                  </a:lnTo>
                  <a:lnTo>
                    <a:pt x="410577" y="273718"/>
                  </a:lnTo>
                  <a:lnTo>
                    <a:pt x="412082" y="270711"/>
                  </a:lnTo>
                  <a:lnTo>
                    <a:pt x="418097" y="262439"/>
                  </a:lnTo>
                  <a:lnTo>
                    <a:pt x="418097" y="261687"/>
                  </a:lnTo>
                  <a:lnTo>
                    <a:pt x="418097" y="259431"/>
                  </a:lnTo>
                  <a:lnTo>
                    <a:pt x="419601" y="257175"/>
                  </a:lnTo>
                  <a:lnTo>
                    <a:pt x="419601" y="255671"/>
                  </a:lnTo>
                  <a:lnTo>
                    <a:pt x="420353" y="255671"/>
                  </a:lnTo>
                  <a:lnTo>
                    <a:pt x="422609" y="254167"/>
                  </a:lnTo>
                  <a:lnTo>
                    <a:pt x="424113" y="253415"/>
                  </a:lnTo>
                  <a:lnTo>
                    <a:pt x="425617" y="251911"/>
                  </a:lnTo>
                  <a:lnTo>
                    <a:pt x="425617" y="251159"/>
                  </a:lnTo>
                  <a:lnTo>
                    <a:pt x="425617" y="250407"/>
                  </a:lnTo>
                  <a:lnTo>
                    <a:pt x="425617" y="245143"/>
                  </a:lnTo>
                  <a:lnTo>
                    <a:pt x="426369" y="244391"/>
                  </a:lnTo>
                  <a:lnTo>
                    <a:pt x="426369" y="242135"/>
                  </a:lnTo>
                  <a:lnTo>
                    <a:pt x="427121" y="241384"/>
                  </a:lnTo>
                  <a:lnTo>
                    <a:pt x="432385" y="235368"/>
                  </a:lnTo>
                  <a:lnTo>
                    <a:pt x="433889" y="233112"/>
                  </a:lnTo>
                  <a:lnTo>
                    <a:pt x="434641" y="230856"/>
                  </a:lnTo>
                  <a:lnTo>
                    <a:pt x="435393" y="228600"/>
                  </a:lnTo>
                  <a:lnTo>
                    <a:pt x="435393" y="226344"/>
                  </a:lnTo>
                  <a:lnTo>
                    <a:pt x="434641" y="223336"/>
                  </a:lnTo>
                  <a:lnTo>
                    <a:pt x="433889" y="221080"/>
                  </a:lnTo>
                  <a:lnTo>
                    <a:pt x="433137" y="218072"/>
                  </a:lnTo>
                  <a:lnTo>
                    <a:pt x="433137" y="216568"/>
                  </a:lnTo>
                  <a:lnTo>
                    <a:pt x="433889" y="215065"/>
                  </a:lnTo>
                  <a:lnTo>
                    <a:pt x="436897" y="207545"/>
                  </a:lnTo>
                  <a:lnTo>
                    <a:pt x="437649" y="205289"/>
                  </a:lnTo>
                  <a:lnTo>
                    <a:pt x="437649" y="202281"/>
                  </a:lnTo>
                  <a:lnTo>
                    <a:pt x="438401" y="201529"/>
                  </a:lnTo>
                  <a:lnTo>
                    <a:pt x="437649" y="194761"/>
                  </a:lnTo>
                  <a:lnTo>
                    <a:pt x="436897" y="191753"/>
                  </a:lnTo>
                  <a:lnTo>
                    <a:pt x="436145" y="191001"/>
                  </a:lnTo>
                  <a:lnTo>
                    <a:pt x="436145" y="190249"/>
                  </a:lnTo>
                  <a:lnTo>
                    <a:pt x="435393" y="190249"/>
                  </a:lnTo>
                  <a:lnTo>
                    <a:pt x="430881" y="187241"/>
                  </a:lnTo>
                  <a:lnTo>
                    <a:pt x="430129" y="185737"/>
                  </a:lnTo>
                  <a:lnTo>
                    <a:pt x="430129" y="184986"/>
                  </a:lnTo>
                  <a:lnTo>
                    <a:pt x="429377" y="183482"/>
                  </a:lnTo>
                  <a:lnTo>
                    <a:pt x="428625" y="181226"/>
                  </a:lnTo>
                  <a:lnTo>
                    <a:pt x="428625" y="177466"/>
                  </a:lnTo>
                  <a:lnTo>
                    <a:pt x="427873" y="173706"/>
                  </a:lnTo>
                  <a:lnTo>
                    <a:pt x="423361" y="160170"/>
                  </a:lnTo>
                  <a:lnTo>
                    <a:pt x="422609" y="159418"/>
                  </a:lnTo>
                  <a:lnTo>
                    <a:pt x="422609" y="158667"/>
                  </a:lnTo>
                  <a:lnTo>
                    <a:pt x="421105" y="157162"/>
                  </a:lnTo>
                  <a:lnTo>
                    <a:pt x="420353" y="156410"/>
                  </a:lnTo>
                  <a:lnTo>
                    <a:pt x="418849" y="153403"/>
                  </a:lnTo>
                  <a:lnTo>
                    <a:pt x="418097" y="152651"/>
                  </a:lnTo>
                  <a:lnTo>
                    <a:pt x="415841" y="149643"/>
                  </a:lnTo>
                  <a:lnTo>
                    <a:pt x="415090" y="148891"/>
                  </a:lnTo>
                  <a:lnTo>
                    <a:pt x="414337" y="145883"/>
                  </a:lnTo>
                  <a:lnTo>
                    <a:pt x="415090" y="140619"/>
                  </a:lnTo>
                  <a:lnTo>
                    <a:pt x="415841" y="138363"/>
                  </a:lnTo>
                  <a:lnTo>
                    <a:pt x="416593" y="138363"/>
                  </a:lnTo>
                  <a:lnTo>
                    <a:pt x="418097" y="137611"/>
                  </a:lnTo>
                  <a:lnTo>
                    <a:pt x="423361" y="138363"/>
                  </a:lnTo>
                  <a:lnTo>
                    <a:pt x="427121" y="138363"/>
                  </a:lnTo>
                  <a:lnTo>
                    <a:pt x="433137" y="140619"/>
                  </a:lnTo>
                  <a:lnTo>
                    <a:pt x="434641" y="140619"/>
                  </a:lnTo>
                  <a:lnTo>
                    <a:pt x="435393" y="140619"/>
                  </a:lnTo>
                  <a:lnTo>
                    <a:pt x="436145" y="139867"/>
                  </a:lnTo>
                  <a:lnTo>
                    <a:pt x="436897" y="139115"/>
                  </a:lnTo>
                  <a:lnTo>
                    <a:pt x="437649" y="138363"/>
                  </a:lnTo>
                  <a:lnTo>
                    <a:pt x="437649" y="137611"/>
                  </a:lnTo>
                  <a:lnTo>
                    <a:pt x="439152" y="132347"/>
                  </a:lnTo>
                  <a:lnTo>
                    <a:pt x="439905" y="130843"/>
                  </a:lnTo>
                  <a:lnTo>
                    <a:pt x="441409" y="127836"/>
                  </a:lnTo>
                  <a:lnTo>
                    <a:pt x="442160" y="127084"/>
                  </a:lnTo>
                  <a:lnTo>
                    <a:pt x="443664" y="126331"/>
                  </a:lnTo>
                  <a:lnTo>
                    <a:pt x="445920" y="124076"/>
                  </a:lnTo>
                  <a:lnTo>
                    <a:pt x="447424" y="123324"/>
                  </a:lnTo>
                  <a:lnTo>
                    <a:pt x="448928" y="123324"/>
                  </a:lnTo>
                  <a:lnTo>
                    <a:pt x="454192" y="124828"/>
                  </a:lnTo>
                  <a:lnTo>
                    <a:pt x="456448" y="126331"/>
                  </a:lnTo>
                  <a:lnTo>
                    <a:pt x="457200" y="127084"/>
                  </a:lnTo>
                  <a:lnTo>
                    <a:pt x="459456" y="127084"/>
                  </a:lnTo>
                  <a:lnTo>
                    <a:pt x="461712" y="127084"/>
                  </a:lnTo>
                  <a:lnTo>
                    <a:pt x="462464" y="127084"/>
                  </a:lnTo>
                  <a:lnTo>
                    <a:pt x="463216" y="127084"/>
                  </a:lnTo>
                  <a:lnTo>
                    <a:pt x="463968" y="126331"/>
                  </a:lnTo>
                  <a:lnTo>
                    <a:pt x="464720" y="125579"/>
                  </a:lnTo>
                  <a:lnTo>
                    <a:pt x="465471" y="124828"/>
                  </a:lnTo>
                  <a:lnTo>
                    <a:pt x="466224" y="122572"/>
                  </a:lnTo>
                  <a:lnTo>
                    <a:pt x="466975" y="121068"/>
                  </a:lnTo>
                  <a:lnTo>
                    <a:pt x="467728" y="120316"/>
                  </a:lnTo>
                  <a:lnTo>
                    <a:pt x="470735" y="118812"/>
                  </a:lnTo>
                  <a:lnTo>
                    <a:pt x="471488" y="118060"/>
                  </a:lnTo>
                  <a:lnTo>
                    <a:pt x="472991" y="118812"/>
                  </a:lnTo>
                  <a:lnTo>
                    <a:pt x="476751" y="122572"/>
                  </a:lnTo>
                  <a:lnTo>
                    <a:pt x="479007" y="124076"/>
                  </a:lnTo>
                  <a:lnTo>
                    <a:pt x="479759" y="124828"/>
                  </a:lnTo>
                  <a:lnTo>
                    <a:pt x="483519" y="135355"/>
                  </a:lnTo>
                  <a:lnTo>
                    <a:pt x="483519" y="136107"/>
                  </a:lnTo>
                  <a:lnTo>
                    <a:pt x="484271" y="136107"/>
                  </a:lnTo>
                  <a:lnTo>
                    <a:pt x="485023" y="136859"/>
                  </a:lnTo>
                  <a:lnTo>
                    <a:pt x="485775" y="137611"/>
                  </a:lnTo>
                  <a:lnTo>
                    <a:pt x="488031" y="138363"/>
                  </a:lnTo>
                  <a:lnTo>
                    <a:pt x="488783" y="138363"/>
                  </a:lnTo>
                  <a:lnTo>
                    <a:pt x="489535" y="137611"/>
                  </a:lnTo>
                  <a:lnTo>
                    <a:pt x="490287" y="137611"/>
                  </a:lnTo>
                  <a:lnTo>
                    <a:pt x="491039" y="136859"/>
                  </a:lnTo>
                  <a:lnTo>
                    <a:pt x="492543" y="136107"/>
                  </a:lnTo>
                  <a:lnTo>
                    <a:pt x="492543" y="135355"/>
                  </a:lnTo>
                  <a:lnTo>
                    <a:pt x="494047" y="134603"/>
                  </a:lnTo>
                  <a:lnTo>
                    <a:pt x="494799" y="134603"/>
                  </a:lnTo>
                  <a:lnTo>
                    <a:pt x="496303" y="133851"/>
                  </a:lnTo>
                  <a:lnTo>
                    <a:pt x="500814" y="134603"/>
                  </a:lnTo>
                  <a:lnTo>
                    <a:pt x="503070" y="134603"/>
                  </a:lnTo>
                  <a:lnTo>
                    <a:pt x="506078" y="134603"/>
                  </a:lnTo>
                  <a:lnTo>
                    <a:pt x="506830" y="133851"/>
                  </a:lnTo>
                  <a:lnTo>
                    <a:pt x="508334" y="134603"/>
                  </a:lnTo>
                  <a:lnTo>
                    <a:pt x="509086" y="134603"/>
                  </a:lnTo>
                  <a:lnTo>
                    <a:pt x="509838" y="136107"/>
                  </a:lnTo>
                  <a:lnTo>
                    <a:pt x="511342" y="136107"/>
                  </a:lnTo>
                  <a:lnTo>
                    <a:pt x="512094" y="136107"/>
                  </a:lnTo>
                  <a:lnTo>
                    <a:pt x="512846" y="136107"/>
                  </a:lnTo>
                  <a:lnTo>
                    <a:pt x="513598" y="135355"/>
                  </a:lnTo>
                  <a:lnTo>
                    <a:pt x="515102" y="132347"/>
                  </a:lnTo>
                  <a:lnTo>
                    <a:pt x="515854" y="131595"/>
                  </a:lnTo>
                  <a:lnTo>
                    <a:pt x="519614" y="130091"/>
                  </a:lnTo>
                  <a:lnTo>
                    <a:pt x="521118" y="129339"/>
                  </a:lnTo>
                  <a:lnTo>
                    <a:pt x="522622" y="129339"/>
                  </a:lnTo>
                  <a:lnTo>
                    <a:pt x="523374" y="129339"/>
                  </a:lnTo>
                  <a:lnTo>
                    <a:pt x="526382" y="130843"/>
                  </a:lnTo>
                  <a:lnTo>
                    <a:pt x="527133" y="130843"/>
                  </a:lnTo>
                  <a:lnTo>
                    <a:pt x="533901" y="132347"/>
                  </a:lnTo>
                  <a:lnTo>
                    <a:pt x="534653" y="133099"/>
                  </a:lnTo>
                  <a:lnTo>
                    <a:pt x="535405" y="133099"/>
                  </a:lnTo>
                  <a:lnTo>
                    <a:pt x="535405" y="133851"/>
                  </a:lnTo>
                  <a:lnTo>
                    <a:pt x="536157" y="136859"/>
                  </a:lnTo>
                  <a:lnTo>
                    <a:pt x="536157" y="137611"/>
                  </a:lnTo>
                  <a:lnTo>
                    <a:pt x="536909" y="138363"/>
                  </a:lnTo>
                  <a:lnTo>
                    <a:pt x="537661" y="139115"/>
                  </a:lnTo>
                  <a:lnTo>
                    <a:pt x="538413" y="139115"/>
                  </a:lnTo>
                  <a:lnTo>
                    <a:pt x="541421" y="138363"/>
                  </a:lnTo>
                  <a:lnTo>
                    <a:pt x="542925" y="138363"/>
                  </a:lnTo>
                  <a:lnTo>
                    <a:pt x="544429" y="139115"/>
                  </a:lnTo>
                  <a:lnTo>
                    <a:pt x="545933" y="139867"/>
                  </a:lnTo>
                  <a:lnTo>
                    <a:pt x="549693" y="140619"/>
                  </a:lnTo>
                  <a:lnTo>
                    <a:pt x="550445" y="141371"/>
                  </a:lnTo>
                  <a:lnTo>
                    <a:pt x="551197" y="141371"/>
                  </a:lnTo>
                  <a:lnTo>
                    <a:pt x="551197" y="142123"/>
                  </a:lnTo>
                  <a:lnTo>
                    <a:pt x="551948" y="142875"/>
                  </a:lnTo>
                  <a:lnTo>
                    <a:pt x="551197" y="143627"/>
                  </a:lnTo>
                  <a:lnTo>
                    <a:pt x="551197" y="144379"/>
                  </a:lnTo>
                  <a:lnTo>
                    <a:pt x="550445" y="146635"/>
                  </a:lnTo>
                  <a:lnTo>
                    <a:pt x="549693" y="148139"/>
                  </a:lnTo>
                  <a:lnTo>
                    <a:pt x="549693" y="148891"/>
                  </a:lnTo>
                  <a:lnTo>
                    <a:pt x="549693" y="149643"/>
                  </a:lnTo>
                  <a:lnTo>
                    <a:pt x="550445" y="149643"/>
                  </a:lnTo>
                  <a:lnTo>
                    <a:pt x="550445" y="150395"/>
                  </a:lnTo>
                  <a:lnTo>
                    <a:pt x="551197" y="151147"/>
                  </a:lnTo>
                  <a:lnTo>
                    <a:pt x="551948" y="151147"/>
                  </a:lnTo>
                  <a:lnTo>
                    <a:pt x="552701" y="151899"/>
                  </a:lnTo>
                  <a:lnTo>
                    <a:pt x="556461" y="152651"/>
                  </a:lnTo>
                  <a:lnTo>
                    <a:pt x="563228" y="156410"/>
                  </a:lnTo>
                  <a:lnTo>
                    <a:pt x="564732" y="156410"/>
                  </a:lnTo>
                  <a:lnTo>
                    <a:pt x="565484" y="156410"/>
                  </a:lnTo>
                  <a:lnTo>
                    <a:pt x="566236" y="154907"/>
                  </a:lnTo>
                  <a:lnTo>
                    <a:pt x="566988" y="154907"/>
                  </a:lnTo>
                  <a:lnTo>
                    <a:pt x="568492" y="153403"/>
                  </a:lnTo>
                  <a:lnTo>
                    <a:pt x="569244" y="153403"/>
                  </a:lnTo>
                  <a:lnTo>
                    <a:pt x="571500" y="152651"/>
                  </a:lnTo>
                  <a:lnTo>
                    <a:pt x="573756" y="152651"/>
                  </a:lnTo>
                  <a:lnTo>
                    <a:pt x="578268" y="151899"/>
                  </a:lnTo>
                  <a:lnTo>
                    <a:pt x="582780" y="151899"/>
                  </a:lnTo>
                  <a:lnTo>
                    <a:pt x="588795" y="153403"/>
                  </a:lnTo>
                  <a:lnTo>
                    <a:pt x="590299" y="153403"/>
                  </a:lnTo>
                  <a:lnTo>
                    <a:pt x="591051" y="154155"/>
                  </a:lnTo>
                  <a:lnTo>
                    <a:pt x="593307" y="157162"/>
                  </a:lnTo>
                  <a:lnTo>
                    <a:pt x="594059" y="157162"/>
                  </a:lnTo>
                  <a:lnTo>
                    <a:pt x="595563" y="157914"/>
                  </a:lnTo>
                  <a:lnTo>
                    <a:pt x="597067" y="158667"/>
                  </a:lnTo>
                  <a:lnTo>
                    <a:pt x="597819" y="158667"/>
                  </a:lnTo>
                  <a:lnTo>
                    <a:pt x="598571" y="158667"/>
                  </a:lnTo>
                  <a:lnTo>
                    <a:pt x="599323" y="157914"/>
                  </a:lnTo>
                  <a:lnTo>
                    <a:pt x="600075" y="156410"/>
                  </a:lnTo>
                  <a:lnTo>
                    <a:pt x="600827" y="154907"/>
                  </a:lnTo>
                  <a:lnTo>
                    <a:pt x="602331" y="148891"/>
                  </a:lnTo>
                  <a:lnTo>
                    <a:pt x="602331" y="148139"/>
                  </a:lnTo>
                  <a:lnTo>
                    <a:pt x="603083" y="147387"/>
                  </a:lnTo>
                  <a:lnTo>
                    <a:pt x="603835" y="146635"/>
                  </a:lnTo>
                  <a:lnTo>
                    <a:pt x="605339" y="146635"/>
                  </a:lnTo>
                  <a:lnTo>
                    <a:pt x="606091" y="146635"/>
                  </a:lnTo>
                  <a:lnTo>
                    <a:pt x="606843" y="146635"/>
                  </a:lnTo>
                  <a:lnTo>
                    <a:pt x="608346" y="147387"/>
                  </a:lnTo>
                  <a:lnTo>
                    <a:pt x="615866" y="148891"/>
                  </a:lnTo>
                  <a:lnTo>
                    <a:pt x="618123" y="148891"/>
                  </a:lnTo>
                  <a:lnTo>
                    <a:pt x="618874" y="148139"/>
                  </a:lnTo>
                  <a:lnTo>
                    <a:pt x="619626" y="147387"/>
                  </a:lnTo>
                  <a:lnTo>
                    <a:pt x="619626" y="146635"/>
                  </a:lnTo>
                  <a:lnTo>
                    <a:pt x="619626" y="145131"/>
                  </a:lnTo>
                  <a:lnTo>
                    <a:pt x="620378" y="144379"/>
                  </a:lnTo>
                  <a:lnTo>
                    <a:pt x="621130" y="143627"/>
                  </a:lnTo>
                  <a:lnTo>
                    <a:pt x="622634" y="142123"/>
                  </a:lnTo>
                  <a:lnTo>
                    <a:pt x="625642" y="136859"/>
                  </a:lnTo>
                  <a:lnTo>
                    <a:pt x="627146" y="134603"/>
                  </a:lnTo>
                  <a:lnTo>
                    <a:pt x="627898" y="133851"/>
                  </a:lnTo>
                  <a:lnTo>
                    <a:pt x="628650" y="133099"/>
                  </a:lnTo>
                  <a:lnTo>
                    <a:pt x="629402" y="133099"/>
                  </a:lnTo>
                  <a:lnTo>
                    <a:pt x="633914" y="131595"/>
                  </a:lnTo>
                  <a:lnTo>
                    <a:pt x="635418" y="130843"/>
                  </a:lnTo>
                  <a:lnTo>
                    <a:pt x="636922" y="130091"/>
                  </a:lnTo>
                  <a:lnTo>
                    <a:pt x="636922" y="129339"/>
                  </a:lnTo>
                  <a:lnTo>
                    <a:pt x="637674" y="129339"/>
                  </a:lnTo>
                  <a:lnTo>
                    <a:pt x="637674" y="128588"/>
                  </a:lnTo>
                  <a:lnTo>
                    <a:pt x="638425" y="127836"/>
                  </a:lnTo>
                  <a:lnTo>
                    <a:pt x="639178" y="124828"/>
                  </a:lnTo>
                  <a:lnTo>
                    <a:pt x="639929" y="123324"/>
                  </a:lnTo>
                  <a:lnTo>
                    <a:pt x="641434" y="121820"/>
                  </a:lnTo>
                  <a:lnTo>
                    <a:pt x="642185" y="121068"/>
                  </a:lnTo>
                  <a:lnTo>
                    <a:pt x="643689" y="119564"/>
                  </a:lnTo>
                  <a:lnTo>
                    <a:pt x="645193" y="119564"/>
                  </a:lnTo>
                  <a:lnTo>
                    <a:pt x="646697" y="119564"/>
                  </a:lnTo>
                  <a:lnTo>
                    <a:pt x="647449" y="119564"/>
                  </a:lnTo>
                  <a:lnTo>
                    <a:pt x="648953" y="120316"/>
                  </a:lnTo>
                  <a:lnTo>
                    <a:pt x="651209" y="121068"/>
                  </a:lnTo>
                  <a:lnTo>
                    <a:pt x="651961" y="120316"/>
                  </a:lnTo>
                  <a:lnTo>
                    <a:pt x="670008" y="117308"/>
                  </a:lnTo>
                  <a:lnTo>
                    <a:pt x="670761" y="116556"/>
                  </a:lnTo>
                  <a:lnTo>
                    <a:pt x="674521" y="115052"/>
                  </a:lnTo>
                  <a:lnTo>
                    <a:pt x="676024" y="114300"/>
                  </a:lnTo>
                  <a:lnTo>
                    <a:pt x="677528" y="113548"/>
                  </a:lnTo>
                  <a:lnTo>
                    <a:pt x="681288" y="107532"/>
                  </a:lnTo>
                  <a:lnTo>
                    <a:pt x="682792" y="106028"/>
                  </a:lnTo>
                  <a:lnTo>
                    <a:pt x="683544" y="105276"/>
                  </a:lnTo>
                  <a:lnTo>
                    <a:pt x="684296" y="104524"/>
                  </a:lnTo>
                  <a:lnTo>
                    <a:pt x="685800" y="103772"/>
                  </a:lnTo>
                  <a:lnTo>
                    <a:pt x="687304" y="103772"/>
                  </a:lnTo>
                  <a:lnTo>
                    <a:pt x="688808" y="105276"/>
                  </a:lnTo>
                  <a:lnTo>
                    <a:pt x="689560" y="106028"/>
                  </a:lnTo>
                  <a:lnTo>
                    <a:pt x="690312" y="106028"/>
                  </a:lnTo>
                  <a:lnTo>
                    <a:pt x="691816" y="104524"/>
                  </a:lnTo>
                  <a:lnTo>
                    <a:pt x="693320" y="103772"/>
                  </a:lnTo>
                  <a:lnTo>
                    <a:pt x="694072" y="103772"/>
                  </a:lnTo>
                  <a:lnTo>
                    <a:pt x="694823" y="104524"/>
                  </a:lnTo>
                  <a:lnTo>
                    <a:pt x="696327" y="105276"/>
                  </a:lnTo>
                  <a:lnTo>
                    <a:pt x="697080" y="105276"/>
                  </a:lnTo>
                  <a:lnTo>
                    <a:pt x="697832" y="106028"/>
                  </a:lnTo>
                  <a:lnTo>
                    <a:pt x="699336" y="106028"/>
                  </a:lnTo>
                  <a:lnTo>
                    <a:pt x="700840" y="106028"/>
                  </a:lnTo>
                  <a:lnTo>
                    <a:pt x="701591" y="105276"/>
                  </a:lnTo>
                  <a:lnTo>
                    <a:pt x="702343" y="105276"/>
                  </a:lnTo>
                  <a:lnTo>
                    <a:pt x="703095" y="104524"/>
                  </a:lnTo>
                  <a:lnTo>
                    <a:pt x="703847" y="104524"/>
                  </a:lnTo>
                  <a:lnTo>
                    <a:pt x="704599" y="104524"/>
                  </a:lnTo>
                  <a:lnTo>
                    <a:pt x="706855" y="104524"/>
                  </a:lnTo>
                  <a:lnTo>
                    <a:pt x="707607" y="105276"/>
                  </a:lnTo>
                  <a:lnTo>
                    <a:pt x="708359" y="106028"/>
                  </a:lnTo>
                  <a:lnTo>
                    <a:pt x="709111" y="106780"/>
                  </a:lnTo>
                  <a:lnTo>
                    <a:pt x="709111" y="107532"/>
                  </a:lnTo>
                  <a:lnTo>
                    <a:pt x="710615" y="109788"/>
                  </a:lnTo>
                  <a:lnTo>
                    <a:pt x="710615" y="110540"/>
                  </a:lnTo>
                  <a:lnTo>
                    <a:pt x="711367" y="110540"/>
                  </a:lnTo>
                  <a:lnTo>
                    <a:pt x="712871" y="111292"/>
                  </a:lnTo>
                  <a:lnTo>
                    <a:pt x="714375" y="111292"/>
                  </a:lnTo>
                  <a:lnTo>
                    <a:pt x="715127" y="110540"/>
                  </a:lnTo>
                  <a:lnTo>
                    <a:pt x="715879" y="109788"/>
                  </a:lnTo>
                  <a:lnTo>
                    <a:pt x="717383" y="109036"/>
                  </a:lnTo>
                  <a:lnTo>
                    <a:pt x="718887" y="106780"/>
                  </a:lnTo>
                  <a:lnTo>
                    <a:pt x="721895" y="100764"/>
                  </a:lnTo>
                  <a:lnTo>
                    <a:pt x="721895" y="100012"/>
                  </a:lnTo>
                  <a:lnTo>
                    <a:pt x="722647" y="99260"/>
                  </a:lnTo>
                  <a:lnTo>
                    <a:pt x="723399" y="98509"/>
                  </a:lnTo>
                  <a:lnTo>
                    <a:pt x="724151" y="97757"/>
                  </a:lnTo>
                  <a:lnTo>
                    <a:pt x="730166" y="95501"/>
                  </a:lnTo>
                  <a:lnTo>
                    <a:pt x="731670" y="95501"/>
                  </a:lnTo>
                  <a:lnTo>
                    <a:pt x="731670" y="94749"/>
                  </a:lnTo>
                  <a:lnTo>
                    <a:pt x="732422" y="93997"/>
                  </a:lnTo>
                  <a:lnTo>
                    <a:pt x="732422" y="93245"/>
                  </a:lnTo>
                  <a:lnTo>
                    <a:pt x="732422" y="92493"/>
                  </a:lnTo>
                  <a:lnTo>
                    <a:pt x="732422" y="90989"/>
                  </a:lnTo>
                  <a:lnTo>
                    <a:pt x="732422" y="87981"/>
                  </a:lnTo>
                  <a:lnTo>
                    <a:pt x="732422" y="79709"/>
                  </a:lnTo>
                  <a:lnTo>
                    <a:pt x="730919" y="72190"/>
                  </a:lnTo>
                  <a:lnTo>
                    <a:pt x="730919" y="71438"/>
                  </a:lnTo>
                  <a:lnTo>
                    <a:pt x="730919" y="70685"/>
                  </a:lnTo>
                  <a:lnTo>
                    <a:pt x="731670" y="69933"/>
                  </a:lnTo>
                  <a:lnTo>
                    <a:pt x="732422" y="69181"/>
                  </a:lnTo>
                  <a:lnTo>
                    <a:pt x="733926" y="68430"/>
                  </a:lnTo>
                  <a:lnTo>
                    <a:pt x="735430" y="68430"/>
                  </a:lnTo>
                  <a:lnTo>
                    <a:pt x="736934" y="68430"/>
                  </a:lnTo>
                  <a:lnTo>
                    <a:pt x="742198" y="68430"/>
                  </a:lnTo>
                  <a:lnTo>
                    <a:pt x="743702" y="68430"/>
                  </a:lnTo>
                  <a:lnTo>
                    <a:pt x="749718" y="66926"/>
                  </a:lnTo>
                  <a:lnTo>
                    <a:pt x="750470" y="66174"/>
                  </a:lnTo>
                  <a:lnTo>
                    <a:pt x="751974" y="66174"/>
                  </a:lnTo>
                  <a:lnTo>
                    <a:pt x="752726" y="66174"/>
                  </a:lnTo>
                  <a:lnTo>
                    <a:pt x="753478" y="66926"/>
                  </a:lnTo>
                  <a:lnTo>
                    <a:pt x="754230" y="66926"/>
                  </a:lnTo>
                  <a:lnTo>
                    <a:pt x="754981" y="67678"/>
                  </a:lnTo>
                  <a:lnTo>
                    <a:pt x="756485" y="67678"/>
                  </a:lnTo>
                  <a:lnTo>
                    <a:pt x="757989" y="67678"/>
                  </a:lnTo>
                  <a:lnTo>
                    <a:pt x="759493" y="67678"/>
                  </a:lnTo>
                  <a:lnTo>
                    <a:pt x="760245" y="67678"/>
                  </a:lnTo>
                  <a:lnTo>
                    <a:pt x="760998" y="66926"/>
                  </a:lnTo>
                  <a:lnTo>
                    <a:pt x="762501" y="65422"/>
                  </a:lnTo>
                  <a:lnTo>
                    <a:pt x="763253" y="64670"/>
                  </a:lnTo>
                  <a:lnTo>
                    <a:pt x="767765" y="61662"/>
                  </a:lnTo>
                  <a:lnTo>
                    <a:pt x="768517" y="61662"/>
                  </a:lnTo>
                  <a:lnTo>
                    <a:pt x="768517" y="60910"/>
                  </a:lnTo>
                  <a:lnTo>
                    <a:pt x="769269" y="60158"/>
                  </a:lnTo>
                  <a:lnTo>
                    <a:pt x="772277" y="52638"/>
                  </a:lnTo>
                  <a:lnTo>
                    <a:pt x="773029" y="51134"/>
                  </a:lnTo>
                  <a:lnTo>
                    <a:pt x="778293" y="45870"/>
                  </a:lnTo>
                  <a:lnTo>
                    <a:pt x="778293" y="45118"/>
                  </a:lnTo>
                  <a:lnTo>
                    <a:pt x="779797" y="43614"/>
                  </a:lnTo>
                  <a:lnTo>
                    <a:pt x="780549" y="42111"/>
                  </a:lnTo>
                  <a:lnTo>
                    <a:pt x="782053" y="40607"/>
                  </a:lnTo>
                  <a:lnTo>
                    <a:pt x="782804" y="39855"/>
                  </a:lnTo>
                  <a:lnTo>
                    <a:pt x="783557" y="38351"/>
                  </a:lnTo>
                  <a:lnTo>
                    <a:pt x="785060" y="32335"/>
                  </a:lnTo>
                  <a:lnTo>
                    <a:pt x="787317" y="27823"/>
                  </a:lnTo>
                  <a:lnTo>
                    <a:pt x="791828" y="30079"/>
                  </a:lnTo>
                  <a:lnTo>
                    <a:pt x="794084" y="31583"/>
                  </a:lnTo>
                  <a:lnTo>
                    <a:pt x="795588" y="31583"/>
                  </a:lnTo>
                  <a:lnTo>
                    <a:pt x="798596" y="31583"/>
                  </a:lnTo>
                  <a:lnTo>
                    <a:pt x="800100" y="31583"/>
                  </a:lnTo>
                  <a:lnTo>
                    <a:pt x="800852" y="31583"/>
                  </a:lnTo>
                  <a:lnTo>
                    <a:pt x="803860" y="30831"/>
                  </a:lnTo>
                  <a:lnTo>
                    <a:pt x="805364" y="30079"/>
                  </a:lnTo>
                  <a:lnTo>
                    <a:pt x="806868" y="29327"/>
                  </a:lnTo>
                  <a:lnTo>
                    <a:pt x="811379" y="27823"/>
                  </a:lnTo>
                  <a:lnTo>
                    <a:pt x="819651" y="27071"/>
                  </a:lnTo>
                  <a:lnTo>
                    <a:pt x="821907" y="27071"/>
                  </a:lnTo>
                  <a:lnTo>
                    <a:pt x="825667" y="27823"/>
                  </a:lnTo>
                  <a:lnTo>
                    <a:pt x="827171" y="28575"/>
                  </a:lnTo>
                  <a:lnTo>
                    <a:pt x="827923" y="28575"/>
                  </a:lnTo>
                  <a:lnTo>
                    <a:pt x="827923" y="29327"/>
                  </a:lnTo>
                  <a:lnTo>
                    <a:pt x="828675" y="30079"/>
                  </a:lnTo>
                  <a:lnTo>
                    <a:pt x="828675" y="30831"/>
                  </a:lnTo>
                  <a:lnTo>
                    <a:pt x="828675" y="31583"/>
                  </a:lnTo>
                  <a:lnTo>
                    <a:pt x="827923" y="35343"/>
                  </a:lnTo>
                  <a:lnTo>
                    <a:pt x="827923" y="36095"/>
                  </a:lnTo>
                  <a:lnTo>
                    <a:pt x="828675" y="37599"/>
                  </a:lnTo>
                  <a:lnTo>
                    <a:pt x="828675" y="38351"/>
                  </a:lnTo>
                  <a:lnTo>
                    <a:pt x="830179" y="39102"/>
                  </a:lnTo>
                  <a:lnTo>
                    <a:pt x="830931" y="39102"/>
                  </a:lnTo>
                  <a:lnTo>
                    <a:pt x="832435" y="39102"/>
                  </a:lnTo>
                  <a:lnTo>
                    <a:pt x="833187" y="39102"/>
                  </a:lnTo>
                  <a:lnTo>
                    <a:pt x="836947" y="39102"/>
                  </a:lnTo>
                  <a:lnTo>
                    <a:pt x="841458" y="37599"/>
                  </a:lnTo>
                  <a:lnTo>
                    <a:pt x="842962" y="36847"/>
                  </a:lnTo>
                  <a:lnTo>
                    <a:pt x="843715" y="37599"/>
                  </a:lnTo>
                  <a:lnTo>
                    <a:pt x="844466" y="37599"/>
                  </a:lnTo>
                  <a:lnTo>
                    <a:pt x="845218" y="38351"/>
                  </a:lnTo>
                  <a:lnTo>
                    <a:pt x="845970" y="39102"/>
                  </a:lnTo>
                  <a:lnTo>
                    <a:pt x="845970" y="39855"/>
                  </a:lnTo>
                  <a:lnTo>
                    <a:pt x="845970" y="40607"/>
                  </a:lnTo>
                  <a:lnTo>
                    <a:pt x="845970" y="42111"/>
                  </a:lnTo>
                  <a:lnTo>
                    <a:pt x="846722" y="42862"/>
                  </a:lnTo>
                  <a:lnTo>
                    <a:pt x="846722" y="43614"/>
                  </a:lnTo>
                  <a:lnTo>
                    <a:pt x="847474" y="44366"/>
                  </a:lnTo>
                  <a:lnTo>
                    <a:pt x="848226" y="45118"/>
                  </a:lnTo>
                  <a:lnTo>
                    <a:pt x="849730" y="46622"/>
                  </a:lnTo>
                  <a:lnTo>
                    <a:pt x="851234" y="46622"/>
                  </a:lnTo>
                  <a:lnTo>
                    <a:pt x="852738" y="46622"/>
                  </a:lnTo>
                  <a:lnTo>
                    <a:pt x="854242" y="45870"/>
                  </a:lnTo>
                  <a:lnTo>
                    <a:pt x="854994" y="45118"/>
                  </a:lnTo>
                  <a:lnTo>
                    <a:pt x="855746" y="45118"/>
                  </a:lnTo>
                  <a:lnTo>
                    <a:pt x="856498" y="45870"/>
                  </a:lnTo>
                  <a:lnTo>
                    <a:pt x="857250" y="46622"/>
                  </a:lnTo>
                  <a:lnTo>
                    <a:pt x="858754" y="48126"/>
                  </a:lnTo>
                  <a:lnTo>
                    <a:pt x="860258" y="48878"/>
                  </a:lnTo>
                  <a:lnTo>
                    <a:pt x="860258" y="49630"/>
                  </a:lnTo>
                  <a:lnTo>
                    <a:pt x="861010" y="51134"/>
                  </a:lnTo>
                  <a:lnTo>
                    <a:pt x="861010" y="51886"/>
                  </a:lnTo>
                  <a:lnTo>
                    <a:pt x="861010" y="52638"/>
                  </a:lnTo>
                  <a:lnTo>
                    <a:pt x="860258" y="54894"/>
                  </a:lnTo>
                  <a:lnTo>
                    <a:pt x="859506" y="61662"/>
                  </a:lnTo>
                  <a:lnTo>
                    <a:pt x="859506" y="63166"/>
                  </a:lnTo>
                  <a:lnTo>
                    <a:pt x="859506" y="63918"/>
                  </a:lnTo>
                  <a:lnTo>
                    <a:pt x="860258" y="66926"/>
                  </a:lnTo>
                  <a:lnTo>
                    <a:pt x="860258" y="69181"/>
                  </a:lnTo>
                  <a:lnTo>
                    <a:pt x="859506" y="73693"/>
                  </a:lnTo>
                  <a:lnTo>
                    <a:pt x="859506" y="75949"/>
                  </a:lnTo>
                  <a:lnTo>
                    <a:pt x="860258" y="77453"/>
                  </a:lnTo>
                  <a:lnTo>
                    <a:pt x="860258" y="78205"/>
                  </a:lnTo>
                  <a:lnTo>
                    <a:pt x="861010" y="79709"/>
                  </a:lnTo>
                  <a:lnTo>
                    <a:pt x="864770" y="83469"/>
                  </a:lnTo>
                  <a:lnTo>
                    <a:pt x="864770" y="84221"/>
                  </a:lnTo>
                  <a:lnTo>
                    <a:pt x="865522" y="84221"/>
                  </a:lnTo>
                  <a:lnTo>
                    <a:pt x="865522" y="85725"/>
                  </a:lnTo>
                  <a:lnTo>
                    <a:pt x="865522" y="86477"/>
                  </a:lnTo>
                  <a:lnTo>
                    <a:pt x="865522" y="91741"/>
                  </a:lnTo>
                  <a:lnTo>
                    <a:pt x="865522" y="93245"/>
                  </a:lnTo>
                  <a:lnTo>
                    <a:pt x="865522" y="93997"/>
                  </a:lnTo>
                  <a:lnTo>
                    <a:pt x="866274" y="95501"/>
                  </a:lnTo>
                  <a:lnTo>
                    <a:pt x="867777" y="96253"/>
                  </a:lnTo>
                  <a:lnTo>
                    <a:pt x="869281" y="96253"/>
                  </a:lnTo>
                  <a:lnTo>
                    <a:pt x="870785" y="97005"/>
                  </a:lnTo>
                  <a:lnTo>
                    <a:pt x="879809" y="103020"/>
                  </a:lnTo>
                  <a:lnTo>
                    <a:pt x="880561" y="103020"/>
                  </a:lnTo>
                  <a:lnTo>
                    <a:pt x="882065" y="103020"/>
                  </a:lnTo>
                  <a:lnTo>
                    <a:pt x="885825" y="103772"/>
                  </a:lnTo>
                  <a:lnTo>
                    <a:pt x="887329" y="103772"/>
                  </a:lnTo>
                  <a:lnTo>
                    <a:pt x="888081" y="104524"/>
                  </a:lnTo>
                  <a:lnTo>
                    <a:pt x="888081" y="105276"/>
                  </a:lnTo>
                  <a:lnTo>
                    <a:pt x="888833" y="106028"/>
                  </a:lnTo>
                  <a:lnTo>
                    <a:pt x="888833" y="106780"/>
                  </a:lnTo>
                  <a:lnTo>
                    <a:pt x="888833" y="107532"/>
                  </a:lnTo>
                  <a:lnTo>
                    <a:pt x="888081" y="108284"/>
                  </a:lnTo>
                  <a:lnTo>
                    <a:pt x="888833" y="109788"/>
                  </a:lnTo>
                  <a:lnTo>
                    <a:pt x="888833" y="112796"/>
                  </a:lnTo>
                  <a:lnTo>
                    <a:pt x="889585" y="113548"/>
                  </a:lnTo>
                  <a:lnTo>
                    <a:pt x="889585" y="114300"/>
                  </a:lnTo>
                  <a:lnTo>
                    <a:pt x="890337" y="115052"/>
                  </a:lnTo>
                  <a:lnTo>
                    <a:pt x="890337" y="116556"/>
                  </a:lnTo>
                  <a:lnTo>
                    <a:pt x="890337" y="117308"/>
                  </a:lnTo>
                  <a:lnTo>
                    <a:pt x="890337" y="121068"/>
                  </a:lnTo>
                  <a:lnTo>
                    <a:pt x="890337" y="121820"/>
                  </a:lnTo>
                  <a:lnTo>
                    <a:pt x="890337" y="122572"/>
                  </a:lnTo>
                  <a:lnTo>
                    <a:pt x="890337" y="123324"/>
                  </a:lnTo>
                  <a:lnTo>
                    <a:pt x="890337" y="124076"/>
                  </a:lnTo>
                  <a:lnTo>
                    <a:pt x="890337" y="124828"/>
                  </a:lnTo>
                  <a:lnTo>
                    <a:pt x="890337" y="126331"/>
                  </a:lnTo>
                  <a:lnTo>
                    <a:pt x="888833" y="127836"/>
                  </a:lnTo>
                  <a:lnTo>
                    <a:pt x="888081" y="130091"/>
                  </a:lnTo>
                  <a:lnTo>
                    <a:pt x="886577" y="133099"/>
                  </a:lnTo>
                  <a:lnTo>
                    <a:pt x="884321" y="135355"/>
                  </a:lnTo>
                  <a:lnTo>
                    <a:pt x="883569" y="136107"/>
                  </a:lnTo>
                  <a:lnTo>
                    <a:pt x="882817" y="136859"/>
                  </a:lnTo>
                  <a:lnTo>
                    <a:pt x="880561" y="141371"/>
                  </a:lnTo>
                  <a:lnTo>
                    <a:pt x="881313" y="140619"/>
                  </a:lnTo>
                  <a:lnTo>
                    <a:pt x="885073" y="140619"/>
                  </a:lnTo>
                  <a:lnTo>
                    <a:pt x="886577" y="140619"/>
                  </a:lnTo>
                  <a:lnTo>
                    <a:pt x="888081" y="141371"/>
                  </a:lnTo>
                  <a:lnTo>
                    <a:pt x="891841" y="144379"/>
                  </a:lnTo>
                  <a:lnTo>
                    <a:pt x="893345" y="144379"/>
                  </a:lnTo>
                  <a:lnTo>
                    <a:pt x="894849" y="145131"/>
                  </a:lnTo>
                  <a:lnTo>
                    <a:pt x="897856" y="146635"/>
                  </a:lnTo>
                  <a:lnTo>
                    <a:pt x="899360" y="146635"/>
                  </a:lnTo>
                  <a:lnTo>
                    <a:pt x="900864" y="146635"/>
                  </a:lnTo>
                  <a:lnTo>
                    <a:pt x="911392" y="142875"/>
                  </a:lnTo>
                  <a:lnTo>
                    <a:pt x="913648" y="141371"/>
                  </a:lnTo>
                  <a:lnTo>
                    <a:pt x="915152" y="136107"/>
                  </a:lnTo>
                  <a:lnTo>
                    <a:pt x="917408" y="134603"/>
                  </a:lnTo>
                  <a:lnTo>
                    <a:pt x="923424" y="133851"/>
                  </a:lnTo>
                  <a:lnTo>
                    <a:pt x="927184" y="132347"/>
                  </a:lnTo>
                  <a:lnTo>
                    <a:pt x="930943" y="127836"/>
                  </a:lnTo>
                  <a:lnTo>
                    <a:pt x="933951" y="127084"/>
                  </a:lnTo>
                  <a:lnTo>
                    <a:pt x="934703" y="127084"/>
                  </a:lnTo>
                  <a:lnTo>
                    <a:pt x="937711" y="128588"/>
                  </a:lnTo>
                  <a:lnTo>
                    <a:pt x="939967" y="129339"/>
                  </a:lnTo>
                  <a:lnTo>
                    <a:pt x="941471" y="128588"/>
                  </a:lnTo>
                  <a:lnTo>
                    <a:pt x="942975" y="128588"/>
                  </a:lnTo>
                  <a:lnTo>
                    <a:pt x="944479" y="127084"/>
                  </a:lnTo>
                  <a:lnTo>
                    <a:pt x="945231" y="125579"/>
                  </a:lnTo>
                  <a:lnTo>
                    <a:pt x="945231" y="120316"/>
                  </a:lnTo>
                  <a:lnTo>
                    <a:pt x="947487" y="116556"/>
                  </a:lnTo>
                  <a:lnTo>
                    <a:pt x="953503" y="87981"/>
                  </a:lnTo>
                  <a:lnTo>
                    <a:pt x="957262" y="82717"/>
                  </a:lnTo>
                  <a:lnTo>
                    <a:pt x="963278" y="81965"/>
                  </a:lnTo>
                  <a:lnTo>
                    <a:pt x="966286" y="82717"/>
                  </a:lnTo>
                  <a:lnTo>
                    <a:pt x="968542" y="83469"/>
                  </a:lnTo>
                  <a:lnTo>
                    <a:pt x="969294" y="84221"/>
                  </a:lnTo>
                  <a:lnTo>
                    <a:pt x="970798" y="86477"/>
                  </a:lnTo>
                  <a:lnTo>
                    <a:pt x="971550" y="87229"/>
                  </a:lnTo>
                  <a:lnTo>
                    <a:pt x="972302" y="87229"/>
                  </a:lnTo>
                  <a:lnTo>
                    <a:pt x="974558" y="87229"/>
                  </a:lnTo>
                  <a:lnTo>
                    <a:pt x="975310" y="87229"/>
                  </a:lnTo>
                  <a:lnTo>
                    <a:pt x="977566" y="87981"/>
                  </a:lnTo>
                  <a:lnTo>
                    <a:pt x="981326" y="85725"/>
                  </a:lnTo>
                  <a:lnTo>
                    <a:pt x="987341" y="81965"/>
                  </a:lnTo>
                  <a:lnTo>
                    <a:pt x="993357" y="79709"/>
                  </a:lnTo>
                  <a:lnTo>
                    <a:pt x="1000125" y="78205"/>
                  </a:lnTo>
                  <a:lnTo>
                    <a:pt x="1002381" y="76701"/>
                  </a:lnTo>
                  <a:lnTo>
                    <a:pt x="1010652" y="67678"/>
                  </a:lnTo>
                  <a:lnTo>
                    <a:pt x="1012156" y="65422"/>
                  </a:lnTo>
                  <a:lnTo>
                    <a:pt x="1012909" y="61662"/>
                  </a:lnTo>
                  <a:lnTo>
                    <a:pt x="1013660" y="57902"/>
                  </a:lnTo>
                  <a:lnTo>
                    <a:pt x="1013660" y="56398"/>
                  </a:lnTo>
                  <a:lnTo>
                    <a:pt x="1012156" y="54894"/>
                  </a:lnTo>
                  <a:lnTo>
                    <a:pt x="1011405" y="51886"/>
                  </a:lnTo>
                  <a:lnTo>
                    <a:pt x="1010652" y="48878"/>
                  </a:lnTo>
                  <a:lnTo>
                    <a:pt x="1010652" y="45870"/>
                  </a:lnTo>
                  <a:lnTo>
                    <a:pt x="1012909" y="44366"/>
                  </a:lnTo>
                  <a:lnTo>
                    <a:pt x="1015916" y="42862"/>
                  </a:lnTo>
                  <a:lnTo>
                    <a:pt x="1026444" y="42111"/>
                  </a:lnTo>
                  <a:lnTo>
                    <a:pt x="1032460" y="40607"/>
                  </a:lnTo>
                  <a:lnTo>
                    <a:pt x="1035468" y="39855"/>
                  </a:lnTo>
                  <a:lnTo>
                    <a:pt x="1039980" y="39102"/>
                  </a:lnTo>
                  <a:lnTo>
                    <a:pt x="1042235" y="38351"/>
                  </a:lnTo>
                  <a:lnTo>
                    <a:pt x="1043739" y="36847"/>
                  </a:lnTo>
                  <a:lnTo>
                    <a:pt x="1043739" y="33087"/>
                  </a:lnTo>
                  <a:lnTo>
                    <a:pt x="1041484" y="22559"/>
                  </a:lnTo>
                  <a:lnTo>
                    <a:pt x="1042235" y="19551"/>
                  </a:lnTo>
                  <a:lnTo>
                    <a:pt x="1043739" y="18047"/>
                  </a:lnTo>
                  <a:lnTo>
                    <a:pt x="1046748" y="17295"/>
                  </a:lnTo>
                  <a:lnTo>
                    <a:pt x="1052763" y="17295"/>
                  </a:lnTo>
                  <a:lnTo>
                    <a:pt x="1055019" y="17295"/>
                  </a:lnTo>
                  <a:lnTo>
                    <a:pt x="1085850" y="752"/>
                  </a:lnTo>
                  <a:lnTo>
                    <a:pt x="1088858" y="0"/>
                  </a:lnTo>
                  <a:lnTo>
                    <a:pt x="1091866" y="0"/>
                  </a:lnTo>
                  <a:lnTo>
                    <a:pt x="1097129" y="3008"/>
                  </a:lnTo>
                  <a:lnTo>
                    <a:pt x="1103146" y="4512"/>
                  </a:lnTo>
                  <a:lnTo>
                    <a:pt x="1105401" y="6768"/>
                  </a:lnTo>
                  <a:lnTo>
                    <a:pt x="1108409" y="15039"/>
                  </a:lnTo>
                  <a:lnTo>
                    <a:pt x="1110665" y="17295"/>
                  </a:lnTo>
                  <a:lnTo>
                    <a:pt x="1111417" y="18047"/>
                  </a:lnTo>
                  <a:lnTo>
                    <a:pt x="1112169" y="19551"/>
                  </a:lnTo>
                  <a:lnTo>
                    <a:pt x="1112169" y="20303"/>
                  </a:lnTo>
                  <a:lnTo>
                    <a:pt x="1112921" y="22559"/>
                  </a:lnTo>
                  <a:lnTo>
                    <a:pt x="1114425" y="23311"/>
                  </a:lnTo>
                  <a:lnTo>
                    <a:pt x="1116681" y="22559"/>
                  </a:lnTo>
                  <a:lnTo>
                    <a:pt x="1120441" y="23311"/>
                  </a:lnTo>
                  <a:lnTo>
                    <a:pt x="1121945" y="24063"/>
                  </a:lnTo>
                  <a:lnTo>
                    <a:pt x="1123448" y="24815"/>
                  </a:lnTo>
                  <a:lnTo>
                    <a:pt x="1123448" y="25567"/>
                  </a:lnTo>
                  <a:lnTo>
                    <a:pt x="1124953" y="26319"/>
                  </a:lnTo>
                  <a:lnTo>
                    <a:pt x="1129465" y="27071"/>
                  </a:lnTo>
                  <a:lnTo>
                    <a:pt x="1142248" y="30831"/>
                  </a:lnTo>
                  <a:lnTo>
                    <a:pt x="1146008" y="33087"/>
                  </a:lnTo>
                  <a:lnTo>
                    <a:pt x="1149016" y="35343"/>
                  </a:lnTo>
                  <a:lnTo>
                    <a:pt x="1149768" y="37599"/>
                  </a:lnTo>
                  <a:lnTo>
                    <a:pt x="1151272" y="39855"/>
                  </a:lnTo>
                  <a:lnTo>
                    <a:pt x="1155031" y="39855"/>
                  </a:lnTo>
                  <a:lnTo>
                    <a:pt x="1162551" y="38351"/>
                  </a:lnTo>
                  <a:lnTo>
                    <a:pt x="1167063" y="36847"/>
                  </a:lnTo>
                  <a:lnTo>
                    <a:pt x="1168567" y="36095"/>
                  </a:lnTo>
                  <a:lnTo>
                    <a:pt x="1170071" y="36847"/>
                  </a:lnTo>
                  <a:lnTo>
                    <a:pt x="1173079" y="38351"/>
                  </a:lnTo>
                  <a:lnTo>
                    <a:pt x="1177591" y="39102"/>
                  </a:lnTo>
                  <a:lnTo>
                    <a:pt x="1179095" y="40607"/>
                  </a:lnTo>
                  <a:lnTo>
                    <a:pt x="1180599" y="42111"/>
                  </a:lnTo>
                  <a:lnTo>
                    <a:pt x="1182103" y="43614"/>
                  </a:lnTo>
                  <a:lnTo>
                    <a:pt x="1188119" y="45870"/>
                  </a:lnTo>
                  <a:lnTo>
                    <a:pt x="1191126" y="47374"/>
                  </a:lnTo>
                  <a:lnTo>
                    <a:pt x="1192630" y="49630"/>
                  </a:lnTo>
                  <a:lnTo>
                    <a:pt x="1192630" y="52638"/>
                  </a:lnTo>
                  <a:lnTo>
                    <a:pt x="1198646" y="66926"/>
                  </a:lnTo>
                  <a:lnTo>
                    <a:pt x="1200150" y="68430"/>
                  </a:lnTo>
                  <a:lnTo>
                    <a:pt x="1203158" y="69181"/>
                  </a:lnTo>
                  <a:lnTo>
                    <a:pt x="1206166" y="67678"/>
                  </a:lnTo>
                  <a:lnTo>
                    <a:pt x="1206918" y="63918"/>
                  </a:lnTo>
                  <a:lnTo>
                    <a:pt x="1206918" y="56398"/>
                  </a:lnTo>
                  <a:lnTo>
                    <a:pt x="1208422" y="50382"/>
                  </a:lnTo>
                  <a:lnTo>
                    <a:pt x="1212934" y="45870"/>
                  </a:lnTo>
                  <a:lnTo>
                    <a:pt x="1218197" y="44366"/>
                  </a:lnTo>
                  <a:lnTo>
                    <a:pt x="1224965" y="46622"/>
                  </a:lnTo>
                  <a:lnTo>
                    <a:pt x="1227221" y="51134"/>
                  </a:lnTo>
                  <a:lnTo>
                    <a:pt x="1226469" y="54894"/>
                  </a:lnTo>
                  <a:lnTo>
                    <a:pt x="1220453" y="63918"/>
                  </a:lnTo>
                  <a:lnTo>
                    <a:pt x="1221957" y="66174"/>
                  </a:lnTo>
                  <a:lnTo>
                    <a:pt x="1224965" y="72190"/>
                  </a:lnTo>
                  <a:lnTo>
                    <a:pt x="1227221" y="72941"/>
                  </a:lnTo>
                  <a:lnTo>
                    <a:pt x="1230229" y="74445"/>
                  </a:lnTo>
                  <a:lnTo>
                    <a:pt x="1232485" y="75949"/>
                  </a:lnTo>
                  <a:lnTo>
                    <a:pt x="1236245" y="77453"/>
                  </a:lnTo>
                  <a:lnTo>
                    <a:pt x="1240004" y="76701"/>
                  </a:lnTo>
                  <a:lnTo>
                    <a:pt x="1243764" y="74445"/>
                  </a:lnTo>
                  <a:lnTo>
                    <a:pt x="1246772" y="71438"/>
                  </a:lnTo>
                  <a:lnTo>
                    <a:pt x="1249780" y="69933"/>
                  </a:lnTo>
                  <a:lnTo>
                    <a:pt x="1251284" y="70685"/>
                  </a:lnTo>
                  <a:lnTo>
                    <a:pt x="1252036" y="72190"/>
                  </a:lnTo>
                  <a:lnTo>
                    <a:pt x="1253540" y="72941"/>
                  </a:lnTo>
                  <a:lnTo>
                    <a:pt x="1254292" y="73693"/>
                  </a:lnTo>
                  <a:lnTo>
                    <a:pt x="1255044" y="75949"/>
                  </a:lnTo>
                  <a:lnTo>
                    <a:pt x="1254292" y="77453"/>
                  </a:lnTo>
                  <a:lnTo>
                    <a:pt x="1253540" y="79709"/>
                  </a:lnTo>
                  <a:lnTo>
                    <a:pt x="1252788" y="81213"/>
                  </a:lnTo>
                  <a:lnTo>
                    <a:pt x="1251284" y="81965"/>
                  </a:lnTo>
                  <a:lnTo>
                    <a:pt x="1250532" y="83469"/>
                  </a:lnTo>
                  <a:lnTo>
                    <a:pt x="1251284" y="85725"/>
                  </a:lnTo>
                  <a:lnTo>
                    <a:pt x="1250532" y="87229"/>
                  </a:lnTo>
                  <a:lnTo>
                    <a:pt x="1250532" y="88733"/>
                  </a:lnTo>
                  <a:lnTo>
                    <a:pt x="1250532" y="90237"/>
                  </a:lnTo>
                  <a:lnTo>
                    <a:pt x="1250532" y="91741"/>
                  </a:lnTo>
                  <a:lnTo>
                    <a:pt x="1251284" y="93997"/>
                  </a:lnTo>
                  <a:lnTo>
                    <a:pt x="1254292" y="97757"/>
                  </a:lnTo>
                  <a:lnTo>
                    <a:pt x="1255044" y="99260"/>
                  </a:lnTo>
                  <a:lnTo>
                    <a:pt x="1255044" y="102268"/>
                  </a:lnTo>
                  <a:lnTo>
                    <a:pt x="1260308" y="118060"/>
                  </a:lnTo>
                  <a:lnTo>
                    <a:pt x="1262564" y="122572"/>
                  </a:lnTo>
                  <a:lnTo>
                    <a:pt x="1267076" y="132347"/>
                  </a:lnTo>
                  <a:lnTo>
                    <a:pt x="1267828" y="133851"/>
                  </a:lnTo>
                  <a:lnTo>
                    <a:pt x="1267828" y="134603"/>
                  </a:lnTo>
                  <a:lnTo>
                    <a:pt x="1267828" y="135355"/>
                  </a:lnTo>
                  <a:lnTo>
                    <a:pt x="1269332" y="136107"/>
                  </a:lnTo>
                  <a:lnTo>
                    <a:pt x="1270836" y="137611"/>
                  </a:lnTo>
                  <a:lnTo>
                    <a:pt x="1272340" y="137611"/>
                  </a:lnTo>
                  <a:lnTo>
                    <a:pt x="1274595" y="138363"/>
                  </a:lnTo>
                  <a:lnTo>
                    <a:pt x="1279859" y="138363"/>
                  </a:lnTo>
                  <a:lnTo>
                    <a:pt x="1282867" y="139115"/>
                  </a:lnTo>
                  <a:lnTo>
                    <a:pt x="1285123" y="140619"/>
                  </a:lnTo>
                  <a:lnTo>
                    <a:pt x="1286627" y="141371"/>
                  </a:lnTo>
                  <a:lnTo>
                    <a:pt x="1294899" y="144379"/>
                  </a:lnTo>
                  <a:lnTo>
                    <a:pt x="1296402" y="145131"/>
                  </a:lnTo>
                  <a:lnTo>
                    <a:pt x="1296402" y="148139"/>
                  </a:lnTo>
                  <a:lnTo>
                    <a:pt x="1297155" y="150395"/>
                  </a:lnTo>
                  <a:lnTo>
                    <a:pt x="1298659" y="152651"/>
                  </a:lnTo>
                  <a:lnTo>
                    <a:pt x="1296402" y="154155"/>
                  </a:lnTo>
                  <a:lnTo>
                    <a:pt x="1295651" y="154907"/>
                  </a:lnTo>
                  <a:lnTo>
                    <a:pt x="1295651" y="155658"/>
                  </a:lnTo>
                  <a:lnTo>
                    <a:pt x="1294899" y="157914"/>
                  </a:lnTo>
                  <a:lnTo>
                    <a:pt x="1294147" y="159418"/>
                  </a:lnTo>
                  <a:lnTo>
                    <a:pt x="1292643" y="161674"/>
                  </a:lnTo>
                  <a:lnTo>
                    <a:pt x="1291891" y="163178"/>
                  </a:lnTo>
                  <a:lnTo>
                    <a:pt x="1291139" y="164682"/>
                  </a:lnTo>
                  <a:lnTo>
                    <a:pt x="1291139" y="166938"/>
                  </a:lnTo>
                  <a:lnTo>
                    <a:pt x="1291891" y="168442"/>
                  </a:lnTo>
                  <a:lnTo>
                    <a:pt x="1293395" y="169194"/>
                  </a:lnTo>
                  <a:lnTo>
                    <a:pt x="1294899" y="169946"/>
                  </a:lnTo>
                  <a:lnTo>
                    <a:pt x="1297906" y="169946"/>
                  </a:lnTo>
                  <a:lnTo>
                    <a:pt x="1298659" y="170698"/>
                  </a:lnTo>
                  <a:lnTo>
                    <a:pt x="1299411" y="171450"/>
                  </a:lnTo>
                  <a:lnTo>
                    <a:pt x="1298659" y="172202"/>
                  </a:lnTo>
                  <a:lnTo>
                    <a:pt x="1297155" y="175210"/>
                  </a:lnTo>
                  <a:lnTo>
                    <a:pt x="1295651" y="179722"/>
                  </a:lnTo>
                  <a:lnTo>
                    <a:pt x="1294899" y="181226"/>
                  </a:lnTo>
                  <a:lnTo>
                    <a:pt x="1294147" y="181978"/>
                  </a:lnTo>
                  <a:lnTo>
                    <a:pt x="1293395" y="183482"/>
                  </a:lnTo>
                  <a:lnTo>
                    <a:pt x="1293395" y="184986"/>
                  </a:lnTo>
                  <a:lnTo>
                    <a:pt x="1294147" y="186489"/>
                  </a:lnTo>
                  <a:lnTo>
                    <a:pt x="1297906" y="192505"/>
                  </a:lnTo>
                  <a:lnTo>
                    <a:pt x="1303170" y="206041"/>
                  </a:lnTo>
                  <a:lnTo>
                    <a:pt x="1304674" y="207545"/>
                  </a:lnTo>
                  <a:lnTo>
                    <a:pt x="1306930" y="209049"/>
                  </a:lnTo>
                  <a:lnTo>
                    <a:pt x="1308434" y="209801"/>
                  </a:lnTo>
                  <a:lnTo>
                    <a:pt x="1312194" y="211305"/>
                  </a:lnTo>
                  <a:lnTo>
                    <a:pt x="1312946" y="212056"/>
                  </a:lnTo>
                  <a:lnTo>
                    <a:pt x="1312946" y="213560"/>
                  </a:lnTo>
                  <a:lnTo>
                    <a:pt x="1312946" y="215065"/>
                  </a:lnTo>
                  <a:lnTo>
                    <a:pt x="1312946" y="216568"/>
                  </a:lnTo>
                  <a:lnTo>
                    <a:pt x="1313698" y="218072"/>
                  </a:lnTo>
                  <a:lnTo>
                    <a:pt x="1320466" y="225592"/>
                  </a:lnTo>
                  <a:lnTo>
                    <a:pt x="1322722" y="227096"/>
                  </a:lnTo>
                  <a:lnTo>
                    <a:pt x="1324226" y="227848"/>
                  </a:lnTo>
                  <a:lnTo>
                    <a:pt x="1324978" y="228600"/>
                  </a:lnTo>
                  <a:lnTo>
                    <a:pt x="1330994" y="237624"/>
                  </a:lnTo>
                  <a:lnTo>
                    <a:pt x="1331745" y="240632"/>
                  </a:lnTo>
                  <a:lnTo>
                    <a:pt x="1332498" y="242887"/>
                  </a:lnTo>
                  <a:lnTo>
                    <a:pt x="1332498" y="251159"/>
                  </a:lnTo>
                  <a:lnTo>
                    <a:pt x="1332498" y="257927"/>
                  </a:lnTo>
                  <a:lnTo>
                    <a:pt x="1330994" y="272214"/>
                  </a:lnTo>
                  <a:lnTo>
                    <a:pt x="1329489" y="276726"/>
                  </a:lnTo>
                  <a:lnTo>
                    <a:pt x="1328738" y="278982"/>
                  </a:lnTo>
                  <a:lnTo>
                    <a:pt x="1327234" y="281238"/>
                  </a:lnTo>
                  <a:lnTo>
                    <a:pt x="1326481" y="281990"/>
                  </a:lnTo>
                  <a:lnTo>
                    <a:pt x="1324978" y="285750"/>
                  </a:lnTo>
                  <a:lnTo>
                    <a:pt x="1323474" y="287254"/>
                  </a:lnTo>
                  <a:lnTo>
                    <a:pt x="1323474" y="288758"/>
                  </a:lnTo>
                  <a:lnTo>
                    <a:pt x="1322722" y="290262"/>
                  </a:lnTo>
                  <a:lnTo>
                    <a:pt x="1326481" y="300789"/>
                  </a:lnTo>
                  <a:lnTo>
                    <a:pt x="1325730" y="305301"/>
                  </a:lnTo>
                  <a:lnTo>
                    <a:pt x="1324226" y="309813"/>
                  </a:lnTo>
                  <a:lnTo>
                    <a:pt x="1324226" y="311317"/>
                  </a:lnTo>
                  <a:lnTo>
                    <a:pt x="1324978" y="313573"/>
                  </a:lnTo>
                  <a:lnTo>
                    <a:pt x="1325730" y="315077"/>
                  </a:lnTo>
                  <a:lnTo>
                    <a:pt x="1326481" y="315829"/>
                  </a:lnTo>
                  <a:lnTo>
                    <a:pt x="1329489" y="318085"/>
                  </a:lnTo>
                  <a:lnTo>
                    <a:pt x="1330241" y="318837"/>
                  </a:lnTo>
                  <a:lnTo>
                    <a:pt x="1330994" y="320341"/>
                  </a:lnTo>
                  <a:lnTo>
                    <a:pt x="1330994" y="321845"/>
                  </a:lnTo>
                  <a:lnTo>
                    <a:pt x="1330241" y="324101"/>
                  </a:lnTo>
                  <a:lnTo>
                    <a:pt x="1329489" y="326357"/>
                  </a:lnTo>
                  <a:lnTo>
                    <a:pt x="1327985" y="327861"/>
                  </a:lnTo>
                  <a:lnTo>
                    <a:pt x="1325730" y="330116"/>
                  </a:lnTo>
                  <a:lnTo>
                    <a:pt x="1317458" y="334628"/>
                  </a:lnTo>
                  <a:lnTo>
                    <a:pt x="1302419" y="341396"/>
                  </a:lnTo>
                  <a:lnTo>
                    <a:pt x="1298659" y="342148"/>
                  </a:lnTo>
                  <a:lnTo>
                    <a:pt x="1297906" y="342148"/>
                  </a:lnTo>
                  <a:lnTo>
                    <a:pt x="1296402" y="341396"/>
                  </a:lnTo>
                  <a:lnTo>
                    <a:pt x="1289635" y="336884"/>
                  </a:lnTo>
                  <a:lnTo>
                    <a:pt x="1286627" y="335380"/>
                  </a:lnTo>
                  <a:lnTo>
                    <a:pt x="1285123" y="334628"/>
                  </a:lnTo>
                  <a:lnTo>
                    <a:pt x="1281363" y="333876"/>
                  </a:lnTo>
                  <a:lnTo>
                    <a:pt x="1274595" y="333876"/>
                  </a:lnTo>
                  <a:lnTo>
                    <a:pt x="1272340" y="334628"/>
                  </a:lnTo>
                  <a:lnTo>
                    <a:pt x="1270836" y="334628"/>
                  </a:lnTo>
                  <a:lnTo>
                    <a:pt x="1269332" y="335380"/>
                  </a:lnTo>
                  <a:lnTo>
                    <a:pt x="1267828" y="336884"/>
                  </a:lnTo>
                  <a:lnTo>
                    <a:pt x="1267076" y="338388"/>
                  </a:lnTo>
                  <a:lnTo>
                    <a:pt x="1266323" y="339140"/>
                  </a:lnTo>
                  <a:lnTo>
                    <a:pt x="1265572" y="343652"/>
                  </a:lnTo>
                  <a:lnTo>
                    <a:pt x="1261812" y="351924"/>
                  </a:lnTo>
                  <a:lnTo>
                    <a:pt x="1261060" y="354180"/>
                  </a:lnTo>
                  <a:lnTo>
                    <a:pt x="1261060" y="355683"/>
                  </a:lnTo>
                  <a:lnTo>
                    <a:pt x="1261060" y="359443"/>
                  </a:lnTo>
                  <a:lnTo>
                    <a:pt x="1261812" y="361699"/>
                  </a:lnTo>
                  <a:lnTo>
                    <a:pt x="1262564" y="363955"/>
                  </a:lnTo>
                  <a:lnTo>
                    <a:pt x="1265572" y="366211"/>
                  </a:lnTo>
                  <a:lnTo>
                    <a:pt x="1267076" y="367715"/>
                  </a:lnTo>
                  <a:lnTo>
                    <a:pt x="1269332" y="370723"/>
                  </a:lnTo>
                  <a:lnTo>
                    <a:pt x="1270836" y="374483"/>
                  </a:lnTo>
                  <a:lnTo>
                    <a:pt x="1271587" y="376739"/>
                  </a:lnTo>
                  <a:lnTo>
                    <a:pt x="1274595" y="378995"/>
                  </a:lnTo>
                  <a:lnTo>
                    <a:pt x="1275347" y="379747"/>
                  </a:lnTo>
                  <a:lnTo>
                    <a:pt x="1278355" y="382003"/>
                  </a:lnTo>
                  <a:lnTo>
                    <a:pt x="1279859" y="382755"/>
                  </a:lnTo>
                  <a:lnTo>
                    <a:pt x="1281363" y="383507"/>
                  </a:lnTo>
                  <a:lnTo>
                    <a:pt x="1282867" y="385762"/>
                  </a:lnTo>
                  <a:lnTo>
                    <a:pt x="1284371" y="391026"/>
                  </a:lnTo>
                  <a:lnTo>
                    <a:pt x="1285123" y="395538"/>
                  </a:lnTo>
                  <a:lnTo>
                    <a:pt x="1285875" y="398546"/>
                  </a:lnTo>
                  <a:lnTo>
                    <a:pt x="1287379" y="403810"/>
                  </a:lnTo>
                  <a:lnTo>
                    <a:pt x="1288883" y="405314"/>
                  </a:lnTo>
                  <a:lnTo>
                    <a:pt x="1291891" y="407570"/>
                  </a:lnTo>
                  <a:lnTo>
                    <a:pt x="1296402" y="409074"/>
                  </a:lnTo>
                  <a:lnTo>
                    <a:pt x="1297906" y="409826"/>
                  </a:lnTo>
                  <a:lnTo>
                    <a:pt x="1297906" y="410578"/>
                  </a:lnTo>
                  <a:lnTo>
                    <a:pt x="1299411" y="411329"/>
                  </a:lnTo>
                  <a:lnTo>
                    <a:pt x="1300162" y="413586"/>
                  </a:lnTo>
                  <a:lnTo>
                    <a:pt x="1300915" y="415841"/>
                  </a:lnTo>
                  <a:lnTo>
                    <a:pt x="1300915" y="418097"/>
                  </a:lnTo>
                  <a:lnTo>
                    <a:pt x="1300915" y="421105"/>
                  </a:lnTo>
                  <a:lnTo>
                    <a:pt x="1299411" y="426369"/>
                  </a:lnTo>
                  <a:lnTo>
                    <a:pt x="1299411" y="429377"/>
                  </a:lnTo>
                  <a:lnTo>
                    <a:pt x="1297906" y="432385"/>
                  </a:lnTo>
                  <a:lnTo>
                    <a:pt x="1297155" y="433137"/>
                  </a:lnTo>
                  <a:lnTo>
                    <a:pt x="1297155" y="434641"/>
                  </a:lnTo>
                  <a:lnTo>
                    <a:pt x="1297155" y="436145"/>
                  </a:lnTo>
                  <a:lnTo>
                    <a:pt x="1298659" y="437649"/>
                  </a:lnTo>
                  <a:lnTo>
                    <a:pt x="1299411" y="439153"/>
                  </a:lnTo>
                  <a:lnTo>
                    <a:pt x="1302419" y="441408"/>
                  </a:lnTo>
                  <a:lnTo>
                    <a:pt x="1307682" y="442160"/>
                  </a:lnTo>
                  <a:lnTo>
                    <a:pt x="1309186" y="442912"/>
                  </a:lnTo>
                  <a:lnTo>
                    <a:pt x="1309938" y="443664"/>
                  </a:lnTo>
                  <a:lnTo>
                    <a:pt x="1310690" y="443664"/>
                  </a:lnTo>
                  <a:lnTo>
                    <a:pt x="1312194" y="442912"/>
                  </a:lnTo>
                  <a:lnTo>
                    <a:pt x="1312946" y="442160"/>
                  </a:lnTo>
                  <a:lnTo>
                    <a:pt x="1314450" y="442912"/>
                  </a:lnTo>
                  <a:lnTo>
                    <a:pt x="1315954" y="444417"/>
                  </a:lnTo>
                  <a:lnTo>
                    <a:pt x="1317458" y="445920"/>
                  </a:lnTo>
                  <a:lnTo>
                    <a:pt x="1319714" y="446672"/>
                  </a:lnTo>
                  <a:lnTo>
                    <a:pt x="1321218" y="447424"/>
                  </a:lnTo>
                  <a:lnTo>
                    <a:pt x="1321970" y="449680"/>
                  </a:lnTo>
                  <a:lnTo>
                    <a:pt x="1323474" y="452688"/>
                  </a:lnTo>
                  <a:lnTo>
                    <a:pt x="1325730" y="456448"/>
                  </a:lnTo>
                  <a:lnTo>
                    <a:pt x="1328738" y="460208"/>
                  </a:lnTo>
                  <a:lnTo>
                    <a:pt x="1334001" y="462464"/>
                  </a:lnTo>
                  <a:lnTo>
                    <a:pt x="1337009" y="463968"/>
                  </a:lnTo>
                  <a:lnTo>
                    <a:pt x="1343777" y="465472"/>
                  </a:lnTo>
                  <a:lnTo>
                    <a:pt x="1346785" y="466976"/>
                  </a:lnTo>
                  <a:lnTo>
                    <a:pt x="1347537" y="466976"/>
                  </a:lnTo>
                  <a:lnTo>
                    <a:pt x="1349793" y="465472"/>
                  </a:lnTo>
                  <a:lnTo>
                    <a:pt x="1351297" y="463216"/>
                  </a:lnTo>
                  <a:lnTo>
                    <a:pt x="1353553" y="460208"/>
                  </a:lnTo>
                  <a:lnTo>
                    <a:pt x="1362576" y="463216"/>
                  </a:lnTo>
                  <a:lnTo>
                    <a:pt x="1367088" y="462464"/>
                  </a:lnTo>
                  <a:lnTo>
                    <a:pt x="1376112" y="459456"/>
                  </a:lnTo>
                  <a:lnTo>
                    <a:pt x="1377616" y="459456"/>
                  </a:lnTo>
                  <a:lnTo>
                    <a:pt x="1380624" y="459456"/>
                  </a:lnTo>
                  <a:lnTo>
                    <a:pt x="1383632" y="458704"/>
                  </a:lnTo>
                  <a:lnTo>
                    <a:pt x="1386639" y="457200"/>
                  </a:lnTo>
                  <a:lnTo>
                    <a:pt x="1388896" y="454944"/>
                  </a:lnTo>
                  <a:lnTo>
                    <a:pt x="1390399" y="452688"/>
                  </a:lnTo>
                  <a:lnTo>
                    <a:pt x="1392655" y="450432"/>
                  </a:lnTo>
                  <a:lnTo>
                    <a:pt x="1394911" y="449680"/>
                  </a:lnTo>
                  <a:lnTo>
                    <a:pt x="1393407" y="452688"/>
                  </a:lnTo>
                  <a:lnTo>
                    <a:pt x="1383632" y="467728"/>
                  </a:lnTo>
                  <a:lnTo>
                    <a:pt x="1372352" y="491039"/>
                  </a:lnTo>
                  <a:lnTo>
                    <a:pt x="1371600" y="497055"/>
                  </a:lnTo>
                  <a:lnTo>
                    <a:pt x="1370096" y="499310"/>
                  </a:lnTo>
                  <a:lnTo>
                    <a:pt x="1367088" y="503822"/>
                  </a:lnTo>
                  <a:lnTo>
                    <a:pt x="1358064" y="526382"/>
                  </a:lnTo>
                  <a:lnTo>
                    <a:pt x="1353553" y="533149"/>
                  </a:lnTo>
                  <a:lnTo>
                    <a:pt x="1350545" y="541421"/>
                  </a:lnTo>
                  <a:lnTo>
                    <a:pt x="1340769" y="554957"/>
                  </a:lnTo>
                  <a:lnTo>
                    <a:pt x="1330241" y="575260"/>
                  </a:lnTo>
                  <a:lnTo>
                    <a:pt x="1317458" y="593307"/>
                  </a:lnTo>
                  <a:lnTo>
                    <a:pt x="1308434" y="607595"/>
                  </a:lnTo>
                  <a:lnTo>
                    <a:pt x="1298659" y="621130"/>
                  </a:lnTo>
                  <a:lnTo>
                    <a:pt x="1290387" y="633162"/>
                  </a:lnTo>
                  <a:lnTo>
                    <a:pt x="1288131" y="634666"/>
                  </a:lnTo>
                  <a:lnTo>
                    <a:pt x="1286627" y="635418"/>
                  </a:lnTo>
                  <a:lnTo>
                    <a:pt x="1276100" y="648201"/>
                  </a:lnTo>
                  <a:lnTo>
                    <a:pt x="1265572" y="660985"/>
                  </a:lnTo>
                  <a:lnTo>
                    <a:pt x="1254292" y="673016"/>
                  </a:lnTo>
                  <a:lnTo>
                    <a:pt x="1249780" y="679032"/>
                  </a:lnTo>
                  <a:lnTo>
                    <a:pt x="1246772" y="681288"/>
                  </a:lnTo>
                  <a:lnTo>
                    <a:pt x="1243012" y="683544"/>
                  </a:lnTo>
                  <a:lnTo>
                    <a:pt x="1241508" y="683544"/>
                  </a:lnTo>
                  <a:lnTo>
                    <a:pt x="1238501" y="684296"/>
                  </a:lnTo>
                  <a:lnTo>
                    <a:pt x="1236245" y="684296"/>
                  </a:lnTo>
                  <a:lnTo>
                    <a:pt x="1234741" y="685048"/>
                  </a:lnTo>
                  <a:lnTo>
                    <a:pt x="1231733" y="688056"/>
                  </a:lnTo>
                  <a:lnTo>
                    <a:pt x="1227973" y="689560"/>
                  </a:lnTo>
                  <a:lnTo>
                    <a:pt x="1224213" y="691064"/>
                  </a:lnTo>
                  <a:lnTo>
                    <a:pt x="1221205" y="692568"/>
                  </a:lnTo>
                  <a:lnTo>
                    <a:pt x="1217445" y="691816"/>
                  </a:lnTo>
                  <a:lnTo>
                    <a:pt x="1216693" y="689560"/>
                  </a:lnTo>
                  <a:lnTo>
                    <a:pt x="1219701" y="684296"/>
                  </a:lnTo>
                  <a:lnTo>
                    <a:pt x="1221205" y="678280"/>
                  </a:lnTo>
                  <a:lnTo>
                    <a:pt x="1222709" y="676776"/>
                  </a:lnTo>
                  <a:lnTo>
                    <a:pt x="1224213" y="676024"/>
                  </a:lnTo>
                  <a:lnTo>
                    <a:pt x="1225717" y="679032"/>
                  </a:lnTo>
                  <a:lnTo>
                    <a:pt x="1225717" y="676024"/>
                  </a:lnTo>
                  <a:lnTo>
                    <a:pt x="1224213" y="673768"/>
                  </a:lnTo>
                  <a:lnTo>
                    <a:pt x="1223461" y="670760"/>
                  </a:lnTo>
                  <a:lnTo>
                    <a:pt x="1225717" y="666249"/>
                  </a:lnTo>
                  <a:lnTo>
                    <a:pt x="1225717" y="664745"/>
                  </a:lnTo>
                  <a:lnTo>
                    <a:pt x="1224213" y="663241"/>
                  </a:lnTo>
                  <a:lnTo>
                    <a:pt x="1223461" y="662489"/>
                  </a:lnTo>
                  <a:lnTo>
                    <a:pt x="1223461" y="661737"/>
                  </a:lnTo>
                  <a:lnTo>
                    <a:pt x="1223461" y="660985"/>
                  </a:lnTo>
                  <a:lnTo>
                    <a:pt x="1221957" y="659481"/>
                  </a:lnTo>
                  <a:lnTo>
                    <a:pt x="1221957" y="658729"/>
                  </a:lnTo>
                  <a:lnTo>
                    <a:pt x="1221957" y="657977"/>
                  </a:lnTo>
                  <a:lnTo>
                    <a:pt x="1222709" y="657225"/>
                  </a:lnTo>
                  <a:lnTo>
                    <a:pt x="1222709" y="656473"/>
                  </a:lnTo>
                  <a:lnTo>
                    <a:pt x="1221205" y="645945"/>
                  </a:lnTo>
                  <a:lnTo>
                    <a:pt x="1218197" y="645945"/>
                  </a:lnTo>
                  <a:lnTo>
                    <a:pt x="1215942" y="645945"/>
                  </a:lnTo>
                  <a:lnTo>
                    <a:pt x="1213685" y="645193"/>
                  </a:lnTo>
                  <a:lnTo>
                    <a:pt x="1211430" y="642938"/>
                  </a:lnTo>
                  <a:lnTo>
                    <a:pt x="1206166" y="644441"/>
                  </a:lnTo>
                  <a:lnTo>
                    <a:pt x="1203158" y="642938"/>
                  </a:lnTo>
                  <a:lnTo>
                    <a:pt x="1201654" y="639930"/>
                  </a:lnTo>
                  <a:lnTo>
                    <a:pt x="1200150" y="633162"/>
                  </a:lnTo>
                  <a:lnTo>
                    <a:pt x="1198646" y="632410"/>
                  </a:lnTo>
                  <a:lnTo>
                    <a:pt x="1197142" y="632410"/>
                  </a:lnTo>
                  <a:lnTo>
                    <a:pt x="1194886" y="630906"/>
                  </a:lnTo>
                  <a:lnTo>
                    <a:pt x="1192630" y="629402"/>
                  </a:lnTo>
                  <a:lnTo>
                    <a:pt x="1192630" y="627146"/>
                  </a:lnTo>
                  <a:lnTo>
                    <a:pt x="1193382" y="625642"/>
                  </a:lnTo>
                  <a:lnTo>
                    <a:pt x="1193382" y="622634"/>
                  </a:lnTo>
                  <a:lnTo>
                    <a:pt x="1192630" y="622634"/>
                  </a:lnTo>
                  <a:lnTo>
                    <a:pt x="1189623" y="627898"/>
                  </a:lnTo>
                  <a:lnTo>
                    <a:pt x="1188870" y="630154"/>
                  </a:lnTo>
                  <a:lnTo>
                    <a:pt x="1188119" y="633914"/>
                  </a:lnTo>
                  <a:lnTo>
                    <a:pt x="1188119" y="638426"/>
                  </a:lnTo>
                  <a:lnTo>
                    <a:pt x="1188119" y="639178"/>
                  </a:lnTo>
                  <a:lnTo>
                    <a:pt x="1187366" y="639930"/>
                  </a:lnTo>
                  <a:lnTo>
                    <a:pt x="1186614" y="639930"/>
                  </a:lnTo>
                  <a:lnTo>
                    <a:pt x="1186614" y="640681"/>
                  </a:lnTo>
                  <a:lnTo>
                    <a:pt x="1184359" y="644441"/>
                  </a:lnTo>
                  <a:lnTo>
                    <a:pt x="1184359" y="646697"/>
                  </a:lnTo>
                  <a:lnTo>
                    <a:pt x="1186614" y="648201"/>
                  </a:lnTo>
                  <a:lnTo>
                    <a:pt x="1180599" y="659481"/>
                  </a:lnTo>
                  <a:lnTo>
                    <a:pt x="1178343" y="660985"/>
                  </a:lnTo>
                  <a:lnTo>
                    <a:pt x="1177591" y="661737"/>
                  </a:lnTo>
                  <a:lnTo>
                    <a:pt x="1176087" y="663241"/>
                  </a:lnTo>
                  <a:lnTo>
                    <a:pt x="1174583" y="663993"/>
                  </a:lnTo>
                  <a:lnTo>
                    <a:pt x="1173079" y="663993"/>
                  </a:lnTo>
                  <a:lnTo>
                    <a:pt x="1171575" y="662489"/>
                  </a:lnTo>
                  <a:lnTo>
                    <a:pt x="1170071" y="661737"/>
                  </a:lnTo>
                  <a:lnTo>
                    <a:pt x="1168567" y="660985"/>
                  </a:lnTo>
                  <a:lnTo>
                    <a:pt x="1167063" y="657225"/>
                  </a:lnTo>
                  <a:lnTo>
                    <a:pt x="1164055" y="645945"/>
                  </a:lnTo>
                  <a:lnTo>
                    <a:pt x="1164807" y="643690"/>
                  </a:lnTo>
                  <a:lnTo>
                    <a:pt x="1166311" y="641433"/>
                  </a:lnTo>
                  <a:lnTo>
                    <a:pt x="1169319" y="638426"/>
                  </a:lnTo>
                  <a:lnTo>
                    <a:pt x="1167815" y="635418"/>
                  </a:lnTo>
                  <a:lnTo>
                    <a:pt x="1166311" y="635418"/>
                  </a:lnTo>
                  <a:lnTo>
                    <a:pt x="1167063" y="637674"/>
                  </a:lnTo>
                  <a:lnTo>
                    <a:pt x="1166311" y="639178"/>
                  </a:lnTo>
                  <a:lnTo>
                    <a:pt x="1164055" y="639930"/>
                  </a:lnTo>
                  <a:lnTo>
                    <a:pt x="1162551" y="641433"/>
                  </a:lnTo>
                  <a:lnTo>
                    <a:pt x="1161047" y="643690"/>
                  </a:lnTo>
                  <a:lnTo>
                    <a:pt x="1161047" y="645945"/>
                  </a:lnTo>
                  <a:lnTo>
                    <a:pt x="1160295" y="647449"/>
                  </a:lnTo>
                  <a:lnTo>
                    <a:pt x="1158040" y="648201"/>
                  </a:lnTo>
                  <a:lnTo>
                    <a:pt x="1159544" y="649705"/>
                  </a:lnTo>
                  <a:lnTo>
                    <a:pt x="1161047" y="653465"/>
                  </a:lnTo>
                  <a:lnTo>
                    <a:pt x="1162551" y="655721"/>
                  </a:lnTo>
                  <a:lnTo>
                    <a:pt x="1163303" y="656473"/>
                  </a:lnTo>
                  <a:lnTo>
                    <a:pt x="1164807" y="656473"/>
                  </a:lnTo>
                  <a:lnTo>
                    <a:pt x="1165559" y="657225"/>
                  </a:lnTo>
                  <a:lnTo>
                    <a:pt x="1166311" y="658729"/>
                  </a:lnTo>
                  <a:lnTo>
                    <a:pt x="1166311" y="659481"/>
                  </a:lnTo>
                  <a:lnTo>
                    <a:pt x="1166311" y="660985"/>
                  </a:lnTo>
                  <a:lnTo>
                    <a:pt x="1167063" y="663241"/>
                  </a:lnTo>
                  <a:lnTo>
                    <a:pt x="1167815" y="665497"/>
                  </a:lnTo>
                  <a:lnTo>
                    <a:pt x="1168567" y="666249"/>
                  </a:lnTo>
                  <a:lnTo>
                    <a:pt x="1171575" y="667753"/>
                  </a:lnTo>
                  <a:lnTo>
                    <a:pt x="1173079" y="668505"/>
                  </a:lnTo>
                  <a:lnTo>
                    <a:pt x="1175335" y="666249"/>
                  </a:lnTo>
                  <a:lnTo>
                    <a:pt x="1176087" y="665497"/>
                  </a:lnTo>
                  <a:lnTo>
                    <a:pt x="1177591" y="665497"/>
                  </a:lnTo>
                  <a:lnTo>
                    <a:pt x="1178343" y="667001"/>
                  </a:lnTo>
                  <a:lnTo>
                    <a:pt x="1178343" y="668505"/>
                  </a:lnTo>
                  <a:lnTo>
                    <a:pt x="1179095" y="669257"/>
                  </a:lnTo>
                  <a:lnTo>
                    <a:pt x="1180599" y="669257"/>
                  </a:lnTo>
                  <a:lnTo>
                    <a:pt x="1182103" y="667753"/>
                  </a:lnTo>
                  <a:lnTo>
                    <a:pt x="1184359" y="667753"/>
                  </a:lnTo>
                  <a:lnTo>
                    <a:pt x="1186614" y="668505"/>
                  </a:lnTo>
                  <a:lnTo>
                    <a:pt x="1188119" y="669257"/>
                  </a:lnTo>
                  <a:lnTo>
                    <a:pt x="1186614" y="670760"/>
                  </a:lnTo>
                  <a:lnTo>
                    <a:pt x="1185863" y="673016"/>
                  </a:lnTo>
                  <a:lnTo>
                    <a:pt x="1185110" y="674520"/>
                  </a:lnTo>
                  <a:lnTo>
                    <a:pt x="1184359" y="675272"/>
                  </a:lnTo>
                  <a:lnTo>
                    <a:pt x="1184359" y="677528"/>
                  </a:lnTo>
                  <a:lnTo>
                    <a:pt x="1184359" y="680536"/>
                  </a:lnTo>
                  <a:lnTo>
                    <a:pt x="1184359" y="682792"/>
                  </a:lnTo>
                  <a:lnTo>
                    <a:pt x="1183606" y="683544"/>
                  </a:lnTo>
                  <a:lnTo>
                    <a:pt x="1182103" y="685800"/>
                  </a:lnTo>
                  <a:lnTo>
                    <a:pt x="1179095" y="690312"/>
                  </a:lnTo>
                  <a:lnTo>
                    <a:pt x="1176839" y="692568"/>
                  </a:lnTo>
                  <a:lnTo>
                    <a:pt x="1174583" y="694824"/>
                  </a:lnTo>
                  <a:lnTo>
                    <a:pt x="1171575" y="697079"/>
                  </a:lnTo>
                  <a:lnTo>
                    <a:pt x="1168567" y="698584"/>
                  </a:lnTo>
                  <a:lnTo>
                    <a:pt x="1164807" y="699336"/>
                  </a:lnTo>
                  <a:lnTo>
                    <a:pt x="1163303" y="700088"/>
                  </a:lnTo>
                  <a:lnTo>
                    <a:pt x="1162551" y="701591"/>
                  </a:lnTo>
                  <a:lnTo>
                    <a:pt x="1162551" y="703847"/>
                  </a:lnTo>
                  <a:lnTo>
                    <a:pt x="1162551" y="705351"/>
                  </a:lnTo>
                  <a:lnTo>
                    <a:pt x="1162551" y="706855"/>
                  </a:lnTo>
                  <a:lnTo>
                    <a:pt x="1163303" y="707607"/>
                  </a:lnTo>
                  <a:lnTo>
                    <a:pt x="1164055" y="708359"/>
                  </a:lnTo>
                  <a:lnTo>
                    <a:pt x="1165559" y="709111"/>
                  </a:lnTo>
                  <a:lnTo>
                    <a:pt x="1176087" y="711367"/>
                  </a:lnTo>
                  <a:lnTo>
                    <a:pt x="1175335" y="712871"/>
                  </a:lnTo>
                  <a:lnTo>
                    <a:pt x="1173831" y="713623"/>
                  </a:lnTo>
                  <a:lnTo>
                    <a:pt x="1172327" y="713623"/>
                  </a:lnTo>
                  <a:lnTo>
                    <a:pt x="1170823" y="714375"/>
                  </a:lnTo>
                  <a:lnTo>
                    <a:pt x="1169319" y="715127"/>
                  </a:lnTo>
                  <a:lnTo>
                    <a:pt x="1165559" y="719639"/>
                  </a:lnTo>
                  <a:lnTo>
                    <a:pt x="1157287" y="725655"/>
                  </a:lnTo>
                  <a:lnTo>
                    <a:pt x="1154280" y="727158"/>
                  </a:lnTo>
                  <a:lnTo>
                    <a:pt x="1152776" y="730167"/>
                  </a:lnTo>
                  <a:lnTo>
                    <a:pt x="1152024" y="736934"/>
                  </a:lnTo>
                  <a:lnTo>
                    <a:pt x="1151272" y="739942"/>
                  </a:lnTo>
                  <a:lnTo>
                    <a:pt x="1153527" y="744454"/>
                  </a:lnTo>
                  <a:lnTo>
                    <a:pt x="1153527" y="746710"/>
                  </a:lnTo>
                  <a:lnTo>
                    <a:pt x="1152024" y="748214"/>
                  </a:lnTo>
                  <a:lnTo>
                    <a:pt x="1148264" y="745958"/>
                  </a:lnTo>
                  <a:lnTo>
                    <a:pt x="1146760" y="745206"/>
                  </a:lnTo>
                  <a:lnTo>
                    <a:pt x="1145256" y="745206"/>
                  </a:lnTo>
                  <a:lnTo>
                    <a:pt x="1140744" y="745958"/>
                  </a:lnTo>
                  <a:lnTo>
                    <a:pt x="1140744" y="744454"/>
                  </a:lnTo>
                  <a:lnTo>
                    <a:pt x="1140744" y="743702"/>
                  </a:lnTo>
                  <a:lnTo>
                    <a:pt x="1140744" y="742198"/>
                  </a:lnTo>
                  <a:lnTo>
                    <a:pt x="1140744" y="740694"/>
                  </a:lnTo>
                  <a:lnTo>
                    <a:pt x="1136984" y="751222"/>
                  </a:lnTo>
                  <a:lnTo>
                    <a:pt x="1136232" y="757989"/>
                  </a:lnTo>
                  <a:lnTo>
                    <a:pt x="1137736" y="762501"/>
                  </a:lnTo>
                  <a:lnTo>
                    <a:pt x="1136232" y="764005"/>
                  </a:lnTo>
                  <a:lnTo>
                    <a:pt x="1134728" y="766261"/>
                  </a:lnTo>
                  <a:lnTo>
                    <a:pt x="1133976" y="769269"/>
                  </a:lnTo>
                  <a:lnTo>
                    <a:pt x="1133225" y="772277"/>
                  </a:lnTo>
                  <a:lnTo>
                    <a:pt x="1133976" y="779045"/>
                  </a:lnTo>
                  <a:lnTo>
                    <a:pt x="1132472" y="781301"/>
                  </a:lnTo>
                  <a:lnTo>
                    <a:pt x="1129465" y="782053"/>
                  </a:lnTo>
                  <a:lnTo>
                    <a:pt x="1129465" y="783556"/>
                  </a:lnTo>
                  <a:lnTo>
                    <a:pt x="1133225" y="782805"/>
                  </a:lnTo>
                  <a:lnTo>
                    <a:pt x="1134728" y="781301"/>
                  </a:lnTo>
                  <a:lnTo>
                    <a:pt x="1134728" y="773029"/>
                  </a:lnTo>
                  <a:lnTo>
                    <a:pt x="1135480" y="769269"/>
                  </a:lnTo>
                  <a:lnTo>
                    <a:pt x="1137736" y="766261"/>
                  </a:lnTo>
                  <a:lnTo>
                    <a:pt x="1140744" y="764757"/>
                  </a:lnTo>
                  <a:lnTo>
                    <a:pt x="1144504" y="766261"/>
                  </a:lnTo>
                  <a:lnTo>
                    <a:pt x="1145256" y="767765"/>
                  </a:lnTo>
                  <a:lnTo>
                    <a:pt x="1146008" y="770773"/>
                  </a:lnTo>
                  <a:lnTo>
                    <a:pt x="1147512" y="772277"/>
                  </a:lnTo>
                  <a:lnTo>
                    <a:pt x="1147512" y="773029"/>
                  </a:lnTo>
                  <a:lnTo>
                    <a:pt x="1146760" y="774533"/>
                  </a:lnTo>
                  <a:lnTo>
                    <a:pt x="1146008" y="775285"/>
                  </a:lnTo>
                  <a:lnTo>
                    <a:pt x="1146008" y="776789"/>
                  </a:lnTo>
                  <a:lnTo>
                    <a:pt x="1146008" y="780549"/>
                  </a:lnTo>
                  <a:lnTo>
                    <a:pt x="1147512" y="783556"/>
                  </a:lnTo>
                  <a:lnTo>
                    <a:pt x="1149768" y="786565"/>
                  </a:lnTo>
                  <a:lnTo>
                    <a:pt x="1151272" y="790324"/>
                  </a:lnTo>
                  <a:lnTo>
                    <a:pt x="1151272" y="794084"/>
                  </a:lnTo>
                  <a:lnTo>
                    <a:pt x="1150520" y="797092"/>
                  </a:lnTo>
                  <a:lnTo>
                    <a:pt x="1149016" y="799348"/>
                  </a:lnTo>
                  <a:lnTo>
                    <a:pt x="1147512" y="803108"/>
                  </a:lnTo>
                  <a:lnTo>
                    <a:pt x="1147512" y="812884"/>
                  </a:lnTo>
                  <a:lnTo>
                    <a:pt x="1147512" y="815891"/>
                  </a:lnTo>
                  <a:lnTo>
                    <a:pt x="1149016" y="818147"/>
                  </a:lnTo>
                  <a:lnTo>
                    <a:pt x="1149768" y="819651"/>
                  </a:lnTo>
                  <a:lnTo>
                    <a:pt x="1148264" y="819651"/>
                  </a:lnTo>
                  <a:lnTo>
                    <a:pt x="1146008" y="819651"/>
                  </a:lnTo>
                  <a:lnTo>
                    <a:pt x="1145256" y="818899"/>
                  </a:lnTo>
                  <a:lnTo>
                    <a:pt x="1142248" y="815891"/>
                  </a:lnTo>
                  <a:lnTo>
                    <a:pt x="1140744" y="814387"/>
                  </a:lnTo>
                  <a:lnTo>
                    <a:pt x="1140744" y="812884"/>
                  </a:lnTo>
                  <a:lnTo>
                    <a:pt x="1139992" y="810628"/>
                  </a:lnTo>
                  <a:lnTo>
                    <a:pt x="1139240" y="809124"/>
                  </a:lnTo>
                  <a:lnTo>
                    <a:pt x="1138488" y="807620"/>
                  </a:lnTo>
                  <a:lnTo>
                    <a:pt x="1137736" y="806868"/>
                  </a:lnTo>
                  <a:lnTo>
                    <a:pt x="1136232" y="806116"/>
                  </a:lnTo>
                  <a:lnTo>
                    <a:pt x="1135480" y="804612"/>
                  </a:lnTo>
                  <a:lnTo>
                    <a:pt x="1134728" y="804612"/>
                  </a:lnTo>
                  <a:lnTo>
                    <a:pt x="1133976" y="804612"/>
                  </a:lnTo>
                  <a:lnTo>
                    <a:pt x="1133225" y="804612"/>
                  </a:lnTo>
                  <a:lnTo>
                    <a:pt x="1132472" y="800100"/>
                  </a:lnTo>
                  <a:lnTo>
                    <a:pt x="1131720" y="799348"/>
                  </a:lnTo>
                  <a:lnTo>
                    <a:pt x="1129465" y="799348"/>
                  </a:lnTo>
                  <a:lnTo>
                    <a:pt x="1126457" y="799348"/>
                  </a:lnTo>
                  <a:lnTo>
                    <a:pt x="1124953" y="800852"/>
                  </a:lnTo>
                  <a:lnTo>
                    <a:pt x="1124201" y="803860"/>
                  </a:lnTo>
                  <a:lnTo>
                    <a:pt x="1124953" y="805364"/>
                  </a:lnTo>
                  <a:lnTo>
                    <a:pt x="1129465" y="801604"/>
                  </a:lnTo>
                  <a:lnTo>
                    <a:pt x="1130216" y="803108"/>
                  </a:lnTo>
                  <a:lnTo>
                    <a:pt x="1130216" y="804612"/>
                  </a:lnTo>
                  <a:lnTo>
                    <a:pt x="1130216" y="806116"/>
                  </a:lnTo>
                  <a:lnTo>
                    <a:pt x="1129465" y="806868"/>
                  </a:lnTo>
                  <a:lnTo>
                    <a:pt x="1135480" y="810628"/>
                  </a:lnTo>
                  <a:lnTo>
                    <a:pt x="1137736" y="812132"/>
                  </a:lnTo>
                  <a:lnTo>
                    <a:pt x="1139992" y="818147"/>
                  </a:lnTo>
                  <a:lnTo>
                    <a:pt x="1141496" y="819651"/>
                  </a:lnTo>
                  <a:lnTo>
                    <a:pt x="1146760" y="821907"/>
                  </a:lnTo>
                  <a:lnTo>
                    <a:pt x="1147512" y="823411"/>
                  </a:lnTo>
                  <a:lnTo>
                    <a:pt x="1146760" y="825667"/>
                  </a:lnTo>
                  <a:lnTo>
                    <a:pt x="1145256" y="826419"/>
                  </a:lnTo>
                  <a:lnTo>
                    <a:pt x="1141496" y="826419"/>
                  </a:lnTo>
                  <a:lnTo>
                    <a:pt x="1139240" y="825667"/>
                  </a:lnTo>
                  <a:lnTo>
                    <a:pt x="1136232" y="824163"/>
                  </a:lnTo>
                  <a:lnTo>
                    <a:pt x="1135480" y="828675"/>
                  </a:lnTo>
                  <a:lnTo>
                    <a:pt x="1135480" y="829427"/>
                  </a:lnTo>
                  <a:lnTo>
                    <a:pt x="1136984" y="834691"/>
                  </a:lnTo>
                  <a:lnTo>
                    <a:pt x="1137736" y="835443"/>
                  </a:lnTo>
                  <a:lnTo>
                    <a:pt x="1140744" y="836947"/>
                  </a:lnTo>
                  <a:lnTo>
                    <a:pt x="1143000" y="837699"/>
                  </a:lnTo>
                  <a:lnTo>
                    <a:pt x="1145256" y="839954"/>
                  </a:lnTo>
                  <a:lnTo>
                    <a:pt x="1146760" y="842963"/>
                  </a:lnTo>
                  <a:lnTo>
                    <a:pt x="1147512" y="844466"/>
                  </a:lnTo>
                  <a:lnTo>
                    <a:pt x="1147512" y="845970"/>
                  </a:lnTo>
                  <a:lnTo>
                    <a:pt x="1147512" y="848226"/>
                  </a:lnTo>
                  <a:lnTo>
                    <a:pt x="1147512" y="849730"/>
                  </a:lnTo>
                  <a:lnTo>
                    <a:pt x="1149016" y="852738"/>
                  </a:lnTo>
                  <a:lnTo>
                    <a:pt x="1149768" y="854242"/>
                  </a:lnTo>
                  <a:lnTo>
                    <a:pt x="1149768" y="855746"/>
                  </a:lnTo>
                  <a:lnTo>
                    <a:pt x="1148264" y="856498"/>
                  </a:lnTo>
                  <a:lnTo>
                    <a:pt x="1142248" y="857250"/>
                  </a:lnTo>
                  <a:lnTo>
                    <a:pt x="1140744" y="856498"/>
                  </a:lnTo>
                  <a:lnTo>
                    <a:pt x="1138488" y="854242"/>
                  </a:lnTo>
                  <a:lnTo>
                    <a:pt x="1136232" y="856498"/>
                  </a:lnTo>
                  <a:lnTo>
                    <a:pt x="1135480" y="858002"/>
                  </a:lnTo>
                  <a:lnTo>
                    <a:pt x="1137736" y="860258"/>
                  </a:lnTo>
                  <a:lnTo>
                    <a:pt x="1136232" y="861010"/>
                  </a:lnTo>
                  <a:lnTo>
                    <a:pt x="1135480" y="862514"/>
                  </a:lnTo>
                  <a:lnTo>
                    <a:pt x="1134728" y="864770"/>
                  </a:lnTo>
                  <a:lnTo>
                    <a:pt x="1135480" y="867026"/>
                  </a:lnTo>
                  <a:lnTo>
                    <a:pt x="1136232" y="868530"/>
                  </a:lnTo>
                  <a:lnTo>
                    <a:pt x="1138488" y="869282"/>
                  </a:lnTo>
                  <a:lnTo>
                    <a:pt x="1139992" y="870033"/>
                  </a:lnTo>
                  <a:lnTo>
                    <a:pt x="1140744" y="872290"/>
                  </a:lnTo>
                  <a:lnTo>
                    <a:pt x="1141496" y="872290"/>
                  </a:lnTo>
                  <a:lnTo>
                    <a:pt x="1137736" y="865522"/>
                  </a:lnTo>
                  <a:lnTo>
                    <a:pt x="1136984" y="861762"/>
                  </a:lnTo>
                  <a:lnTo>
                    <a:pt x="1139992" y="860258"/>
                  </a:lnTo>
                  <a:lnTo>
                    <a:pt x="1143000" y="860258"/>
                  </a:lnTo>
                  <a:lnTo>
                    <a:pt x="1146008" y="858754"/>
                  </a:lnTo>
                  <a:lnTo>
                    <a:pt x="1152776" y="854994"/>
                  </a:lnTo>
                  <a:lnTo>
                    <a:pt x="1152776" y="853490"/>
                  </a:lnTo>
                  <a:lnTo>
                    <a:pt x="1152776" y="851986"/>
                  </a:lnTo>
                  <a:lnTo>
                    <a:pt x="1152776" y="850482"/>
                  </a:lnTo>
                  <a:lnTo>
                    <a:pt x="1151272" y="849730"/>
                  </a:lnTo>
                  <a:lnTo>
                    <a:pt x="1150520" y="848978"/>
                  </a:lnTo>
                  <a:lnTo>
                    <a:pt x="1151272" y="847474"/>
                  </a:lnTo>
                  <a:lnTo>
                    <a:pt x="1152024" y="844466"/>
                  </a:lnTo>
                  <a:lnTo>
                    <a:pt x="1152024" y="843714"/>
                  </a:lnTo>
                  <a:lnTo>
                    <a:pt x="1151272" y="842963"/>
                  </a:lnTo>
                  <a:lnTo>
                    <a:pt x="1151272" y="842211"/>
                  </a:lnTo>
                  <a:lnTo>
                    <a:pt x="1152024" y="841459"/>
                  </a:lnTo>
                  <a:lnTo>
                    <a:pt x="1153527" y="841459"/>
                  </a:lnTo>
                  <a:lnTo>
                    <a:pt x="1154280" y="840707"/>
                  </a:lnTo>
                  <a:lnTo>
                    <a:pt x="1153527" y="839203"/>
                  </a:lnTo>
                  <a:lnTo>
                    <a:pt x="1152776" y="837699"/>
                  </a:lnTo>
                  <a:lnTo>
                    <a:pt x="1152024" y="837699"/>
                  </a:lnTo>
                  <a:lnTo>
                    <a:pt x="1149768" y="836947"/>
                  </a:lnTo>
                  <a:lnTo>
                    <a:pt x="1150520" y="836195"/>
                  </a:lnTo>
                  <a:lnTo>
                    <a:pt x="1151272" y="834691"/>
                  </a:lnTo>
                  <a:lnTo>
                    <a:pt x="1148264" y="835443"/>
                  </a:lnTo>
                  <a:lnTo>
                    <a:pt x="1148264" y="833939"/>
                  </a:lnTo>
                  <a:lnTo>
                    <a:pt x="1149016" y="831683"/>
                  </a:lnTo>
                  <a:lnTo>
                    <a:pt x="1150520" y="830179"/>
                  </a:lnTo>
                  <a:lnTo>
                    <a:pt x="1152024" y="828675"/>
                  </a:lnTo>
                  <a:lnTo>
                    <a:pt x="1154280" y="827923"/>
                  </a:lnTo>
                  <a:lnTo>
                    <a:pt x="1156536" y="827923"/>
                  </a:lnTo>
                  <a:lnTo>
                    <a:pt x="1157287" y="828675"/>
                  </a:lnTo>
                  <a:lnTo>
                    <a:pt x="1157287" y="842211"/>
                  </a:lnTo>
                  <a:lnTo>
                    <a:pt x="1158040" y="845218"/>
                  </a:lnTo>
                  <a:lnTo>
                    <a:pt x="1155031" y="861010"/>
                  </a:lnTo>
                  <a:lnTo>
                    <a:pt x="1152776" y="864018"/>
                  </a:lnTo>
                  <a:lnTo>
                    <a:pt x="1152024" y="865522"/>
                  </a:lnTo>
                  <a:lnTo>
                    <a:pt x="1151272" y="867778"/>
                  </a:lnTo>
                  <a:lnTo>
                    <a:pt x="1151272" y="871537"/>
                  </a:lnTo>
                  <a:lnTo>
                    <a:pt x="1151272" y="873042"/>
                  </a:lnTo>
                  <a:lnTo>
                    <a:pt x="1148264" y="878305"/>
                  </a:lnTo>
                  <a:lnTo>
                    <a:pt x="1147512" y="880561"/>
                  </a:lnTo>
                  <a:lnTo>
                    <a:pt x="1147512" y="886577"/>
                  </a:lnTo>
                  <a:lnTo>
                    <a:pt x="1149016" y="891841"/>
                  </a:lnTo>
                  <a:lnTo>
                    <a:pt x="1149016" y="893345"/>
                  </a:lnTo>
                  <a:lnTo>
                    <a:pt x="1147512" y="895601"/>
                  </a:lnTo>
                  <a:lnTo>
                    <a:pt x="1146760" y="897105"/>
                  </a:lnTo>
                  <a:lnTo>
                    <a:pt x="1146008" y="899361"/>
                  </a:lnTo>
                  <a:lnTo>
                    <a:pt x="1146760" y="900864"/>
                  </a:lnTo>
                  <a:lnTo>
                    <a:pt x="1145256" y="902368"/>
                  </a:lnTo>
                  <a:lnTo>
                    <a:pt x="1145256" y="904624"/>
                  </a:lnTo>
                  <a:lnTo>
                    <a:pt x="1146008" y="906880"/>
                  </a:lnTo>
                  <a:lnTo>
                    <a:pt x="1146008" y="909888"/>
                  </a:lnTo>
                  <a:lnTo>
                    <a:pt x="1143000" y="917408"/>
                  </a:lnTo>
                  <a:lnTo>
                    <a:pt x="1141496" y="929440"/>
                  </a:lnTo>
                  <a:lnTo>
                    <a:pt x="1138488" y="937711"/>
                  </a:lnTo>
                  <a:lnTo>
                    <a:pt x="1137736" y="942223"/>
                  </a:lnTo>
                  <a:lnTo>
                    <a:pt x="1136984" y="947487"/>
                  </a:lnTo>
                  <a:lnTo>
                    <a:pt x="1136232" y="950495"/>
                  </a:lnTo>
                  <a:lnTo>
                    <a:pt x="1138488" y="962526"/>
                  </a:lnTo>
                  <a:lnTo>
                    <a:pt x="1139240" y="964782"/>
                  </a:lnTo>
                  <a:lnTo>
                    <a:pt x="1140744" y="967038"/>
                  </a:lnTo>
                  <a:lnTo>
                    <a:pt x="1141496" y="968542"/>
                  </a:lnTo>
                  <a:lnTo>
                    <a:pt x="1139992" y="969294"/>
                  </a:lnTo>
                  <a:lnTo>
                    <a:pt x="1138488" y="970046"/>
                  </a:lnTo>
                  <a:lnTo>
                    <a:pt x="1138488" y="971550"/>
                  </a:lnTo>
                  <a:lnTo>
                    <a:pt x="1139240" y="973054"/>
                  </a:lnTo>
                  <a:lnTo>
                    <a:pt x="1140744" y="973054"/>
                  </a:lnTo>
                  <a:lnTo>
                    <a:pt x="1142248" y="972302"/>
                  </a:lnTo>
                  <a:lnTo>
                    <a:pt x="1143000" y="972302"/>
                  </a:lnTo>
                  <a:lnTo>
                    <a:pt x="1143000" y="979070"/>
                  </a:lnTo>
                  <a:lnTo>
                    <a:pt x="1143000" y="985838"/>
                  </a:lnTo>
                  <a:lnTo>
                    <a:pt x="1145256" y="997117"/>
                  </a:lnTo>
                  <a:lnTo>
                    <a:pt x="1146008" y="1037724"/>
                  </a:lnTo>
                  <a:lnTo>
                    <a:pt x="1149768" y="1052011"/>
                  </a:lnTo>
                  <a:lnTo>
                    <a:pt x="1150520" y="1065547"/>
                  </a:lnTo>
                  <a:lnTo>
                    <a:pt x="1155031" y="1090362"/>
                  </a:lnTo>
                  <a:lnTo>
                    <a:pt x="1158040" y="1113673"/>
                  </a:lnTo>
                  <a:lnTo>
                    <a:pt x="1161047" y="1120441"/>
                  </a:lnTo>
                  <a:lnTo>
                    <a:pt x="1162551" y="1122697"/>
                  </a:lnTo>
                  <a:lnTo>
                    <a:pt x="1163303" y="1124201"/>
                  </a:lnTo>
                  <a:lnTo>
                    <a:pt x="1164055" y="1128713"/>
                  </a:lnTo>
                  <a:lnTo>
                    <a:pt x="1164807" y="1130216"/>
                  </a:lnTo>
                  <a:lnTo>
                    <a:pt x="1167063" y="1133976"/>
                  </a:lnTo>
                  <a:lnTo>
                    <a:pt x="1167815" y="1135480"/>
                  </a:lnTo>
                  <a:lnTo>
                    <a:pt x="1167063" y="1137736"/>
                  </a:lnTo>
                  <a:lnTo>
                    <a:pt x="1163303" y="1143752"/>
                  </a:lnTo>
                  <a:lnTo>
                    <a:pt x="1162551" y="1146008"/>
                  </a:lnTo>
                  <a:lnTo>
                    <a:pt x="1161799" y="1149016"/>
                  </a:lnTo>
                  <a:lnTo>
                    <a:pt x="1158040" y="1159543"/>
                  </a:lnTo>
                  <a:lnTo>
                    <a:pt x="1158040" y="1162551"/>
                  </a:lnTo>
                  <a:lnTo>
                    <a:pt x="1157287" y="1164807"/>
                  </a:lnTo>
                  <a:lnTo>
                    <a:pt x="1155031" y="1169319"/>
                  </a:lnTo>
                  <a:lnTo>
                    <a:pt x="1154280" y="1171575"/>
                  </a:lnTo>
                  <a:lnTo>
                    <a:pt x="1153527" y="1185111"/>
                  </a:lnTo>
                  <a:lnTo>
                    <a:pt x="1152776" y="1187366"/>
                  </a:lnTo>
                  <a:lnTo>
                    <a:pt x="1146760" y="1198646"/>
                  </a:lnTo>
                  <a:lnTo>
                    <a:pt x="1146008" y="1201654"/>
                  </a:lnTo>
                  <a:lnTo>
                    <a:pt x="1145256" y="1205414"/>
                  </a:lnTo>
                  <a:lnTo>
                    <a:pt x="1146008" y="1209926"/>
                  </a:lnTo>
                  <a:lnTo>
                    <a:pt x="1145256" y="1215190"/>
                  </a:lnTo>
                  <a:lnTo>
                    <a:pt x="1143752" y="1218949"/>
                  </a:lnTo>
                  <a:lnTo>
                    <a:pt x="1138488" y="1227221"/>
                  </a:lnTo>
                  <a:lnTo>
                    <a:pt x="1139240" y="1228725"/>
                  </a:lnTo>
                  <a:lnTo>
                    <a:pt x="1139240" y="1230229"/>
                  </a:lnTo>
                  <a:lnTo>
                    <a:pt x="1137736" y="1233989"/>
                  </a:lnTo>
                  <a:lnTo>
                    <a:pt x="1132472" y="1262564"/>
                  </a:lnTo>
                  <a:lnTo>
                    <a:pt x="1125705" y="1285123"/>
                  </a:lnTo>
                  <a:lnTo>
                    <a:pt x="1125705" y="1291891"/>
                  </a:lnTo>
                  <a:lnTo>
                    <a:pt x="1126457" y="1293395"/>
                  </a:lnTo>
                  <a:lnTo>
                    <a:pt x="1127961" y="1297155"/>
                  </a:lnTo>
                  <a:lnTo>
                    <a:pt x="1127961" y="1299410"/>
                  </a:lnTo>
                  <a:lnTo>
                    <a:pt x="1127961" y="1300163"/>
                  </a:lnTo>
                  <a:lnTo>
                    <a:pt x="1124201" y="1308434"/>
                  </a:lnTo>
                  <a:lnTo>
                    <a:pt x="1121193" y="1328737"/>
                  </a:lnTo>
                  <a:lnTo>
                    <a:pt x="1118937" y="1334753"/>
                  </a:lnTo>
                  <a:lnTo>
                    <a:pt x="1115929" y="1339265"/>
                  </a:lnTo>
                  <a:lnTo>
                    <a:pt x="1115177" y="1342273"/>
                  </a:lnTo>
                  <a:lnTo>
                    <a:pt x="1113673" y="1363328"/>
                  </a:lnTo>
                  <a:lnTo>
                    <a:pt x="1115177" y="1376864"/>
                  </a:lnTo>
                  <a:lnTo>
                    <a:pt x="1118185" y="1384384"/>
                  </a:lnTo>
                  <a:lnTo>
                    <a:pt x="1118185" y="1388144"/>
                  </a:lnTo>
                  <a:lnTo>
                    <a:pt x="1118185" y="1408447"/>
                  </a:lnTo>
                  <a:lnTo>
                    <a:pt x="1118937" y="1411455"/>
                  </a:lnTo>
                  <a:lnTo>
                    <a:pt x="1121193" y="1416718"/>
                  </a:lnTo>
                  <a:lnTo>
                    <a:pt x="1124201" y="1420478"/>
                  </a:lnTo>
                  <a:lnTo>
                    <a:pt x="1125705" y="1424238"/>
                  </a:lnTo>
                  <a:lnTo>
                    <a:pt x="1124201" y="1429502"/>
                  </a:lnTo>
                  <a:lnTo>
                    <a:pt x="1107657" y="1446797"/>
                  </a:lnTo>
                  <a:lnTo>
                    <a:pt x="1106153" y="1449053"/>
                  </a:lnTo>
                  <a:lnTo>
                    <a:pt x="1105401" y="1450557"/>
                  </a:lnTo>
                  <a:lnTo>
                    <a:pt x="1105401" y="1452813"/>
                  </a:lnTo>
                  <a:lnTo>
                    <a:pt x="1104649" y="1454317"/>
                  </a:lnTo>
                  <a:lnTo>
                    <a:pt x="1103897" y="1454317"/>
                  </a:lnTo>
                  <a:lnTo>
                    <a:pt x="1103146" y="1455069"/>
                  </a:lnTo>
                  <a:lnTo>
                    <a:pt x="1099386" y="1458077"/>
                  </a:lnTo>
                  <a:lnTo>
                    <a:pt x="1088858" y="1459581"/>
                  </a:lnTo>
                  <a:lnTo>
                    <a:pt x="1083594" y="1462589"/>
                  </a:lnTo>
                  <a:lnTo>
                    <a:pt x="1078330" y="1467101"/>
                  </a:lnTo>
                  <a:lnTo>
                    <a:pt x="1070810" y="1476125"/>
                  </a:lnTo>
                  <a:lnTo>
                    <a:pt x="1052011" y="1506203"/>
                  </a:lnTo>
                  <a:lnTo>
                    <a:pt x="1046748" y="1518987"/>
                  </a:lnTo>
                  <a:lnTo>
                    <a:pt x="1044491" y="1526506"/>
                  </a:lnTo>
                  <a:lnTo>
                    <a:pt x="967038" y="1476876"/>
                  </a:lnTo>
                  <a:lnTo>
                    <a:pt x="964030" y="1471612"/>
                  </a:lnTo>
                  <a:lnTo>
                    <a:pt x="961022" y="1464845"/>
                  </a:lnTo>
                  <a:lnTo>
                    <a:pt x="960271" y="1461837"/>
                  </a:lnTo>
                  <a:lnTo>
                    <a:pt x="961022" y="1461085"/>
                  </a:lnTo>
                  <a:lnTo>
                    <a:pt x="961774" y="1459581"/>
                  </a:lnTo>
                  <a:lnTo>
                    <a:pt x="962526" y="1458077"/>
                  </a:lnTo>
                  <a:lnTo>
                    <a:pt x="964782" y="1455069"/>
                  </a:lnTo>
                  <a:lnTo>
                    <a:pt x="965534" y="1454317"/>
                  </a:lnTo>
                  <a:lnTo>
                    <a:pt x="966286" y="1452813"/>
                  </a:lnTo>
                  <a:lnTo>
                    <a:pt x="967038" y="1449053"/>
                  </a:lnTo>
                  <a:lnTo>
                    <a:pt x="967038" y="1447549"/>
                  </a:lnTo>
                  <a:lnTo>
                    <a:pt x="967038" y="1446046"/>
                  </a:lnTo>
                  <a:lnTo>
                    <a:pt x="967038" y="1445293"/>
                  </a:lnTo>
                  <a:lnTo>
                    <a:pt x="965534" y="1442285"/>
                  </a:lnTo>
                  <a:lnTo>
                    <a:pt x="964030" y="1437774"/>
                  </a:lnTo>
                  <a:lnTo>
                    <a:pt x="960271" y="1434014"/>
                  </a:lnTo>
                  <a:lnTo>
                    <a:pt x="958014" y="1433262"/>
                  </a:lnTo>
                  <a:lnTo>
                    <a:pt x="951999" y="1430254"/>
                  </a:lnTo>
                  <a:lnTo>
                    <a:pt x="950495" y="1428750"/>
                  </a:lnTo>
                  <a:lnTo>
                    <a:pt x="949743" y="1427998"/>
                  </a:lnTo>
                  <a:lnTo>
                    <a:pt x="948991" y="1426494"/>
                  </a:lnTo>
                  <a:lnTo>
                    <a:pt x="948991" y="1424990"/>
                  </a:lnTo>
                  <a:lnTo>
                    <a:pt x="947487" y="1422734"/>
                  </a:lnTo>
                  <a:lnTo>
                    <a:pt x="946735" y="1421982"/>
                  </a:lnTo>
                  <a:lnTo>
                    <a:pt x="945983" y="1421230"/>
                  </a:lnTo>
                  <a:lnTo>
                    <a:pt x="939215" y="1417470"/>
                  </a:lnTo>
                  <a:lnTo>
                    <a:pt x="938463" y="1416718"/>
                  </a:lnTo>
                  <a:lnTo>
                    <a:pt x="937711" y="1415214"/>
                  </a:lnTo>
                  <a:lnTo>
                    <a:pt x="936959" y="1413711"/>
                  </a:lnTo>
                  <a:lnTo>
                    <a:pt x="935455" y="1408447"/>
                  </a:lnTo>
                  <a:lnTo>
                    <a:pt x="934703" y="1406943"/>
                  </a:lnTo>
                  <a:lnTo>
                    <a:pt x="933951" y="1405439"/>
                  </a:lnTo>
                  <a:lnTo>
                    <a:pt x="932447" y="1404687"/>
                  </a:lnTo>
                  <a:lnTo>
                    <a:pt x="930943" y="1404687"/>
                  </a:lnTo>
                  <a:lnTo>
                    <a:pt x="928688" y="1404687"/>
                  </a:lnTo>
                  <a:lnTo>
                    <a:pt x="927184" y="1404687"/>
                  </a:lnTo>
                  <a:lnTo>
                    <a:pt x="926432" y="1405439"/>
                  </a:lnTo>
                  <a:lnTo>
                    <a:pt x="924928" y="1405439"/>
                  </a:lnTo>
                  <a:lnTo>
                    <a:pt x="924175" y="1405439"/>
                  </a:lnTo>
                  <a:lnTo>
                    <a:pt x="921920" y="1404687"/>
                  </a:lnTo>
                  <a:lnTo>
                    <a:pt x="921168" y="1403935"/>
                  </a:lnTo>
                  <a:lnTo>
                    <a:pt x="921168" y="1403183"/>
                  </a:lnTo>
                  <a:lnTo>
                    <a:pt x="920416" y="1399423"/>
                  </a:lnTo>
                  <a:lnTo>
                    <a:pt x="920416" y="1398671"/>
                  </a:lnTo>
                  <a:lnTo>
                    <a:pt x="920416" y="1397167"/>
                  </a:lnTo>
                  <a:lnTo>
                    <a:pt x="920416" y="1395663"/>
                  </a:lnTo>
                  <a:lnTo>
                    <a:pt x="922672" y="1390399"/>
                  </a:lnTo>
                  <a:lnTo>
                    <a:pt x="922672" y="1389647"/>
                  </a:lnTo>
                  <a:lnTo>
                    <a:pt x="922672" y="1388144"/>
                  </a:lnTo>
                  <a:lnTo>
                    <a:pt x="921920" y="1386639"/>
                  </a:lnTo>
                  <a:lnTo>
                    <a:pt x="921168" y="1384384"/>
                  </a:lnTo>
                  <a:lnTo>
                    <a:pt x="920416" y="1383632"/>
                  </a:lnTo>
                  <a:lnTo>
                    <a:pt x="919664" y="1382880"/>
                  </a:lnTo>
                  <a:lnTo>
                    <a:pt x="918912" y="1382880"/>
                  </a:lnTo>
                  <a:lnTo>
                    <a:pt x="918160" y="1383632"/>
                  </a:lnTo>
                  <a:lnTo>
                    <a:pt x="916656" y="1384384"/>
                  </a:lnTo>
                  <a:lnTo>
                    <a:pt x="915904" y="1384384"/>
                  </a:lnTo>
                  <a:lnTo>
                    <a:pt x="915152" y="1385135"/>
                  </a:lnTo>
                  <a:lnTo>
                    <a:pt x="914400" y="1384384"/>
                  </a:lnTo>
                  <a:lnTo>
                    <a:pt x="913648" y="1383632"/>
                  </a:lnTo>
                  <a:lnTo>
                    <a:pt x="913648" y="1382880"/>
                  </a:lnTo>
                  <a:lnTo>
                    <a:pt x="913648" y="1382128"/>
                  </a:lnTo>
                  <a:lnTo>
                    <a:pt x="914400" y="1381376"/>
                  </a:lnTo>
                  <a:lnTo>
                    <a:pt x="914400" y="1380624"/>
                  </a:lnTo>
                  <a:lnTo>
                    <a:pt x="916656" y="1377616"/>
                  </a:lnTo>
                  <a:lnTo>
                    <a:pt x="917408" y="1376112"/>
                  </a:lnTo>
                  <a:lnTo>
                    <a:pt x="917408" y="1375360"/>
                  </a:lnTo>
                  <a:lnTo>
                    <a:pt x="916656" y="1373856"/>
                  </a:lnTo>
                  <a:lnTo>
                    <a:pt x="915904" y="1373856"/>
                  </a:lnTo>
                  <a:lnTo>
                    <a:pt x="915152" y="1373856"/>
                  </a:lnTo>
                  <a:lnTo>
                    <a:pt x="914400" y="1374608"/>
                  </a:lnTo>
                  <a:lnTo>
                    <a:pt x="912896" y="1374608"/>
                  </a:lnTo>
                  <a:lnTo>
                    <a:pt x="911392" y="1375360"/>
                  </a:lnTo>
                  <a:lnTo>
                    <a:pt x="910640" y="1375360"/>
                  </a:lnTo>
                  <a:lnTo>
                    <a:pt x="910640" y="1376112"/>
                  </a:lnTo>
                  <a:lnTo>
                    <a:pt x="909888" y="1376864"/>
                  </a:lnTo>
                  <a:lnTo>
                    <a:pt x="908384" y="1379872"/>
                  </a:lnTo>
                  <a:lnTo>
                    <a:pt x="908384" y="1380624"/>
                  </a:lnTo>
                  <a:lnTo>
                    <a:pt x="907632" y="1381376"/>
                  </a:lnTo>
                  <a:lnTo>
                    <a:pt x="906880" y="1381376"/>
                  </a:lnTo>
                  <a:lnTo>
                    <a:pt x="906128" y="1381376"/>
                  </a:lnTo>
                  <a:lnTo>
                    <a:pt x="903873" y="1380624"/>
                  </a:lnTo>
                  <a:lnTo>
                    <a:pt x="903120" y="1379872"/>
                  </a:lnTo>
                  <a:lnTo>
                    <a:pt x="903120" y="1378368"/>
                  </a:lnTo>
                  <a:lnTo>
                    <a:pt x="903120" y="1377616"/>
                  </a:lnTo>
                  <a:lnTo>
                    <a:pt x="903120" y="1373856"/>
                  </a:lnTo>
                  <a:lnTo>
                    <a:pt x="903873" y="1366336"/>
                  </a:lnTo>
                  <a:lnTo>
                    <a:pt x="903873" y="1364080"/>
                  </a:lnTo>
                  <a:lnTo>
                    <a:pt x="905376" y="1361824"/>
                  </a:lnTo>
                  <a:lnTo>
                    <a:pt x="905376" y="1361072"/>
                  </a:lnTo>
                  <a:lnTo>
                    <a:pt x="906128" y="1361072"/>
                  </a:lnTo>
                  <a:lnTo>
                    <a:pt x="908384" y="1359568"/>
                  </a:lnTo>
                  <a:lnTo>
                    <a:pt x="909136" y="1359568"/>
                  </a:lnTo>
                  <a:lnTo>
                    <a:pt x="909888" y="1358816"/>
                  </a:lnTo>
                  <a:lnTo>
                    <a:pt x="909888" y="1358065"/>
                  </a:lnTo>
                  <a:lnTo>
                    <a:pt x="909888" y="1356561"/>
                  </a:lnTo>
                  <a:lnTo>
                    <a:pt x="909888" y="1355809"/>
                  </a:lnTo>
                  <a:lnTo>
                    <a:pt x="909888" y="1352049"/>
                  </a:lnTo>
                  <a:lnTo>
                    <a:pt x="909888" y="1350545"/>
                  </a:lnTo>
                  <a:lnTo>
                    <a:pt x="909888" y="1349041"/>
                  </a:lnTo>
                  <a:lnTo>
                    <a:pt x="909888" y="1347537"/>
                  </a:lnTo>
                  <a:lnTo>
                    <a:pt x="910640" y="1346033"/>
                  </a:lnTo>
                  <a:lnTo>
                    <a:pt x="909888" y="1344529"/>
                  </a:lnTo>
                  <a:lnTo>
                    <a:pt x="908384" y="1337761"/>
                  </a:lnTo>
                  <a:lnTo>
                    <a:pt x="908384" y="1335505"/>
                  </a:lnTo>
                  <a:lnTo>
                    <a:pt x="909136" y="1332497"/>
                  </a:lnTo>
                  <a:lnTo>
                    <a:pt x="911392" y="1325730"/>
                  </a:lnTo>
                  <a:lnTo>
                    <a:pt x="915904" y="1305426"/>
                  </a:lnTo>
                  <a:lnTo>
                    <a:pt x="916656" y="1303922"/>
                  </a:lnTo>
                  <a:lnTo>
                    <a:pt x="916656" y="1303170"/>
                  </a:lnTo>
                  <a:lnTo>
                    <a:pt x="917408" y="1302418"/>
                  </a:lnTo>
                  <a:lnTo>
                    <a:pt x="920416" y="1299410"/>
                  </a:lnTo>
                  <a:lnTo>
                    <a:pt x="921168" y="1298658"/>
                  </a:lnTo>
                  <a:lnTo>
                    <a:pt x="921920" y="1296403"/>
                  </a:lnTo>
                  <a:lnTo>
                    <a:pt x="922672" y="1295651"/>
                  </a:lnTo>
                  <a:lnTo>
                    <a:pt x="923424" y="1295651"/>
                  </a:lnTo>
                  <a:lnTo>
                    <a:pt x="924175" y="1295651"/>
                  </a:lnTo>
                  <a:lnTo>
                    <a:pt x="927935" y="1297155"/>
                  </a:lnTo>
                  <a:lnTo>
                    <a:pt x="933199" y="1297907"/>
                  </a:lnTo>
                  <a:lnTo>
                    <a:pt x="945231" y="1297907"/>
                  </a:lnTo>
                  <a:lnTo>
                    <a:pt x="948239" y="1297907"/>
                  </a:lnTo>
                  <a:lnTo>
                    <a:pt x="950495" y="1297155"/>
                  </a:lnTo>
                  <a:lnTo>
                    <a:pt x="951247" y="1297155"/>
                  </a:lnTo>
                  <a:lnTo>
                    <a:pt x="951999" y="1295651"/>
                  </a:lnTo>
                  <a:lnTo>
                    <a:pt x="951999" y="1294899"/>
                  </a:lnTo>
                  <a:lnTo>
                    <a:pt x="953503" y="1294147"/>
                  </a:lnTo>
                  <a:lnTo>
                    <a:pt x="954254" y="1293395"/>
                  </a:lnTo>
                  <a:lnTo>
                    <a:pt x="956511" y="1291891"/>
                  </a:lnTo>
                  <a:lnTo>
                    <a:pt x="958014" y="1291139"/>
                  </a:lnTo>
                  <a:lnTo>
                    <a:pt x="958014" y="1289635"/>
                  </a:lnTo>
                  <a:lnTo>
                    <a:pt x="958014" y="1288883"/>
                  </a:lnTo>
                  <a:lnTo>
                    <a:pt x="958014" y="1288131"/>
                  </a:lnTo>
                  <a:lnTo>
                    <a:pt x="958014" y="1286627"/>
                  </a:lnTo>
                  <a:lnTo>
                    <a:pt x="956511" y="1283619"/>
                  </a:lnTo>
                  <a:lnTo>
                    <a:pt x="955758" y="1282115"/>
                  </a:lnTo>
                  <a:lnTo>
                    <a:pt x="952751" y="1279107"/>
                  </a:lnTo>
                  <a:lnTo>
                    <a:pt x="952751" y="1278355"/>
                  </a:lnTo>
                  <a:lnTo>
                    <a:pt x="952751" y="1277603"/>
                  </a:lnTo>
                  <a:lnTo>
                    <a:pt x="951999" y="1276851"/>
                  </a:lnTo>
                  <a:lnTo>
                    <a:pt x="951999" y="1276099"/>
                  </a:lnTo>
                  <a:lnTo>
                    <a:pt x="954254" y="1266324"/>
                  </a:lnTo>
                  <a:lnTo>
                    <a:pt x="954254" y="1260308"/>
                  </a:lnTo>
                  <a:lnTo>
                    <a:pt x="953503" y="1255044"/>
                  </a:lnTo>
                  <a:lnTo>
                    <a:pt x="954254" y="1254292"/>
                  </a:lnTo>
                  <a:lnTo>
                    <a:pt x="954254" y="1252788"/>
                  </a:lnTo>
                  <a:lnTo>
                    <a:pt x="955007" y="1249780"/>
                  </a:lnTo>
                  <a:lnTo>
                    <a:pt x="955758" y="1249028"/>
                  </a:lnTo>
                  <a:lnTo>
                    <a:pt x="956511" y="1248276"/>
                  </a:lnTo>
                  <a:lnTo>
                    <a:pt x="957262" y="1247524"/>
                  </a:lnTo>
                  <a:lnTo>
                    <a:pt x="965534" y="1244517"/>
                  </a:lnTo>
                  <a:lnTo>
                    <a:pt x="967038" y="1244517"/>
                  </a:lnTo>
                  <a:lnTo>
                    <a:pt x="969294" y="1244517"/>
                  </a:lnTo>
                  <a:lnTo>
                    <a:pt x="970798" y="1245269"/>
                  </a:lnTo>
                  <a:lnTo>
                    <a:pt x="971550" y="1245269"/>
                  </a:lnTo>
                  <a:lnTo>
                    <a:pt x="972302" y="1245269"/>
                  </a:lnTo>
                  <a:lnTo>
                    <a:pt x="973806" y="1245269"/>
                  </a:lnTo>
                  <a:lnTo>
                    <a:pt x="974558" y="1244517"/>
                  </a:lnTo>
                  <a:lnTo>
                    <a:pt x="974558" y="1243764"/>
                  </a:lnTo>
                  <a:lnTo>
                    <a:pt x="974558" y="1242260"/>
                  </a:lnTo>
                  <a:lnTo>
                    <a:pt x="974558" y="1241509"/>
                  </a:lnTo>
                  <a:lnTo>
                    <a:pt x="973806" y="1240005"/>
                  </a:lnTo>
                  <a:lnTo>
                    <a:pt x="975310" y="1237749"/>
                  </a:lnTo>
                  <a:lnTo>
                    <a:pt x="986590" y="1220453"/>
                  </a:lnTo>
                  <a:lnTo>
                    <a:pt x="997117" y="1214438"/>
                  </a:lnTo>
                  <a:lnTo>
                    <a:pt x="999373" y="1212182"/>
                  </a:lnTo>
                  <a:lnTo>
                    <a:pt x="1003133" y="1209174"/>
                  </a:lnTo>
                  <a:lnTo>
                    <a:pt x="1003885" y="1207670"/>
                  </a:lnTo>
                  <a:lnTo>
                    <a:pt x="1006141" y="1205414"/>
                  </a:lnTo>
                  <a:lnTo>
                    <a:pt x="1007645" y="1200902"/>
                  </a:lnTo>
                  <a:lnTo>
                    <a:pt x="1007645" y="1199398"/>
                  </a:lnTo>
                  <a:lnTo>
                    <a:pt x="1007645" y="1197142"/>
                  </a:lnTo>
                  <a:lnTo>
                    <a:pt x="1008397" y="1192630"/>
                  </a:lnTo>
                  <a:lnTo>
                    <a:pt x="1009149" y="1190374"/>
                  </a:lnTo>
                  <a:lnTo>
                    <a:pt x="1011405" y="1185111"/>
                  </a:lnTo>
                  <a:lnTo>
                    <a:pt x="1012156" y="1183607"/>
                  </a:lnTo>
                  <a:lnTo>
                    <a:pt x="1012909" y="1182855"/>
                  </a:lnTo>
                  <a:lnTo>
                    <a:pt x="1014412" y="1182103"/>
                  </a:lnTo>
                  <a:lnTo>
                    <a:pt x="1015916" y="1181351"/>
                  </a:lnTo>
                  <a:lnTo>
                    <a:pt x="1015916" y="1179847"/>
                  </a:lnTo>
                  <a:lnTo>
                    <a:pt x="1015916" y="1178343"/>
                  </a:lnTo>
                  <a:lnTo>
                    <a:pt x="1015916" y="1177591"/>
                  </a:lnTo>
                  <a:lnTo>
                    <a:pt x="1015916" y="1176087"/>
                  </a:lnTo>
                  <a:lnTo>
                    <a:pt x="1013660" y="1173079"/>
                  </a:lnTo>
                  <a:lnTo>
                    <a:pt x="1013660" y="1172327"/>
                  </a:lnTo>
                  <a:lnTo>
                    <a:pt x="1012909" y="1170071"/>
                  </a:lnTo>
                  <a:lnTo>
                    <a:pt x="1012909" y="1169319"/>
                  </a:lnTo>
                  <a:lnTo>
                    <a:pt x="1012156" y="1168567"/>
                  </a:lnTo>
                  <a:lnTo>
                    <a:pt x="1011405" y="1167815"/>
                  </a:lnTo>
                  <a:lnTo>
                    <a:pt x="1009149" y="1166311"/>
                  </a:lnTo>
                  <a:lnTo>
                    <a:pt x="1008397" y="1164807"/>
                  </a:lnTo>
                  <a:lnTo>
                    <a:pt x="1006893" y="1162551"/>
                  </a:lnTo>
                  <a:lnTo>
                    <a:pt x="1006141" y="1161047"/>
                  </a:lnTo>
                  <a:lnTo>
                    <a:pt x="1006141" y="1160295"/>
                  </a:lnTo>
                  <a:lnTo>
                    <a:pt x="1005389" y="1158792"/>
                  </a:lnTo>
                  <a:lnTo>
                    <a:pt x="1001629" y="1157288"/>
                  </a:lnTo>
                  <a:lnTo>
                    <a:pt x="999373" y="1158040"/>
                  </a:lnTo>
                  <a:lnTo>
                    <a:pt x="997117" y="1158040"/>
                  </a:lnTo>
                  <a:lnTo>
                    <a:pt x="996365" y="1158040"/>
                  </a:lnTo>
                  <a:lnTo>
                    <a:pt x="995613" y="1158040"/>
                  </a:lnTo>
                  <a:lnTo>
                    <a:pt x="994109" y="1157288"/>
                  </a:lnTo>
                  <a:lnTo>
                    <a:pt x="990349" y="1155032"/>
                  </a:lnTo>
                  <a:lnTo>
                    <a:pt x="989597" y="1154280"/>
                  </a:lnTo>
                  <a:lnTo>
                    <a:pt x="988845" y="1153528"/>
                  </a:lnTo>
                  <a:lnTo>
                    <a:pt x="988093" y="1152776"/>
                  </a:lnTo>
                  <a:lnTo>
                    <a:pt x="987341" y="1149768"/>
                  </a:lnTo>
                  <a:lnTo>
                    <a:pt x="985837" y="1149016"/>
                  </a:lnTo>
                  <a:lnTo>
                    <a:pt x="984333" y="1146760"/>
                  </a:lnTo>
                  <a:lnTo>
                    <a:pt x="979822" y="1143752"/>
                  </a:lnTo>
                  <a:lnTo>
                    <a:pt x="977566" y="1142248"/>
                  </a:lnTo>
                  <a:lnTo>
                    <a:pt x="975310" y="1141496"/>
                  </a:lnTo>
                  <a:lnTo>
                    <a:pt x="974558" y="1141496"/>
                  </a:lnTo>
                  <a:lnTo>
                    <a:pt x="973054" y="1141496"/>
                  </a:lnTo>
                  <a:lnTo>
                    <a:pt x="971550" y="1142248"/>
                  </a:lnTo>
                  <a:lnTo>
                    <a:pt x="970798" y="1142248"/>
                  </a:lnTo>
                  <a:lnTo>
                    <a:pt x="969294" y="1142248"/>
                  </a:lnTo>
                  <a:lnTo>
                    <a:pt x="968542" y="1141496"/>
                  </a:lnTo>
                  <a:lnTo>
                    <a:pt x="968542" y="1140744"/>
                  </a:lnTo>
                  <a:lnTo>
                    <a:pt x="968542" y="1139240"/>
                  </a:lnTo>
                  <a:lnTo>
                    <a:pt x="968542" y="1138488"/>
                  </a:lnTo>
                  <a:lnTo>
                    <a:pt x="967790" y="1137736"/>
                  </a:lnTo>
                  <a:lnTo>
                    <a:pt x="965534" y="1136984"/>
                  </a:lnTo>
                  <a:lnTo>
                    <a:pt x="964030" y="1136984"/>
                  </a:lnTo>
                  <a:lnTo>
                    <a:pt x="964030" y="1136232"/>
                  </a:lnTo>
                  <a:lnTo>
                    <a:pt x="963278" y="1135480"/>
                  </a:lnTo>
                  <a:lnTo>
                    <a:pt x="963278" y="1134728"/>
                  </a:lnTo>
                  <a:lnTo>
                    <a:pt x="964030" y="1133976"/>
                  </a:lnTo>
                  <a:lnTo>
                    <a:pt x="964030" y="1133224"/>
                  </a:lnTo>
                  <a:lnTo>
                    <a:pt x="963278" y="1130968"/>
                  </a:lnTo>
                  <a:lnTo>
                    <a:pt x="961774" y="1130968"/>
                  </a:lnTo>
                  <a:lnTo>
                    <a:pt x="961022" y="1130216"/>
                  </a:lnTo>
                  <a:lnTo>
                    <a:pt x="959518" y="1129464"/>
                  </a:lnTo>
                  <a:lnTo>
                    <a:pt x="951247" y="1130216"/>
                  </a:lnTo>
                  <a:lnTo>
                    <a:pt x="950495" y="1130216"/>
                  </a:lnTo>
                  <a:lnTo>
                    <a:pt x="948239" y="1130968"/>
                  </a:lnTo>
                  <a:lnTo>
                    <a:pt x="945231" y="1130968"/>
                  </a:lnTo>
                  <a:lnTo>
                    <a:pt x="941471" y="1130216"/>
                  </a:lnTo>
                  <a:lnTo>
                    <a:pt x="936959" y="1128713"/>
                  </a:lnTo>
                  <a:lnTo>
                    <a:pt x="924928" y="1123449"/>
                  </a:lnTo>
                  <a:lnTo>
                    <a:pt x="923424" y="1122697"/>
                  </a:lnTo>
                  <a:lnTo>
                    <a:pt x="922672" y="1123449"/>
                  </a:lnTo>
                  <a:lnTo>
                    <a:pt x="919664" y="1124201"/>
                  </a:lnTo>
                  <a:lnTo>
                    <a:pt x="919664" y="1124953"/>
                  </a:lnTo>
                  <a:lnTo>
                    <a:pt x="917408" y="1124953"/>
                  </a:lnTo>
                  <a:lnTo>
                    <a:pt x="915904" y="1124953"/>
                  </a:lnTo>
                  <a:lnTo>
                    <a:pt x="915904" y="1125705"/>
                  </a:lnTo>
                  <a:lnTo>
                    <a:pt x="915152" y="1126457"/>
                  </a:lnTo>
                  <a:lnTo>
                    <a:pt x="914400" y="1126457"/>
                  </a:lnTo>
                  <a:lnTo>
                    <a:pt x="912896" y="1126457"/>
                  </a:lnTo>
                  <a:lnTo>
                    <a:pt x="912144" y="1126457"/>
                  </a:lnTo>
                  <a:lnTo>
                    <a:pt x="911392" y="1125705"/>
                  </a:lnTo>
                  <a:lnTo>
                    <a:pt x="908384" y="1120441"/>
                  </a:lnTo>
                  <a:lnTo>
                    <a:pt x="906880" y="1118937"/>
                  </a:lnTo>
                  <a:lnTo>
                    <a:pt x="899360" y="1115177"/>
                  </a:lnTo>
                  <a:lnTo>
                    <a:pt x="896353" y="1114425"/>
                  </a:lnTo>
                  <a:lnTo>
                    <a:pt x="894849" y="1113673"/>
                  </a:lnTo>
                  <a:lnTo>
                    <a:pt x="894096" y="1113673"/>
                  </a:lnTo>
                  <a:lnTo>
                    <a:pt x="889585" y="1115177"/>
                  </a:lnTo>
                  <a:lnTo>
                    <a:pt x="888081" y="1115929"/>
                  </a:lnTo>
                  <a:lnTo>
                    <a:pt x="885073" y="1117433"/>
                  </a:lnTo>
                  <a:lnTo>
                    <a:pt x="883569" y="1117433"/>
                  </a:lnTo>
                  <a:lnTo>
                    <a:pt x="881313" y="1118185"/>
                  </a:lnTo>
                  <a:lnTo>
                    <a:pt x="880561" y="1117433"/>
                  </a:lnTo>
                  <a:lnTo>
                    <a:pt x="879809" y="1117433"/>
                  </a:lnTo>
                  <a:lnTo>
                    <a:pt x="876049" y="1112169"/>
                  </a:lnTo>
                  <a:lnTo>
                    <a:pt x="875297" y="1111417"/>
                  </a:lnTo>
                  <a:lnTo>
                    <a:pt x="874545" y="1110665"/>
                  </a:lnTo>
                  <a:lnTo>
                    <a:pt x="872290" y="1109161"/>
                  </a:lnTo>
                  <a:lnTo>
                    <a:pt x="870785" y="1108409"/>
                  </a:lnTo>
                  <a:lnTo>
                    <a:pt x="869281" y="1108409"/>
                  </a:lnTo>
                  <a:lnTo>
                    <a:pt x="868530" y="1108409"/>
                  </a:lnTo>
                  <a:lnTo>
                    <a:pt x="867777" y="1108409"/>
                  </a:lnTo>
                  <a:lnTo>
                    <a:pt x="864770" y="1109913"/>
                  </a:lnTo>
                  <a:lnTo>
                    <a:pt x="863266" y="1110665"/>
                  </a:lnTo>
                  <a:lnTo>
                    <a:pt x="861762" y="1110665"/>
                  </a:lnTo>
                  <a:lnTo>
                    <a:pt x="860258" y="1110665"/>
                  </a:lnTo>
                  <a:lnTo>
                    <a:pt x="858754" y="1109913"/>
                  </a:lnTo>
                  <a:lnTo>
                    <a:pt x="854994" y="1107657"/>
                  </a:lnTo>
                  <a:lnTo>
                    <a:pt x="853490" y="1106905"/>
                  </a:lnTo>
                  <a:lnTo>
                    <a:pt x="851986" y="1106905"/>
                  </a:lnTo>
                  <a:lnTo>
                    <a:pt x="851234" y="1106905"/>
                  </a:lnTo>
                  <a:lnTo>
                    <a:pt x="850482" y="1107657"/>
                  </a:lnTo>
                  <a:lnTo>
                    <a:pt x="848978" y="1108409"/>
                  </a:lnTo>
                  <a:lnTo>
                    <a:pt x="848226" y="1109161"/>
                  </a:lnTo>
                  <a:lnTo>
                    <a:pt x="846722" y="1109161"/>
                  </a:lnTo>
                  <a:lnTo>
                    <a:pt x="845970" y="1109913"/>
                  </a:lnTo>
                  <a:lnTo>
                    <a:pt x="844466" y="1112169"/>
                  </a:lnTo>
                  <a:lnTo>
                    <a:pt x="839202" y="1116681"/>
                  </a:lnTo>
                  <a:lnTo>
                    <a:pt x="835443" y="1118185"/>
                  </a:lnTo>
                  <a:lnTo>
                    <a:pt x="829427" y="1119689"/>
                  </a:lnTo>
                  <a:lnTo>
                    <a:pt x="822659" y="1123449"/>
                  </a:lnTo>
                  <a:lnTo>
                    <a:pt x="819651" y="1124201"/>
                  </a:lnTo>
                  <a:lnTo>
                    <a:pt x="815139" y="1121193"/>
                  </a:lnTo>
                  <a:lnTo>
                    <a:pt x="814387" y="1120441"/>
                  </a:lnTo>
                  <a:lnTo>
                    <a:pt x="813636" y="1120441"/>
                  </a:lnTo>
                  <a:lnTo>
                    <a:pt x="806116" y="1118937"/>
                  </a:lnTo>
                  <a:lnTo>
                    <a:pt x="799348" y="1117433"/>
                  </a:lnTo>
                  <a:lnTo>
                    <a:pt x="794836" y="1118185"/>
                  </a:lnTo>
                  <a:lnTo>
                    <a:pt x="793332" y="1113673"/>
                  </a:lnTo>
                  <a:lnTo>
                    <a:pt x="788820" y="1079082"/>
                  </a:lnTo>
                  <a:lnTo>
                    <a:pt x="767765" y="1059531"/>
                  </a:lnTo>
                  <a:lnTo>
                    <a:pt x="722647" y="1018172"/>
                  </a:lnTo>
                  <a:lnTo>
                    <a:pt x="720391" y="1019676"/>
                  </a:lnTo>
                  <a:lnTo>
                    <a:pt x="719639" y="1019676"/>
                  </a:lnTo>
                  <a:lnTo>
                    <a:pt x="718887" y="1020428"/>
                  </a:lnTo>
                  <a:lnTo>
                    <a:pt x="715127" y="1020428"/>
                  </a:lnTo>
                  <a:lnTo>
                    <a:pt x="714375" y="1020428"/>
                  </a:lnTo>
                  <a:lnTo>
                    <a:pt x="713623" y="1021180"/>
                  </a:lnTo>
                  <a:lnTo>
                    <a:pt x="712871" y="1021180"/>
                  </a:lnTo>
                  <a:lnTo>
                    <a:pt x="712119" y="1022684"/>
                  </a:lnTo>
                  <a:lnTo>
                    <a:pt x="709863" y="1024188"/>
                  </a:lnTo>
                  <a:lnTo>
                    <a:pt x="704599" y="1026444"/>
                  </a:lnTo>
                  <a:lnTo>
                    <a:pt x="703847" y="1027196"/>
                  </a:lnTo>
                  <a:lnTo>
                    <a:pt x="702343" y="1027948"/>
                  </a:lnTo>
                  <a:lnTo>
                    <a:pt x="701591" y="1027948"/>
                  </a:lnTo>
                  <a:lnTo>
                    <a:pt x="700840" y="1028700"/>
                  </a:lnTo>
                  <a:lnTo>
                    <a:pt x="699336" y="1028700"/>
                  </a:lnTo>
                  <a:lnTo>
                    <a:pt x="694823" y="1027196"/>
                  </a:lnTo>
                  <a:lnTo>
                    <a:pt x="692568" y="1027196"/>
                  </a:lnTo>
                  <a:lnTo>
                    <a:pt x="688808" y="1027948"/>
                  </a:lnTo>
                  <a:lnTo>
                    <a:pt x="687304" y="1027948"/>
                  </a:lnTo>
                  <a:lnTo>
                    <a:pt x="685800" y="1027948"/>
                  </a:lnTo>
                  <a:lnTo>
                    <a:pt x="685048" y="1028700"/>
                  </a:lnTo>
                  <a:lnTo>
                    <a:pt x="681288" y="1029452"/>
                  </a:lnTo>
                  <a:lnTo>
                    <a:pt x="680536" y="1030204"/>
                  </a:lnTo>
                  <a:lnTo>
                    <a:pt x="679032" y="1029452"/>
                  </a:lnTo>
                  <a:lnTo>
                    <a:pt x="678280" y="1029452"/>
                  </a:lnTo>
                  <a:lnTo>
                    <a:pt x="677528" y="1028700"/>
                  </a:lnTo>
                  <a:lnTo>
                    <a:pt x="677528" y="1027948"/>
                  </a:lnTo>
                  <a:lnTo>
                    <a:pt x="676776" y="1027196"/>
                  </a:lnTo>
                  <a:lnTo>
                    <a:pt x="675272" y="1024940"/>
                  </a:lnTo>
                  <a:lnTo>
                    <a:pt x="674521" y="1024188"/>
                  </a:lnTo>
                  <a:lnTo>
                    <a:pt x="670761" y="1022684"/>
                  </a:lnTo>
                  <a:lnTo>
                    <a:pt x="670008" y="1021932"/>
                  </a:lnTo>
                  <a:lnTo>
                    <a:pt x="669257" y="1021180"/>
                  </a:lnTo>
                  <a:lnTo>
                    <a:pt x="668504" y="1019676"/>
                  </a:lnTo>
                  <a:lnTo>
                    <a:pt x="667001" y="1018172"/>
                  </a:lnTo>
                  <a:lnTo>
                    <a:pt x="666249" y="1018172"/>
                  </a:lnTo>
                  <a:lnTo>
                    <a:pt x="665497" y="1018172"/>
                  </a:lnTo>
                  <a:lnTo>
                    <a:pt x="663241" y="1019676"/>
                  </a:lnTo>
                  <a:lnTo>
                    <a:pt x="662489" y="1019676"/>
                  </a:lnTo>
                  <a:lnTo>
                    <a:pt x="660233" y="1019676"/>
                  </a:lnTo>
                  <a:lnTo>
                    <a:pt x="652713" y="1018172"/>
                  </a:lnTo>
                  <a:lnTo>
                    <a:pt x="648953" y="1016668"/>
                  </a:lnTo>
                  <a:lnTo>
                    <a:pt x="645945" y="1015165"/>
                  </a:lnTo>
                  <a:lnTo>
                    <a:pt x="627146" y="1006141"/>
                  </a:lnTo>
                  <a:lnTo>
                    <a:pt x="622634" y="1002381"/>
                  </a:lnTo>
                  <a:lnTo>
                    <a:pt x="620378" y="1001629"/>
                  </a:lnTo>
                  <a:lnTo>
                    <a:pt x="618874" y="999373"/>
                  </a:lnTo>
                  <a:lnTo>
                    <a:pt x="617370" y="997869"/>
                  </a:lnTo>
                  <a:lnTo>
                    <a:pt x="613610" y="994861"/>
                  </a:lnTo>
                  <a:lnTo>
                    <a:pt x="608346" y="993357"/>
                  </a:lnTo>
                  <a:lnTo>
                    <a:pt x="606091" y="991101"/>
                  </a:lnTo>
                  <a:lnTo>
                    <a:pt x="605339" y="990349"/>
                  </a:lnTo>
                  <a:lnTo>
                    <a:pt x="604587" y="990349"/>
                  </a:lnTo>
                  <a:lnTo>
                    <a:pt x="598571" y="991853"/>
                  </a:lnTo>
                  <a:lnTo>
                    <a:pt x="597067" y="991853"/>
                  </a:lnTo>
                  <a:lnTo>
                    <a:pt x="595563" y="991101"/>
                  </a:lnTo>
                  <a:lnTo>
                    <a:pt x="594059" y="990349"/>
                  </a:lnTo>
                  <a:lnTo>
                    <a:pt x="591051" y="988845"/>
                  </a:lnTo>
                  <a:lnTo>
                    <a:pt x="590299" y="988093"/>
                  </a:lnTo>
                  <a:lnTo>
                    <a:pt x="588795" y="986589"/>
                  </a:lnTo>
                  <a:lnTo>
                    <a:pt x="588044" y="985086"/>
                  </a:lnTo>
                  <a:lnTo>
                    <a:pt x="580524" y="980574"/>
                  </a:lnTo>
                  <a:lnTo>
                    <a:pt x="579020" y="979070"/>
                  </a:lnTo>
                  <a:lnTo>
                    <a:pt x="572252" y="973054"/>
                  </a:lnTo>
                  <a:lnTo>
                    <a:pt x="569244" y="970798"/>
                  </a:lnTo>
                  <a:lnTo>
                    <a:pt x="557212" y="961774"/>
                  </a:lnTo>
                  <a:lnTo>
                    <a:pt x="556461" y="961022"/>
                  </a:lnTo>
                  <a:lnTo>
                    <a:pt x="555708" y="960270"/>
                  </a:lnTo>
                  <a:lnTo>
                    <a:pt x="554205" y="956510"/>
                  </a:lnTo>
                  <a:lnTo>
                    <a:pt x="553452" y="955759"/>
                  </a:lnTo>
                  <a:lnTo>
                    <a:pt x="552701" y="954255"/>
                  </a:lnTo>
                  <a:lnTo>
                    <a:pt x="550445" y="952751"/>
                  </a:lnTo>
                  <a:lnTo>
                    <a:pt x="548941" y="951999"/>
                  </a:lnTo>
                  <a:lnTo>
                    <a:pt x="548189" y="951247"/>
                  </a:lnTo>
                  <a:lnTo>
                    <a:pt x="545933" y="950495"/>
                  </a:lnTo>
                  <a:lnTo>
                    <a:pt x="543677" y="951247"/>
                  </a:lnTo>
                  <a:lnTo>
                    <a:pt x="542173" y="951247"/>
                  </a:lnTo>
                  <a:lnTo>
                    <a:pt x="535405" y="948239"/>
                  </a:lnTo>
                  <a:lnTo>
                    <a:pt x="533901" y="948239"/>
                  </a:lnTo>
                  <a:lnTo>
                    <a:pt x="532397" y="948239"/>
                  </a:lnTo>
                  <a:lnTo>
                    <a:pt x="530893" y="948239"/>
                  </a:lnTo>
                  <a:lnTo>
                    <a:pt x="524126" y="946735"/>
                  </a:lnTo>
                  <a:lnTo>
                    <a:pt x="521118" y="945231"/>
                  </a:lnTo>
                  <a:lnTo>
                    <a:pt x="516606" y="944479"/>
                  </a:lnTo>
                  <a:lnTo>
                    <a:pt x="514350" y="943727"/>
                  </a:lnTo>
                  <a:lnTo>
                    <a:pt x="509086" y="943727"/>
                  </a:lnTo>
                  <a:lnTo>
                    <a:pt x="506830" y="944479"/>
                  </a:lnTo>
                  <a:lnTo>
                    <a:pt x="506078" y="944479"/>
                  </a:lnTo>
                  <a:lnTo>
                    <a:pt x="503070" y="945983"/>
                  </a:lnTo>
                  <a:lnTo>
                    <a:pt x="498558" y="946735"/>
                  </a:lnTo>
                  <a:lnTo>
                    <a:pt x="482767" y="954255"/>
                  </a:lnTo>
                  <a:lnTo>
                    <a:pt x="482015" y="955007"/>
                  </a:lnTo>
                  <a:lnTo>
                    <a:pt x="481263" y="955759"/>
                  </a:lnTo>
                  <a:lnTo>
                    <a:pt x="480511" y="955759"/>
                  </a:lnTo>
                  <a:lnTo>
                    <a:pt x="480511" y="956510"/>
                  </a:lnTo>
                  <a:lnTo>
                    <a:pt x="479759" y="958766"/>
                  </a:lnTo>
                  <a:lnTo>
                    <a:pt x="479759" y="959518"/>
                  </a:lnTo>
                  <a:lnTo>
                    <a:pt x="479007" y="960270"/>
                  </a:lnTo>
                  <a:lnTo>
                    <a:pt x="476751" y="961774"/>
                  </a:lnTo>
                  <a:lnTo>
                    <a:pt x="475999" y="963278"/>
                  </a:lnTo>
                  <a:lnTo>
                    <a:pt x="475247" y="964030"/>
                  </a:lnTo>
                  <a:lnTo>
                    <a:pt x="474495" y="965534"/>
                  </a:lnTo>
                  <a:lnTo>
                    <a:pt x="473743" y="966286"/>
                  </a:lnTo>
                  <a:lnTo>
                    <a:pt x="472991" y="966286"/>
                  </a:lnTo>
                  <a:lnTo>
                    <a:pt x="466224" y="968542"/>
                  </a:lnTo>
                  <a:lnTo>
                    <a:pt x="433889" y="960270"/>
                  </a:lnTo>
                  <a:lnTo>
                    <a:pt x="433137" y="959518"/>
                  </a:lnTo>
                  <a:lnTo>
                    <a:pt x="432385" y="958014"/>
                  </a:lnTo>
                  <a:lnTo>
                    <a:pt x="430129" y="956510"/>
                  </a:lnTo>
                  <a:lnTo>
                    <a:pt x="429377" y="955759"/>
                  </a:lnTo>
                  <a:lnTo>
                    <a:pt x="415841" y="953503"/>
                  </a:lnTo>
                  <a:lnTo>
                    <a:pt x="414337" y="952751"/>
                  </a:lnTo>
                  <a:lnTo>
                    <a:pt x="412833" y="951999"/>
                  </a:lnTo>
                  <a:lnTo>
                    <a:pt x="412082" y="951247"/>
                  </a:lnTo>
                  <a:lnTo>
                    <a:pt x="410577" y="949743"/>
                  </a:lnTo>
                  <a:lnTo>
                    <a:pt x="409826" y="948991"/>
                  </a:lnTo>
                  <a:lnTo>
                    <a:pt x="409826" y="948239"/>
                  </a:lnTo>
                  <a:lnTo>
                    <a:pt x="409073" y="945983"/>
                  </a:lnTo>
                  <a:lnTo>
                    <a:pt x="409073" y="945231"/>
                  </a:lnTo>
                  <a:lnTo>
                    <a:pt x="409073" y="944479"/>
                  </a:lnTo>
                  <a:lnTo>
                    <a:pt x="409826" y="943727"/>
                  </a:lnTo>
                  <a:lnTo>
                    <a:pt x="409826" y="942975"/>
                  </a:lnTo>
                  <a:lnTo>
                    <a:pt x="409826" y="942223"/>
                  </a:lnTo>
                  <a:lnTo>
                    <a:pt x="409826" y="941471"/>
                  </a:lnTo>
                  <a:lnTo>
                    <a:pt x="409826" y="939215"/>
                  </a:lnTo>
                  <a:lnTo>
                    <a:pt x="409826" y="938463"/>
                  </a:lnTo>
                  <a:lnTo>
                    <a:pt x="409073" y="937711"/>
                  </a:lnTo>
                  <a:lnTo>
                    <a:pt x="408322" y="935455"/>
                  </a:lnTo>
                  <a:lnTo>
                    <a:pt x="407570" y="934703"/>
                  </a:lnTo>
                  <a:lnTo>
                    <a:pt x="406818" y="932447"/>
                  </a:lnTo>
                  <a:lnTo>
                    <a:pt x="408322" y="927183"/>
                  </a:lnTo>
                  <a:lnTo>
                    <a:pt x="409073" y="925680"/>
                  </a:lnTo>
                  <a:lnTo>
                    <a:pt x="409826" y="922672"/>
                  </a:lnTo>
                  <a:lnTo>
                    <a:pt x="412082" y="918160"/>
                  </a:lnTo>
                  <a:lnTo>
                    <a:pt x="414337" y="911392"/>
                  </a:lnTo>
                  <a:lnTo>
                    <a:pt x="415841" y="906128"/>
                  </a:lnTo>
                  <a:lnTo>
                    <a:pt x="418849" y="902368"/>
                  </a:lnTo>
                  <a:lnTo>
                    <a:pt x="421105" y="898609"/>
                  </a:lnTo>
                  <a:lnTo>
                    <a:pt x="420353" y="897857"/>
                  </a:lnTo>
                  <a:lnTo>
                    <a:pt x="418097" y="897105"/>
                  </a:lnTo>
                  <a:lnTo>
                    <a:pt x="416593" y="895601"/>
                  </a:lnTo>
                  <a:lnTo>
                    <a:pt x="415090" y="894849"/>
                  </a:lnTo>
                  <a:lnTo>
                    <a:pt x="414337" y="894097"/>
                  </a:lnTo>
                  <a:lnTo>
                    <a:pt x="412833" y="894097"/>
                  </a:lnTo>
                  <a:lnTo>
                    <a:pt x="412082" y="894849"/>
                  </a:lnTo>
                  <a:lnTo>
                    <a:pt x="411330" y="894849"/>
                  </a:lnTo>
                  <a:lnTo>
                    <a:pt x="409826" y="894097"/>
                  </a:lnTo>
                  <a:lnTo>
                    <a:pt x="407570" y="892593"/>
                  </a:lnTo>
                  <a:lnTo>
                    <a:pt x="406818" y="892593"/>
                  </a:lnTo>
                  <a:lnTo>
                    <a:pt x="405314" y="891841"/>
                  </a:lnTo>
                  <a:lnTo>
                    <a:pt x="404562" y="891841"/>
                  </a:lnTo>
                  <a:lnTo>
                    <a:pt x="403810" y="891841"/>
                  </a:lnTo>
                  <a:lnTo>
                    <a:pt x="402306" y="892593"/>
                  </a:lnTo>
                  <a:lnTo>
                    <a:pt x="400802" y="892593"/>
                  </a:lnTo>
                  <a:lnTo>
                    <a:pt x="397042" y="892593"/>
                  </a:lnTo>
                  <a:lnTo>
                    <a:pt x="396290" y="891841"/>
                  </a:lnTo>
                  <a:lnTo>
                    <a:pt x="393282" y="889585"/>
                  </a:lnTo>
                  <a:lnTo>
                    <a:pt x="391026" y="888081"/>
                  </a:lnTo>
                  <a:lnTo>
                    <a:pt x="389522" y="888081"/>
                  </a:lnTo>
                  <a:lnTo>
                    <a:pt x="388771" y="887329"/>
                  </a:lnTo>
                  <a:lnTo>
                    <a:pt x="388771" y="888081"/>
                  </a:lnTo>
                  <a:lnTo>
                    <a:pt x="388018" y="888081"/>
                  </a:lnTo>
                  <a:lnTo>
                    <a:pt x="385762" y="889585"/>
                  </a:lnTo>
                  <a:lnTo>
                    <a:pt x="385011" y="889585"/>
                  </a:lnTo>
                  <a:lnTo>
                    <a:pt x="384258" y="889585"/>
                  </a:lnTo>
                  <a:lnTo>
                    <a:pt x="382754" y="889585"/>
                  </a:lnTo>
                  <a:lnTo>
                    <a:pt x="380499" y="888081"/>
                  </a:lnTo>
                  <a:lnTo>
                    <a:pt x="378994" y="888081"/>
                  </a:lnTo>
                  <a:lnTo>
                    <a:pt x="377491" y="888081"/>
                  </a:lnTo>
                  <a:lnTo>
                    <a:pt x="375987" y="887329"/>
                  </a:lnTo>
                  <a:lnTo>
                    <a:pt x="374483" y="887329"/>
                  </a:lnTo>
                  <a:lnTo>
                    <a:pt x="373731" y="887329"/>
                  </a:lnTo>
                  <a:lnTo>
                    <a:pt x="372979" y="887329"/>
                  </a:lnTo>
                  <a:lnTo>
                    <a:pt x="371475" y="888081"/>
                  </a:lnTo>
                  <a:lnTo>
                    <a:pt x="370723" y="888081"/>
                  </a:lnTo>
                  <a:lnTo>
                    <a:pt x="369219" y="888081"/>
                  </a:lnTo>
                  <a:lnTo>
                    <a:pt x="368467" y="887329"/>
                  </a:lnTo>
                  <a:lnTo>
                    <a:pt x="367715" y="887329"/>
                  </a:lnTo>
                  <a:lnTo>
                    <a:pt x="366963" y="886577"/>
                  </a:lnTo>
                  <a:lnTo>
                    <a:pt x="365459" y="887329"/>
                  </a:lnTo>
                  <a:lnTo>
                    <a:pt x="363955" y="887329"/>
                  </a:lnTo>
                  <a:lnTo>
                    <a:pt x="362451" y="886577"/>
                  </a:lnTo>
                  <a:lnTo>
                    <a:pt x="360195" y="885073"/>
                  </a:lnTo>
                  <a:lnTo>
                    <a:pt x="358692" y="883569"/>
                  </a:lnTo>
                  <a:lnTo>
                    <a:pt x="357188" y="882065"/>
                  </a:lnTo>
                  <a:lnTo>
                    <a:pt x="356435" y="882065"/>
                  </a:lnTo>
                  <a:lnTo>
                    <a:pt x="355683" y="882065"/>
                  </a:lnTo>
                  <a:lnTo>
                    <a:pt x="354932" y="882817"/>
                  </a:lnTo>
                  <a:lnTo>
                    <a:pt x="354179" y="883569"/>
                  </a:lnTo>
                  <a:lnTo>
                    <a:pt x="354179" y="884321"/>
                  </a:lnTo>
                  <a:lnTo>
                    <a:pt x="353428" y="885073"/>
                  </a:lnTo>
                  <a:lnTo>
                    <a:pt x="352675" y="885073"/>
                  </a:lnTo>
                  <a:lnTo>
                    <a:pt x="351924" y="885073"/>
                  </a:lnTo>
                  <a:lnTo>
                    <a:pt x="348916" y="884321"/>
                  </a:lnTo>
                  <a:lnTo>
                    <a:pt x="348164" y="883569"/>
                  </a:lnTo>
                  <a:lnTo>
                    <a:pt x="347412" y="883569"/>
                  </a:lnTo>
                  <a:lnTo>
                    <a:pt x="345908" y="884321"/>
                  </a:lnTo>
                  <a:lnTo>
                    <a:pt x="344404" y="884321"/>
                  </a:lnTo>
                  <a:lnTo>
                    <a:pt x="342148" y="883569"/>
                  </a:lnTo>
                  <a:lnTo>
                    <a:pt x="340644" y="883569"/>
                  </a:lnTo>
                  <a:lnTo>
                    <a:pt x="339892" y="883569"/>
                  </a:lnTo>
                  <a:lnTo>
                    <a:pt x="339140" y="884321"/>
                  </a:lnTo>
                  <a:lnTo>
                    <a:pt x="336132" y="886577"/>
                  </a:lnTo>
                  <a:lnTo>
                    <a:pt x="334628" y="887329"/>
                  </a:lnTo>
                  <a:lnTo>
                    <a:pt x="333124" y="888081"/>
                  </a:lnTo>
                  <a:lnTo>
                    <a:pt x="327860" y="888833"/>
                  </a:lnTo>
                  <a:lnTo>
                    <a:pt x="318837" y="894097"/>
                  </a:lnTo>
                  <a:lnTo>
                    <a:pt x="304549" y="898609"/>
                  </a:lnTo>
                  <a:lnTo>
                    <a:pt x="302294" y="900112"/>
                  </a:lnTo>
                  <a:lnTo>
                    <a:pt x="300789" y="900864"/>
                  </a:lnTo>
                  <a:lnTo>
                    <a:pt x="296277" y="903120"/>
                  </a:lnTo>
                  <a:lnTo>
                    <a:pt x="292518" y="906128"/>
                  </a:lnTo>
                  <a:lnTo>
                    <a:pt x="290262" y="906880"/>
                  </a:lnTo>
                  <a:lnTo>
                    <a:pt x="289510" y="907632"/>
                  </a:lnTo>
                  <a:lnTo>
                    <a:pt x="288758" y="908384"/>
                  </a:lnTo>
                  <a:lnTo>
                    <a:pt x="288006" y="909136"/>
                  </a:lnTo>
                  <a:lnTo>
                    <a:pt x="284998" y="911392"/>
                  </a:lnTo>
                  <a:lnTo>
                    <a:pt x="282742" y="914400"/>
                  </a:lnTo>
                  <a:lnTo>
                    <a:pt x="266951" y="924176"/>
                  </a:lnTo>
                  <a:lnTo>
                    <a:pt x="265447" y="924928"/>
                  </a:lnTo>
                  <a:lnTo>
                    <a:pt x="263943" y="925680"/>
                  </a:lnTo>
                  <a:lnTo>
                    <a:pt x="262439" y="925680"/>
                  </a:lnTo>
                  <a:lnTo>
                    <a:pt x="262439" y="926431"/>
                  </a:lnTo>
                  <a:lnTo>
                    <a:pt x="262439" y="927183"/>
                  </a:lnTo>
                  <a:lnTo>
                    <a:pt x="262439" y="928688"/>
                  </a:lnTo>
                  <a:lnTo>
                    <a:pt x="260183" y="932447"/>
                  </a:lnTo>
                  <a:lnTo>
                    <a:pt x="259431" y="933199"/>
                  </a:lnTo>
                  <a:lnTo>
                    <a:pt x="259431" y="934703"/>
                  </a:lnTo>
                  <a:lnTo>
                    <a:pt x="259431" y="935455"/>
                  </a:lnTo>
                  <a:lnTo>
                    <a:pt x="255671" y="938463"/>
                  </a:lnTo>
                  <a:lnTo>
                    <a:pt x="222584" y="957262"/>
                  </a:lnTo>
                  <a:lnTo>
                    <a:pt x="219576" y="958014"/>
                  </a:lnTo>
                  <a:lnTo>
                    <a:pt x="218824" y="958766"/>
                  </a:lnTo>
                  <a:lnTo>
                    <a:pt x="218072" y="958014"/>
                  </a:lnTo>
                  <a:lnTo>
                    <a:pt x="217320" y="958014"/>
                  </a:lnTo>
                  <a:lnTo>
                    <a:pt x="215817" y="958014"/>
                  </a:lnTo>
                  <a:lnTo>
                    <a:pt x="214313" y="958014"/>
                  </a:lnTo>
                  <a:lnTo>
                    <a:pt x="212057" y="958766"/>
                  </a:lnTo>
                  <a:lnTo>
                    <a:pt x="211304" y="959518"/>
                  </a:lnTo>
                  <a:lnTo>
                    <a:pt x="208297" y="959518"/>
                  </a:lnTo>
                  <a:lnTo>
                    <a:pt x="206041" y="959518"/>
                  </a:lnTo>
                  <a:lnTo>
                    <a:pt x="204537" y="960270"/>
                  </a:lnTo>
                  <a:lnTo>
                    <a:pt x="203785" y="960270"/>
                  </a:lnTo>
                  <a:lnTo>
                    <a:pt x="203785" y="961022"/>
                  </a:lnTo>
                  <a:lnTo>
                    <a:pt x="203033" y="961774"/>
                  </a:lnTo>
                  <a:lnTo>
                    <a:pt x="202281" y="963278"/>
                  </a:lnTo>
                  <a:lnTo>
                    <a:pt x="202281" y="964030"/>
                  </a:lnTo>
                  <a:lnTo>
                    <a:pt x="201529" y="964782"/>
                  </a:lnTo>
                  <a:lnTo>
                    <a:pt x="196265" y="969294"/>
                  </a:lnTo>
                  <a:lnTo>
                    <a:pt x="195513" y="970046"/>
                  </a:lnTo>
                  <a:lnTo>
                    <a:pt x="194761" y="972302"/>
                  </a:lnTo>
                  <a:lnTo>
                    <a:pt x="194009" y="973054"/>
                  </a:lnTo>
                  <a:lnTo>
                    <a:pt x="192505" y="974558"/>
                  </a:lnTo>
                  <a:lnTo>
                    <a:pt x="191753" y="975310"/>
                  </a:lnTo>
                  <a:lnTo>
                    <a:pt x="191001" y="976062"/>
                  </a:lnTo>
                  <a:lnTo>
                    <a:pt x="189497" y="979070"/>
                  </a:lnTo>
                  <a:lnTo>
                    <a:pt x="188745" y="979070"/>
                  </a:lnTo>
                  <a:lnTo>
                    <a:pt x="187241" y="979822"/>
                  </a:lnTo>
                  <a:lnTo>
                    <a:pt x="184985" y="980574"/>
                  </a:lnTo>
                  <a:lnTo>
                    <a:pt x="183481" y="980574"/>
                  </a:lnTo>
                  <a:lnTo>
                    <a:pt x="182730" y="981326"/>
                  </a:lnTo>
                  <a:lnTo>
                    <a:pt x="180474" y="983582"/>
                  </a:lnTo>
                  <a:lnTo>
                    <a:pt x="176714" y="987341"/>
                  </a:lnTo>
                  <a:lnTo>
                    <a:pt x="170698" y="990349"/>
                  </a:lnTo>
                  <a:lnTo>
                    <a:pt x="167690" y="991853"/>
                  </a:lnTo>
                  <a:lnTo>
                    <a:pt x="163930" y="992605"/>
                  </a:lnTo>
                  <a:lnTo>
                    <a:pt x="162426" y="992605"/>
                  </a:lnTo>
                  <a:lnTo>
                    <a:pt x="160170" y="991853"/>
                  </a:lnTo>
                  <a:lnTo>
                    <a:pt x="159419" y="991101"/>
                  </a:lnTo>
                  <a:lnTo>
                    <a:pt x="158666" y="991101"/>
                  </a:lnTo>
                  <a:lnTo>
                    <a:pt x="157914" y="991101"/>
                  </a:lnTo>
                  <a:lnTo>
                    <a:pt x="154155" y="991101"/>
                  </a:lnTo>
                  <a:lnTo>
                    <a:pt x="153402" y="991853"/>
                  </a:lnTo>
                  <a:lnTo>
                    <a:pt x="152651" y="992605"/>
                  </a:lnTo>
                  <a:lnTo>
                    <a:pt x="152651" y="993357"/>
                  </a:lnTo>
                  <a:lnTo>
                    <a:pt x="152651" y="994109"/>
                  </a:lnTo>
                  <a:lnTo>
                    <a:pt x="151147" y="995613"/>
                  </a:lnTo>
                  <a:lnTo>
                    <a:pt x="149642" y="997117"/>
                  </a:lnTo>
                  <a:lnTo>
                    <a:pt x="148139" y="999373"/>
                  </a:lnTo>
                  <a:lnTo>
                    <a:pt x="147387" y="1000125"/>
                  </a:lnTo>
                  <a:lnTo>
                    <a:pt x="146635" y="1001629"/>
                  </a:lnTo>
                  <a:lnTo>
                    <a:pt x="145883" y="1002381"/>
                  </a:lnTo>
                  <a:lnTo>
                    <a:pt x="143627" y="1004637"/>
                  </a:lnTo>
                  <a:lnTo>
                    <a:pt x="141371" y="1006141"/>
                  </a:lnTo>
                  <a:lnTo>
                    <a:pt x="138363" y="1007645"/>
                  </a:lnTo>
                  <a:lnTo>
                    <a:pt x="138363" y="1008397"/>
                  </a:lnTo>
                  <a:lnTo>
                    <a:pt x="137611" y="1010653"/>
                  </a:lnTo>
                  <a:lnTo>
                    <a:pt x="136859" y="1013660"/>
                  </a:lnTo>
                  <a:lnTo>
                    <a:pt x="135355" y="1015917"/>
                  </a:lnTo>
                  <a:lnTo>
                    <a:pt x="130091" y="1021180"/>
                  </a:lnTo>
                  <a:lnTo>
                    <a:pt x="124827" y="1024188"/>
                  </a:lnTo>
                  <a:lnTo>
                    <a:pt x="124076" y="1024188"/>
                  </a:lnTo>
                  <a:lnTo>
                    <a:pt x="122572" y="1024188"/>
                  </a:lnTo>
                  <a:lnTo>
                    <a:pt x="111292" y="1022684"/>
                  </a:lnTo>
                  <a:lnTo>
                    <a:pt x="109036" y="1021932"/>
                  </a:lnTo>
                  <a:lnTo>
                    <a:pt x="100764" y="1021180"/>
                  </a:lnTo>
                  <a:lnTo>
                    <a:pt x="99261" y="1021180"/>
                  </a:lnTo>
                  <a:lnTo>
                    <a:pt x="97757" y="1021180"/>
                  </a:lnTo>
                  <a:lnTo>
                    <a:pt x="97004" y="1021932"/>
                  </a:lnTo>
                  <a:lnTo>
                    <a:pt x="96253" y="1022684"/>
                  </a:lnTo>
                  <a:lnTo>
                    <a:pt x="94749" y="1025692"/>
                  </a:lnTo>
                  <a:lnTo>
                    <a:pt x="93997" y="1027196"/>
                  </a:lnTo>
                  <a:lnTo>
                    <a:pt x="93244" y="1027948"/>
                  </a:lnTo>
                  <a:lnTo>
                    <a:pt x="91741" y="1030204"/>
                  </a:lnTo>
                  <a:lnTo>
                    <a:pt x="90989" y="1030956"/>
                  </a:lnTo>
                  <a:lnTo>
                    <a:pt x="90237" y="1031708"/>
                  </a:lnTo>
                  <a:lnTo>
                    <a:pt x="89485" y="1031708"/>
                  </a:lnTo>
                  <a:lnTo>
                    <a:pt x="81965" y="1035468"/>
                  </a:lnTo>
                  <a:lnTo>
                    <a:pt x="80461" y="1036220"/>
                  </a:lnTo>
                  <a:lnTo>
                    <a:pt x="79709" y="1036972"/>
                  </a:lnTo>
                  <a:lnTo>
                    <a:pt x="78205" y="1039228"/>
                  </a:lnTo>
                  <a:lnTo>
                    <a:pt x="76701" y="1039980"/>
                  </a:lnTo>
                  <a:lnTo>
                    <a:pt x="75197" y="1039980"/>
                  </a:lnTo>
                  <a:lnTo>
                    <a:pt x="74445" y="1039228"/>
                  </a:lnTo>
                  <a:lnTo>
                    <a:pt x="73693" y="1038476"/>
                  </a:lnTo>
                  <a:lnTo>
                    <a:pt x="73693" y="1037724"/>
                  </a:lnTo>
                  <a:lnTo>
                    <a:pt x="73693" y="1036972"/>
                  </a:lnTo>
                  <a:lnTo>
                    <a:pt x="74445" y="1036220"/>
                  </a:lnTo>
                  <a:lnTo>
                    <a:pt x="75197" y="1033212"/>
                  </a:lnTo>
                  <a:lnTo>
                    <a:pt x="75949" y="1032460"/>
                  </a:lnTo>
                  <a:lnTo>
                    <a:pt x="77453" y="1030204"/>
                  </a:lnTo>
                  <a:lnTo>
                    <a:pt x="80461" y="1024188"/>
                  </a:lnTo>
                  <a:lnTo>
                    <a:pt x="83469" y="1017420"/>
                  </a:lnTo>
                  <a:lnTo>
                    <a:pt x="84973" y="1012157"/>
                  </a:lnTo>
                  <a:lnTo>
                    <a:pt x="87229" y="1005389"/>
                  </a:lnTo>
                  <a:lnTo>
                    <a:pt x="87981" y="1004637"/>
                  </a:lnTo>
                  <a:lnTo>
                    <a:pt x="90237" y="1002381"/>
                  </a:lnTo>
                  <a:lnTo>
                    <a:pt x="90237" y="1001629"/>
                  </a:lnTo>
                  <a:lnTo>
                    <a:pt x="90237" y="1000877"/>
                  </a:lnTo>
                  <a:lnTo>
                    <a:pt x="90237" y="1000125"/>
                  </a:lnTo>
                  <a:lnTo>
                    <a:pt x="90237" y="999373"/>
                  </a:lnTo>
                  <a:lnTo>
                    <a:pt x="90237" y="998621"/>
                  </a:lnTo>
                  <a:lnTo>
                    <a:pt x="86477" y="993357"/>
                  </a:lnTo>
                  <a:lnTo>
                    <a:pt x="85725" y="992605"/>
                  </a:lnTo>
                  <a:lnTo>
                    <a:pt x="85725" y="991853"/>
                  </a:lnTo>
                  <a:lnTo>
                    <a:pt x="85725" y="988093"/>
                  </a:lnTo>
                  <a:lnTo>
                    <a:pt x="85725" y="987341"/>
                  </a:lnTo>
                  <a:lnTo>
                    <a:pt x="83469" y="983582"/>
                  </a:lnTo>
                  <a:lnTo>
                    <a:pt x="83469" y="982078"/>
                  </a:lnTo>
                  <a:lnTo>
                    <a:pt x="82717" y="980574"/>
                  </a:lnTo>
                  <a:lnTo>
                    <a:pt x="90989" y="968542"/>
                  </a:lnTo>
                  <a:lnTo>
                    <a:pt x="93244" y="965534"/>
                  </a:lnTo>
                  <a:lnTo>
                    <a:pt x="97004" y="961774"/>
                  </a:lnTo>
                  <a:lnTo>
                    <a:pt x="97757" y="960270"/>
                  </a:lnTo>
                  <a:lnTo>
                    <a:pt x="98508" y="958014"/>
                  </a:lnTo>
                  <a:lnTo>
                    <a:pt x="99261" y="955759"/>
                  </a:lnTo>
                  <a:lnTo>
                    <a:pt x="100012" y="952751"/>
                  </a:lnTo>
                  <a:lnTo>
                    <a:pt x="99261" y="948239"/>
                  </a:lnTo>
                  <a:lnTo>
                    <a:pt x="98508" y="945231"/>
                  </a:lnTo>
                  <a:lnTo>
                    <a:pt x="97757" y="941471"/>
                  </a:lnTo>
                  <a:lnTo>
                    <a:pt x="94749" y="935455"/>
                  </a:lnTo>
                  <a:lnTo>
                    <a:pt x="93244" y="932447"/>
                  </a:lnTo>
                  <a:lnTo>
                    <a:pt x="93244" y="931695"/>
                  </a:lnTo>
                  <a:lnTo>
                    <a:pt x="91741" y="928688"/>
                  </a:lnTo>
                  <a:lnTo>
                    <a:pt x="91741" y="924928"/>
                  </a:lnTo>
                  <a:lnTo>
                    <a:pt x="91741" y="921168"/>
                  </a:lnTo>
                  <a:lnTo>
                    <a:pt x="91741" y="919664"/>
                  </a:lnTo>
                  <a:lnTo>
                    <a:pt x="92493" y="918160"/>
                  </a:lnTo>
                  <a:lnTo>
                    <a:pt x="96253" y="909888"/>
                  </a:lnTo>
                  <a:lnTo>
                    <a:pt x="98508" y="903120"/>
                  </a:lnTo>
                  <a:lnTo>
                    <a:pt x="98508" y="900864"/>
                  </a:lnTo>
                  <a:lnTo>
                    <a:pt x="98508" y="899361"/>
                  </a:lnTo>
                  <a:lnTo>
                    <a:pt x="97757" y="898609"/>
                  </a:lnTo>
                  <a:lnTo>
                    <a:pt x="97004" y="897857"/>
                  </a:lnTo>
                  <a:lnTo>
                    <a:pt x="96253" y="897857"/>
                  </a:lnTo>
                  <a:lnTo>
                    <a:pt x="92493" y="896353"/>
                  </a:lnTo>
                  <a:lnTo>
                    <a:pt x="85725" y="892593"/>
                  </a:lnTo>
                  <a:lnTo>
                    <a:pt x="84973" y="891841"/>
                  </a:lnTo>
                  <a:lnTo>
                    <a:pt x="80461" y="884321"/>
                  </a:lnTo>
                  <a:lnTo>
                    <a:pt x="77453" y="880561"/>
                  </a:lnTo>
                  <a:lnTo>
                    <a:pt x="76701" y="879809"/>
                  </a:lnTo>
                  <a:lnTo>
                    <a:pt x="68429" y="875297"/>
                  </a:lnTo>
                  <a:lnTo>
                    <a:pt x="67678" y="874545"/>
                  </a:lnTo>
                  <a:lnTo>
                    <a:pt x="66925" y="873793"/>
                  </a:lnTo>
                  <a:lnTo>
                    <a:pt x="60910" y="856498"/>
                  </a:lnTo>
                  <a:lnTo>
                    <a:pt x="60158" y="854994"/>
                  </a:lnTo>
                  <a:lnTo>
                    <a:pt x="52638" y="844466"/>
                  </a:lnTo>
                  <a:lnTo>
                    <a:pt x="47374" y="824163"/>
                  </a:lnTo>
                  <a:lnTo>
                    <a:pt x="45118" y="806116"/>
                  </a:lnTo>
                  <a:lnTo>
                    <a:pt x="45118" y="791076"/>
                  </a:lnTo>
                  <a:lnTo>
                    <a:pt x="45870" y="790324"/>
                  </a:lnTo>
                  <a:lnTo>
                    <a:pt x="46622" y="788068"/>
                  </a:lnTo>
                  <a:lnTo>
                    <a:pt x="48126" y="781301"/>
                  </a:lnTo>
                  <a:lnTo>
                    <a:pt x="51134" y="773029"/>
                  </a:lnTo>
                  <a:lnTo>
                    <a:pt x="54142" y="761749"/>
                  </a:lnTo>
                  <a:lnTo>
                    <a:pt x="57150" y="754230"/>
                  </a:lnTo>
                  <a:lnTo>
                    <a:pt x="58654" y="751974"/>
                  </a:lnTo>
                  <a:lnTo>
                    <a:pt x="63918" y="749718"/>
                  </a:lnTo>
                  <a:lnTo>
                    <a:pt x="66925" y="747462"/>
                  </a:lnTo>
                  <a:lnTo>
                    <a:pt x="71438" y="743702"/>
                  </a:lnTo>
                  <a:lnTo>
                    <a:pt x="72942" y="742198"/>
                  </a:lnTo>
                  <a:lnTo>
                    <a:pt x="73693" y="741446"/>
                  </a:lnTo>
                  <a:lnTo>
                    <a:pt x="74445" y="739942"/>
                  </a:lnTo>
                  <a:lnTo>
                    <a:pt x="75197" y="736934"/>
                  </a:lnTo>
                  <a:lnTo>
                    <a:pt x="75197" y="734678"/>
                  </a:lnTo>
                  <a:lnTo>
                    <a:pt x="75197" y="730918"/>
                  </a:lnTo>
                  <a:lnTo>
                    <a:pt x="75197" y="730167"/>
                  </a:lnTo>
                  <a:lnTo>
                    <a:pt x="75197" y="729415"/>
                  </a:lnTo>
                  <a:lnTo>
                    <a:pt x="74445" y="728662"/>
                  </a:lnTo>
                  <a:lnTo>
                    <a:pt x="73693" y="727910"/>
                  </a:lnTo>
                  <a:lnTo>
                    <a:pt x="63166" y="724903"/>
                  </a:lnTo>
                  <a:lnTo>
                    <a:pt x="60158" y="722647"/>
                  </a:lnTo>
                  <a:lnTo>
                    <a:pt x="59406" y="721895"/>
                  </a:lnTo>
                  <a:lnTo>
                    <a:pt x="59406" y="718887"/>
                  </a:lnTo>
                  <a:lnTo>
                    <a:pt x="59406" y="713623"/>
                  </a:lnTo>
                  <a:lnTo>
                    <a:pt x="62414" y="696328"/>
                  </a:lnTo>
                  <a:lnTo>
                    <a:pt x="63166" y="694824"/>
                  </a:lnTo>
                  <a:lnTo>
                    <a:pt x="63166" y="694072"/>
                  </a:lnTo>
                  <a:lnTo>
                    <a:pt x="63918" y="693320"/>
                  </a:lnTo>
                  <a:lnTo>
                    <a:pt x="72189" y="687304"/>
                  </a:lnTo>
                  <a:lnTo>
                    <a:pt x="73693" y="686552"/>
                  </a:lnTo>
                  <a:lnTo>
                    <a:pt x="74445" y="685800"/>
                  </a:lnTo>
                  <a:lnTo>
                    <a:pt x="75949" y="685048"/>
                  </a:lnTo>
                  <a:lnTo>
                    <a:pt x="76701" y="684296"/>
                  </a:lnTo>
                  <a:lnTo>
                    <a:pt x="77453" y="682792"/>
                  </a:lnTo>
                  <a:lnTo>
                    <a:pt x="77453" y="682040"/>
                  </a:lnTo>
                  <a:lnTo>
                    <a:pt x="76701" y="681288"/>
                  </a:lnTo>
                  <a:lnTo>
                    <a:pt x="76701" y="680536"/>
                  </a:lnTo>
                  <a:lnTo>
                    <a:pt x="75949" y="679032"/>
                  </a:lnTo>
                  <a:lnTo>
                    <a:pt x="73693" y="676024"/>
                  </a:lnTo>
                  <a:lnTo>
                    <a:pt x="54894" y="663241"/>
                  </a:lnTo>
                  <a:lnTo>
                    <a:pt x="53390" y="660985"/>
                  </a:lnTo>
                  <a:lnTo>
                    <a:pt x="51134" y="657225"/>
                  </a:lnTo>
                  <a:lnTo>
                    <a:pt x="49630" y="654969"/>
                  </a:lnTo>
                  <a:lnTo>
                    <a:pt x="49630" y="651961"/>
                  </a:lnTo>
                  <a:lnTo>
                    <a:pt x="49630" y="651209"/>
                  </a:lnTo>
                  <a:lnTo>
                    <a:pt x="49630" y="649705"/>
                  </a:lnTo>
                  <a:lnTo>
                    <a:pt x="50382" y="646697"/>
                  </a:lnTo>
                  <a:lnTo>
                    <a:pt x="51134" y="644441"/>
                  </a:lnTo>
                  <a:lnTo>
                    <a:pt x="62414" y="627146"/>
                  </a:lnTo>
                  <a:lnTo>
                    <a:pt x="62414" y="626394"/>
                  </a:lnTo>
                  <a:lnTo>
                    <a:pt x="63166" y="624890"/>
                  </a:lnTo>
                  <a:lnTo>
                    <a:pt x="62414" y="612107"/>
                  </a:lnTo>
                  <a:lnTo>
                    <a:pt x="62414" y="611355"/>
                  </a:lnTo>
                  <a:lnTo>
                    <a:pt x="61662" y="610603"/>
                  </a:lnTo>
                  <a:lnTo>
                    <a:pt x="61662" y="609851"/>
                  </a:lnTo>
                  <a:lnTo>
                    <a:pt x="60910" y="609851"/>
                  </a:lnTo>
                  <a:lnTo>
                    <a:pt x="60158" y="609099"/>
                  </a:lnTo>
                  <a:lnTo>
                    <a:pt x="57902" y="607595"/>
                  </a:lnTo>
                  <a:lnTo>
                    <a:pt x="56398" y="606843"/>
                  </a:lnTo>
                  <a:lnTo>
                    <a:pt x="46622" y="604587"/>
                  </a:lnTo>
                  <a:lnTo>
                    <a:pt x="40606" y="601579"/>
                  </a:lnTo>
                  <a:lnTo>
                    <a:pt x="39855" y="600827"/>
                  </a:lnTo>
                  <a:lnTo>
                    <a:pt x="38350" y="599323"/>
                  </a:lnTo>
                  <a:lnTo>
                    <a:pt x="36846" y="595563"/>
                  </a:lnTo>
                  <a:lnTo>
                    <a:pt x="34591" y="588795"/>
                  </a:lnTo>
                  <a:lnTo>
                    <a:pt x="34591" y="587292"/>
                  </a:lnTo>
                  <a:lnTo>
                    <a:pt x="35343" y="554204"/>
                  </a:lnTo>
                  <a:lnTo>
                    <a:pt x="36095" y="551197"/>
                  </a:lnTo>
                  <a:lnTo>
                    <a:pt x="36095" y="550445"/>
                  </a:lnTo>
                  <a:lnTo>
                    <a:pt x="36095" y="549693"/>
                  </a:lnTo>
                  <a:lnTo>
                    <a:pt x="36846" y="548941"/>
                  </a:lnTo>
                  <a:lnTo>
                    <a:pt x="37599" y="548189"/>
                  </a:lnTo>
                  <a:lnTo>
                    <a:pt x="45870" y="543677"/>
                  </a:lnTo>
                  <a:lnTo>
                    <a:pt x="47374" y="542925"/>
                  </a:lnTo>
                  <a:lnTo>
                    <a:pt x="48878" y="541421"/>
                  </a:lnTo>
                  <a:lnTo>
                    <a:pt x="54142" y="533901"/>
                  </a:lnTo>
                  <a:lnTo>
                    <a:pt x="54894" y="533901"/>
                  </a:lnTo>
                  <a:lnTo>
                    <a:pt x="56398" y="532397"/>
                  </a:lnTo>
                  <a:lnTo>
                    <a:pt x="66174" y="529389"/>
                  </a:lnTo>
                  <a:lnTo>
                    <a:pt x="67678" y="528637"/>
                  </a:lnTo>
                  <a:lnTo>
                    <a:pt x="70685" y="525630"/>
                  </a:lnTo>
                  <a:lnTo>
                    <a:pt x="71438" y="524878"/>
                  </a:lnTo>
                  <a:lnTo>
                    <a:pt x="72189" y="524126"/>
                  </a:lnTo>
                  <a:lnTo>
                    <a:pt x="73693" y="523374"/>
                  </a:lnTo>
                  <a:lnTo>
                    <a:pt x="75197" y="522622"/>
                  </a:lnTo>
                  <a:lnTo>
                    <a:pt x="75949" y="521870"/>
                  </a:lnTo>
                  <a:lnTo>
                    <a:pt x="75949" y="521118"/>
                  </a:lnTo>
                  <a:lnTo>
                    <a:pt x="75949" y="520366"/>
                  </a:lnTo>
                  <a:lnTo>
                    <a:pt x="72189" y="515102"/>
                  </a:lnTo>
                  <a:lnTo>
                    <a:pt x="70685" y="512846"/>
                  </a:lnTo>
                  <a:lnTo>
                    <a:pt x="68429" y="511342"/>
                  </a:lnTo>
                  <a:lnTo>
                    <a:pt x="66174" y="509838"/>
                  </a:lnTo>
                  <a:lnTo>
                    <a:pt x="62414" y="508334"/>
                  </a:lnTo>
                  <a:lnTo>
                    <a:pt x="60910" y="508334"/>
                  </a:lnTo>
                  <a:lnTo>
                    <a:pt x="59406" y="507582"/>
                  </a:lnTo>
                  <a:lnTo>
                    <a:pt x="57150" y="508334"/>
                  </a:lnTo>
                  <a:lnTo>
                    <a:pt x="53390" y="508334"/>
                  </a:lnTo>
                  <a:lnTo>
                    <a:pt x="50382" y="509838"/>
                  </a:lnTo>
                  <a:lnTo>
                    <a:pt x="48878" y="509838"/>
                  </a:lnTo>
                  <a:lnTo>
                    <a:pt x="48126" y="509838"/>
                  </a:lnTo>
                  <a:lnTo>
                    <a:pt x="47374" y="509086"/>
                  </a:lnTo>
                  <a:lnTo>
                    <a:pt x="46622" y="508334"/>
                  </a:lnTo>
                  <a:lnTo>
                    <a:pt x="45870" y="506078"/>
                  </a:lnTo>
                  <a:lnTo>
                    <a:pt x="45118" y="499310"/>
                  </a:lnTo>
                  <a:lnTo>
                    <a:pt x="45118" y="497806"/>
                  </a:lnTo>
                  <a:lnTo>
                    <a:pt x="45118" y="496303"/>
                  </a:lnTo>
                  <a:lnTo>
                    <a:pt x="45870" y="495551"/>
                  </a:lnTo>
                  <a:lnTo>
                    <a:pt x="45870" y="494799"/>
                  </a:lnTo>
                  <a:lnTo>
                    <a:pt x="47374" y="493295"/>
                  </a:lnTo>
                  <a:lnTo>
                    <a:pt x="48126" y="492543"/>
                  </a:lnTo>
                  <a:lnTo>
                    <a:pt x="49630" y="491791"/>
                  </a:lnTo>
                  <a:lnTo>
                    <a:pt x="57150" y="488031"/>
                  </a:lnTo>
                  <a:lnTo>
                    <a:pt x="67678" y="484271"/>
                  </a:lnTo>
                  <a:lnTo>
                    <a:pt x="69182" y="483519"/>
                  </a:lnTo>
                  <a:lnTo>
                    <a:pt x="69933" y="482767"/>
                  </a:lnTo>
                  <a:lnTo>
                    <a:pt x="70685" y="482015"/>
                  </a:lnTo>
                  <a:lnTo>
                    <a:pt x="71438" y="481263"/>
                  </a:lnTo>
                  <a:lnTo>
                    <a:pt x="72189" y="479759"/>
                  </a:lnTo>
                  <a:lnTo>
                    <a:pt x="73693" y="475247"/>
                  </a:lnTo>
                  <a:lnTo>
                    <a:pt x="73693" y="473743"/>
                  </a:lnTo>
                  <a:lnTo>
                    <a:pt x="73693" y="472239"/>
                  </a:lnTo>
                  <a:lnTo>
                    <a:pt x="72942" y="471487"/>
                  </a:lnTo>
                  <a:lnTo>
                    <a:pt x="71438" y="470736"/>
                  </a:lnTo>
                  <a:lnTo>
                    <a:pt x="69182" y="469232"/>
                  </a:lnTo>
                  <a:lnTo>
                    <a:pt x="57902" y="463968"/>
                  </a:lnTo>
                  <a:lnTo>
                    <a:pt x="44366" y="459456"/>
                  </a:lnTo>
                  <a:lnTo>
                    <a:pt x="21807" y="456448"/>
                  </a:lnTo>
                  <a:lnTo>
                    <a:pt x="21055" y="456448"/>
                  </a:lnTo>
                  <a:lnTo>
                    <a:pt x="19551" y="455696"/>
                  </a:lnTo>
                  <a:lnTo>
                    <a:pt x="18047" y="454944"/>
                  </a:lnTo>
                  <a:lnTo>
                    <a:pt x="17295" y="454192"/>
                  </a:lnTo>
                  <a:lnTo>
                    <a:pt x="16544" y="453440"/>
                  </a:lnTo>
                  <a:lnTo>
                    <a:pt x="16544" y="452688"/>
                  </a:lnTo>
                  <a:lnTo>
                    <a:pt x="14287" y="448176"/>
                  </a:lnTo>
                  <a:lnTo>
                    <a:pt x="13535" y="445920"/>
                  </a:lnTo>
                  <a:lnTo>
                    <a:pt x="12784" y="444417"/>
                  </a:lnTo>
                  <a:lnTo>
                    <a:pt x="12031" y="443664"/>
                  </a:lnTo>
                  <a:lnTo>
                    <a:pt x="11280" y="442160"/>
                  </a:lnTo>
                  <a:lnTo>
                    <a:pt x="10527" y="442160"/>
                  </a:lnTo>
                  <a:lnTo>
                    <a:pt x="9776" y="441408"/>
                  </a:lnTo>
                  <a:lnTo>
                    <a:pt x="3760" y="438401"/>
                  </a:lnTo>
                  <a:lnTo>
                    <a:pt x="3008" y="437649"/>
                  </a:lnTo>
                  <a:lnTo>
                    <a:pt x="1504" y="435393"/>
                  </a:lnTo>
                  <a:lnTo>
                    <a:pt x="752" y="433137"/>
                  </a:lnTo>
                  <a:lnTo>
                    <a:pt x="0" y="431633"/>
                  </a:lnTo>
                  <a:lnTo>
                    <a:pt x="0" y="430129"/>
                  </a:lnTo>
                  <a:lnTo>
                    <a:pt x="0" y="429377"/>
                  </a:lnTo>
                  <a:lnTo>
                    <a:pt x="0" y="428625"/>
                  </a:lnTo>
                  <a:lnTo>
                    <a:pt x="1504" y="424113"/>
                  </a:lnTo>
                  <a:lnTo>
                    <a:pt x="2256" y="422609"/>
                  </a:lnTo>
                  <a:lnTo>
                    <a:pt x="6016" y="415841"/>
                  </a:lnTo>
                  <a:lnTo>
                    <a:pt x="8272" y="413586"/>
                  </a:lnTo>
                  <a:lnTo>
                    <a:pt x="9776" y="412834"/>
                  </a:lnTo>
                  <a:lnTo>
                    <a:pt x="10527" y="412834"/>
                  </a:lnTo>
                  <a:lnTo>
                    <a:pt x="14287" y="409826"/>
                  </a:lnTo>
                  <a:lnTo>
                    <a:pt x="15791" y="408322"/>
                  </a:lnTo>
                  <a:lnTo>
                    <a:pt x="16544" y="406818"/>
                  </a:lnTo>
                  <a:lnTo>
                    <a:pt x="21055" y="394034"/>
                  </a:lnTo>
                  <a:lnTo>
                    <a:pt x="28575" y="378243"/>
                  </a:lnTo>
                  <a:lnTo>
                    <a:pt x="30831" y="374483"/>
                  </a:lnTo>
                  <a:lnTo>
                    <a:pt x="31583" y="373731"/>
                  </a:lnTo>
                  <a:lnTo>
                    <a:pt x="33839" y="372227"/>
                  </a:lnTo>
                  <a:lnTo>
                    <a:pt x="38350" y="369971"/>
                  </a:lnTo>
                  <a:lnTo>
                    <a:pt x="43614" y="367715"/>
                  </a:lnTo>
                  <a:lnTo>
                    <a:pt x="46622" y="367715"/>
                  </a:lnTo>
                  <a:lnTo>
                    <a:pt x="47374" y="366963"/>
                  </a:lnTo>
                  <a:lnTo>
                    <a:pt x="48878" y="366211"/>
                  </a:lnTo>
                  <a:lnTo>
                    <a:pt x="50382" y="364707"/>
                  </a:lnTo>
                  <a:lnTo>
                    <a:pt x="51134" y="363955"/>
                  </a:lnTo>
                  <a:lnTo>
                    <a:pt x="51886" y="362451"/>
                  </a:lnTo>
                  <a:lnTo>
                    <a:pt x="51134" y="361699"/>
                  </a:lnTo>
                  <a:lnTo>
                    <a:pt x="45870" y="354931"/>
                  </a:lnTo>
                  <a:lnTo>
                    <a:pt x="45870" y="353428"/>
                  </a:lnTo>
                  <a:lnTo>
                    <a:pt x="45118" y="352676"/>
                  </a:lnTo>
                  <a:lnTo>
                    <a:pt x="45118" y="351924"/>
                  </a:lnTo>
                  <a:lnTo>
                    <a:pt x="45118" y="350420"/>
                  </a:lnTo>
                  <a:lnTo>
                    <a:pt x="45118" y="349668"/>
                  </a:lnTo>
                  <a:lnTo>
                    <a:pt x="44366" y="349668"/>
                  </a:lnTo>
                  <a:lnTo>
                    <a:pt x="43614" y="348916"/>
                  </a:lnTo>
                  <a:lnTo>
                    <a:pt x="42110" y="348164"/>
                  </a:lnTo>
                  <a:lnTo>
                    <a:pt x="40606" y="348164"/>
                  </a:lnTo>
                  <a:lnTo>
                    <a:pt x="39855" y="347412"/>
                  </a:lnTo>
                  <a:lnTo>
                    <a:pt x="39855" y="345908"/>
                  </a:lnTo>
                  <a:lnTo>
                    <a:pt x="39855" y="344404"/>
                  </a:lnTo>
                  <a:lnTo>
                    <a:pt x="39855" y="342900"/>
                  </a:lnTo>
                  <a:lnTo>
                    <a:pt x="40606" y="342148"/>
                  </a:lnTo>
                  <a:lnTo>
                    <a:pt x="45118" y="338388"/>
                  </a:lnTo>
                  <a:lnTo>
                    <a:pt x="47374" y="336884"/>
                  </a:lnTo>
                  <a:lnTo>
                    <a:pt x="50382" y="334628"/>
                  </a:lnTo>
                  <a:lnTo>
                    <a:pt x="56398" y="327861"/>
                  </a:lnTo>
                  <a:lnTo>
                    <a:pt x="57150" y="327109"/>
                  </a:lnTo>
                  <a:lnTo>
                    <a:pt x="57902" y="327109"/>
                  </a:lnTo>
                  <a:lnTo>
                    <a:pt x="65422" y="323349"/>
                  </a:lnTo>
                  <a:lnTo>
                    <a:pt x="66925" y="321845"/>
                  </a:lnTo>
                  <a:lnTo>
                    <a:pt x="72942" y="315829"/>
                  </a:lnTo>
                  <a:lnTo>
                    <a:pt x="73693" y="315077"/>
                  </a:lnTo>
                  <a:lnTo>
                    <a:pt x="75949" y="314325"/>
                  </a:lnTo>
                  <a:lnTo>
                    <a:pt x="79709" y="313573"/>
                  </a:lnTo>
                  <a:lnTo>
                    <a:pt x="80461" y="313573"/>
                  </a:lnTo>
                  <a:lnTo>
                    <a:pt x="85725" y="309813"/>
                  </a:lnTo>
                  <a:lnTo>
                    <a:pt x="93244" y="306053"/>
                  </a:lnTo>
                  <a:lnTo>
                    <a:pt x="97757" y="303045"/>
                  </a:lnTo>
                  <a:lnTo>
                    <a:pt x="98508" y="301542"/>
                  </a:lnTo>
                  <a:lnTo>
                    <a:pt x="103020" y="300037"/>
                  </a:lnTo>
                  <a:lnTo>
                    <a:pt x="106028" y="298533"/>
                  </a:lnTo>
                  <a:lnTo>
                    <a:pt x="108284" y="297782"/>
                  </a:lnTo>
                  <a:lnTo>
                    <a:pt x="109036" y="297030"/>
                  </a:lnTo>
                  <a:lnTo>
                    <a:pt x="110540" y="296278"/>
                  </a:lnTo>
                  <a:lnTo>
                    <a:pt x="113548" y="292518"/>
                  </a:lnTo>
                  <a:lnTo>
                    <a:pt x="115052" y="291014"/>
                  </a:lnTo>
                  <a:lnTo>
                    <a:pt x="115804" y="290262"/>
                  </a:lnTo>
                  <a:lnTo>
                    <a:pt x="115804" y="289510"/>
                  </a:lnTo>
                  <a:lnTo>
                    <a:pt x="116556" y="288006"/>
                  </a:lnTo>
                  <a:lnTo>
                    <a:pt x="116556" y="284246"/>
                  </a:lnTo>
                  <a:lnTo>
                    <a:pt x="117308" y="282742"/>
                  </a:lnTo>
                  <a:lnTo>
                    <a:pt x="118060" y="280486"/>
                  </a:lnTo>
                  <a:lnTo>
                    <a:pt x="119564" y="278982"/>
                  </a:lnTo>
                  <a:lnTo>
                    <a:pt x="120316" y="277478"/>
                  </a:lnTo>
                  <a:lnTo>
                    <a:pt x="121820" y="276726"/>
                  </a:lnTo>
                  <a:lnTo>
                    <a:pt x="123323" y="276726"/>
                  </a:lnTo>
                  <a:close/>
                  <a:moveTo>
                    <a:pt x="1155031" y="750470"/>
                  </a:moveTo>
                  <a:lnTo>
                    <a:pt x="1159544" y="748966"/>
                  </a:lnTo>
                  <a:lnTo>
                    <a:pt x="1161047" y="749718"/>
                  </a:lnTo>
                  <a:lnTo>
                    <a:pt x="1162551" y="759493"/>
                  </a:lnTo>
                  <a:lnTo>
                    <a:pt x="1161799" y="762501"/>
                  </a:lnTo>
                  <a:lnTo>
                    <a:pt x="1159544" y="764757"/>
                  </a:lnTo>
                  <a:lnTo>
                    <a:pt x="1160295" y="766261"/>
                  </a:lnTo>
                  <a:lnTo>
                    <a:pt x="1159544" y="768517"/>
                  </a:lnTo>
                  <a:lnTo>
                    <a:pt x="1158040" y="770773"/>
                  </a:lnTo>
                  <a:lnTo>
                    <a:pt x="1157287" y="773029"/>
                  </a:lnTo>
                  <a:lnTo>
                    <a:pt x="1156536" y="776037"/>
                  </a:lnTo>
                  <a:lnTo>
                    <a:pt x="1157287" y="777541"/>
                  </a:lnTo>
                  <a:lnTo>
                    <a:pt x="1158791" y="779797"/>
                  </a:lnTo>
                  <a:lnTo>
                    <a:pt x="1159544" y="781301"/>
                  </a:lnTo>
                  <a:lnTo>
                    <a:pt x="1161047" y="782805"/>
                  </a:lnTo>
                  <a:lnTo>
                    <a:pt x="1161047" y="783556"/>
                  </a:lnTo>
                  <a:lnTo>
                    <a:pt x="1161047" y="785813"/>
                  </a:lnTo>
                  <a:lnTo>
                    <a:pt x="1162551" y="787316"/>
                  </a:lnTo>
                  <a:lnTo>
                    <a:pt x="1162551" y="788820"/>
                  </a:lnTo>
                  <a:lnTo>
                    <a:pt x="1161799" y="793332"/>
                  </a:lnTo>
                  <a:lnTo>
                    <a:pt x="1159544" y="793332"/>
                  </a:lnTo>
                  <a:lnTo>
                    <a:pt x="1158791" y="793332"/>
                  </a:lnTo>
                  <a:lnTo>
                    <a:pt x="1158791" y="791076"/>
                  </a:lnTo>
                  <a:lnTo>
                    <a:pt x="1155784" y="791076"/>
                  </a:lnTo>
                  <a:lnTo>
                    <a:pt x="1154280" y="791828"/>
                  </a:lnTo>
                  <a:lnTo>
                    <a:pt x="1152776" y="787316"/>
                  </a:lnTo>
                  <a:lnTo>
                    <a:pt x="1149768" y="782805"/>
                  </a:lnTo>
                  <a:lnTo>
                    <a:pt x="1149016" y="778293"/>
                  </a:lnTo>
                  <a:lnTo>
                    <a:pt x="1149016" y="776037"/>
                  </a:lnTo>
                  <a:lnTo>
                    <a:pt x="1149768" y="774533"/>
                  </a:lnTo>
                  <a:lnTo>
                    <a:pt x="1149768" y="769269"/>
                  </a:lnTo>
                  <a:lnTo>
                    <a:pt x="1150520" y="768517"/>
                  </a:lnTo>
                  <a:lnTo>
                    <a:pt x="1151272" y="767765"/>
                  </a:lnTo>
                  <a:lnTo>
                    <a:pt x="1151272" y="767013"/>
                  </a:lnTo>
                  <a:lnTo>
                    <a:pt x="1149768" y="765509"/>
                  </a:lnTo>
                  <a:lnTo>
                    <a:pt x="1142248" y="762501"/>
                  </a:lnTo>
                  <a:lnTo>
                    <a:pt x="1139992" y="760245"/>
                  </a:lnTo>
                  <a:lnTo>
                    <a:pt x="1141496" y="757989"/>
                  </a:lnTo>
                  <a:lnTo>
                    <a:pt x="1139992" y="754982"/>
                  </a:lnTo>
                  <a:lnTo>
                    <a:pt x="1139992" y="751974"/>
                  </a:lnTo>
                  <a:lnTo>
                    <a:pt x="1141496" y="750470"/>
                  </a:lnTo>
                  <a:lnTo>
                    <a:pt x="1144504" y="749718"/>
                  </a:lnTo>
                  <a:lnTo>
                    <a:pt x="1146760" y="749718"/>
                  </a:lnTo>
                  <a:lnTo>
                    <a:pt x="1149016" y="750470"/>
                  </a:lnTo>
                  <a:lnTo>
                    <a:pt x="1152024" y="751222"/>
                  </a:lnTo>
                  <a:lnTo>
                    <a:pt x="1155031" y="750470"/>
                  </a:lnTo>
                  <a:close/>
                  <a:moveTo>
                    <a:pt x="1204662" y="677528"/>
                  </a:moveTo>
                  <a:lnTo>
                    <a:pt x="1208422" y="683544"/>
                  </a:lnTo>
                  <a:lnTo>
                    <a:pt x="1209174" y="687304"/>
                  </a:lnTo>
                  <a:lnTo>
                    <a:pt x="1206166" y="688808"/>
                  </a:lnTo>
                  <a:lnTo>
                    <a:pt x="1203158" y="689560"/>
                  </a:lnTo>
                  <a:lnTo>
                    <a:pt x="1200902" y="691064"/>
                  </a:lnTo>
                  <a:lnTo>
                    <a:pt x="1195638" y="696328"/>
                  </a:lnTo>
                  <a:lnTo>
                    <a:pt x="1189623" y="700839"/>
                  </a:lnTo>
                  <a:lnTo>
                    <a:pt x="1186614" y="703095"/>
                  </a:lnTo>
                  <a:lnTo>
                    <a:pt x="1184359" y="706855"/>
                  </a:lnTo>
                  <a:lnTo>
                    <a:pt x="1182855" y="707607"/>
                  </a:lnTo>
                  <a:lnTo>
                    <a:pt x="1181351" y="707607"/>
                  </a:lnTo>
                  <a:lnTo>
                    <a:pt x="1180599" y="709111"/>
                  </a:lnTo>
                  <a:lnTo>
                    <a:pt x="1179847" y="709863"/>
                  </a:lnTo>
                  <a:lnTo>
                    <a:pt x="1179095" y="709863"/>
                  </a:lnTo>
                  <a:lnTo>
                    <a:pt x="1179095" y="707607"/>
                  </a:lnTo>
                  <a:lnTo>
                    <a:pt x="1177591" y="700839"/>
                  </a:lnTo>
                  <a:lnTo>
                    <a:pt x="1178343" y="698584"/>
                  </a:lnTo>
                  <a:lnTo>
                    <a:pt x="1179095" y="697079"/>
                  </a:lnTo>
                  <a:lnTo>
                    <a:pt x="1182855" y="694824"/>
                  </a:lnTo>
                  <a:lnTo>
                    <a:pt x="1187366" y="691816"/>
                  </a:lnTo>
                  <a:lnTo>
                    <a:pt x="1196390" y="683544"/>
                  </a:lnTo>
                  <a:lnTo>
                    <a:pt x="1196390" y="682040"/>
                  </a:lnTo>
                  <a:lnTo>
                    <a:pt x="1195638" y="682040"/>
                  </a:lnTo>
                  <a:lnTo>
                    <a:pt x="1194886" y="681288"/>
                  </a:lnTo>
                  <a:lnTo>
                    <a:pt x="1194886" y="680536"/>
                  </a:lnTo>
                  <a:lnTo>
                    <a:pt x="1195638" y="679032"/>
                  </a:lnTo>
                  <a:lnTo>
                    <a:pt x="1195638" y="679784"/>
                  </a:lnTo>
                  <a:lnTo>
                    <a:pt x="1196390" y="679784"/>
                  </a:lnTo>
                  <a:lnTo>
                    <a:pt x="1196390" y="677528"/>
                  </a:lnTo>
                  <a:lnTo>
                    <a:pt x="1194886" y="675272"/>
                  </a:lnTo>
                  <a:lnTo>
                    <a:pt x="1193382" y="673016"/>
                  </a:lnTo>
                  <a:lnTo>
                    <a:pt x="1192630" y="670760"/>
                  </a:lnTo>
                  <a:lnTo>
                    <a:pt x="1194886" y="669257"/>
                  </a:lnTo>
                  <a:lnTo>
                    <a:pt x="1200902" y="672264"/>
                  </a:lnTo>
                  <a:lnTo>
                    <a:pt x="1203910" y="674520"/>
                  </a:lnTo>
                  <a:lnTo>
                    <a:pt x="1204662" y="677528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1" name="Forma Livre: Forma 230">
              <a:extLst>
                <a:ext uri="{FF2B5EF4-FFF2-40B4-BE49-F238E27FC236}">
                  <a16:creationId xmlns:a16="http://schemas.microsoft.com/office/drawing/2014/main" id="{33000C0B-7902-555F-BC91-92C6DFB3F760}"/>
                </a:ext>
              </a:extLst>
            </p:cNvPr>
            <p:cNvSpPr/>
            <p:nvPr/>
          </p:nvSpPr>
          <p:spPr>
            <a:xfrm>
              <a:off x="8722192" y="4962274"/>
              <a:ext cx="1969419" cy="546684"/>
            </a:xfrm>
            <a:custGeom>
              <a:avLst/>
              <a:gdLst>
                <a:gd name="csX0" fmla="*/ 254167 w 1969419"/>
                <a:gd name="csY0" fmla="*/ 16544 h 546684"/>
                <a:gd name="csX1" fmla="*/ 257175 w 1969419"/>
                <a:gd name="csY1" fmla="*/ 21807 h 546684"/>
                <a:gd name="csX2" fmla="*/ 334628 w 1969419"/>
                <a:gd name="csY2" fmla="*/ 71438 h 546684"/>
                <a:gd name="csX3" fmla="*/ 327109 w 1969419"/>
                <a:gd name="csY3" fmla="*/ 103020 h 546684"/>
                <a:gd name="csX4" fmla="*/ 324101 w 1969419"/>
                <a:gd name="csY4" fmla="*/ 128588 h 546684"/>
                <a:gd name="csX5" fmla="*/ 324853 w 1969419"/>
                <a:gd name="csY5" fmla="*/ 163931 h 546684"/>
                <a:gd name="csX6" fmla="*/ 327861 w 1969419"/>
                <a:gd name="csY6" fmla="*/ 194010 h 546684"/>
                <a:gd name="csX7" fmla="*/ 330868 w 1969419"/>
                <a:gd name="csY7" fmla="*/ 218072 h 546684"/>
                <a:gd name="csX8" fmla="*/ 330868 w 1969419"/>
                <a:gd name="csY8" fmla="*/ 239880 h 546684"/>
                <a:gd name="csX9" fmla="*/ 329365 w 1969419"/>
                <a:gd name="csY9" fmla="*/ 246648 h 546684"/>
                <a:gd name="csX10" fmla="*/ 317333 w 1969419"/>
                <a:gd name="csY10" fmla="*/ 276727 h 546684"/>
                <a:gd name="csX11" fmla="*/ 314325 w 1969419"/>
                <a:gd name="csY11" fmla="*/ 281990 h 546684"/>
                <a:gd name="csX12" fmla="*/ 310566 w 1969419"/>
                <a:gd name="csY12" fmla="*/ 284998 h 546684"/>
                <a:gd name="csX13" fmla="*/ 292518 w 1969419"/>
                <a:gd name="csY13" fmla="*/ 293270 h 546684"/>
                <a:gd name="csX14" fmla="*/ 284246 w 1969419"/>
                <a:gd name="csY14" fmla="*/ 300038 h 546684"/>
                <a:gd name="csX15" fmla="*/ 281238 w 1969419"/>
                <a:gd name="csY15" fmla="*/ 302294 h 546684"/>
                <a:gd name="csX16" fmla="*/ 272967 w 1969419"/>
                <a:gd name="csY16" fmla="*/ 323349 h 546684"/>
                <a:gd name="csX17" fmla="*/ 272215 w 1969419"/>
                <a:gd name="csY17" fmla="*/ 326357 h 546684"/>
                <a:gd name="csX18" fmla="*/ 270711 w 1969419"/>
                <a:gd name="csY18" fmla="*/ 329365 h 546684"/>
                <a:gd name="csX19" fmla="*/ 263943 w 1969419"/>
                <a:gd name="csY19" fmla="*/ 331621 h 546684"/>
                <a:gd name="csX20" fmla="*/ 261687 w 1969419"/>
                <a:gd name="csY20" fmla="*/ 333877 h 546684"/>
                <a:gd name="csX21" fmla="*/ 264695 w 1969419"/>
                <a:gd name="csY21" fmla="*/ 333877 h 546684"/>
                <a:gd name="csX22" fmla="*/ 265447 w 1969419"/>
                <a:gd name="csY22" fmla="*/ 336132 h 546684"/>
                <a:gd name="csX23" fmla="*/ 263191 w 1969419"/>
                <a:gd name="csY23" fmla="*/ 344404 h 546684"/>
                <a:gd name="csX24" fmla="*/ 261687 w 1969419"/>
                <a:gd name="csY24" fmla="*/ 345156 h 546684"/>
                <a:gd name="csX25" fmla="*/ 260935 w 1969419"/>
                <a:gd name="csY25" fmla="*/ 345156 h 546684"/>
                <a:gd name="csX26" fmla="*/ 259431 w 1969419"/>
                <a:gd name="csY26" fmla="*/ 345908 h 546684"/>
                <a:gd name="csX27" fmla="*/ 257927 w 1969419"/>
                <a:gd name="csY27" fmla="*/ 347412 h 546684"/>
                <a:gd name="csX28" fmla="*/ 258679 w 1969419"/>
                <a:gd name="csY28" fmla="*/ 349668 h 546684"/>
                <a:gd name="csX29" fmla="*/ 258679 w 1969419"/>
                <a:gd name="csY29" fmla="*/ 351172 h 546684"/>
                <a:gd name="csX30" fmla="*/ 260183 w 1969419"/>
                <a:gd name="csY30" fmla="*/ 354180 h 546684"/>
                <a:gd name="csX31" fmla="*/ 260183 w 1969419"/>
                <a:gd name="csY31" fmla="*/ 355684 h 546684"/>
                <a:gd name="csX32" fmla="*/ 260183 w 1969419"/>
                <a:gd name="csY32" fmla="*/ 357188 h 546684"/>
                <a:gd name="csX33" fmla="*/ 258679 w 1969419"/>
                <a:gd name="csY33" fmla="*/ 360947 h 546684"/>
                <a:gd name="csX34" fmla="*/ 256423 w 1969419"/>
                <a:gd name="csY34" fmla="*/ 371475 h 546684"/>
                <a:gd name="csX35" fmla="*/ 255671 w 1969419"/>
                <a:gd name="csY35" fmla="*/ 372227 h 546684"/>
                <a:gd name="csX36" fmla="*/ 254919 w 1969419"/>
                <a:gd name="csY36" fmla="*/ 373731 h 546684"/>
                <a:gd name="csX37" fmla="*/ 251911 w 1969419"/>
                <a:gd name="csY37" fmla="*/ 381251 h 546684"/>
                <a:gd name="csX38" fmla="*/ 250408 w 1969419"/>
                <a:gd name="csY38" fmla="*/ 383507 h 546684"/>
                <a:gd name="csX39" fmla="*/ 248904 w 1969419"/>
                <a:gd name="csY39" fmla="*/ 385011 h 546684"/>
                <a:gd name="csX40" fmla="*/ 248151 w 1969419"/>
                <a:gd name="csY40" fmla="*/ 385011 h 546684"/>
                <a:gd name="csX41" fmla="*/ 248151 w 1969419"/>
                <a:gd name="csY41" fmla="*/ 384259 h 546684"/>
                <a:gd name="csX42" fmla="*/ 246648 w 1969419"/>
                <a:gd name="csY42" fmla="*/ 382755 h 546684"/>
                <a:gd name="csX43" fmla="*/ 245144 w 1969419"/>
                <a:gd name="csY43" fmla="*/ 382755 h 546684"/>
                <a:gd name="csX44" fmla="*/ 243640 w 1969419"/>
                <a:gd name="csY44" fmla="*/ 383507 h 546684"/>
                <a:gd name="csX45" fmla="*/ 242888 w 1969419"/>
                <a:gd name="csY45" fmla="*/ 385011 h 546684"/>
                <a:gd name="csX46" fmla="*/ 242136 w 1969419"/>
                <a:gd name="csY46" fmla="*/ 385763 h 546684"/>
                <a:gd name="csX47" fmla="*/ 239880 w 1969419"/>
                <a:gd name="csY47" fmla="*/ 384259 h 546684"/>
                <a:gd name="csX48" fmla="*/ 240632 w 1969419"/>
                <a:gd name="csY48" fmla="*/ 379747 h 546684"/>
                <a:gd name="csX49" fmla="*/ 239880 w 1969419"/>
                <a:gd name="csY49" fmla="*/ 378243 h 546684"/>
                <a:gd name="csX50" fmla="*/ 237624 w 1969419"/>
                <a:gd name="csY50" fmla="*/ 377491 h 546684"/>
                <a:gd name="csX51" fmla="*/ 234616 w 1969419"/>
                <a:gd name="csY51" fmla="*/ 377491 h 546684"/>
                <a:gd name="csX52" fmla="*/ 229352 w 1969419"/>
                <a:gd name="csY52" fmla="*/ 378243 h 546684"/>
                <a:gd name="csX53" fmla="*/ 231608 w 1969419"/>
                <a:gd name="csY53" fmla="*/ 379747 h 546684"/>
                <a:gd name="csX54" fmla="*/ 232360 w 1969419"/>
                <a:gd name="csY54" fmla="*/ 382003 h 546684"/>
                <a:gd name="csX55" fmla="*/ 231608 w 1969419"/>
                <a:gd name="csY55" fmla="*/ 383507 h 546684"/>
                <a:gd name="csX56" fmla="*/ 228600 w 1969419"/>
                <a:gd name="csY56" fmla="*/ 383507 h 546684"/>
                <a:gd name="csX57" fmla="*/ 228600 w 1969419"/>
                <a:gd name="csY57" fmla="*/ 385011 h 546684"/>
                <a:gd name="csX58" fmla="*/ 229352 w 1969419"/>
                <a:gd name="csY58" fmla="*/ 385011 h 546684"/>
                <a:gd name="csX59" fmla="*/ 230856 w 1969419"/>
                <a:gd name="csY59" fmla="*/ 385763 h 546684"/>
                <a:gd name="csX60" fmla="*/ 229352 w 1969419"/>
                <a:gd name="csY60" fmla="*/ 388771 h 546684"/>
                <a:gd name="csX61" fmla="*/ 230104 w 1969419"/>
                <a:gd name="csY61" fmla="*/ 392530 h 546684"/>
                <a:gd name="csX62" fmla="*/ 232360 w 1969419"/>
                <a:gd name="csY62" fmla="*/ 393283 h 546684"/>
                <a:gd name="csX63" fmla="*/ 236120 w 1969419"/>
                <a:gd name="csY63" fmla="*/ 392530 h 546684"/>
                <a:gd name="csX64" fmla="*/ 236120 w 1969419"/>
                <a:gd name="csY64" fmla="*/ 394786 h 546684"/>
                <a:gd name="csX65" fmla="*/ 237624 w 1969419"/>
                <a:gd name="csY65" fmla="*/ 394786 h 546684"/>
                <a:gd name="csX66" fmla="*/ 239880 w 1969419"/>
                <a:gd name="csY66" fmla="*/ 391779 h 546684"/>
                <a:gd name="csX67" fmla="*/ 242888 w 1969419"/>
                <a:gd name="csY67" fmla="*/ 391026 h 546684"/>
                <a:gd name="csX68" fmla="*/ 245895 w 1969419"/>
                <a:gd name="csY68" fmla="*/ 392530 h 546684"/>
                <a:gd name="csX69" fmla="*/ 243640 w 1969419"/>
                <a:gd name="csY69" fmla="*/ 394034 h 546684"/>
                <a:gd name="csX70" fmla="*/ 241384 w 1969419"/>
                <a:gd name="csY70" fmla="*/ 397042 h 546684"/>
                <a:gd name="csX71" fmla="*/ 239880 w 1969419"/>
                <a:gd name="csY71" fmla="*/ 400050 h 546684"/>
                <a:gd name="csX72" fmla="*/ 237624 w 1969419"/>
                <a:gd name="csY72" fmla="*/ 407570 h 546684"/>
                <a:gd name="csX73" fmla="*/ 234616 w 1969419"/>
                <a:gd name="csY73" fmla="*/ 414338 h 546684"/>
                <a:gd name="csX74" fmla="*/ 232360 w 1969419"/>
                <a:gd name="csY74" fmla="*/ 421105 h 546684"/>
                <a:gd name="csX75" fmla="*/ 225592 w 1969419"/>
                <a:gd name="csY75" fmla="*/ 432385 h 546684"/>
                <a:gd name="csX76" fmla="*/ 221832 w 1969419"/>
                <a:gd name="csY76" fmla="*/ 439905 h 546684"/>
                <a:gd name="csX77" fmla="*/ 219576 w 1969419"/>
                <a:gd name="csY77" fmla="*/ 442161 h 546684"/>
                <a:gd name="csX78" fmla="*/ 217321 w 1969419"/>
                <a:gd name="csY78" fmla="*/ 439905 h 546684"/>
                <a:gd name="csX79" fmla="*/ 213561 w 1969419"/>
                <a:gd name="csY79" fmla="*/ 443664 h 546684"/>
                <a:gd name="csX80" fmla="*/ 212057 w 1969419"/>
                <a:gd name="csY80" fmla="*/ 445169 h 546684"/>
                <a:gd name="csX81" fmla="*/ 206041 w 1969419"/>
                <a:gd name="csY81" fmla="*/ 456448 h 546684"/>
                <a:gd name="csX82" fmla="*/ 204537 w 1969419"/>
                <a:gd name="csY82" fmla="*/ 457952 h 546684"/>
                <a:gd name="csX83" fmla="*/ 200777 w 1969419"/>
                <a:gd name="csY83" fmla="*/ 460960 h 546684"/>
                <a:gd name="csX84" fmla="*/ 200025 w 1969419"/>
                <a:gd name="csY84" fmla="*/ 462464 h 546684"/>
                <a:gd name="csX85" fmla="*/ 197017 w 1969419"/>
                <a:gd name="csY85" fmla="*/ 469984 h 546684"/>
                <a:gd name="csX86" fmla="*/ 193257 w 1969419"/>
                <a:gd name="csY86" fmla="*/ 470736 h 546684"/>
                <a:gd name="csX87" fmla="*/ 191753 w 1969419"/>
                <a:gd name="csY87" fmla="*/ 475247 h 546684"/>
                <a:gd name="csX88" fmla="*/ 190250 w 1969419"/>
                <a:gd name="csY88" fmla="*/ 476000 h 546684"/>
                <a:gd name="csX89" fmla="*/ 189497 w 1969419"/>
                <a:gd name="csY89" fmla="*/ 474496 h 546684"/>
                <a:gd name="csX90" fmla="*/ 188746 w 1969419"/>
                <a:gd name="csY90" fmla="*/ 472992 h 546684"/>
                <a:gd name="csX91" fmla="*/ 187993 w 1969419"/>
                <a:gd name="csY91" fmla="*/ 470736 h 546684"/>
                <a:gd name="csX92" fmla="*/ 186490 w 1969419"/>
                <a:gd name="csY92" fmla="*/ 470736 h 546684"/>
                <a:gd name="csX93" fmla="*/ 184986 w 1969419"/>
                <a:gd name="csY93" fmla="*/ 471488 h 546684"/>
                <a:gd name="csX94" fmla="*/ 184234 w 1969419"/>
                <a:gd name="csY94" fmla="*/ 472240 h 546684"/>
                <a:gd name="csX95" fmla="*/ 178970 w 1969419"/>
                <a:gd name="csY95" fmla="*/ 475247 h 546684"/>
                <a:gd name="csX96" fmla="*/ 174458 w 1969419"/>
                <a:gd name="csY96" fmla="*/ 476752 h 546684"/>
                <a:gd name="csX97" fmla="*/ 172202 w 1969419"/>
                <a:gd name="csY97" fmla="*/ 478256 h 546684"/>
                <a:gd name="csX98" fmla="*/ 170698 w 1969419"/>
                <a:gd name="csY98" fmla="*/ 480511 h 546684"/>
                <a:gd name="csX99" fmla="*/ 169946 w 1969419"/>
                <a:gd name="csY99" fmla="*/ 482767 h 546684"/>
                <a:gd name="csX100" fmla="*/ 168442 w 1969419"/>
                <a:gd name="csY100" fmla="*/ 484271 h 546684"/>
                <a:gd name="csX101" fmla="*/ 167691 w 1969419"/>
                <a:gd name="csY101" fmla="*/ 486527 h 546684"/>
                <a:gd name="csX102" fmla="*/ 166186 w 1969419"/>
                <a:gd name="csY102" fmla="*/ 488783 h 546684"/>
                <a:gd name="csX103" fmla="*/ 163931 w 1969419"/>
                <a:gd name="csY103" fmla="*/ 491039 h 546684"/>
                <a:gd name="csX104" fmla="*/ 163178 w 1969419"/>
                <a:gd name="csY104" fmla="*/ 496303 h 546684"/>
                <a:gd name="csX105" fmla="*/ 163178 w 1969419"/>
                <a:gd name="csY105" fmla="*/ 501567 h 546684"/>
                <a:gd name="csX106" fmla="*/ 162427 w 1969419"/>
                <a:gd name="csY106" fmla="*/ 505326 h 546684"/>
                <a:gd name="csX107" fmla="*/ 161674 w 1969419"/>
                <a:gd name="csY107" fmla="*/ 508335 h 546684"/>
                <a:gd name="csX108" fmla="*/ 159419 w 1969419"/>
                <a:gd name="csY108" fmla="*/ 509839 h 546684"/>
                <a:gd name="csX109" fmla="*/ 157914 w 1969419"/>
                <a:gd name="csY109" fmla="*/ 513598 h 546684"/>
                <a:gd name="csX110" fmla="*/ 157914 w 1969419"/>
                <a:gd name="csY110" fmla="*/ 515102 h 546684"/>
                <a:gd name="csX111" fmla="*/ 157163 w 1969419"/>
                <a:gd name="csY111" fmla="*/ 517358 h 546684"/>
                <a:gd name="csX112" fmla="*/ 145883 w 1969419"/>
                <a:gd name="csY112" fmla="*/ 533150 h 546684"/>
                <a:gd name="csX113" fmla="*/ 141371 w 1969419"/>
                <a:gd name="csY113" fmla="*/ 540669 h 546684"/>
                <a:gd name="csX114" fmla="*/ 139115 w 1969419"/>
                <a:gd name="csY114" fmla="*/ 546685 h 546684"/>
                <a:gd name="csX115" fmla="*/ 136859 w 1969419"/>
                <a:gd name="csY115" fmla="*/ 545181 h 546684"/>
                <a:gd name="csX116" fmla="*/ 136108 w 1969419"/>
                <a:gd name="csY116" fmla="*/ 542925 h 546684"/>
                <a:gd name="csX117" fmla="*/ 135355 w 1969419"/>
                <a:gd name="csY117" fmla="*/ 542173 h 546684"/>
                <a:gd name="csX118" fmla="*/ 134603 w 1969419"/>
                <a:gd name="csY118" fmla="*/ 541421 h 546684"/>
                <a:gd name="csX119" fmla="*/ 127836 w 1969419"/>
                <a:gd name="csY119" fmla="*/ 539165 h 546684"/>
                <a:gd name="csX120" fmla="*/ 126332 w 1969419"/>
                <a:gd name="csY120" fmla="*/ 539165 h 546684"/>
                <a:gd name="csX121" fmla="*/ 124828 w 1969419"/>
                <a:gd name="csY121" fmla="*/ 537661 h 546684"/>
                <a:gd name="csX122" fmla="*/ 123324 w 1969419"/>
                <a:gd name="csY122" fmla="*/ 536909 h 546684"/>
                <a:gd name="csX123" fmla="*/ 118060 w 1969419"/>
                <a:gd name="csY123" fmla="*/ 536909 h 546684"/>
                <a:gd name="csX124" fmla="*/ 107533 w 1969419"/>
                <a:gd name="csY124" fmla="*/ 539165 h 546684"/>
                <a:gd name="csX125" fmla="*/ 100013 w 1969419"/>
                <a:gd name="csY125" fmla="*/ 539165 h 546684"/>
                <a:gd name="csX126" fmla="*/ 96253 w 1969419"/>
                <a:gd name="csY126" fmla="*/ 539918 h 546684"/>
                <a:gd name="csX127" fmla="*/ 95501 w 1969419"/>
                <a:gd name="csY127" fmla="*/ 539918 h 546684"/>
                <a:gd name="csX128" fmla="*/ 93997 w 1969419"/>
                <a:gd name="csY128" fmla="*/ 539918 h 546684"/>
                <a:gd name="csX129" fmla="*/ 88733 w 1969419"/>
                <a:gd name="csY129" fmla="*/ 537661 h 546684"/>
                <a:gd name="csX130" fmla="*/ 87981 w 1969419"/>
                <a:gd name="csY130" fmla="*/ 536909 h 546684"/>
                <a:gd name="csX131" fmla="*/ 87229 w 1969419"/>
                <a:gd name="csY131" fmla="*/ 536158 h 546684"/>
                <a:gd name="csX132" fmla="*/ 86477 w 1969419"/>
                <a:gd name="csY132" fmla="*/ 535405 h 546684"/>
                <a:gd name="csX133" fmla="*/ 85725 w 1969419"/>
                <a:gd name="csY133" fmla="*/ 534654 h 546684"/>
                <a:gd name="csX134" fmla="*/ 78957 w 1969419"/>
                <a:gd name="csY134" fmla="*/ 533150 h 546684"/>
                <a:gd name="csX135" fmla="*/ 75197 w 1969419"/>
                <a:gd name="csY135" fmla="*/ 532398 h 546684"/>
                <a:gd name="csX136" fmla="*/ 73694 w 1969419"/>
                <a:gd name="csY136" fmla="*/ 533150 h 546684"/>
                <a:gd name="csX137" fmla="*/ 72190 w 1969419"/>
                <a:gd name="csY137" fmla="*/ 533150 h 546684"/>
                <a:gd name="csX138" fmla="*/ 69934 w 1969419"/>
                <a:gd name="csY138" fmla="*/ 534654 h 546684"/>
                <a:gd name="csX139" fmla="*/ 69182 w 1969419"/>
                <a:gd name="csY139" fmla="*/ 535405 h 546684"/>
                <a:gd name="csX140" fmla="*/ 68430 w 1969419"/>
                <a:gd name="csY140" fmla="*/ 535405 h 546684"/>
                <a:gd name="csX141" fmla="*/ 67678 w 1969419"/>
                <a:gd name="csY141" fmla="*/ 534654 h 546684"/>
                <a:gd name="csX142" fmla="*/ 64670 w 1969419"/>
                <a:gd name="csY142" fmla="*/ 533901 h 546684"/>
                <a:gd name="csX143" fmla="*/ 63918 w 1969419"/>
                <a:gd name="csY143" fmla="*/ 533150 h 546684"/>
                <a:gd name="csX144" fmla="*/ 60910 w 1969419"/>
                <a:gd name="csY144" fmla="*/ 530894 h 546684"/>
                <a:gd name="csX145" fmla="*/ 58654 w 1969419"/>
                <a:gd name="csY145" fmla="*/ 530141 h 546684"/>
                <a:gd name="csX146" fmla="*/ 57902 w 1969419"/>
                <a:gd name="csY146" fmla="*/ 530141 h 546684"/>
                <a:gd name="csX147" fmla="*/ 57150 w 1969419"/>
                <a:gd name="csY147" fmla="*/ 530141 h 546684"/>
                <a:gd name="csX148" fmla="*/ 56398 w 1969419"/>
                <a:gd name="csY148" fmla="*/ 530141 h 546684"/>
                <a:gd name="csX149" fmla="*/ 55646 w 1969419"/>
                <a:gd name="csY149" fmla="*/ 530894 h 546684"/>
                <a:gd name="csX150" fmla="*/ 54894 w 1969419"/>
                <a:gd name="csY150" fmla="*/ 530894 h 546684"/>
                <a:gd name="csX151" fmla="*/ 52638 w 1969419"/>
                <a:gd name="csY151" fmla="*/ 530141 h 546684"/>
                <a:gd name="csX152" fmla="*/ 51135 w 1969419"/>
                <a:gd name="csY152" fmla="*/ 530141 h 546684"/>
                <a:gd name="csX153" fmla="*/ 50382 w 1969419"/>
                <a:gd name="csY153" fmla="*/ 529390 h 546684"/>
                <a:gd name="csX154" fmla="*/ 49631 w 1969419"/>
                <a:gd name="csY154" fmla="*/ 529390 h 546684"/>
                <a:gd name="csX155" fmla="*/ 48127 w 1969419"/>
                <a:gd name="csY155" fmla="*/ 529390 h 546684"/>
                <a:gd name="csX156" fmla="*/ 46622 w 1969419"/>
                <a:gd name="csY156" fmla="*/ 528638 h 546684"/>
                <a:gd name="csX157" fmla="*/ 44367 w 1969419"/>
                <a:gd name="csY157" fmla="*/ 526382 h 546684"/>
                <a:gd name="csX158" fmla="*/ 41359 w 1969419"/>
                <a:gd name="csY158" fmla="*/ 525630 h 546684"/>
                <a:gd name="csX159" fmla="*/ 39855 w 1969419"/>
                <a:gd name="csY159" fmla="*/ 524878 h 546684"/>
                <a:gd name="csX160" fmla="*/ 36095 w 1969419"/>
                <a:gd name="csY160" fmla="*/ 523374 h 546684"/>
                <a:gd name="csX161" fmla="*/ 35343 w 1969419"/>
                <a:gd name="csY161" fmla="*/ 523374 h 546684"/>
                <a:gd name="csX162" fmla="*/ 32335 w 1969419"/>
                <a:gd name="csY162" fmla="*/ 520366 h 546684"/>
                <a:gd name="csX163" fmla="*/ 31583 w 1969419"/>
                <a:gd name="csY163" fmla="*/ 520366 h 546684"/>
                <a:gd name="csX164" fmla="*/ 30079 w 1969419"/>
                <a:gd name="csY164" fmla="*/ 519614 h 546684"/>
                <a:gd name="csX165" fmla="*/ 29327 w 1969419"/>
                <a:gd name="csY165" fmla="*/ 519614 h 546684"/>
                <a:gd name="csX166" fmla="*/ 28575 w 1969419"/>
                <a:gd name="csY166" fmla="*/ 519614 h 546684"/>
                <a:gd name="csX167" fmla="*/ 27823 w 1969419"/>
                <a:gd name="csY167" fmla="*/ 519614 h 546684"/>
                <a:gd name="csX168" fmla="*/ 27071 w 1969419"/>
                <a:gd name="csY168" fmla="*/ 520366 h 546684"/>
                <a:gd name="csX169" fmla="*/ 26319 w 1969419"/>
                <a:gd name="csY169" fmla="*/ 520366 h 546684"/>
                <a:gd name="csX170" fmla="*/ 25567 w 1969419"/>
                <a:gd name="csY170" fmla="*/ 519614 h 546684"/>
                <a:gd name="csX171" fmla="*/ 25567 w 1969419"/>
                <a:gd name="csY171" fmla="*/ 518862 h 546684"/>
                <a:gd name="csX172" fmla="*/ 26319 w 1969419"/>
                <a:gd name="csY172" fmla="*/ 518110 h 546684"/>
                <a:gd name="csX173" fmla="*/ 25567 w 1969419"/>
                <a:gd name="csY173" fmla="*/ 517358 h 546684"/>
                <a:gd name="csX174" fmla="*/ 24816 w 1969419"/>
                <a:gd name="csY174" fmla="*/ 516606 h 546684"/>
                <a:gd name="csX175" fmla="*/ 24063 w 1969419"/>
                <a:gd name="csY175" fmla="*/ 515854 h 546684"/>
                <a:gd name="csX176" fmla="*/ 24063 w 1969419"/>
                <a:gd name="csY176" fmla="*/ 514350 h 546684"/>
                <a:gd name="csX177" fmla="*/ 24063 w 1969419"/>
                <a:gd name="csY177" fmla="*/ 512846 h 546684"/>
                <a:gd name="csX178" fmla="*/ 24063 w 1969419"/>
                <a:gd name="csY178" fmla="*/ 512094 h 546684"/>
                <a:gd name="csX179" fmla="*/ 23311 w 1969419"/>
                <a:gd name="csY179" fmla="*/ 509086 h 546684"/>
                <a:gd name="csX180" fmla="*/ 24063 w 1969419"/>
                <a:gd name="csY180" fmla="*/ 508335 h 546684"/>
                <a:gd name="csX181" fmla="*/ 24063 w 1969419"/>
                <a:gd name="csY181" fmla="*/ 507582 h 546684"/>
                <a:gd name="csX182" fmla="*/ 24816 w 1969419"/>
                <a:gd name="csY182" fmla="*/ 506830 h 546684"/>
                <a:gd name="csX183" fmla="*/ 24816 w 1969419"/>
                <a:gd name="csY183" fmla="*/ 506079 h 546684"/>
                <a:gd name="csX184" fmla="*/ 24816 w 1969419"/>
                <a:gd name="csY184" fmla="*/ 504575 h 546684"/>
                <a:gd name="csX185" fmla="*/ 24816 w 1969419"/>
                <a:gd name="csY185" fmla="*/ 503822 h 546684"/>
                <a:gd name="csX186" fmla="*/ 24816 w 1969419"/>
                <a:gd name="csY186" fmla="*/ 502319 h 546684"/>
                <a:gd name="csX187" fmla="*/ 25567 w 1969419"/>
                <a:gd name="csY187" fmla="*/ 500063 h 546684"/>
                <a:gd name="csX188" fmla="*/ 25567 w 1969419"/>
                <a:gd name="csY188" fmla="*/ 499311 h 546684"/>
                <a:gd name="csX189" fmla="*/ 25567 w 1969419"/>
                <a:gd name="csY189" fmla="*/ 498559 h 546684"/>
                <a:gd name="csX190" fmla="*/ 24816 w 1969419"/>
                <a:gd name="csY190" fmla="*/ 495551 h 546684"/>
                <a:gd name="csX191" fmla="*/ 24063 w 1969419"/>
                <a:gd name="csY191" fmla="*/ 492543 h 546684"/>
                <a:gd name="csX192" fmla="*/ 23311 w 1969419"/>
                <a:gd name="csY192" fmla="*/ 491039 h 546684"/>
                <a:gd name="csX193" fmla="*/ 23311 w 1969419"/>
                <a:gd name="csY193" fmla="*/ 489535 h 546684"/>
                <a:gd name="csX194" fmla="*/ 24063 w 1969419"/>
                <a:gd name="csY194" fmla="*/ 488031 h 546684"/>
                <a:gd name="csX195" fmla="*/ 24063 w 1969419"/>
                <a:gd name="csY195" fmla="*/ 486527 h 546684"/>
                <a:gd name="csX196" fmla="*/ 24063 w 1969419"/>
                <a:gd name="csY196" fmla="*/ 484271 h 546684"/>
                <a:gd name="csX197" fmla="*/ 24816 w 1969419"/>
                <a:gd name="csY197" fmla="*/ 483519 h 546684"/>
                <a:gd name="csX198" fmla="*/ 24816 w 1969419"/>
                <a:gd name="csY198" fmla="*/ 482015 h 546684"/>
                <a:gd name="csX199" fmla="*/ 24816 w 1969419"/>
                <a:gd name="csY199" fmla="*/ 481263 h 546684"/>
                <a:gd name="csX200" fmla="*/ 23311 w 1969419"/>
                <a:gd name="csY200" fmla="*/ 480511 h 546684"/>
                <a:gd name="csX201" fmla="*/ 22559 w 1969419"/>
                <a:gd name="csY201" fmla="*/ 479760 h 546684"/>
                <a:gd name="csX202" fmla="*/ 21807 w 1969419"/>
                <a:gd name="csY202" fmla="*/ 479007 h 546684"/>
                <a:gd name="csX203" fmla="*/ 21807 w 1969419"/>
                <a:gd name="csY203" fmla="*/ 477503 h 546684"/>
                <a:gd name="csX204" fmla="*/ 21807 w 1969419"/>
                <a:gd name="csY204" fmla="*/ 475247 h 546684"/>
                <a:gd name="csX205" fmla="*/ 21807 w 1969419"/>
                <a:gd name="csY205" fmla="*/ 473743 h 546684"/>
                <a:gd name="csX206" fmla="*/ 21807 w 1969419"/>
                <a:gd name="csY206" fmla="*/ 472992 h 546684"/>
                <a:gd name="csX207" fmla="*/ 21056 w 1969419"/>
                <a:gd name="csY207" fmla="*/ 472992 h 546684"/>
                <a:gd name="csX208" fmla="*/ 20303 w 1969419"/>
                <a:gd name="csY208" fmla="*/ 472240 h 546684"/>
                <a:gd name="csX209" fmla="*/ 19552 w 1969419"/>
                <a:gd name="csY209" fmla="*/ 471488 h 546684"/>
                <a:gd name="csX210" fmla="*/ 11280 w 1969419"/>
                <a:gd name="csY210" fmla="*/ 469232 h 546684"/>
                <a:gd name="csX211" fmla="*/ 3008 w 1969419"/>
                <a:gd name="csY211" fmla="*/ 466224 h 546684"/>
                <a:gd name="csX212" fmla="*/ 752 w 1969419"/>
                <a:gd name="csY212" fmla="*/ 464720 h 546684"/>
                <a:gd name="csX213" fmla="*/ 752 w 1969419"/>
                <a:gd name="csY213" fmla="*/ 463968 h 546684"/>
                <a:gd name="csX214" fmla="*/ 0 w 1969419"/>
                <a:gd name="csY214" fmla="*/ 462464 h 546684"/>
                <a:gd name="csX215" fmla="*/ 752 w 1969419"/>
                <a:gd name="csY215" fmla="*/ 461712 h 546684"/>
                <a:gd name="csX216" fmla="*/ 1504 w 1969419"/>
                <a:gd name="csY216" fmla="*/ 461712 h 546684"/>
                <a:gd name="csX217" fmla="*/ 2256 w 1969419"/>
                <a:gd name="csY217" fmla="*/ 460208 h 546684"/>
                <a:gd name="csX218" fmla="*/ 3760 w 1969419"/>
                <a:gd name="csY218" fmla="*/ 458704 h 546684"/>
                <a:gd name="csX219" fmla="*/ 6768 w 1969419"/>
                <a:gd name="csY219" fmla="*/ 451184 h 546684"/>
                <a:gd name="csX220" fmla="*/ 7520 w 1969419"/>
                <a:gd name="csY220" fmla="*/ 449681 h 546684"/>
                <a:gd name="csX221" fmla="*/ 11280 w 1969419"/>
                <a:gd name="csY221" fmla="*/ 445169 h 546684"/>
                <a:gd name="csX222" fmla="*/ 11280 w 1969419"/>
                <a:gd name="csY222" fmla="*/ 443664 h 546684"/>
                <a:gd name="csX223" fmla="*/ 11280 w 1969419"/>
                <a:gd name="csY223" fmla="*/ 442913 h 546684"/>
                <a:gd name="csX224" fmla="*/ 10528 w 1969419"/>
                <a:gd name="csY224" fmla="*/ 442161 h 546684"/>
                <a:gd name="csX225" fmla="*/ 9776 w 1969419"/>
                <a:gd name="csY225" fmla="*/ 441409 h 546684"/>
                <a:gd name="csX226" fmla="*/ 9024 w 1969419"/>
                <a:gd name="csY226" fmla="*/ 441409 h 546684"/>
                <a:gd name="csX227" fmla="*/ 8272 w 1969419"/>
                <a:gd name="csY227" fmla="*/ 442161 h 546684"/>
                <a:gd name="csX228" fmla="*/ 6768 w 1969419"/>
                <a:gd name="csY228" fmla="*/ 442913 h 546684"/>
                <a:gd name="csX229" fmla="*/ 6016 w 1969419"/>
                <a:gd name="csY229" fmla="*/ 442913 h 546684"/>
                <a:gd name="csX230" fmla="*/ 5264 w 1969419"/>
                <a:gd name="csY230" fmla="*/ 442913 h 546684"/>
                <a:gd name="csX231" fmla="*/ 4512 w 1969419"/>
                <a:gd name="csY231" fmla="*/ 442913 h 546684"/>
                <a:gd name="csX232" fmla="*/ 4512 w 1969419"/>
                <a:gd name="csY232" fmla="*/ 442161 h 546684"/>
                <a:gd name="csX233" fmla="*/ 4512 w 1969419"/>
                <a:gd name="csY233" fmla="*/ 441409 h 546684"/>
                <a:gd name="csX234" fmla="*/ 6768 w 1969419"/>
                <a:gd name="csY234" fmla="*/ 438401 h 546684"/>
                <a:gd name="csX235" fmla="*/ 7520 w 1969419"/>
                <a:gd name="csY235" fmla="*/ 436897 h 546684"/>
                <a:gd name="csX236" fmla="*/ 9776 w 1969419"/>
                <a:gd name="csY236" fmla="*/ 430129 h 546684"/>
                <a:gd name="csX237" fmla="*/ 9776 w 1969419"/>
                <a:gd name="csY237" fmla="*/ 429377 h 546684"/>
                <a:gd name="csX238" fmla="*/ 10528 w 1969419"/>
                <a:gd name="csY238" fmla="*/ 428625 h 546684"/>
                <a:gd name="csX239" fmla="*/ 12032 w 1969419"/>
                <a:gd name="csY239" fmla="*/ 427873 h 546684"/>
                <a:gd name="csX240" fmla="*/ 12784 w 1969419"/>
                <a:gd name="csY240" fmla="*/ 427121 h 546684"/>
                <a:gd name="csX241" fmla="*/ 13536 w 1969419"/>
                <a:gd name="csY241" fmla="*/ 426369 h 546684"/>
                <a:gd name="csX242" fmla="*/ 13536 w 1969419"/>
                <a:gd name="csY242" fmla="*/ 425617 h 546684"/>
                <a:gd name="csX243" fmla="*/ 12032 w 1969419"/>
                <a:gd name="csY243" fmla="*/ 421858 h 546684"/>
                <a:gd name="csX244" fmla="*/ 11280 w 1969419"/>
                <a:gd name="csY244" fmla="*/ 421105 h 546684"/>
                <a:gd name="csX245" fmla="*/ 11280 w 1969419"/>
                <a:gd name="csY245" fmla="*/ 416594 h 546684"/>
                <a:gd name="csX246" fmla="*/ 13536 w 1969419"/>
                <a:gd name="csY246" fmla="*/ 409074 h 546684"/>
                <a:gd name="csX247" fmla="*/ 8272 w 1969419"/>
                <a:gd name="csY247" fmla="*/ 406818 h 546684"/>
                <a:gd name="csX248" fmla="*/ 7520 w 1969419"/>
                <a:gd name="csY248" fmla="*/ 406066 h 546684"/>
                <a:gd name="csX249" fmla="*/ 6768 w 1969419"/>
                <a:gd name="csY249" fmla="*/ 405314 h 546684"/>
                <a:gd name="csX250" fmla="*/ 6016 w 1969419"/>
                <a:gd name="csY250" fmla="*/ 403058 h 546684"/>
                <a:gd name="csX251" fmla="*/ 5264 w 1969419"/>
                <a:gd name="csY251" fmla="*/ 400802 h 546684"/>
                <a:gd name="csX252" fmla="*/ 4512 w 1969419"/>
                <a:gd name="csY252" fmla="*/ 400050 h 546684"/>
                <a:gd name="csX253" fmla="*/ 4512 w 1969419"/>
                <a:gd name="csY253" fmla="*/ 398546 h 546684"/>
                <a:gd name="csX254" fmla="*/ 4512 w 1969419"/>
                <a:gd name="csY254" fmla="*/ 397042 h 546684"/>
                <a:gd name="csX255" fmla="*/ 4512 w 1969419"/>
                <a:gd name="csY255" fmla="*/ 396290 h 546684"/>
                <a:gd name="csX256" fmla="*/ 5264 w 1969419"/>
                <a:gd name="csY256" fmla="*/ 395538 h 546684"/>
                <a:gd name="csX257" fmla="*/ 6768 w 1969419"/>
                <a:gd name="csY257" fmla="*/ 394034 h 546684"/>
                <a:gd name="csX258" fmla="*/ 7520 w 1969419"/>
                <a:gd name="csY258" fmla="*/ 392530 h 546684"/>
                <a:gd name="csX259" fmla="*/ 10528 w 1969419"/>
                <a:gd name="csY259" fmla="*/ 391026 h 546684"/>
                <a:gd name="csX260" fmla="*/ 15039 w 1969419"/>
                <a:gd name="csY260" fmla="*/ 388019 h 546684"/>
                <a:gd name="csX261" fmla="*/ 16544 w 1969419"/>
                <a:gd name="csY261" fmla="*/ 387266 h 546684"/>
                <a:gd name="csX262" fmla="*/ 17296 w 1969419"/>
                <a:gd name="csY262" fmla="*/ 385763 h 546684"/>
                <a:gd name="csX263" fmla="*/ 19552 w 1969419"/>
                <a:gd name="csY263" fmla="*/ 378243 h 546684"/>
                <a:gd name="csX264" fmla="*/ 19552 w 1969419"/>
                <a:gd name="csY264" fmla="*/ 377491 h 546684"/>
                <a:gd name="csX265" fmla="*/ 21056 w 1969419"/>
                <a:gd name="csY265" fmla="*/ 375987 h 546684"/>
                <a:gd name="csX266" fmla="*/ 21807 w 1969419"/>
                <a:gd name="csY266" fmla="*/ 375235 h 546684"/>
                <a:gd name="csX267" fmla="*/ 23311 w 1969419"/>
                <a:gd name="csY267" fmla="*/ 374483 h 546684"/>
                <a:gd name="csX268" fmla="*/ 25567 w 1969419"/>
                <a:gd name="csY268" fmla="*/ 373731 h 546684"/>
                <a:gd name="csX269" fmla="*/ 67678 w 1969419"/>
                <a:gd name="csY269" fmla="*/ 374483 h 546684"/>
                <a:gd name="csX270" fmla="*/ 72190 w 1969419"/>
                <a:gd name="csY270" fmla="*/ 374483 h 546684"/>
                <a:gd name="csX271" fmla="*/ 74446 w 1969419"/>
                <a:gd name="csY271" fmla="*/ 372979 h 546684"/>
                <a:gd name="csX272" fmla="*/ 76701 w 1969419"/>
                <a:gd name="csY272" fmla="*/ 372227 h 546684"/>
                <a:gd name="csX273" fmla="*/ 77454 w 1969419"/>
                <a:gd name="csY273" fmla="*/ 371475 h 546684"/>
                <a:gd name="csX274" fmla="*/ 78205 w 1969419"/>
                <a:gd name="csY274" fmla="*/ 370723 h 546684"/>
                <a:gd name="csX275" fmla="*/ 81965 w 1969419"/>
                <a:gd name="csY275" fmla="*/ 361700 h 546684"/>
                <a:gd name="csX276" fmla="*/ 81965 w 1969419"/>
                <a:gd name="csY276" fmla="*/ 360947 h 546684"/>
                <a:gd name="csX277" fmla="*/ 81965 w 1969419"/>
                <a:gd name="csY277" fmla="*/ 359444 h 546684"/>
                <a:gd name="csX278" fmla="*/ 81965 w 1969419"/>
                <a:gd name="csY278" fmla="*/ 357940 h 546684"/>
                <a:gd name="csX279" fmla="*/ 83469 w 1969419"/>
                <a:gd name="csY279" fmla="*/ 352676 h 546684"/>
                <a:gd name="csX280" fmla="*/ 86477 w 1969419"/>
                <a:gd name="csY280" fmla="*/ 342148 h 546684"/>
                <a:gd name="csX281" fmla="*/ 87229 w 1969419"/>
                <a:gd name="csY281" fmla="*/ 339892 h 546684"/>
                <a:gd name="csX282" fmla="*/ 87229 w 1969419"/>
                <a:gd name="csY282" fmla="*/ 336132 h 546684"/>
                <a:gd name="csX283" fmla="*/ 87229 w 1969419"/>
                <a:gd name="csY283" fmla="*/ 333877 h 546684"/>
                <a:gd name="csX284" fmla="*/ 87981 w 1969419"/>
                <a:gd name="csY284" fmla="*/ 333125 h 546684"/>
                <a:gd name="csX285" fmla="*/ 87981 w 1969419"/>
                <a:gd name="csY285" fmla="*/ 332372 h 546684"/>
                <a:gd name="csX286" fmla="*/ 89485 w 1969419"/>
                <a:gd name="csY286" fmla="*/ 330868 h 546684"/>
                <a:gd name="csX287" fmla="*/ 90989 w 1969419"/>
                <a:gd name="csY287" fmla="*/ 328613 h 546684"/>
                <a:gd name="csX288" fmla="*/ 91741 w 1969419"/>
                <a:gd name="csY288" fmla="*/ 327861 h 546684"/>
                <a:gd name="csX289" fmla="*/ 92493 w 1969419"/>
                <a:gd name="csY289" fmla="*/ 327109 h 546684"/>
                <a:gd name="csX290" fmla="*/ 93245 w 1969419"/>
                <a:gd name="csY290" fmla="*/ 327109 h 546684"/>
                <a:gd name="csX291" fmla="*/ 93997 w 1969419"/>
                <a:gd name="csY291" fmla="*/ 327109 h 546684"/>
                <a:gd name="csX292" fmla="*/ 94749 w 1969419"/>
                <a:gd name="csY292" fmla="*/ 327109 h 546684"/>
                <a:gd name="csX293" fmla="*/ 96253 w 1969419"/>
                <a:gd name="csY293" fmla="*/ 327109 h 546684"/>
                <a:gd name="csX294" fmla="*/ 97005 w 1969419"/>
                <a:gd name="csY294" fmla="*/ 327109 h 546684"/>
                <a:gd name="csX295" fmla="*/ 98509 w 1969419"/>
                <a:gd name="csY295" fmla="*/ 326357 h 546684"/>
                <a:gd name="csX296" fmla="*/ 101516 w 1969419"/>
                <a:gd name="csY296" fmla="*/ 322597 h 546684"/>
                <a:gd name="csX297" fmla="*/ 102269 w 1969419"/>
                <a:gd name="csY297" fmla="*/ 321845 h 546684"/>
                <a:gd name="csX298" fmla="*/ 104525 w 1969419"/>
                <a:gd name="csY298" fmla="*/ 320341 h 546684"/>
                <a:gd name="csX299" fmla="*/ 105276 w 1969419"/>
                <a:gd name="csY299" fmla="*/ 319589 h 546684"/>
                <a:gd name="csX300" fmla="*/ 106029 w 1969419"/>
                <a:gd name="csY300" fmla="*/ 318837 h 546684"/>
                <a:gd name="csX301" fmla="*/ 106780 w 1969419"/>
                <a:gd name="csY301" fmla="*/ 309813 h 546684"/>
                <a:gd name="csX302" fmla="*/ 106780 w 1969419"/>
                <a:gd name="csY302" fmla="*/ 307557 h 546684"/>
                <a:gd name="csX303" fmla="*/ 106780 w 1969419"/>
                <a:gd name="csY303" fmla="*/ 306053 h 546684"/>
                <a:gd name="csX304" fmla="*/ 109036 w 1969419"/>
                <a:gd name="csY304" fmla="*/ 290262 h 546684"/>
                <a:gd name="csX305" fmla="*/ 109788 w 1969419"/>
                <a:gd name="csY305" fmla="*/ 285750 h 546684"/>
                <a:gd name="csX306" fmla="*/ 111292 w 1969419"/>
                <a:gd name="csY306" fmla="*/ 284246 h 546684"/>
                <a:gd name="csX307" fmla="*/ 112044 w 1969419"/>
                <a:gd name="csY307" fmla="*/ 284246 h 546684"/>
                <a:gd name="csX308" fmla="*/ 116556 w 1969419"/>
                <a:gd name="csY308" fmla="*/ 281238 h 546684"/>
                <a:gd name="csX309" fmla="*/ 118060 w 1969419"/>
                <a:gd name="csY309" fmla="*/ 280487 h 546684"/>
                <a:gd name="csX310" fmla="*/ 118812 w 1969419"/>
                <a:gd name="csY310" fmla="*/ 278230 h 546684"/>
                <a:gd name="csX311" fmla="*/ 120316 w 1969419"/>
                <a:gd name="csY311" fmla="*/ 276727 h 546684"/>
                <a:gd name="csX312" fmla="*/ 121068 w 1969419"/>
                <a:gd name="csY312" fmla="*/ 275974 h 546684"/>
                <a:gd name="csX313" fmla="*/ 121820 w 1969419"/>
                <a:gd name="csY313" fmla="*/ 275974 h 546684"/>
                <a:gd name="csX314" fmla="*/ 122572 w 1969419"/>
                <a:gd name="csY314" fmla="*/ 275974 h 546684"/>
                <a:gd name="csX315" fmla="*/ 123324 w 1969419"/>
                <a:gd name="csY315" fmla="*/ 275974 h 546684"/>
                <a:gd name="csX316" fmla="*/ 124076 w 1969419"/>
                <a:gd name="csY316" fmla="*/ 275223 h 546684"/>
                <a:gd name="csX317" fmla="*/ 128588 w 1969419"/>
                <a:gd name="csY317" fmla="*/ 269959 h 546684"/>
                <a:gd name="csX318" fmla="*/ 129340 w 1969419"/>
                <a:gd name="csY318" fmla="*/ 268455 h 546684"/>
                <a:gd name="csX319" fmla="*/ 129340 w 1969419"/>
                <a:gd name="csY319" fmla="*/ 267703 h 546684"/>
                <a:gd name="csX320" fmla="*/ 129340 w 1969419"/>
                <a:gd name="csY320" fmla="*/ 266951 h 546684"/>
                <a:gd name="csX321" fmla="*/ 127084 w 1969419"/>
                <a:gd name="csY321" fmla="*/ 262439 h 546684"/>
                <a:gd name="csX322" fmla="*/ 126332 w 1969419"/>
                <a:gd name="csY322" fmla="*/ 261687 h 546684"/>
                <a:gd name="csX323" fmla="*/ 126332 w 1969419"/>
                <a:gd name="csY323" fmla="*/ 260935 h 546684"/>
                <a:gd name="csX324" fmla="*/ 126332 w 1969419"/>
                <a:gd name="csY324" fmla="*/ 260183 h 546684"/>
                <a:gd name="csX325" fmla="*/ 127084 w 1969419"/>
                <a:gd name="csY325" fmla="*/ 258679 h 546684"/>
                <a:gd name="csX326" fmla="*/ 127836 w 1969419"/>
                <a:gd name="csY326" fmla="*/ 257927 h 546684"/>
                <a:gd name="csX327" fmla="*/ 128588 w 1969419"/>
                <a:gd name="csY327" fmla="*/ 257927 h 546684"/>
                <a:gd name="csX328" fmla="*/ 131595 w 1969419"/>
                <a:gd name="csY328" fmla="*/ 260183 h 546684"/>
                <a:gd name="csX329" fmla="*/ 132348 w 1969419"/>
                <a:gd name="csY329" fmla="*/ 260183 h 546684"/>
                <a:gd name="csX330" fmla="*/ 133099 w 1969419"/>
                <a:gd name="csY330" fmla="*/ 260183 h 546684"/>
                <a:gd name="csX331" fmla="*/ 134603 w 1969419"/>
                <a:gd name="csY331" fmla="*/ 260935 h 546684"/>
                <a:gd name="csX332" fmla="*/ 135355 w 1969419"/>
                <a:gd name="csY332" fmla="*/ 260183 h 546684"/>
                <a:gd name="csX333" fmla="*/ 136859 w 1969419"/>
                <a:gd name="csY333" fmla="*/ 259431 h 546684"/>
                <a:gd name="csX334" fmla="*/ 138363 w 1969419"/>
                <a:gd name="csY334" fmla="*/ 257927 h 546684"/>
                <a:gd name="csX335" fmla="*/ 139115 w 1969419"/>
                <a:gd name="csY335" fmla="*/ 256423 h 546684"/>
                <a:gd name="csX336" fmla="*/ 139867 w 1969419"/>
                <a:gd name="csY336" fmla="*/ 255671 h 546684"/>
                <a:gd name="csX337" fmla="*/ 140619 w 1969419"/>
                <a:gd name="csY337" fmla="*/ 254919 h 546684"/>
                <a:gd name="csX338" fmla="*/ 140619 w 1969419"/>
                <a:gd name="csY338" fmla="*/ 253415 h 546684"/>
                <a:gd name="csX339" fmla="*/ 140619 w 1969419"/>
                <a:gd name="csY339" fmla="*/ 252663 h 546684"/>
                <a:gd name="csX340" fmla="*/ 140619 w 1969419"/>
                <a:gd name="csY340" fmla="*/ 251911 h 546684"/>
                <a:gd name="csX341" fmla="*/ 139867 w 1969419"/>
                <a:gd name="csY341" fmla="*/ 250408 h 546684"/>
                <a:gd name="csX342" fmla="*/ 139867 w 1969419"/>
                <a:gd name="csY342" fmla="*/ 248904 h 546684"/>
                <a:gd name="csX343" fmla="*/ 140619 w 1969419"/>
                <a:gd name="csY343" fmla="*/ 246648 h 546684"/>
                <a:gd name="csX344" fmla="*/ 143627 w 1969419"/>
                <a:gd name="csY344" fmla="*/ 238376 h 546684"/>
                <a:gd name="csX345" fmla="*/ 144379 w 1969419"/>
                <a:gd name="csY345" fmla="*/ 237624 h 546684"/>
                <a:gd name="csX346" fmla="*/ 144379 w 1969419"/>
                <a:gd name="csY346" fmla="*/ 236120 h 546684"/>
                <a:gd name="csX347" fmla="*/ 144379 w 1969419"/>
                <a:gd name="csY347" fmla="*/ 231608 h 546684"/>
                <a:gd name="csX348" fmla="*/ 145131 w 1969419"/>
                <a:gd name="csY348" fmla="*/ 227096 h 546684"/>
                <a:gd name="csX349" fmla="*/ 145131 w 1969419"/>
                <a:gd name="csY349" fmla="*/ 225592 h 546684"/>
                <a:gd name="csX350" fmla="*/ 144379 w 1969419"/>
                <a:gd name="csY350" fmla="*/ 224840 h 546684"/>
                <a:gd name="csX351" fmla="*/ 144379 w 1969419"/>
                <a:gd name="csY351" fmla="*/ 224089 h 546684"/>
                <a:gd name="csX352" fmla="*/ 143627 w 1969419"/>
                <a:gd name="csY352" fmla="*/ 224089 h 546684"/>
                <a:gd name="csX353" fmla="*/ 142875 w 1969419"/>
                <a:gd name="csY353" fmla="*/ 222584 h 546684"/>
                <a:gd name="csX354" fmla="*/ 142875 w 1969419"/>
                <a:gd name="csY354" fmla="*/ 221080 h 546684"/>
                <a:gd name="csX355" fmla="*/ 143627 w 1969419"/>
                <a:gd name="csY355" fmla="*/ 217321 h 546684"/>
                <a:gd name="csX356" fmla="*/ 143627 w 1969419"/>
                <a:gd name="csY356" fmla="*/ 212809 h 546684"/>
                <a:gd name="csX357" fmla="*/ 143627 w 1969419"/>
                <a:gd name="csY357" fmla="*/ 207545 h 546684"/>
                <a:gd name="csX358" fmla="*/ 142875 w 1969419"/>
                <a:gd name="csY358" fmla="*/ 203033 h 546684"/>
                <a:gd name="csX359" fmla="*/ 142123 w 1969419"/>
                <a:gd name="csY359" fmla="*/ 202281 h 546684"/>
                <a:gd name="csX360" fmla="*/ 139867 w 1969419"/>
                <a:gd name="csY360" fmla="*/ 199273 h 546684"/>
                <a:gd name="csX361" fmla="*/ 139115 w 1969419"/>
                <a:gd name="csY361" fmla="*/ 197769 h 546684"/>
                <a:gd name="csX362" fmla="*/ 131595 w 1969419"/>
                <a:gd name="csY362" fmla="*/ 190250 h 546684"/>
                <a:gd name="csX363" fmla="*/ 130844 w 1969419"/>
                <a:gd name="csY363" fmla="*/ 189497 h 546684"/>
                <a:gd name="csX364" fmla="*/ 129340 w 1969419"/>
                <a:gd name="csY364" fmla="*/ 189497 h 546684"/>
                <a:gd name="csX365" fmla="*/ 127836 w 1969419"/>
                <a:gd name="csY365" fmla="*/ 188746 h 546684"/>
                <a:gd name="csX366" fmla="*/ 127084 w 1969419"/>
                <a:gd name="csY366" fmla="*/ 188746 h 546684"/>
                <a:gd name="csX367" fmla="*/ 126332 w 1969419"/>
                <a:gd name="csY367" fmla="*/ 187242 h 546684"/>
                <a:gd name="csX368" fmla="*/ 126332 w 1969419"/>
                <a:gd name="csY368" fmla="*/ 186490 h 546684"/>
                <a:gd name="csX369" fmla="*/ 126332 w 1969419"/>
                <a:gd name="csY369" fmla="*/ 184986 h 546684"/>
                <a:gd name="csX370" fmla="*/ 129340 w 1969419"/>
                <a:gd name="csY370" fmla="*/ 179722 h 546684"/>
                <a:gd name="csX371" fmla="*/ 130092 w 1969419"/>
                <a:gd name="csY371" fmla="*/ 176714 h 546684"/>
                <a:gd name="csX372" fmla="*/ 130092 w 1969419"/>
                <a:gd name="csY372" fmla="*/ 175962 h 546684"/>
                <a:gd name="csX373" fmla="*/ 129340 w 1969419"/>
                <a:gd name="csY373" fmla="*/ 175210 h 546684"/>
                <a:gd name="csX374" fmla="*/ 128588 w 1969419"/>
                <a:gd name="csY374" fmla="*/ 174458 h 546684"/>
                <a:gd name="csX375" fmla="*/ 127836 w 1969419"/>
                <a:gd name="csY375" fmla="*/ 174458 h 546684"/>
                <a:gd name="csX376" fmla="*/ 126332 w 1969419"/>
                <a:gd name="csY376" fmla="*/ 173706 h 546684"/>
                <a:gd name="csX377" fmla="*/ 125580 w 1969419"/>
                <a:gd name="csY377" fmla="*/ 173706 h 546684"/>
                <a:gd name="csX378" fmla="*/ 125580 w 1969419"/>
                <a:gd name="csY378" fmla="*/ 172202 h 546684"/>
                <a:gd name="csX379" fmla="*/ 125580 w 1969419"/>
                <a:gd name="csY379" fmla="*/ 170698 h 546684"/>
                <a:gd name="csX380" fmla="*/ 126332 w 1969419"/>
                <a:gd name="csY380" fmla="*/ 169194 h 546684"/>
                <a:gd name="csX381" fmla="*/ 125580 w 1969419"/>
                <a:gd name="csY381" fmla="*/ 168442 h 546684"/>
                <a:gd name="csX382" fmla="*/ 123324 w 1969419"/>
                <a:gd name="csY382" fmla="*/ 167691 h 546684"/>
                <a:gd name="csX383" fmla="*/ 122572 w 1969419"/>
                <a:gd name="csY383" fmla="*/ 166938 h 546684"/>
                <a:gd name="csX384" fmla="*/ 121820 w 1969419"/>
                <a:gd name="csY384" fmla="*/ 166938 h 546684"/>
                <a:gd name="csX385" fmla="*/ 121820 w 1969419"/>
                <a:gd name="csY385" fmla="*/ 166186 h 546684"/>
                <a:gd name="csX386" fmla="*/ 120316 w 1969419"/>
                <a:gd name="csY386" fmla="*/ 163178 h 546684"/>
                <a:gd name="csX387" fmla="*/ 119564 w 1969419"/>
                <a:gd name="csY387" fmla="*/ 163178 h 546684"/>
                <a:gd name="csX388" fmla="*/ 118812 w 1969419"/>
                <a:gd name="csY388" fmla="*/ 162427 h 546684"/>
                <a:gd name="csX389" fmla="*/ 118060 w 1969419"/>
                <a:gd name="csY389" fmla="*/ 161674 h 546684"/>
                <a:gd name="csX390" fmla="*/ 117308 w 1969419"/>
                <a:gd name="csY390" fmla="*/ 161674 h 546684"/>
                <a:gd name="csX391" fmla="*/ 115804 w 1969419"/>
                <a:gd name="csY391" fmla="*/ 161674 h 546684"/>
                <a:gd name="csX392" fmla="*/ 115052 w 1969419"/>
                <a:gd name="csY392" fmla="*/ 161674 h 546684"/>
                <a:gd name="csX393" fmla="*/ 114300 w 1969419"/>
                <a:gd name="csY393" fmla="*/ 161674 h 546684"/>
                <a:gd name="csX394" fmla="*/ 112796 w 1969419"/>
                <a:gd name="csY394" fmla="*/ 162427 h 546684"/>
                <a:gd name="csX395" fmla="*/ 112044 w 1969419"/>
                <a:gd name="csY395" fmla="*/ 163178 h 546684"/>
                <a:gd name="csX396" fmla="*/ 110540 w 1969419"/>
                <a:gd name="csY396" fmla="*/ 164682 h 546684"/>
                <a:gd name="csX397" fmla="*/ 109788 w 1969419"/>
                <a:gd name="csY397" fmla="*/ 164682 h 546684"/>
                <a:gd name="csX398" fmla="*/ 109036 w 1969419"/>
                <a:gd name="csY398" fmla="*/ 164682 h 546684"/>
                <a:gd name="csX399" fmla="*/ 108284 w 1969419"/>
                <a:gd name="csY399" fmla="*/ 164682 h 546684"/>
                <a:gd name="csX400" fmla="*/ 106780 w 1969419"/>
                <a:gd name="csY400" fmla="*/ 163931 h 546684"/>
                <a:gd name="csX401" fmla="*/ 105276 w 1969419"/>
                <a:gd name="csY401" fmla="*/ 163178 h 546684"/>
                <a:gd name="csX402" fmla="*/ 103020 w 1969419"/>
                <a:gd name="csY402" fmla="*/ 162427 h 546684"/>
                <a:gd name="csX403" fmla="*/ 102269 w 1969419"/>
                <a:gd name="csY403" fmla="*/ 161674 h 546684"/>
                <a:gd name="csX404" fmla="*/ 102269 w 1969419"/>
                <a:gd name="csY404" fmla="*/ 160923 h 546684"/>
                <a:gd name="csX405" fmla="*/ 100765 w 1969419"/>
                <a:gd name="csY405" fmla="*/ 157914 h 546684"/>
                <a:gd name="csX406" fmla="*/ 98509 w 1969419"/>
                <a:gd name="csY406" fmla="*/ 156411 h 546684"/>
                <a:gd name="csX407" fmla="*/ 97757 w 1969419"/>
                <a:gd name="csY407" fmla="*/ 155659 h 546684"/>
                <a:gd name="csX408" fmla="*/ 97757 w 1969419"/>
                <a:gd name="csY408" fmla="*/ 154907 h 546684"/>
                <a:gd name="csX409" fmla="*/ 97757 w 1969419"/>
                <a:gd name="csY409" fmla="*/ 154155 h 546684"/>
                <a:gd name="csX410" fmla="*/ 98509 w 1969419"/>
                <a:gd name="csY410" fmla="*/ 153403 h 546684"/>
                <a:gd name="csX411" fmla="*/ 98509 w 1969419"/>
                <a:gd name="csY411" fmla="*/ 152651 h 546684"/>
                <a:gd name="csX412" fmla="*/ 99261 w 1969419"/>
                <a:gd name="csY412" fmla="*/ 151147 h 546684"/>
                <a:gd name="csX413" fmla="*/ 100013 w 1969419"/>
                <a:gd name="csY413" fmla="*/ 150395 h 546684"/>
                <a:gd name="csX414" fmla="*/ 100765 w 1969419"/>
                <a:gd name="csY414" fmla="*/ 150395 h 546684"/>
                <a:gd name="csX415" fmla="*/ 102269 w 1969419"/>
                <a:gd name="csY415" fmla="*/ 149643 h 546684"/>
                <a:gd name="csX416" fmla="*/ 103773 w 1969419"/>
                <a:gd name="csY416" fmla="*/ 148891 h 546684"/>
                <a:gd name="csX417" fmla="*/ 108284 w 1969419"/>
                <a:gd name="csY417" fmla="*/ 148891 h 546684"/>
                <a:gd name="csX418" fmla="*/ 112044 w 1969419"/>
                <a:gd name="csY418" fmla="*/ 148891 h 546684"/>
                <a:gd name="csX419" fmla="*/ 115052 w 1969419"/>
                <a:gd name="csY419" fmla="*/ 148891 h 546684"/>
                <a:gd name="csX420" fmla="*/ 116556 w 1969419"/>
                <a:gd name="csY420" fmla="*/ 148891 h 546684"/>
                <a:gd name="csX421" fmla="*/ 117308 w 1969419"/>
                <a:gd name="csY421" fmla="*/ 148891 h 546684"/>
                <a:gd name="csX422" fmla="*/ 118060 w 1969419"/>
                <a:gd name="csY422" fmla="*/ 149643 h 546684"/>
                <a:gd name="csX423" fmla="*/ 118060 w 1969419"/>
                <a:gd name="csY423" fmla="*/ 150395 h 546684"/>
                <a:gd name="csX424" fmla="*/ 118060 w 1969419"/>
                <a:gd name="csY424" fmla="*/ 151147 h 546684"/>
                <a:gd name="csX425" fmla="*/ 118812 w 1969419"/>
                <a:gd name="csY425" fmla="*/ 151899 h 546684"/>
                <a:gd name="csX426" fmla="*/ 120316 w 1969419"/>
                <a:gd name="csY426" fmla="*/ 152651 h 546684"/>
                <a:gd name="csX427" fmla="*/ 136859 w 1969419"/>
                <a:gd name="csY427" fmla="*/ 151899 h 546684"/>
                <a:gd name="csX428" fmla="*/ 139867 w 1969419"/>
                <a:gd name="csY428" fmla="*/ 151147 h 546684"/>
                <a:gd name="csX429" fmla="*/ 142123 w 1969419"/>
                <a:gd name="csY429" fmla="*/ 150395 h 546684"/>
                <a:gd name="csX430" fmla="*/ 142875 w 1969419"/>
                <a:gd name="csY430" fmla="*/ 150395 h 546684"/>
                <a:gd name="csX431" fmla="*/ 144379 w 1969419"/>
                <a:gd name="csY431" fmla="*/ 148891 h 546684"/>
                <a:gd name="csX432" fmla="*/ 145131 w 1969419"/>
                <a:gd name="csY432" fmla="*/ 148139 h 546684"/>
                <a:gd name="csX433" fmla="*/ 145131 w 1969419"/>
                <a:gd name="csY433" fmla="*/ 147387 h 546684"/>
                <a:gd name="csX434" fmla="*/ 145883 w 1969419"/>
                <a:gd name="csY434" fmla="*/ 145883 h 546684"/>
                <a:gd name="csX435" fmla="*/ 146635 w 1969419"/>
                <a:gd name="csY435" fmla="*/ 144379 h 546684"/>
                <a:gd name="csX436" fmla="*/ 146635 w 1969419"/>
                <a:gd name="csY436" fmla="*/ 143627 h 546684"/>
                <a:gd name="csX437" fmla="*/ 146635 w 1969419"/>
                <a:gd name="csY437" fmla="*/ 141371 h 546684"/>
                <a:gd name="csX438" fmla="*/ 145131 w 1969419"/>
                <a:gd name="csY438" fmla="*/ 130844 h 546684"/>
                <a:gd name="csX439" fmla="*/ 144379 w 1969419"/>
                <a:gd name="csY439" fmla="*/ 130092 h 546684"/>
                <a:gd name="csX440" fmla="*/ 144379 w 1969419"/>
                <a:gd name="csY440" fmla="*/ 129340 h 546684"/>
                <a:gd name="csX441" fmla="*/ 143627 w 1969419"/>
                <a:gd name="csY441" fmla="*/ 128588 h 546684"/>
                <a:gd name="csX442" fmla="*/ 143627 w 1969419"/>
                <a:gd name="csY442" fmla="*/ 127836 h 546684"/>
                <a:gd name="csX443" fmla="*/ 142875 w 1969419"/>
                <a:gd name="csY443" fmla="*/ 127084 h 546684"/>
                <a:gd name="csX444" fmla="*/ 142123 w 1969419"/>
                <a:gd name="csY444" fmla="*/ 127084 h 546684"/>
                <a:gd name="csX445" fmla="*/ 141371 w 1969419"/>
                <a:gd name="csY445" fmla="*/ 127084 h 546684"/>
                <a:gd name="csX446" fmla="*/ 133099 w 1969419"/>
                <a:gd name="csY446" fmla="*/ 126332 h 546684"/>
                <a:gd name="csX447" fmla="*/ 131595 w 1969419"/>
                <a:gd name="csY447" fmla="*/ 126332 h 546684"/>
                <a:gd name="csX448" fmla="*/ 130844 w 1969419"/>
                <a:gd name="csY448" fmla="*/ 125580 h 546684"/>
                <a:gd name="csX449" fmla="*/ 130092 w 1969419"/>
                <a:gd name="csY449" fmla="*/ 125580 h 546684"/>
                <a:gd name="csX450" fmla="*/ 130092 w 1969419"/>
                <a:gd name="csY450" fmla="*/ 124828 h 546684"/>
                <a:gd name="csX451" fmla="*/ 129340 w 1969419"/>
                <a:gd name="csY451" fmla="*/ 124076 h 546684"/>
                <a:gd name="csX452" fmla="*/ 129340 w 1969419"/>
                <a:gd name="csY452" fmla="*/ 122572 h 546684"/>
                <a:gd name="csX453" fmla="*/ 129340 w 1969419"/>
                <a:gd name="csY453" fmla="*/ 121820 h 546684"/>
                <a:gd name="csX454" fmla="*/ 130844 w 1969419"/>
                <a:gd name="csY454" fmla="*/ 114300 h 546684"/>
                <a:gd name="csX455" fmla="*/ 132348 w 1969419"/>
                <a:gd name="csY455" fmla="*/ 106029 h 546684"/>
                <a:gd name="csX456" fmla="*/ 133099 w 1969419"/>
                <a:gd name="csY456" fmla="*/ 99261 h 546684"/>
                <a:gd name="csX457" fmla="*/ 133099 w 1969419"/>
                <a:gd name="csY457" fmla="*/ 94749 h 546684"/>
                <a:gd name="csX458" fmla="*/ 133852 w 1969419"/>
                <a:gd name="csY458" fmla="*/ 92493 h 546684"/>
                <a:gd name="csX459" fmla="*/ 133099 w 1969419"/>
                <a:gd name="csY459" fmla="*/ 89485 h 546684"/>
                <a:gd name="csX460" fmla="*/ 132348 w 1969419"/>
                <a:gd name="csY460" fmla="*/ 87981 h 546684"/>
                <a:gd name="csX461" fmla="*/ 132348 w 1969419"/>
                <a:gd name="csY461" fmla="*/ 87229 h 546684"/>
                <a:gd name="csX462" fmla="*/ 130092 w 1969419"/>
                <a:gd name="csY462" fmla="*/ 84221 h 546684"/>
                <a:gd name="csX463" fmla="*/ 129340 w 1969419"/>
                <a:gd name="csY463" fmla="*/ 83469 h 546684"/>
                <a:gd name="csX464" fmla="*/ 127836 w 1969419"/>
                <a:gd name="csY464" fmla="*/ 81965 h 546684"/>
                <a:gd name="csX465" fmla="*/ 126332 w 1969419"/>
                <a:gd name="csY465" fmla="*/ 81214 h 546684"/>
                <a:gd name="csX466" fmla="*/ 124076 w 1969419"/>
                <a:gd name="csY466" fmla="*/ 79709 h 546684"/>
                <a:gd name="csX467" fmla="*/ 122572 w 1969419"/>
                <a:gd name="csY467" fmla="*/ 78957 h 546684"/>
                <a:gd name="csX468" fmla="*/ 121068 w 1969419"/>
                <a:gd name="csY468" fmla="*/ 78205 h 546684"/>
                <a:gd name="csX469" fmla="*/ 120316 w 1969419"/>
                <a:gd name="csY469" fmla="*/ 76701 h 546684"/>
                <a:gd name="csX470" fmla="*/ 115804 w 1969419"/>
                <a:gd name="csY470" fmla="*/ 81214 h 546684"/>
                <a:gd name="csX471" fmla="*/ 113548 w 1969419"/>
                <a:gd name="csY471" fmla="*/ 82717 h 546684"/>
                <a:gd name="csX472" fmla="*/ 112796 w 1969419"/>
                <a:gd name="csY472" fmla="*/ 82717 h 546684"/>
                <a:gd name="csX473" fmla="*/ 111292 w 1969419"/>
                <a:gd name="csY473" fmla="*/ 81965 h 546684"/>
                <a:gd name="csX474" fmla="*/ 114300 w 1969419"/>
                <a:gd name="csY474" fmla="*/ 75950 h 546684"/>
                <a:gd name="csX475" fmla="*/ 114300 w 1969419"/>
                <a:gd name="csY475" fmla="*/ 73694 h 546684"/>
                <a:gd name="csX476" fmla="*/ 112796 w 1969419"/>
                <a:gd name="csY476" fmla="*/ 71438 h 546684"/>
                <a:gd name="csX477" fmla="*/ 112796 w 1969419"/>
                <a:gd name="csY477" fmla="*/ 69934 h 546684"/>
                <a:gd name="csX478" fmla="*/ 112044 w 1969419"/>
                <a:gd name="csY478" fmla="*/ 67678 h 546684"/>
                <a:gd name="csX479" fmla="*/ 112796 w 1969419"/>
                <a:gd name="csY479" fmla="*/ 66174 h 546684"/>
                <a:gd name="csX480" fmla="*/ 112796 w 1969419"/>
                <a:gd name="csY480" fmla="*/ 65422 h 546684"/>
                <a:gd name="csX481" fmla="*/ 116556 w 1969419"/>
                <a:gd name="csY481" fmla="*/ 62414 h 546684"/>
                <a:gd name="csX482" fmla="*/ 119564 w 1969419"/>
                <a:gd name="csY482" fmla="*/ 58654 h 546684"/>
                <a:gd name="csX483" fmla="*/ 122572 w 1969419"/>
                <a:gd name="csY483" fmla="*/ 52638 h 546684"/>
                <a:gd name="csX484" fmla="*/ 124076 w 1969419"/>
                <a:gd name="csY484" fmla="*/ 50382 h 546684"/>
                <a:gd name="csX485" fmla="*/ 124828 w 1969419"/>
                <a:gd name="csY485" fmla="*/ 48878 h 546684"/>
                <a:gd name="csX486" fmla="*/ 125580 w 1969419"/>
                <a:gd name="csY486" fmla="*/ 48127 h 546684"/>
                <a:gd name="csX487" fmla="*/ 127084 w 1969419"/>
                <a:gd name="csY487" fmla="*/ 48127 h 546684"/>
                <a:gd name="csX488" fmla="*/ 130092 w 1969419"/>
                <a:gd name="csY488" fmla="*/ 48127 h 546684"/>
                <a:gd name="csX489" fmla="*/ 130844 w 1969419"/>
                <a:gd name="csY489" fmla="*/ 48127 h 546684"/>
                <a:gd name="csX490" fmla="*/ 131595 w 1969419"/>
                <a:gd name="csY490" fmla="*/ 48127 h 546684"/>
                <a:gd name="csX491" fmla="*/ 141371 w 1969419"/>
                <a:gd name="csY491" fmla="*/ 39103 h 546684"/>
                <a:gd name="csX492" fmla="*/ 142875 w 1969419"/>
                <a:gd name="csY492" fmla="*/ 37599 h 546684"/>
                <a:gd name="csX493" fmla="*/ 144379 w 1969419"/>
                <a:gd name="csY493" fmla="*/ 36847 h 546684"/>
                <a:gd name="csX494" fmla="*/ 145131 w 1969419"/>
                <a:gd name="csY494" fmla="*/ 36847 h 546684"/>
                <a:gd name="csX495" fmla="*/ 145883 w 1969419"/>
                <a:gd name="csY495" fmla="*/ 36847 h 546684"/>
                <a:gd name="csX496" fmla="*/ 147387 w 1969419"/>
                <a:gd name="csY496" fmla="*/ 36847 h 546684"/>
                <a:gd name="csX497" fmla="*/ 148139 w 1969419"/>
                <a:gd name="csY497" fmla="*/ 36847 h 546684"/>
                <a:gd name="csX498" fmla="*/ 148891 w 1969419"/>
                <a:gd name="csY498" fmla="*/ 36847 h 546684"/>
                <a:gd name="csX499" fmla="*/ 149643 w 1969419"/>
                <a:gd name="csY499" fmla="*/ 37599 h 546684"/>
                <a:gd name="csX500" fmla="*/ 150395 w 1969419"/>
                <a:gd name="csY500" fmla="*/ 37599 h 546684"/>
                <a:gd name="csX501" fmla="*/ 151899 w 1969419"/>
                <a:gd name="csY501" fmla="*/ 39855 h 546684"/>
                <a:gd name="csX502" fmla="*/ 152651 w 1969419"/>
                <a:gd name="csY502" fmla="*/ 40607 h 546684"/>
                <a:gd name="csX503" fmla="*/ 154907 w 1969419"/>
                <a:gd name="csY503" fmla="*/ 41359 h 546684"/>
                <a:gd name="csX504" fmla="*/ 155659 w 1969419"/>
                <a:gd name="csY504" fmla="*/ 42111 h 546684"/>
                <a:gd name="csX505" fmla="*/ 157163 w 1969419"/>
                <a:gd name="csY505" fmla="*/ 43615 h 546684"/>
                <a:gd name="csX506" fmla="*/ 158667 w 1969419"/>
                <a:gd name="csY506" fmla="*/ 44367 h 546684"/>
                <a:gd name="csX507" fmla="*/ 159419 w 1969419"/>
                <a:gd name="csY507" fmla="*/ 44367 h 546684"/>
                <a:gd name="csX508" fmla="*/ 163178 w 1969419"/>
                <a:gd name="csY508" fmla="*/ 44367 h 546684"/>
                <a:gd name="csX509" fmla="*/ 165434 w 1969419"/>
                <a:gd name="csY509" fmla="*/ 44367 h 546684"/>
                <a:gd name="csX510" fmla="*/ 166186 w 1969419"/>
                <a:gd name="csY510" fmla="*/ 44367 h 546684"/>
                <a:gd name="csX511" fmla="*/ 168442 w 1969419"/>
                <a:gd name="csY511" fmla="*/ 44367 h 546684"/>
                <a:gd name="csX512" fmla="*/ 169194 w 1969419"/>
                <a:gd name="csY512" fmla="*/ 43615 h 546684"/>
                <a:gd name="csX513" fmla="*/ 169194 w 1969419"/>
                <a:gd name="csY513" fmla="*/ 42111 h 546684"/>
                <a:gd name="csX514" fmla="*/ 169194 w 1969419"/>
                <a:gd name="csY514" fmla="*/ 39103 h 546684"/>
                <a:gd name="csX515" fmla="*/ 168442 w 1969419"/>
                <a:gd name="csY515" fmla="*/ 37599 h 546684"/>
                <a:gd name="csX516" fmla="*/ 168442 w 1969419"/>
                <a:gd name="csY516" fmla="*/ 36847 h 546684"/>
                <a:gd name="csX517" fmla="*/ 168442 w 1969419"/>
                <a:gd name="csY517" fmla="*/ 35343 h 546684"/>
                <a:gd name="csX518" fmla="*/ 167691 w 1969419"/>
                <a:gd name="csY518" fmla="*/ 35343 h 546684"/>
                <a:gd name="csX519" fmla="*/ 147387 w 1969419"/>
                <a:gd name="csY519" fmla="*/ 15792 h 546684"/>
                <a:gd name="csX520" fmla="*/ 146635 w 1969419"/>
                <a:gd name="csY520" fmla="*/ 15039 h 546684"/>
                <a:gd name="csX521" fmla="*/ 146635 w 1969419"/>
                <a:gd name="csY521" fmla="*/ 14288 h 546684"/>
                <a:gd name="csX522" fmla="*/ 146635 w 1969419"/>
                <a:gd name="csY522" fmla="*/ 12784 h 546684"/>
                <a:gd name="csX523" fmla="*/ 147387 w 1969419"/>
                <a:gd name="csY523" fmla="*/ 12032 h 546684"/>
                <a:gd name="csX524" fmla="*/ 148139 w 1969419"/>
                <a:gd name="csY524" fmla="*/ 12032 h 546684"/>
                <a:gd name="csX525" fmla="*/ 148891 w 1969419"/>
                <a:gd name="csY525" fmla="*/ 12032 h 546684"/>
                <a:gd name="csX526" fmla="*/ 150395 w 1969419"/>
                <a:gd name="csY526" fmla="*/ 13536 h 546684"/>
                <a:gd name="csX527" fmla="*/ 151147 w 1969419"/>
                <a:gd name="csY527" fmla="*/ 14288 h 546684"/>
                <a:gd name="csX528" fmla="*/ 151899 w 1969419"/>
                <a:gd name="csY528" fmla="*/ 14288 h 546684"/>
                <a:gd name="csX529" fmla="*/ 152651 w 1969419"/>
                <a:gd name="csY529" fmla="*/ 15039 h 546684"/>
                <a:gd name="csX530" fmla="*/ 154155 w 1969419"/>
                <a:gd name="csY530" fmla="*/ 15039 h 546684"/>
                <a:gd name="csX531" fmla="*/ 155659 w 1969419"/>
                <a:gd name="csY531" fmla="*/ 14288 h 546684"/>
                <a:gd name="csX532" fmla="*/ 158667 w 1969419"/>
                <a:gd name="csY532" fmla="*/ 13536 h 546684"/>
                <a:gd name="csX533" fmla="*/ 159419 w 1969419"/>
                <a:gd name="csY533" fmla="*/ 13536 h 546684"/>
                <a:gd name="csX534" fmla="*/ 160171 w 1969419"/>
                <a:gd name="csY534" fmla="*/ 13536 h 546684"/>
                <a:gd name="csX535" fmla="*/ 160923 w 1969419"/>
                <a:gd name="csY535" fmla="*/ 13536 h 546684"/>
                <a:gd name="csX536" fmla="*/ 161674 w 1969419"/>
                <a:gd name="csY536" fmla="*/ 14288 h 546684"/>
                <a:gd name="csX537" fmla="*/ 163178 w 1969419"/>
                <a:gd name="csY537" fmla="*/ 15039 h 546684"/>
                <a:gd name="csX538" fmla="*/ 163931 w 1969419"/>
                <a:gd name="csY538" fmla="*/ 15792 h 546684"/>
                <a:gd name="csX539" fmla="*/ 164682 w 1969419"/>
                <a:gd name="csY539" fmla="*/ 15792 h 546684"/>
                <a:gd name="csX540" fmla="*/ 165434 w 1969419"/>
                <a:gd name="csY540" fmla="*/ 15792 h 546684"/>
                <a:gd name="csX541" fmla="*/ 166186 w 1969419"/>
                <a:gd name="csY541" fmla="*/ 15792 h 546684"/>
                <a:gd name="csX542" fmla="*/ 168442 w 1969419"/>
                <a:gd name="csY542" fmla="*/ 14288 h 546684"/>
                <a:gd name="csX543" fmla="*/ 170698 w 1969419"/>
                <a:gd name="csY543" fmla="*/ 13536 h 546684"/>
                <a:gd name="csX544" fmla="*/ 172954 w 1969419"/>
                <a:gd name="csY544" fmla="*/ 12032 h 546684"/>
                <a:gd name="csX545" fmla="*/ 174458 w 1969419"/>
                <a:gd name="csY545" fmla="*/ 11280 h 546684"/>
                <a:gd name="csX546" fmla="*/ 175210 w 1969419"/>
                <a:gd name="csY546" fmla="*/ 11280 h 546684"/>
                <a:gd name="csX547" fmla="*/ 175962 w 1969419"/>
                <a:gd name="csY547" fmla="*/ 11280 h 546684"/>
                <a:gd name="csX548" fmla="*/ 180474 w 1969419"/>
                <a:gd name="csY548" fmla="*/ 12784 h 546684"/>
                <a:gd name="csX549" fmla="*/ 182730 w 1969419"/>
                <a:gd name="csY549" fmla="*/ 12784 h 546684"/>
                <a:gd name="csX550" fmla="*/ 184234 w 1969419"/>
                <a:gd name="csY550" fmla="*/ 13536 h 546684"/>
                <a:gd name="csX551" fmla="*/ 186490 w 1969419"/>
                <a:gd name="csY551" fmla="*/ 12784 h 546684"/>
                <a:gd name="csX552" fmla="*/ 188746 w 1969419"/>
                <a:gd name="csY552" fmla="*/ 11280 h 546684"/>
                <a:gd name="csX553" fmla="*/ 195513 w 1969419"/>
                <a:gd name="csY553" fmla="*/ 7520 h 546684"/>
                <a:gd name="csX554" fmla="*/ 197017 w 1969419"/>
                <a:gd name="csY554" fmla="*/ 6016 h 546684"/>
                <a:gd name="csX555" fmla="*/ 199273 w 1969419"/>
                <a:gd name="csY555" fmla="*/ 6016 h 546684"/>
                <a:gd name="csX556" fmla="*/ 204537 w 1969419"/>
                <a:gd name="csY556" fmla="*/ 4512 h 546684"/>
                <a:gd name="csX557" fmla="*/ 206041 w 1969419"/>
                <a:gd name="csY557" fmla="*/ 4512 h 546684"/>
                <a:gd name="csX558" fmla="*/ 206793 w 1969419"/>
                <a:gd name="csY558" fmla="*/ 4512 h 546684"/>
                <a:gd name="csX559" fmla="*/ 207545 w 1969419"/>
                <a:gd name="csY559" fmla="*/ 4512 h 546684"/>
                <a:gd name="csX560" fmla="*/ 208297 w 1969419"/>
                <a:gd name="csY560" fmla="*/ 4512 h 546684"/>
                <a:gd name="csX561" fmla="*/ 211305 w 1969419"/>
                <a:gd name="csY561" fmla="*/ 7520 h 546684"/>
                <a:gd name="csX562" fmla="*/ 212057 w 1969419"/>
                <a:gd name="csY562" fmla="*/ 8272 h 546684"/>
                <a:gd name="csX563" fmla="*/ 212809 w 1969419"/>
                <a:gd name="csY563" fmla="*/ 9024 h 546684"/>
                <a:gd name="csX564" fmla="*/ 213561 w 1969419"/>
                <a:gd name="csY564" fmla="*/ 9024 h 546684"/>
                <a:gd name="csX565" fmla="*/ 215065 w 1969419"/>
                <a:gd name="csY565" fmla="*/ 9024 h 546684"/>
                <a:gd name="csX566" fmla="*/ 215817 w 1969419"/>
                <a:gd name="csY566" fmla="*/ 9024 h 546684"/>
                <a:gd name="csX567" fmla="*/ 216569 w 1969419"/>
                <a:gd name="csY567" fmla="*/ 8272 h 546684"/>
                <a:gd name="csX568" fmla="*/ 217321 w 1969419"/>
                <a:gd name="csY568" fmla="*/ 7520 h 546684"/>
                <a:gd name="csX569" fmla="*/ 217321 w 1969419"/>
                <a:gd name="csY569" fmla="*/ 6768 h 546684"/>
                <a:gd name="csX570" fmla="*/ 216569 w 1969419"/>
                <a:gd name="csY570" fmla="*/ 3760 h 546684"/>
                <a:gd name="csX571" fmla="*/ 216569 w 1969419"/>
                <a:gd name="csY571" fmla="*/ 3008 h 546684"/>
                <a:gd name="csX572" fmla="*/ 216569 w 1969419"/>
                <a:gd name="csY572" fmla="*/ 1504 h 546684"/>
                <a:gd name="csX573" fmla="*/ 218072 w 1969419"/>
                <a:gd name="csY573" fmla="*/ 752 h 546684"/>
                <a:gd name="csX574" fmla="*/ 218825 w 1969419"/>
                <a:gd name="csY574" fmla="*/ 0 h 546684"/>
                <a:gd name="csX575" fmla="*/ 219576 w 1969419"/>
                <a:gd name="csY575" fmla="*/ 0 h 546684"/>
                <a:gd name="csX576" fmla="*/ 219576 w 1969419"/>
                <a:gd name="csY576" fmla="*/ 752 h 546684"/>
                <a:gd name="csX577" fmla="*/ 220329 w 1969419"/>
                <a:gd name="csY577" fmla="*/ 2256 h 546684"/>
                <a:gd name="csX578" fmla="*/ 220329 w 1969419"/>
                <a:gd name="csY578" fmla="*/ 3008 h 546684"/>
                <a:gd name="csX579" fmla="*/ 221080 w 1969419"/>
                <a:gd name="csY579" fmla="*/ 3760 h 546684"/>
                <a:gd name="csX580" fmla="*/ 221832 w 1969419"/>
                <a:gd name="csY580" fmla="*/ 3760 h 546684"/>
                <a:gd name="csX581" fmla="*/ 229352 w 1969419"/>
                <a:gd name="csY581" fmla="*/ 6016 h 546684"/>
                <a:gd name="csX582" fmla="*/ 230856 w 1969419"/>
                <a:gd name="csY582" fmla="*/ 7520 h 546684"/>
                <a:gd name="csX583" fmla="*/ 231608 w 1969419"/>
                <a:gd name="csY583" fmla="*/ 7520 h 546684"/>
                <a:gd name="csX584" fmla="*/ 234616 w 1969419"/>
                <a:gd name="csY584" fmla="*/ 7520 h 546684"/>
                <a:gd name="csX585" fmla="*/ 235368 w 1969419"/>
                <a:gd name="csY585" fmla="*/ 7520 h 546684"/>
                <a:gd name="csX586" fmla="*/ 236120 w 1969419"/>
                <a:gd name="csY586" fmla="*/ 8272 h 546684"/>
                <a:gd name="csX587" fmla="*/ 236120 w 1969419"/>
                <a:gd name="csY587" fmla="*/ 9024 h 546684"/>
                <a:gd name="csX588" fmla="*/ 236872 w 1969419"/>
                <a:gd name="csY588" fmla="*/ 9776 h 546684"/>
                <a:gd name="csX589" fmla="*/ 237624 w 1969419"/>
                <a:gd name="csY589" fmla="*/ 10528 h 546684"/>
                <a:gd name="csX590" fmla="*/ 238376 w 1969419"/>
                <a:gd name="csY590" fmla="*/ 11280 h 546684"/>
                <a:gd name="csX591" fmla="*/ 239128 w 1969419"/>
                <a:gd name="csY591" fmla="*/ 11280 h 546684"/>
                <a:gd name="csX592" fmla="*/ 240632 w 1969419"/>
                <a:gd name="csY592" fmla="*/ 11280 h 546684"/>
                <a:gd name="csX593" fmla="*/ 241384 w 1969419"/>
                <a:gd name="csY593" fmla="*/ 11280 h 546684"/>
                <a:gd name="csX594" fmla="*/ 243640 w 1969419"/>
                <a:gd name="csY594" fmla="*/ 11280 h 546684"/>
                <a:gd name="csX595" fmla="*/ 244391 w 1969419"/>
                <a:gd name="csY595" fmla="*/ 11280 h 546684"/>
                <a:gd name="csX596" fmla="*/ 245144 w 1969419"/>
                <a:gd name="csY596" fmla="*/ 11280 h 546684"/>
                <a:gd name="csX597" fmla="*/ 245895 w 1969419"/>
                <a:gd name="csY597" fmla="*/ 12032 h 546684"/>
                <a:gd name="csX598" fmla="*/ 246648 w 1969419"/>
                <a:gd name="csY598" fmla="*/ 12032 h 546684"/>
                <a:gd name="csX599" fmla="*/ 246648 w 1969419"/>
                <a:gd name="csY599" fmla="*/ 12784 h 546684"/>
                <a:gd name="csX600" fmla="*/ 248151 w 1969419"/>
                <a:gd name="csY600" fmla="*/ 13536 h 546684"/>
                <a:gd name="csX601" fmla="*/ 248904 w 1969419"/>
                <a:gd name="csY601" fmla="*/ 14288 h 546684"/>
                <a:gd name="csX602" fmla="*/ 249655 w 1969419"/>
                <a:gd name="csY602" fmla="*/ 14288 h 546684"/>
                <a:gd name="csX603" fmla="*/ 252663 w 1969419"/>
                <a:gd name="csY603" fmla="*/ 15792 h 546684"/>
                <a:gd name="csX604" fmla="*/ 254167 w 1969419"/>
                <a:gd name="csY604" fmla="*/ 16544 h 546684"/>
                <a:gd name="csX605" fmla="*/ 1900238 w 1969419"/>
                <a:gd name="csY605" fmla="*/ 434641 h 546684"/>
                <a:gd name="csX606" fmla="*/ 1898734 w 1969419"/>
                <a:gd name="csY606" fmla="*/ 430881 h 546684"/>
                <a:gd name="csX607" fmla="*/ 1898734 w 1969419"/>
                <a:gd name="csY607" fmla="*/ 429377 h 546684"/>
                <a:gd name="csX608" fmla="*/ 1900990 w 1969419"/>
                <a:gd name="csY608" fmla="*/ 430129 h 546684"/>
                <a:gd name="csX609" fmla="*/ 1903246 w 1969419"/>
                <a:gd name="csY609" fmla="*/ 432385 h 546684"/>
                <a:gd name="csX610" fmla="*/ 1901742 w 1969419"/>
                <a:gd name="csY610" fmla="*/ 432385 h 546684"/>
                <a:gd name="csX611" fmla="*/ 1901742 w 1969419"/>
                <a:gd name="csY611" fmla="*/ 433137 h 546684"/>
                <a:gd name="csX612" fmla="*/ 1900990 w 1969419"/>
                <a:gd name="csY612" fmla="*/ 433889 h 546684"/>
                <a:gd name="csX613" fmla="*/ 1900238 w 1969419"/>
                <a:gd name="csY613" fmla="*/ 434641 h 546684"/>
                <a:gd name="csX614" fmla="*/ 1968668 w 1969419"/>
                <a:gd name="csY614" fmla="*/ 424113 h 546684"/>
                <a:gd name="csX615" fmla="*/ 1968668 w 1969419"/>
                <a:gd name="csY615" fmla="*/ 423362 h 546684"/>
                <a:gd name="csX616" fmla="*/ 1969419 w 1969419"/>
                <a:gd name="csY616" fmla="*/ 423362 h 546684"/>
                <a:gd name="csX617" fmla="*/ 1969419 w 1969419"/>
                <a:gd name="csY617" fmla="*/ 422609 h 546684"/>
                <a:gd name="csX618" fmla="*/ 1969419 w 1969419"/>
                <a:gd name="csY618" fmla="*/ 423362 h 546684"/>
                <a:gd name="csX619" fmla="*/ 1969419 w 1969419"/>
                <a:gd name="csY619" fmla="*/ 424113 h 546684"/>
                <a:gd name="csX620" fmla="*/ 1968668 w 1969419"/>
                <a:gd name="csY620" fmla="*/ 424113 h 54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</a:cxnLst>
              <a:rect l="l" t="t" r="r" b="b"/>
              <a:pathLst>
                <a:path w="1969419" h="546684">
                  <a:moveTo>
                    <a:pt x="254167" y="16544"/>
                  </a:moveTo>
                  <a:lnTo>
                    <a:pt x="257175" y="21807"/>
                  </a:lnTo>
                  <a:lnTo>
                    <a:pt x="334628" y="71438"/>
                  </a:lnTo>
                  <a:lnTo>
                    <a:pt x="327109" y="103020"/>
                  </a:lnTo>
                  <a:lnTo>
                    <a:pt x="324101" y="128588"/>
                  </a:lnTo>
                  <a:lnTo>
                    <a:pt x="324853" y="163931"/>
                  </a:lnTo>
                  <a:lnTo>
                    <a:pt x="327861" y="194010"/>
                  </a:lnTo>
                  <a:lnTo>
                    <a:pt x="330868" y="218072"/>
                  </a:lnTo>
                  <a:lnTo>
                    <a:pt x="330868" y="239880"/>
                  </a:lnTo>
                  <a:lnTo>
                    <a:pt x="329365" y="246648"/>
                  </a:lnTo>
                  <a:lnTo>
                    <a:pt x="317333" y="276727"/>
                  </a:lnTo>
                  <a:lnTo>
                    <a:pt x="314325" y="281990"/>
                  </a:lnTo>
                  <a:lnTo>
                    <a:pt x="310566" y="284998"/>
                  </a:lnTo>
                  <a:lnTo>
                    <a:pt x="292518" y="293270"/>
                  </a:lnTo>
                  <a:lnTo>
                    <a:pt x="284246" y="300038"/>
                  </a:lnTo>
                  <a:lnTo>
                    <a:pt x="281238" y="302294"/>
                  </a:lnTo>
                  <a:lnTo>
                    <a:pt x="272967" y="323349"/>
                  </a:lnTo>
                  <a:lnTo>
                    <a:pt x="272215" y="326357"/>
                  </a:lnTo>
                  <a:lnTo>
                    <a:pt x="270711" y="329365"/>
                  </a:lnTo>
                  <a:lnTo>
                    <a:pt x="263943" y="331621"/>
                  </a:lnTo>
                  <a:lnTo>
                    <a:pt x="261687" y="333877"/>
                  </a:lnTo>
                  <a:lnTo>
                    <a:pt x="264695" y="333877"/>
                  </a:lnTo>
                  <a:lnTo>
                    <a:pt x="265447" y="336132"/>
                  </a:lnTo>
                  <a:lnTo>
                    <a:pt x="263191" y="344404"/>
                  </a:lnTo>
                  <a:lnTo>
                    <a:pt x="261687" y="345156"/>
                  </a:lnTo>
                  <a:lnTo>
                    <a:pt x="260935" y="345156"/>
                  </a:lnTo>
                  <a:lnTo>
                    <a:pt x="259431" y="345908"/>
                  </a:lnTo>
                  <a:lnTo>
                    <a:pt x="257927" y="347412"/>
                  </a:lnTo>
                  <a:lnTo>
                    <a:pt x="258679" y="349668"/>
                  </a:lnTo>
                  <a:lnTo>
                    <a:pt x="258679" y="351172"/>
                  </a:lnTo>
                  <a:lnTo>
                    <a:pt x="260183" y="354180"/>
                  </a:lnTo>
                  <a:lnTo>
                    <a:pt x="260183" y="355684"/>
                  </a:lnTo>
                  <a:lnTo>
                    <a:pt x="260183" y="357188"/>
                  </a:lnTo>
                  <a:lnTo>
                    <a:pt x="258679" y="360947"/>
                  </a:lnTo>
                  <a:lnTo>
                    <a:pt x="256423" y="371475"/>
                  </a:lnTo>
                  <a:lnTo>
                    <a:pt x="255671" y="372227"/>
                  </a:lnTo>
                  <a:lnTo>
                    <a:pt x="254919" y="373731"/>
                  </a:lnTo>
                  <a:lnTo>
                    <a:pt x="251911" y="381251"/>
                  </a:lnTo>
                  <a:lnTo>
                    <a:pt x="250408" y="383507"/>
                  </a:lnTo>
                  <a:lnTo>
                    <a:pt x="248904" y="385011"/>
                  </a:lnTo>
                  <a:lnTo>
                    <a:pt x="248151" y="385011"/>
                  </a:lnTo>
                  <a:lnTo>
                    <a:pt x="248151" y="384259"/>
                  </a:lnTo>
                  <a:lnTo>
                    <a:pt x="246648" y="382755"/>
                  </a:lnTo>
                  <a:lnTo>
                    <a:pt x="245144" y="382755"/>
                  </a:lnTo>
                  <a:lnTo>
                    <a:pt x="243640" y="383507"/>
                  </a:lnTo>
                  <a:lnTo>
                    <a:pt x="242888" y="385011"/>
                  </a:lnTo>
                  <a:lnTo>
                    <a:pt x="242136" y="385763"/>
                  </a:lnTo>
                  <a:lnTo>
                    <a:pt x="239880" y="384259"/>
                  </a:lnTo>
                  <a:lnTo>
                    <a:pt x="240632" y="379747"/>
                  </a:lnTo>
                  <a:lnTo>
                    <a:pt x="239880" y="378243"/>
                  </a:lnTo>
                  <a:lnTo>
                    <a:pt x="237624" y="377491"/>
                  </a:lnTo>
                  <a:lnTo>
                    <a:pt x="234616" y="377491"/>
                  </a:lnTo>
                  <a:lnTo>
                    <a:pt x="229352" y="378243"/>
                  </a:lnTo>
                  <a:lnTo>
                    <a:pt x="231608" y="379747"/>
                  </a:lnTo>
                  <a:lnTo>
                    <a:pt x="232360" y="382003"/>
                  </a:lnTo>
                  <a:lnTo>
                    <a:pt x="231608" y="383507"/>
                  </a:lnTo>
                  <a:lnTo>
                    <a:pt x="228600" y="383507"/>
                  </a:lnTo>
                  <a:lnTo>
                    <a:pt x="228600" y="385011"/>
                  </a:lnTo>
                  <a:lnTo>
                    <a:pt x="229352" y="385011"/>
                  </a:lnTo>
                  <a:lnTo>
                    <a:pt x="230856" y="385763"/>
                  </a:lnTo>
                  <a:lnTo>
                    <a:pt x="229352" y="388771"/>
                  </a:lnTo>
                  <a:lnTo>
                    <a:pt x="230104" y="392530"/>
                  </a:lnTo>
                  <a:lnTo>
                    <a:pt x="232360" y="393283"/>
                  </a:lnTo>
                  <a:lnTo>
                    <a:pt x="236120" y="392530"/>
                  </a:lnTo>
                  <a:lnTo>
                    <a:pt x="236120" y="394786"/>
                  </a:lnTo>
                  <a:lnTo>
                    <a:pt x="237624" y="394786"/>
                  </a:lnTo>
                  <a:lnTo>
                    <a:pt x="239880" y="391779"/>
                  </a:lnTo>
                  <a:lnTo>
                    <a:pt x="242888" y="391026"/>
                  </a:lnTo>
                  <a:lnTo>
                    <a:pt x="245895" y="392530"/>
                  </a:lnTo>
                  <a:lnTo>
                    <a:pt x="243640" y="394034"/>
                  </a:lnTo>
                  <a:lnTo>
                    <a:pt x="241384" y="397042"/>
                  </a:lnTo>
                  <a:lnTo>
                    <a:pt x="239880" y="400050"/>
                  </a:lnTo>
                  <a:lnTo>
                    <a:pt x="237624" y="407570"/>
                  </a:lnTo>
                  <a:lnTo>
                    <a:pt x="234616" y="414338"/>
                  </a:lnTo>
                  <a:lnTo>
                    <a:pt x="232360" y="421105"/>
                  </a:lnTo>
                  <a:lnTo>
                    <a:pt x="225592" y="432385"/>
                  </a:lnTo>
                  <a:lnTo>
                    <a:pt x="221832" y="439905"/>
                  </a:lnTo>
                  <a:lnTo>
                    <a:pt x="219576" y="442161"/>
                  </a:lnTo>
                  <a:lnTo>
                    <a:pt x="217321" y="439905"/>
                  </a:lnTo>
                  <a:lnTo>
                    <a:pt x="213561" y="443664"/>
                  </a:lnTo>
                  <a:lnTo>
                    <a:pt x="212057" y="445169"/>
                  </a:lnTo>
                  <a:lnTo>
                    <a:pt x="206041" y="456448"/>
                  </a:lnTo>
                  <a:lnTo>
                    <a:pt x="204537" y="457952"/>
                  </a:lnTo>
                  <a:lnTo>
                    <a:pt x="200777" y="460960"/>
                  </a:lnTo>
                  <a:lnTo>
                    <a:pt x="200025" y="462464"/>
                  </a:lnTo>
                  <a:lnTo>
                    <a:pt x="197017" y="469984"/>
                  </a:lnTo>
                  <a:lnTo>
                    <a:pt x="193257" y="470736"/>
                  </a:lnTo>
                  <a:lnTo>
                    <a:pt x="191753" y="475247"/>
                  </a:lnTo>
                  <a:lnTo>
                    <a:pt x="190250" y="476000"/>
                  </a:lnTo>
                  <a:lnTo>
                    <a:pt x="189497" y="474496"/>
                  </a:lnTo>
                  <a:lnTo>
                    <a:pt x="188746" y="472992"/>
                  </a:lnTo>
                  <a:lnTo>
                    <a:pt x="187993" y="470736"/>
                  </a:lnTo>
                  <a:lnTo>
                    <a:pt x="186490" y="470736"/>
                  </a:lnTo>
                  <a:lnTo>
                    <a:pt x="184986" y="471488"/>
                  </a:lnTo>
                  <a:lnTo>
                    <a:pt x="184234" y="472240"/>
                  </a:lnTo>
                  <a:lnTo>
                    <a:pt x="178970" y="475247"/>
                  </a:lnTo>
                  <a:lnTo>
                    <a:pt x="174458" y="476752"/>
                  </a:lnTo>
                  <a:lnTo>
                    <a:pt x="172202" y="478256"/>
                  </a:lnTo>
                  <a:lnTo>
                    <a:pt x="170698" y="480511"/>
                  </a:lnTo>
                  <a:lnTo>
                    <a:pt x="169946" y="482767"/>
                  </a:lnTo>
                  <a:lnTo>
                    <a:pt x="168442" y="484271"/>
                  </a:lnTo>
                  <a:lnTo>
                    <a:pt x="167691" y="486527"/>
                  </a:lnTo>
                  <a:lnTo>
                    <a:pt x="166186" y="488783"/>
                  </a:lnTo>
                  <a:lnTo>
                    <a:pt x="163931" y="491039"/>
                  </a:lnTo>
                  <a:lnTo>
                    <a:pt x="163178" y="496303"/>
                  </a:lnTo>
                  <a:lnTo>
                    <a:pt x="163178" y="501567"/>
                  </a:lnTo>
                  <a:lnTo>
                    <a:pt x="162427" y="505326"/>
                  </a:lnTo>
                  <a:lnTo>
                    <a:pt x="161674" y="508335"/>
                  </a:lnTo>
                  <a:lnTo>
                    <a:pt x="159419" y="509839"/>
                  </a:lnTo>
                  <a:lnTo>
                    <a:pt x="157914" y="513598"/>
                  </a:lnTo>
                  <a:lnTo>
                    <a:pt x="157914" y="515102"/>
                  </a:lnTo>
                  <a:lnTo>
                    <a:pt x="157163" y="517358"/>
                  </a:lnTo>
                  <a:lnTo>
                    <a:pt x="145883" y="533150"/>
                  </a:lnTo>
                  <a:lnTo>
                    <a:pt x="141371" y="540669"/>
                  </a:lnTo>
                  <a:lnTo>
                    <a:pt x="139115" y="546685"/>
                  </a:lnTo>
                  <a:lnTo>
                    <a:pt x="136859" y="545181"/>
                  </a:lnTo>
                  <a:lnTo>
                    <a:pt x="136108" y="542925"/>
                  </a:lnTo>
                  <a:lnTo>
                    <a:pt x="135355" y="542173"/>
                  </a:lnTo>
                  <a:lnTo>
                    <a:pt x="134603" y="541421"/>
                  </a:lnTo>
                  <a:lnTo>
                    <a:pt x="127836" y="539165"/>
                  </a:lnTo>
                  <a:lnTo>
                    <a:pt x="126332" y="539165"/>
                  </a:lnTo>
                  <a:lnTo>
                    <a:pt x="124828" y="537661"/>
                  </a:lnTo>
                  <a:lnTo>
                    <a:pt x="123324" y="536909"/>
                  </a:lnTo>
                  <a:lnTo>
                    <a:pt x="118060" y="536909"/>
                  </a:lnTo>
                  <a:lnTo>
                    <a:pt x="107533" y="539165"/>
                  </a:lnTo>
                  <a:lnTo>
                    <a:pt x="100013" y="539165"/>
                  </a:lnTo>
                  <a:lnTo>
                    <a:pt x="96253" y="539918"/>
                  </a:lnTo>
                  <a:lnTo>
                    <a:pt x="95501" y="539918"/>
                  </a:lnTo>
                  <a:lnTo>
                    <a:pt x="93997" y="539918"/>
                  </a:lnTo>
                  <a:lnTo>
                    <a:pt x="88733" y="537661"/>
                  </a:lnTo>
                  <a:lnTo>
                    <a:pt x="87981" y="536909"/>
                  </a:lnTo>
                  <a:lnTo>
                    <a:pt x="87229" y="536158"/>
                  </a:lnTo>
                  <a:lnTo>
                    <a:pt x="86477" y="535405"/>
                  </a:lnTo>
                  <a:lnTo>
                    <a:pt x="85725" y="534654"/>
                  </a:lnTo>
                  <a:lnTo>
                    <a:pt x="78957" y="533150"/>
                  </a:lnTo>
                  <a:lnTo>
                    <a:pt x="75197" y="532398"/>
                  </a:lnTo>
                  <a:lnTo>
                    <a:pt x="73694" y="533150"/>
                  </a:lnTo>
                  <a:lnTo>
                    <a:pt x="72190" y="533150"/>
                  </a:lnTo>
                  <a:lnTo>
                    <a:pt x="69934" y="534654"/>
                  </a:lnTo>
                  <a:lnTo>
                    <a:pt x="69182" y="535405"/>
                  </a:lnTo>
                  <a:lnTo>
                    <a:pt x="68430" y="535405"/>
                  </a:lnTo>
                  <a:lnTo>
                    <a:pt x="67678" y="534654"/>
                  </a:lnTo>
                  <a:lnTo>
                    <a:pt x="64670" y="533901"/>
                  </a:lnTo>
                  <a:lnTo>
                    <a:pt x="63918" y="533150"/>
                  </a:lnTo>
                  <a:lnTo>
                    <a:pt x="60910" y="530894"/>
                  </a:lnTo>
                  <a:lnTo>
                    <a:pt x="58654" y="530141"/>
                  </a:lnTo>
                  <a:lnTo>
                    <a:pt x="57902" y="530141"/>
                  </a:lnTo>
                  <a:lnTo>
                    <a:pt x="57150" y="530141"/>
                  </a:lnTo>
                  <a:lnTo>
                    <a:pt x="56398" y="530141"/>
                  </a:lnTo>
                  <a:lnTo>
                    <a:pt x="55646" y="530894"/>
                  </a:lnTo>
                  <a:lnTo>
                    <a:pt x="54894" y="530894"/>
                  </a:lnTo>
                  <a:lnTo>
                    <a:pt x="52638" y="530141"/>
                  </a:lnTo>
                  <a:lnTo>
                    <a:pt x="51135" y="530141"/>
                  </a:lnTo>
                  <a:lnTo>
                    <a:pt x="50382" y="529390"/>
                  </a:lnTo>
                  <a:lnTo>
                    <a:pt x="49631" y="529390"/>
                  </a:lnTo>
                  <a:lnTo>
                    <a:pt x="48127" y="529390"/>
                  </a:lnTo>
                  <a:lnTo>
                    <a:pt x="46622" y="528638"/>
                  </a:lnTo>
                  <a:lnTo>
                    <a:pt x="44367" y="526382"/>
                  </a:lnTo>
                  <a:lnTo>
                    <a:pt x="41359" y="525630"/>
                  </a:lnTo>
                  <a:lnTo>
                    <a:pt x="39855" y="524878"/>
                  </a:lnTo>
                  <a:lnTo>
                    <a:pt x="36095" y="523374"/>
                  </a:lnTo>
                  <a:lnTo>
                    <a:pt x="35343" y="523374"/>
                  </a:lnTo>
                  <a:lnTo>
                    <a:pt x="32335" y="520366"/>
                  </a:lnTo>
                  <a:lnTo>
                    <a:pt x="31583" y="520366"/>
                  </a:lnTo>
                  <a:lnTo>
                    <a:pt x="30079" y="519614"/>
                  </a:lnTo>
                  <a:lnTo>
                    <a:pt x="29327" y="519614"/>
                  </a:lnTo>
                  <a:lnTo>
                    <a:pt x="28575" y="519614"/>
                  </a:lnTo>
                  <a:lnTo>
                    <a:pt x="27823" y="519614"/>
                  </a:lnTo>
                  <a:lnTo>
                    <a:pt x="27071" y="520366"/>
                  </a:lnTo>
                  <a:lnTo>
                    <a:pt x="26319" y="520366"/>
                  </a:lnTo>
                  <a:lnTo>
                    <a:pt x="25567" y="519614"/>
                  </a:lnTo>
                  <a:lnTo>
                    <a:pt x="25567" y="518862"/>
                  </a:lnTo>
                  <a:lnTo>
                    <a:pt x="26319" y="518110"/>
                  </a:lnTo>
                  <a:lnTo>
                    <a:pt x="25567" y="517358"/>
                  </a:lnTo>
                  <a:lnTo>
                    <a:pt x="24816" y="516606"/>
                  </a:lnTo>
                  <a:lnTo>
                    <a:pt x="24063" y="515854"/>
                  </a:lnTo>
                  <a:lnTo>
                    <a:pt x="24063" y="514350"/>
                  </a:lnTo>
                  <a:lnTo>
                    <a:pt x="24063" y="512846"/>
                  </a:lnTo>
                  <a:lnTo>
                    <a:pt x="24063" y="512094"/>
                  </a:lnTo>
                  <a:lnTo>
                    <a:pt x="23311" y="509086"/>
                  </a:lnTo>
                  <a:lnTo>
                    <a:pt x="24063" y="508335"/>
                  </a:lnTo>
                  <a:lnTo>
                    <a:pt x="24063" y="507582"/>
                  </a:lnTo>
                  <a:lnTo>
                    <a:pt x="24816" y="506830"/>
                  </a:lnTo>
                  <a:lnTo>
                    <a:pt x="24816" y="506079"/>
                  </a:lnTo>
                  <a:lnTo>
                    <a:pt x="24816" y="504575"/>
                  </a:lnTo>
                  <a:lnTo>
                    <a:pt x="24816" y="503822"/>
                  </a:lnTo>
                  <a:lnTo>
                    <a:pt x="24816" y="502319"/>
                  </a:lnTo>
                  <a:lnTo>
                    <a:pt x="25567" y="500063"/>
                  </a:lnTo>
                  <a:lnTo>
                    <a:pt x="25567" y="499311"/>
                  </a:lnTo>
                  <a:lnTo>
                    <a:pt x="25567" y="498559"/>
                  </a:lnTo>
                  <a:lnTo>
                    <a:pt x="24816" y="495551"/>
                  </a:lnTo>
                  <a:lnTo>
                    <a:pt x="24063" y="492543"/>
                  </a:lnTo>
                  <a:lnTo>
                    <a:pt x="23311" y="491039"/>
                  </a:lnTo>
                  <a:lnTo>
                    <a:pt x="23311" y="489535"/>
                  </a:lnTo>
                  <a:lnTo>
                    <a:pt x="24063" y="488031"/>
                  </a:lnTo>
                  <a:lnTo>
                    <a:pt x="24063" y="486527"/>
                  </a:lnTo>
                  <a:lnTo>
                    <a:pt x="24063" y="484271"/>
                  </a:lnTo>
                  <a:lnTo>
                    <a:pt x="24816" y="483519"/>
                  </a:lnTo>
                  <a:lnTo>
                    <a:pt x="24816" y="482015"/>
                  </a:lnTo>
                  <a:lnTo>
                    <a:pt x="24816" y="481263"/>
                  </a:lnTo>
                  <a:lnTo>
                    <a:pt x="23311" y="480511"/>
                  </a:lnTo>
                  <a:lnTo>
                    <a:pt x="22559" y="479760"/>
                  </a:lnTo>
                  <a:lnTo>
                    <a:pt x="21807" y="479007"/>
                  </a:lnTo>
                  <a:lnTo>
                    <a:pt x="21807" y="477503"/>
                  </a:lnTo>
                  <a:lnTo>
                    <a:pt x="21807" y="475247"/>
                  </a:lnTo>
                  <a:lnTo>
                    <a:pt x="21807" y="473743"/>
                  </a:lnTo>
                  <a:lnTo>
                    <a:pt x="21807" y="472992"/>
                  </a:lnTo>
                  <a:lnTo>
                    <a:pt x="21056" y="472992"/>
                  </a:lnTo>
                  <a:lnTo>
                    <a:pt x="20303" y="472240"/>
                  </a:lnTo>
                  <a:lnTo>
                    <a:pt x="19552" y="471488"/>
                  </a:lnTo>
                  <a:lnTo>
                    <a:pt x="11280" y="469232"/>
                  </a:lnTo>
                  <a:lnTo>
                    <a:pt x="3008" y="466224"/>
                  </a:lnTo>
                  <a:lnTo>
                    <a:pt x="752" y="464720"/>
                  </a:lnTo>
                  <a:lnTo>
                    <a:pt x="752" y="463968"/>
                  </a:lnTo>
                  <a:lnTo>
                    <a:pt x="0" y="462464"/>
                  </a:lnTo>
                  <a:lnTo>
                    <a:pt x="752" y="461712"/>
                  </a:lnTo>
                  <a:lnTo>
                    <a:pt x="1504" y="461712"/>
                  </a:lnTo>
                  <a:lnTo>
                    <a:pt x="2256" y="460208"/>
                  </a:lnTo>
                  <a:lnTo>
                    <a:pt x="3760" y="458704"/>
                  </a:lnTo>
                  <a:lnTo>
                    <a:pt x="6768" y="451184"/>
                  </a:lnTo>
                  <a:lnTo>
                    <a:pt x="7520" y="449681"/>
                  </a:lnTo>
                  <a:lnTo>
                    <a:pt x="11280" y="445169"/>
                  </a:lnTo>
                  <a:lnTo>
                    <a:pt x="11280" y="443664"/>
                  </a:lnTo>
                  <a:lnTo>
                    <a:pt x="11280" y="442913"/>
                  </a:lnTo>
                  <a:lnTo>
                    <a:pt x="10528" y="442161"/>
                  </a:lnTo>
                  <a:lnTo>
                    <a:pt x="9776" y="441409"/>
                  </a:lnTo>
                  <a:lnTo>
                    <a:pt x="9024" y="441409"/>
                  </a:lnTo>
                  <a:lnTo>
                    <a:pt x="8272" y="442161"/>
                  </a:lnTo>
                  <a:lnTo>
                    <a:pt x="6768" y="442913"/>
                  </a:lnTo>
                  <a:lnTo>
                    <a:pt x="6016" y="442913"/>
                  </a:lnTo>
                  <a:lnTo>
                    <a:pt x="5264" y="442913"/>
                  </a:lnTo>
                  <a:lnTo>
                    <a:pt x="4512" y="442913"/>
                  </a:lnTo>
                  <a:lnTo>
                    <a:pt x="4512" y="442161"/>
                  </a:lnTo>
                  <a:lnTo>
                    <a:pt x="4512" y="441409"/>
                  </a:lnTo>
                  <a:lnTo>
                    <a:pt x="6768" y="438401"/>
                  </a:lnTo>
                  <a:lnTo>
                    <a:pt x="7520" y="436897"/>
                  </a:lnTo>
                  <a:lnTo>
                    <a:pt x="9776" y="430129"/>
                  </a:lnTo>
                  <a:lnTo>
                    <a:pt x="9776" y="429377"/>
                  </a:lnTo>
                  <a:lnTo>
                    <a:pt x="10528" y="428625"/>
                  </a:lnTo>
                  <a:lnTo>
                    <a:pt x="12032" y="427873"/>
                  </a:lnTo>
                  <a:lnTo>
                    <a:pt x="12784" y="427121"/>
                  </a:lnTo>
                  <a:lnTo>
                    <a:pt x="13536" y="426369"/>
                  </a:lnTo>
                  <a:lnTo>
                    <a:pt x="13536" y="425617"/>
                  </a:lnTo>
                  <a:lnTo>
                    <a:pt x="12032" y="421858"/>
                  </a:lnTo>
                  <a:lnTo>
                    <a:pt x="11280" y="421105"/>
                  </a:lnTo>
                  <a:lnTo>
                    <a:pt x="11280" y="416594"/>
                  </a:lnTo>
                  <a:lnTo>
                    <a:pt x="13536" y="409074"/>
                  </a:lnTo>
                  <a:lnTo>
                    <a:pt x="8272" y="406818"/>
                  </a:lnTo>
                  <a:lnTo>
                    <a:pt x="7520" y="406066"/>
                  </a:lnTo>
                  <a:lnTo>
                    <a:pt x="6768" y="405314"/>
                  </a:lnTo>
                  <a:lnTo>
                    <a:pt x="6016" y="403058"/>
                  </a:lnTo>
                  <a:lnTo>
                    <a:pt x="5264" y="400802"/>
                  </a:lnTo>
                  <a:lnTo>
                    <a:pt x="4512" y="400050"/>
                  </a:lnTo>
                  <a:lnTo>
                    <a:pt x="4512" y="398546"/>
                  </a:lnTo>
                  <a:lnTo>
                    <a:pt x="4512" y="397042"/>
                  </a:lnTo>
                  <a:lnTo>
                    <a:pt x="4512" y="396290"/>
                  </a:lnTo>
                  <a:lnTo>
                    <a:pt x="5264" y="395538"/>
                  </a:lnTo>
                  <a:lnTo>
                    <a:pt x="6768" y="394034"/>
                  </a:lnTo>
                  <a:lnTo>
                    <a:pt x="7520" y="392530"/>
                  </a:lnTo>
                  <a:lnTo>
                    <a:pt x="10528" y="391026"/>
                  </a:lnTo>
                  <a:lnTo>
                    <a:pt x="15039" y="388019"/>
                  </a:lnTo>
                  <a:lnTo>
                    <a:pt x="16544" y="387266"/>
                  </a:lnTo>
                  <a:lnTo>
                    <a:pt x="17296" y="385763"/>
                  </a:lnTo>
                  <a:lnTo>
                    <a:pt x="19552" y="378243"/>
                  </a:lnTo>
                  <a:lnTo>
                    <a:pt x="19552" y="377491"/>
                  </a:lnTo>
                  <a:lnTo>
                    <a:pt x="21056" y="375987"/>
                  </a:lnTo>
                  <a:lnTo>
                    <a:pt x="21807" y="375235"/>
                  </a:lnTo>
                  <a:lnTo>
                    <a:pt x="23311" y="374483"/>
                  </a:lnTo>
                  <a:lnTo>
                    <a:pt x="25567" y="373731"/>
                  </a:lnTo>
                  <a:lnTo>
                    <a:pt x="67678" y="374483"/>
                  </a:lnTo>
                  <a:lnTo>
                    <a:pt x="72190" y="374483"/>
                  </a:lnTo>
                  <a:lnTo>
                    <a:pt x="74446" y="372979"/>
                  </a:lnTo>
                  <a:lnTo>
                    <a:pt x="76701" y="372227"/>
                  </a:lnTo>
                  <a:lnTo>
                    <a:pt x="77454" y="371475"/>
                  </a:lnTo>
                  <a:lnTo>
                    <a:pt x="78205" y="370723"/>
                  </a:lnTo>
                  <a:lnTo>
                    <a:pt x="81965" y="361700"/>
                  </a:lnTo>
                  <a:lnTo>
                    <a:pt x="81965" y="360947"/>
                  </a:lnTo>
                  <a:lnTo>
                    <a:pt x="81965" y="359444"/>
                  </a:lnTo>
                  <a:lnTo>
                    <a:pt x="81965" y="357940"/>
                  </a:lnTo>
                  <a:lnTo>
                    <a:pt x="83469" y="352676"/>
                  </a:lnTo>
                  <a:lnTo>
                    <a:pt x="86477" y="342148"/>
                  </a:lnTo>
                  <a:lnTo>
                    <a:pt x="87229" y="339892"/>
                  </a:lnTo>
                  <a:lnTo>
                    <a:pt x="87229" y="336132"/>
                  </a:lnTo>
                  <a:lnTo>
                    <a:pt x="87229" y="333877"/>
                  </a:lnTo>
                  <a:lnTo>
                    <a:pt x="87981" y="333125"/>
                  </a:lnTo>
                  <a:lnTo>
                    <a:pt x="87981" y="332372"/>
                  </a:lnTo>
                  <a:lnTo>
                    <a:pt x="89485" y="330868"/>
                  </a:lnTo>
                  <a:lnTo>
                    <a:pt x="90989" y="328613"/>
                  </a:lnTo>
                  <a:lnTo>
                    <a:pt x="91741" y="327861"/>
                  </a:lnTo>
                  <a:lnTo>
                    <a:pt x="92493" y="327109"/>
                  </a:lnTo>
                  <a:lnTo>
                    <a:pt x="93245" y="327109"/>
                  </a:lnTo>
                  <a:lnTo>
                    <a:pt x="93997" y="327109"/>
                  </a:lnTo>
                  <a:lnTo>
                    <a:pt x="94749" y="327109"/>
                  </a:lnTo>
                  <a:lnTo>
                    <a:pt x="96253" y="327109"/>
                  </a:lnTo>
                  <a:lnTo>
                    <a:pt x="97005" y="327109"/>
                  </a:lnTo>
                  <a:lnTo>
                    <a:pt x="98509" y="326357"/>
                  </a:lnTo>
                  <a:lnTo>
                    <a:pt x="101516" y="322597"/>
                  </a:lnTo>
                  <a:lnTo>
                    <a:pt x="102269" y="321845"/>
                  </a:lnTo>
                  <a:lnTo>
                    <a:pt x="104525" y="320341"/>
                  </a:lnTo>
                  <a:lnTo>
                    <a:pt x="105276" y="319589"/>
                  </a:lnTo>
                  <a:lnTo>
                    <a:pt x="106029" y="318837"/>
                  </a:lnTo>
                  <a:lnTo>
                    <a:pt x="106780" y="309813"/>
                  </a:lnTo>
                  <a:lnTo>
                    <a:pt x="106780" y="307557"/>
                  </a:lnTo>
                  <a:lnTo>
                    <a:pt x="106780" y="306053"/>
                  </a:lnTo>
                  <a:lnTo>
                    <a:pt x="109036" y="290262"/>
                  </a:lnTo>
                  <a:lnTo>
                    <a:pt x="109788" y="285750"/>
                  </a:lnTo>
                  <a:lnTo>
                    <a:pt x="111292" y="284246"/>
                  </a:lnTo>
                  <a:lnTo>
                    <a:pt x="112044" y="284246"/>
                  </a:lnTo>
                  <a:lnTo>
                    <a:pt x="116556" y="281238"/>
                  </a:lnTo>
                  <a:lnTo>
                    <a:pt x="118060" y="280487"/>
                  </a:lnTo>
                  <a:lnTo>
                    <a:pt x="118812" y="278230"/>
                  </a:lnTo>
                  <a:lnTo>
                    <a:pt x="120316" y="276727"/>
                  </a:lnTo>
                  <a:lnTo>
                    <a:pt x="121068" y="275974"/>
                  </a:lnTo>
                  <a:lnTo>
                    <a:pt x="121820" y="275974"/>
                  </a:lnTo>
                  <a:lnTo>
                    <a:pt x="122572" y="275974"/>
                  </a:lnTo>
                  <a:lnTo>
                    <a:pt x="123324" y="275974"/>
                  </a:lnTo>
                  <a:lnTo>
                    <a:pt x="124076" y="275223"/>
                  </a:lnTo>
                  <a:lnTo>
                    <a:pt x="128588" y="269959"/>
                  </a:lnTo>
                  <a:lnTo>
                    <a:pt x="129340" y="268455"/>
                  </a:lnTo>
                  <a:lnTo>
                    <a:pt x="129340" y="267703"/>
                  </a:lnTo>
                  <a:lnTo>
                    <a:pt x="129340" y="266951"/>
                  </a:lnTo>
                  <a:lnTo>
                    <a:pt x="127084" y="262439"/>
                  </a:lnTo>
                  <a:lnTo>
                    <a:pt x="126332" y="261687"/>
                  </a:lnTo>
                  <a:lnTo>
                    <a:pt x="126332" y="260935"/>
                  </a:lnTo>
                  <a:lnTo>
                    <a:pt x="126332" y="260183"/>
                  </a:lnTo>
                  <a:lnTo>
                    <a:pt x="127084" y="258679"/>
                  </a:lnTo>
                  <a:lnTo>
                    <a:pt x="127836" y="257927"/>
                  </a:lnTo>
                  <a:lnTo>
                    <a:pt x="128588" y="257927"/>
                  </a:lnTo>
                  <a:lnTo>
                    <a:pt x="131595" y="260183"/>
                  </a:lnTo>
                  <a:lnTo>
                    <a:pt x="132348" y="260183"/>
                  </a:lnTo>
                  <a:lnTo>
                    <a:pt x="133099" y="260183"/>
                  </a:lnTo>
                  <a:lnTo>
                    <a:pt x="134603" y="260935"/>
                  </a:lnTo>
                  <a:lnTo>
                    <a:pt x="135355" y="260183"/>
                  </a:lnTo>
                  <a:lnTo>
                    <a:pt x="136859" y="259431"/>
                  </a:lnTo>
                  <a:lnTo>
                    <a:pt x="138363" y="257927"/>
                  </a:lnTo>
                  <a:lnTo>
                    <a:pt x="139115" y="256423"/>
                  </a:lnTo>
                  <a:lnTo>
                    <a:pt x="139867" y="255671"/>
                  </a:lnTo>
                  <a:lnTo>
                    <a:pt x="140619" y="254919"/>
                  </a:lnTo>
                  <a:lnTo>
                    <a:pt x="140619" y="253415"/>
                  </a:lnTo>
                  <a:lnTo>
                    <a:pt x="140619" y="252663"/>
                  </a:lnTo>
                  <a:lnTo>
                    <a:pt x="140619" y="251911"/>
                  </a:lnTo>
                  <a:lnTo>
                    <a:pt x="139867" y="250408"/>
                  </a:lnTo>
                  <a:lnTo>
                    <a:pt x="139867" y="248904"/>
                  </a:lnTo>
                  <a:lnTo>
                    <a:pt x="140619" y="246648"/>
                  </a:lnTo>
                  <a:lnTo>
                    <a:pt x="143627" y="238376"/>
                  </a:lnTo>
                  <a:lnTo>
                    <a:pt x="144379" y="237624"/>
                  </a:lnTo>
                  <a:lnTo>
                    <a:pt x="144379" y="236120"/>
                  </a:lnTo>
                  <a:lnTo>
                    <a:pt x="144379" y="231608"/>
                  </a:lnTo>
                  <a:lnTo>
                    <a:pt x="145131" y="227096"/>
                  </a:lnTo>
                  <a:lnTo>
                    <a:pt x="145131" y="225592"/>
                  </a:lnTo>
                  <a:lnTo>
                    <a:pt x="144379" y="224840"/>
                  </a:lnTo>
                  <a:lnTo>
                    <a:pt x="144379" y="224089"/>
                  </a:lnTo>
                  <a:lnTo>
                    <a:pt x="143627" y="224089"/>
                  </a:lnTo>
                  <a:lnTo>
                    <a:pt x="142875" y="222584"/>
                  </a:lnTo>
                  <a:lnTo>
                    <a:pt x="142875" y="221080"/>
                  </a:lnTo>
                  <a:lnTo>
                    <a:pt x="143627" y="217321"/>
                  </a:lnTo>
                  <a:lnTo>
                    <a:pt x="143627" y="212809"/>
                  </a:lnTo>
                  <a:lnTo>
                    <a:pt x="143627" y="207545"/>
                  </a:lnTo>
                  <a:lnTo>
                    <a:pt x="142875" y="203033"/>
                  </a:lnTo>
                  <a:lnTo>
                    <a:pt x="142123" y="202281"/>
                  </a:lnTo>
                  <a:lnTo>
                    <a:pt x="139867" y="199273"/>
                  </a:lnTo>
                  <a:lnTo>
                    <a:pt x="139115" y="197769"/>
                  </a:lnTo>
                  <a:lnTo>
                    <a:pt x="131595" y="190250"/>
                  </a:lnTo>
                  <a:lnTo>
                    <a:pt x="130844" y="189497"/>
                  </a:lnTo>
                  <a:lnTo>
                    <a:pt x="129340" y="189497"/>
                  </a:lnTo>
                  <a:lnTo>
                    <a:pt x="127836" y="188746"/>
                  </a:lnTo>
                  <a:lnTo>
                    <a:pt x="127084" y="188746"/>
                  </a:lnTo>
                  <a:lnTo>
                    <a:pt x="126332" y="187242"/>
                  </a:lnTo>
                  <a:lnTo>
                    <a:pt x="126332" y="186490"/>
                  </a:lnTo>
                  <a:lnTo>
                    <a:pt x="126332" y="184986"/>
                  </a:lnTo>
                  <a:lnTo>
                    <a:pt x="129340" y="179722"/>
                  </a:lnTo>
                  <a:lnTo>
                    <a:pt x="130092" y="176714"/>
                  </a:lnTo>
                  <a:lnTo>
                    <a:pt x="130092" y="175962"/>
                  </a:lnTo>
                  <a:lnTo>
                    <a:pt x="129340" y="175210"/>
                  </a:lnTo>
                  <a:lnTo>
                    <a:pt x="128588" y="174458"/>
                  </a:lnTo>
                  <a:lnTo>
                    <a:pt x="127836" y="174458"/>
                  </a:lnTo>
                  <a:lnTo>
                    <a:pt x="126332" y="173706"/>
                  </a:lnTo>
                  <a:lnTo>
                    <a:pt x="125580" y="173706"/>
                  </a:lnTo>
                  <a:lnTo>
                    <a:pt x="125580" y="172202"/>
                  </a:lnTo>
                  <a:lnTo>
                    <a:pt x="125580" y="170698"/>
                  </a:lnTo>
                  <a:lnTo>
                    <a:pt x="126332" y="169194"/>
                  </a:lnTo>
                  <a:lnTo>
                    <a:pt x="125580" y="168442"/>
                  </a:lnTo>
                  <a:lnTo>
                    <a:pt x="123324" y="167691"/>
                  </a:lnTo>
                  <a:lnTo>
                    <a:pt x="122572" y="166938"/>
                  </a:lnTo>
                  <a:lnTo>
                    <a:pt x="121820" y="166938"/>
                  </a:lnTo>
                  <a:lnTo>
                    <a:pt x="121820" y="166186"/>
                  </a:lnTo>
                  <a:lnTo>
                    <a:pt x="120316" y="163178"/>
                  </a:lnTo>
                  <a:lnTo>
                    <a:pt x="119564" y="163178"/>
                  </a:lnTo>
                  <a:lnTo>
                    <a:pt x="118812" y="162427"/>
                  </a:lnTo>
                  <a:lnTo>
                    <a:pt x="118060" y="161674"/>
                  </a:lnTo>
                  <a:lnTo>
                    <a:pt x="117308" y="161674"/>
                  </a:lnTo>
                  <a:lnTo>
                    <a:pt x="115804" y="161674"/>
                  </a:lnTo>
                  <a:lnTo>
                    <a:pt x="115052" y="161674"/>
                  </a:lnTo>
                  <a:lnTo>
                    <a:pt x="114300" y="161674"/>
                  </a:lnTo>
                  <a:lnTo>
                    <a:pt x="112796" y="162427"/>
                  </a:lnTo>
                  <a:lnTo>
                    <a:pt x="112044" y="163178"/>
                  </a:lnTo>
                  <a:lnTo>
                    <a:pt x="110540" y="164682"/>
                  </a:lnTo>
                  <a:lnTo>
                    <a:pt x="109788" y="164682"/>
                  </a:lnTo>
                  <a:lnTo>
                    <a:pt x="109036" y="164682"/>
                  </a:lnTo>
                  <a:lnTo>
                    <a:pt x="108284" y="164682"/>
                  </a:lnTo>
                  <a:lnTo>
                    <a:pt x="106780" y="163931"/>
                  </a:lnTo>
                  <a:lnTo>
                    <a:pt x="105276" y="163178"/>
                  </a:lnTo>
                  <a:lnTo>
                    <a:pt x="103020" y="162427"/>
                  </a:lnTo>
                  <a:lnTo>
                    <a:pt x="102269" y="161674"/>
                  </a:lnTo>
                  <a:lnTo>
                    <a:pt x="102269" y="160923"/>
                  </a:lnTo>
                  <a:lnTo>
                    <a:pt x="100765" y="157914"/>
                  </a:lnTo>
                  <a:lnTo>
                    <a:pt x="98509" y="156411"/>
                  </a:lnTo>
                  <a:lnTo>
                    <a:pt x="97757" y="155659"/>
                  </a:lnTo>
                  <a:lnTo>
                    <a:pt x="97757" y="154907"/>
                  </a:lnTo>
                  <a:lnTo>
                    <a:pt x="97757" y="154155"/>
                  </a:lnTo>
                  <a:lnTo>
                    <a:pt x="98509" y="153403"/>
                  </a:lnTo>
                  <a:lnTo>
                    <a:pt x="98509" y="152651"/>
                  </a:lnTo>
                  <a:lnTo>
                    <a:pt x="99261" y="151147"/>
                  </a:lnTo>
                  <a:lnTo>
                    <a:pt x="100013" y="150395"/>
                  </a:lnTo>
                  <a:lnTo>
                    <a:pt x="100765" y="150395"/>
                  </a:lnTo>
                  <a:lnTo>
                    <a:pt x="102269" y="149643"/>
                  </a:lnTo>
                  <a:lnTo>
                    <a:pt x="103773" y="148891"/>
                  </a:lnTo>
                  <a:lnTo>
                    <a:pt x="108284" y="148891"/>
                  </a:lnTo>
                  <a:lnTo>
                    <a:pt x="112044" y="148891"/>
                  </a:lnTo>
                  <a:lnTo>
                    <a:pt x="115052" y="148891"/>
                  </a:lnTo>
                  <a:lnTo>
                    <a:pt x="116556" y="148891"/>
                  </a:lnTo>
                  <a:lnTo>
                    <a:pt x="117308" y="148891"/>
                  </a:lnTo>
                  <a:lnTo>
                    <a:pt x="118060" y="149643"/>
                  </a:lnTo>
                  <a:lnTo>
                    <a:pt x="118060" y="150395"/>
                  </a:lnTo>
                  <a:lnTo>
                    <a:pt x="118060" y="151147"/>
                  </a:lnTo>
                  <a:lnTo>
                    <a:pt x="118812" y="151899"/>
                  </a:lnTo>
                  <a:lnTo>
                    <a:pt x="120316" y="152651"/>
                  </a:lnTo>
                  <a:lnTo>
                    <a:pt x="136859" y="151899"/>
                  </a:lnTo>
                  <a:lnTo>
                    <a:pt x="139867" y="151147"/>
                  </a:lnTo>
                  <a:lnTo>
                    <a:pt x="142123" y="150395"/>
                  </a:lnTo>
                  <a:lnTo>
                    <a:pt x="142875" y="150395"/>
                  </a:lnTo>
                  <a:lnTo>
                    <a:pt x="144379" y="148891"/>
                  </a:lnTo>
                  <a:lnTo>
                    <a:pt x="145131" y="148139"/>
                  </a:lnTo>
                  <a:lnTo>
                    <a:pt x="145131" y="147387"/>
                  </a:lnTo>
                  <a:lnTo>
                    <a:pt x="145883" y="145883"/>
                  </a:lnTo>
                  <a:lnTo>
                    <a:pt x="146635" y="144379"/>
                  </a:lnTo>
                  <a:lnTo>
                    <a:pt x="146635" y="143627"/>
                  </a:lnTo>
                  <a:lnTo>
                    <a:pt x="146635" y="141371"/>
                  </a:lnTo>
                  <a:lnTo>
                    <a:pt x="145131" y="130844"/>
                  </a:lnTo>
                  <a:lnTo>
                    <a:pt x="144379" y="130092"/>
                  </a:lnTo>
                  <a:lnTo>
                    <a:pt x="144379" y="129340"/>
                  </a:lnTo>
                  <a:lnTo>
                    <a:pt x="143627" y="128588"/>
                  </a:lnTo>
                  <a:lnTo>
                    <a:pt x="143627" y="127836"/>
                  </a:lnTo>
                  <a:lnTo>
                    <a:pt x="142875" y="127084"/>
                  </a:lnTo>
                  <a:lnTo>
                    <a:pt x="142123" y="127084"/>
                  </a:lnTo>
                  <a:lnTo>
                    <a:pt x="141371" y="127084"/>
                  </a:lnTo>
                  <a:lnTo>
                    <a:pt x="133099" y="126332"/>
                  </a:lnTo>
                  <a:lnTo>
                    <a:pt x="131595" y="126332"/>
                  </a:lnTo>
                  <a:lnTo>
                    <a:pt x="130844" y="125580"/>
                  </a:lnTo>
                  <a:lnTo>
                    <a:pt x="130092" y="125580"/>
                  </a:lnTo>
                  <a:lnTo>
                    <a:pt x="130092" y="124828"/>
                  </a:lnTo>
                  <a:lnTo>
                    <a:pt x="129340" y="124076"/>
                  </a:lnTo>
                  <a:lnTo>
                    <a:pt x="129340" y="122572"/>
                  </a:lnTo>
                  <a:lnTo>
                    <a:pt x="129340" y="121820"/>
                  </a:lnTo>
                  <a:lnTo>
                    <a:pt x="130844" y="114300"/>
                  </a:lnTo>
                  <a:lnTo>
                    <a:pt x="132348" y="106029"/>
                  </a:lnTo>
                  <a:lnTo>
                    <a:pt x="133099" y="99261"/>
                  </a:lnTo>
                  <a:lnTo>
                    <a:pt x="133099" y="94749"/>
                  </a:lnTo>
                  <a:lnTo>
                    <a:pt x="133852" y="92493"/>
                  </a:lnTo>
                  <a:lnTo>
                    <a:pt x="133099" y="89485"/>
                  </a:lnTo>
                  <a:lnTo>
                    <a:pt x="132348" y="87981"/>
                  </a:lnTo>
                  <a:lnTo>
                    <a:pt x="132348" y="87229"/>
                  </a:lnTo>
                  <a:lnTo>
                    <a:pt x="130092" y="84221"/>
                  </a:lnTo>
                  <a:lnTo>
                    <a:pt x="129340" y="83469"/>
                  </a:lnTo>
                  <a:lnTo>
                    <a:pt x="127836" y="81965"/>
                  </a:lnTo>
                  <a:lnTo>
                    <a:pt x="126332" y="81214"/>
                  </a:lnTo>
                  <a:lnTo>
                    <a:pt x="124076" y="79709"/>
                  </a:lnTo>
                  <a:lnTo>
                    <a:pt x="122572" y="78957"/>
                  </a:lnTo>
                  <a:lnTo>
                    <a:pt x="121068" y="78205"/>
                  </a:lnTo>
                  <a:lnTo>
                    <a:pt x="120316" y="76701"/>
                  </a:lnTo>
                  <a:lnTo>
                    <a:pt x="115804" y="81214"/>
                  </a:lnTo>
                  <a:lnTo>
                    <a:pt x="113548" y="82717"/>
                  </a:lnTo>
                  <a:lnTo>
                    <a:pt x="112796" y="82717"/>
                  </a:lnTo>
                  <a:lnTo>
                    <a:pt x="111292" y="81965"/>
                  </a:lnTo>
                  <a:lnTo>
                    <a:pt x="114300" y="75950"/>
                  </a:lnTo>
                  <a:lnTo>
                    <a:pt x="114300" y="73694"/>
                  </a:lnTo>
                  <a:lnTo>
                    <a:pt x="112796" y="71438"/>
                  </a:lnTo>
                  <a:lnTo>
                    <a:pt x="112796" y="69934"/>
                  </a:lnTo>
                  <a:lnTo>
                    <a:pt x="112044" y="67678"/>
                  </a:lnTo>
                  <a:lnTo>
                    <a:pt x="112796" y="66174"/>
                  </a:lnTo>
                  <a:lnTo>
                    <a:pt x="112796" y="65422"/>
                  </a:lnTo>
                  <a:lnTo>
                    <a:pt x="116556" y="62414"/>
                  </a:lnTo>
                  <a:lnTo>
                    <a:pt x="119564" y="58654"/>
                  </a:lnTo>
                  <a:lnTo>
                    <a:pt x="122572" y="52638"/>
                  </a:lnTo>
                  <a:lnTo>
                    <a:pt x="124076" y="50382"/>
                  </a:lnTo>
                  <a:lnTo>
                    <a:pt x="124828" y="48878"/>
                  </a:lnTo>
                  <a:lnTo>
                    <a:pt x="125580" y="48127"/>
                  </a:lnTo>
                  <a:lnTo>
                    <a:pt x="127084" y="48127"/>
                  </a:lnTo>
                  <a:lnTo>
                    <a:pt x="130092" y="48127"/>
                  </a:lnTo>
                  <a:lnTo>
                    <a:pt x="130844" y="48127"/>
                  </a:lnTo>
                  <a:lnTo>
                    <a:pt x="131595" y="48127"/>
                  </a:lnTo>
                  <a:lnTo>
                    <a:pt x="141371" y="39103"/>
                  </a:lnTo>
                  <a:lnTo>
                    <a:pt x="142875" y="37599"/>
                  </a:lnTo>
                  <a:lnTo>
                    <a:pt x="144379" y="36847"/>
                  </a:lnTo>
                  <a:lnTo>
                    <a:pt x="145131" y="36847"/>
                  </a:lnTo>
                  <a:lnTo>
                    <a:pt x="145883" y="36847"/>
                  </a:lnTo>
                  <a:lnTo>
                    <a:pt x="147387" y="36847"/>
                  </a:lnTo>
                  <a:lnTo>
                    <a:pt x="148139" y="36847"/>
                  </a:lnTo>
                  <a:lnTo>
                    <a:pt x="148891" y="36847"/>
                  </a:lnTo>
                  <a:lnTo>
                    <a:pt x="149643" y="37599"/>
                  </a:lnTo>
                  <a:lnTo>
                    <a:pt x="150395" y="37599"/>
                  </a:lnTo>
                  <a:lnTo>
                    <a:pt x="151899" y="39855"/>
                  </a:lnTo>
                  <a:lnTo>
                    <a:pt x="152651" y="40607"/>
                  </a:lnTo>
                  <a:lnTo>
                    <a:pt x="154907" y="41359"/>
                  </a:lnTo>
                  <a:lnTo>
                    <a:pt x="155659" y="42111"/>
                  </a:lnTo>
                  <a:lnTo>
                    <a:pt x="157163" y="43615"/>
                  </a:lnTo>
                  <a:lnTo>
                    <a:pt x="158667" y="44367"/>
                  </a:lnTo>
                  <a:lnTo>
                    <a:pt x="159419" y="44367"/>
                  </a:lnTo>
                  <a:lnTo>
                    <a:pt x="163178" y="44367"/>
                  </a:lnTo>
                  <a:lnTo>
                    <a:pt x="165434" y="44367"/>
                  </a:lnTo>
                  <a:lnTo>
                    <a:pt x="166186" y="44367"/>
                  </a:lnTo>
                  <a:lnTo>
                    <a:pt x="168442" y="44367"/>
                  </a:lnTo>
                  <a:lnTo>
                    <a:pt x="169194" y="43615"/>
                  </a:lnTo>
                  <a:lnTo>
                    <a:pt x="169194" y="42111"/>
                  </a:lnTo>
                  <a:lnTo>
                    <a:pt x="169194" y="39103"/>
                  </a:lnTo>
                  <a:lnTo>
                    <a:pt x="168442" y="37599"/>
                  </a:lnTo>
                  <a:lnTo>
                    <a:pt x="168442" y="36847"/>
                  </a:lnTo>
                  <a:lnTo>
                    <a:pt x="168442" y="35343"/>
                  </a:lnTo>
                  <a:lnTo>
                    <a:pt x="167691" y="35343"/>
                  </a:lnTo>
                  <a:lnTo>
                    <a:pt x="147387" y="15792"/>
                  </a:lnTo>
                  <a:lnTo>
                    <a:pt x="146635" y="15039"/>
                  </a:lnTo>
                  <a:lnTo>
                    <a:pt x="146635" y="14288"/>
                  </a:lnTo>
                  <a:lnTo>
                    <a:pt x="146635" y="12784"/>
                  </a:lnTo>
                  <a:lnTo>
                    <a:pt x="147387" y="12032"/>
                  </a:lnTo>
                  <a:lnTo>
                    <a:pt x="148139" y="12032"/>
                  </a:lnTo>
                  <a:lnTo>
                    <a:pt x="148891" y="12032"/>
                  </a:lnTo>
                  <a:lnTo>
                    <a:pt x="150395" y="13536"/>
                  </a:lnTo>
                  <a:lnTo>
                    <a:pt x="151147" y="14288"/>
                  </a:lnTo>
                  <a:lnTo>
                    <a:pt x="151899" y="14288"/>
                  </a:lnTo>
                  <a:lnTo>
                    <a:pt x="152651" y="15039"/>
                  </a:lnTo>
                  <a:lnTo>
                    <a:pt x="154155" y="15039"/>
                  </a:lnTo>
                  <a:lnTo>
                    <a:pt x="155659" y="14288"/>
                  </a:lnTo>
                  <a:lnTo>
                    <a:pt x="158667" y="13536"/>
                  </a:lnTo>
                  <a:lnTo>
                    <a:pt x="159419" y="13536"/>
                  </a:lnTo>
                  <a:lnTo>
                    <a:pt x="160171" y="13536"/>
                  </a:lnTo>
                  <a:lnTo>
                    <a:pt x="160923" y="13536"/>
                  </a:lnTo>
                  <a:lnTo>
                    <a:pt x="161674" y="14288"/>
                  </a:lnTo>
                  <a:lnTo>
                    <a:pt x="163178" y="15039"/>
                  </a:lnTo>
                  <a:lnTo>
                    <a:pt x="163931" y="15792"/>
                  </a:lnTo>
                  <a:lnTo>
                    <a:pt x="164682" y="15792"/>
                  </a:lnTo>
                  <a:lnTo>
                    <a:pt x="165434" y="15792"/>
                  </a:lnTo>
                  <a:lnTo>
                    <a:pt x="166186" y="15792"/>
                  </a:lnTo>
                  <a:lnTo>
                    <a:pt x="168442" y="14288"/>
                  </a:lnTo>
                  <a:lnTo>
                    <a:pt x="170698" y="13536"/>
                  </a:lnTo>
                  <a:lnTo>
                    <a:pt x="172954" y="12032"/>
                  </a:lnTo>
                  <a:lnTo>
                    <a:pt x="174458" y="11280"/>
                  </a:lnTo>
                  <a:lnTo>
                    <a:pt x="175210" y="11280"/>
                  </a:lnTo>
                  <a:lnTo>
                    <a:pt x="175962" y="11280"/>
                  </a:lnTo>
                  <a:lnTo>
                    <a:pt x="180474" y="12784"/>
                  </a:lnTo>
                  <a:lnTo>
                    <a:pt x="182730" y="12784"/>
                  </a:lnTo>
                  <a:lnTo>
                    <a:pt x="184234" y="13536"/>
                  </a:lnTo>
                  <a:lnTo>
                    <a:pt x="186490" y="12784"/>
                  </a:lnTo>
                  <a:lnTo>
                    <a:pt x="188746" y="11280"/>
                  </a:lnTo>
                  <a:lnTo>
                    <a:pt x="195513" y="7520"/>
                  </a:lnTo>
                  <a:lnTo>
                    <a:pt x="197017" y="6016"/>
                  </a:lnTo>
                  <a:lnTo>
                    <a:pt x="199273" y="6016"/>
                  </a:lnTo>
                  <a:lnTo>
                    <a:pt x="204537" y="4512"/>
                  </a:lnTo>
                  <a:lnTo>
                    <a:pt x="206041" y="4512"/>
                  </a:lnTo>
                  <a:lnTo>
                    <a:pt x="206793" y="4512"/>
                  </a:lnTo>
                  <a:lnTo>
                    <a:pt x="207545" y="4512"/>
                  </a:lnTo>
                  <a:lnTo>
                    <a:pt x="208297" y="4512"/>
                  </a:lnTo>
                  <a:lnTo>
                    <a:pt x="211305" y="7520"/>
                  </a:lnTo>
                  <a:lnTo>
                    <a:pt x="212057" y="8272"/>
                  </a:lnTo>
                  <a:lnTo>
                    <a:pt x="212809" y="9024"/>
                  </a:lnTo>
                  <a:lnTo>
                    <a:pt x="213561" y="9024"/>
                  </a:lnTo>
                  <a:lnTo>
                    <a:pt x="215065" y="9024"/>
                  </a:lnTo>
                  <a:lnTo>
                    <a:pt x="215817" y="9024"/>
                  </a:lnTo>
                  <a:lnTo>
                    <a:pt x="216569" y="8272"/>
                  </a:lnTo>
                  <a:lnTo>
                    <a:pt x="217321" y="7520"/>
                  </a:lnTo>
                  <a:lnTo>
                    <a:pt x="217321" y="6768"/>
                  </a:lnTo>
                  <a:lnTo>
                    <a:pt x="216569" y="3760"/>
                  </a:lnTo>
                  <a:lnTo>
                    <a:pt x="216569" y="3008"/>
                  </a:lnTo>
                  <a:lnTo>
                    <a:pt x="216569" y="1504"/>
                  </a:lnTo>
                  <a:lnTo>
                    <a:pt x="218072" y="752"/>
                  </a:lnTo>
                  <a:lnTo>
                    <a:pt x="218825" y="0"/>
                  </a:lnTo>
                  <a:lnTo>
                    <a:pt x="219576" y="0"/>
                  </a:lnTo>
                  <a:lnTo>
                    <a:pt x="219576" y="752"/>
                  </a:lnTo>
                  <a:lnTo>
                    <a:pt x="220329" y="2256"/>
                  </a:lnTo>
                  <a:lnTo>
                    <a:pt x="220329" y="3008"/>
                  </a:lnTo>
                  <a:lnTo>
                    <a:pt x="221080" y="3760"/>
                  </a:lnTo>
                  <a:lnTo>
                    <a:pt x="221832" y="3760"/>
                  </a:lnTo>
                  <a:lnTo>
                    <a:pt x="229352" y="6016"/>
                  </a:lnTo>
                  <a:lnTo>
                    <a:pt x="230856" y="7520"/>
                  </a:lnTo>
                  <a:lnTo>
                    <a:pt x="231608" y="7520"/>
                  </a:lnTo>
                  <a:lnTo>
                    <a:pt x="234616" y="7520"/>
                  </a:lnTo>
                  <a:lnTo>
                    <a:pt x="235368" y="7520"/>
                  </a:lnTo>
                  <a:lnTo>
                    <a:pt x="236120" y="8272"/>
                  </a:lnTo>
                  <a:lnTo>
                    <a:pt x="236120" y="9024"/>
                  </a:lnTo>
                  <a:lnTo>
                    <a:pt x="236872" y="9776"/>
                  </a:lnTo>
                  <a:lnTo>
                    <a:pt x="237624" y="10528"/>
                  </a:lnTo>
                  <a:lnTo>
                    <a:pt x="238376" y="11280"/>
                  </a:lnTo>
                  <a:lnTo>
                    <a:pt x="239128" y="11280"/>
                  </a:lnTo>
                  <a:lnTo>
                    <a:pt x="240632" y="11280"/>
                  </a:lnTo>
                  <a:lnTo>
                    <a:pt x="241384" y="11280"/>
                  </a:lnTo>
                  <a:lnTo>
                    <a:pt x="243640" y="11280"/>
                  </a:lnTo>
                  <a:lnTo>
                    <a:pt x="244391" y="11280"/>
                  </a:lnTo>
                  <a:lnTo>
                    <a:pt x="245144" y="11280"/>
                  </a:lnTo>
                  <a:lnTo>
                    <a:pt x="245895" y="12032"/>
                  </a:lnTo>
                  <a:lnTo>
                    <a:pt x="246648" y="12032"/>
                  </a:lnTo>
                  <a:lnTo>
                    <a:pt x="246648" y="12784"/>
                  </a:lnTo>
                  <a:lnTo>
                    <a:pt x="248151" y="13536"/>
                  </a:lnTo>
                  <a:lnTo>
                    <a:pt x="248904" y="14288"/>
                  </a:lnTo>
                  <a:lnTo>
                    <a:pt x="249655" y="14288"/>
                  </a:lnTo>
                  <a:lnTo>
                    <a:pt x="252663" y="15792"/>
                  </a:lnTo>
                  <a:lnTo>
                    <a:pt x="254167" y="16544"/>
                  </a:lnTo>
                  <a:close/>
                  <a:moveTo>
                    <a:pt x="1900238" y="434641"/>
                  </a:moveTo>
                  <a:lnTo>
                    <a:pt x="1898734" y="430881"/>
                  </a:lnTo>
                  <a:lnTo>
                    <a:pt x="1898734" y="429377"/>
                  </a:lnTo>
                  <a:lnTo>
                    <a:pt x="1900990" y="430129"/>
                  </a:lnTo>
                  <a:lnTo>
                    <a:pt x="1903246" y="432385"/>
                  </a:lnTo>
                  <a:lnTo>
                    <a:pt x="1901742" y="432385"/>
                  </a:lnTo>
                  <a:lnTo>
                    <a:pt x="1901742" y="433137"/>
                  </a:lnTo>
                  <a:lnTo>
                    <a:pt x="1900990" y="433889"/>
                  </a:lnTo>
                  <a:lnTo>
                    <a:pt x="1900238" y="434641"/>
                  </a:lnTo>
                  <a:close/>
                  <a:moveTo>
                    <a:pt x="1968668" y="424113"/>
                  </a:moveTo>
                  <a:lnTo>
                    <a:pt x="1968668" y="423362"/>
                  </a:lnTo>
                  <a:lnTo>
                    <a:pt x="1969419" y="423362"/>
                  </a:lnTo>
                  <a:lnTo>
                    <a:pt x="1969419" y="422609"/>
                  </a:lnTo>
                  <a:lnTo>
                    <a:pt x="1969419" y="423362"/>
                  </a:lnTo>
                  <a:lnTo>
                    <a:pt x="1969419" y="424113"/>
                  </a:lnTo>
                  <a:lnTo>
                    <a:pt x="1968668" y="424113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2" name="Forma Livre: Forma 231">
              <a:extLst>
                <a:ext uri="{FF2B5EF4-FFF2-40B4-BE49-F238E27FC236}">
                  <a16:creationId xmlns:a16="http://schemas.microsoft.com/office/drawing/2014/main" id="{F2CA7481-FEFF-5CAA-02E2-8D0060830888}"/>
                </a:ext>
              </a:extLst>
            </p:cNvPr>
            <p:cNvSpPr/>
            <p:nvPr/>
          </p:nvSpPr>
          <p:spPr>
            <a:xfrm>
              <a:off x="8271008" y="5428498"/>
              <a:ext cx="591051" cy="421105"/>
            </a:xfrm>
            <a:custGeom>
              <a:avLst/>
              <a:gdLst>
                <a:gd name="csX0" fmla="*/ 454192 w 591051"/>
                <a:gd name="csY0" fmla="*/ 0 h 421105"/>
                <a:gd name="csX1" fmla="*/ 462464 w 591051"/>
                <a:gd name="csY1" fmla="*/ 3008 h 421105"/>
                <a:gd name="csX2" fmla="*/ 470736 w 591051"/>
                <a:gd name="csY2" fmla="*/ 5264 h 421105"/>
                <a:gd name="csX3" fmla="*/ 471488 w 591051"/>
                <a:gd name="csY3" fmla="*/ 6016 h 421105"/>
                <a:gd name="csX4" fmla="*/ 472240 w 591051"/>
                <a:gd name="csY4" fmla="*/ 6768 h 421105"/>
                <a:gd name="csX5" fmla="*/ 472992 w 591051"/>
                <a:gd name="csY5" fmla="*/ 6768 h 421105"/>
                <a:gd name="csX6" fmla="*/ 472992 w 591051"/>
                <a:gd name="csY6" fmla="*/ 7520 h 421105"/>
                <a:gd name="csX7" fmla="*/ 472992 w 591051"/>
                <a:gd name="csY7" fmla="*/ 9024 h 421105"/>
                <a:gd name="csX8" fmla="*/ 472992 w 591051"/>
                <a:gd name="csY8" fmla="*/ 11280 h 421105"/>
                <a:gd name="csX9" fmla="*/ 472992 w 591051"/>
                <a:gd name="csY9" fmla="*/ 12784 h 421105"/>
                <a:gd name="csX10" fmla="*/ 473743 w 591051"/>
                <a:gd name="csY10" fmla="*/ 13536 h 421105"/>
                <a:gd name="csX11" fmla="*/ 474496 w 591051"/>
                <a:gd name="csY11" fmla="*/ 14288 h 421105"/>
                <a:gd name="csX12" fmla="*/ 476000 w 591051"/>
                <a:gd name="csY12" fmla="*/ 15039 h 421105"/>
                <a:gd name="csX13" fmla="*/ 476000 w 591051"/>
                <a:gd name="csY13" fmla="*/ 15792 h 421105"/>
                <a:gd name="csX14" fmla="*/ 476000 w 591051"/>
                <a:gd name="csY14" fmla="*/ 17296 h 421105"/>
                <a:gd name="csX15" fmla="*/ 475247 w 591051"/>
                <a:gd name="csY15" fmla="*/ 18048 h 421105"/>
                <a:gd name="csX16" fmla="*/ 475247 w 591051"/>
                <a:gd name="csY16" fmla="*/ 20303 h 421105"/>
                <a:gd name="csX17" fmla="*/ 475247 w 591051"/>
                <a:gd name="csY17" fmla="*/ 21807 h 421105"/>
                <a:gd name="csX18" fmla="*/ 474496 w 591051"/>
                <a:gd name="csY18" fmla="*/ 23311 h 421105"/>
                <a:gd name="csX19" fmla="*/ 474496 w 591051"/>
                <a:gd name="csY19" fmla="*/ 24815 h 421105"/>
                <a:gd name="csX20" fmla="*/ 475247 w 591051"/>
                <a:gd name="csY20" fmla="*/ 26319 h 421105"/>
                <a:gd name="csX21" fmla="*/ 476000 w 591051"/>
                <a:gd name="csY21" fmla="*/ 29327 h 421105"/>
                <a:gd name="csX22" fmla="*/ 476752 w 591051"/>
                <a:gd name="csY22" fmla="*/ 32335 h 421105"/>
                <a:gd name="csX23" fmla="*/ 476752 w 591051"/>
                <a:gd name="csY23" fmla="*/ 33087 h 421105"/>
                <a:gd name="csX24" fmla="*/ 476752 w 591051"/>
                <a:gd name="csY24" fmla="*/ 33839 h 421105"/>
                <a:gd name="csX25" fmla="*/ 476000 w 591051"/>
                <a:gd name="csY25" fmla="*/ 36095 h 421105"/>
                <a:gd name="csX26" fmla="*/ 476000 w 591051"/>
                <a:gd name="csY26" fmla="*/ 37599 h 421105"/>
                <a:gd name="csX27" fmla="*/ 476000 w 591051"/>
                <a:gd name="csY27" fmla="*/ 38351 h 421105"/>
                <a:gd name="csX28" fmla="*/ 476000 w 591051"/>
                <a:gd name="csY28" fmla="*/ 39855 h 421105"/>
                <a:gd name="csX29" fmla="*/ 476000 w 591051"/>
                <a:gd name="csY29" fmla="*/ 40607 h 421105"/>
                <a:gd name="csX30" fmla="*/ 475247 w 591051"/>
                <a:gd name="csY30" fmla="*/ 41359 h 421105"/>
                <a:gd name="csX31" fmla="*/ 475247 w 591051"/>
                <a:gd name="csY31" fmla="*/ 42111 h 421105"/>
                <a:gd name="csX32" fmla="*/ 474496 w 591051"/>
                <a:gd name="csY32" fmla="*/ 42863 h 421105"/>
                <a:gd name="csX33" fmla="*/ 475247 w 591051"/>
                <a:gd name="csY33" fmla="*/ 45871 h 421105"/>
                <a:gd name="csX34" fmla="*/ 475247 w 591051"/>
                <a:gd name="csY34" fmla="*/ 46622 h 421105"/>
                <a:gd name="csX35" fmla="*/ 475247 w 591051"/>
                <a:gd name="csY35" fmla="*/ 48127 h 421105"/>
                <a:gd name="csX36" fmla="*/ 475247 w 591051"/>
                <a:gd name="csY36" fmla="*/ 49631 h 421105"/>
                <a:gd name="csX37" fmla="*/ 476000 w 591051"/>
                <a:gd name="csY37" fmla="*/ 50382 h 421105"/>
                <a:gd name="csX38" fmla="*/ 476752 w 591051"/>
                <a:gd name="csY38" fmla="*/ 51135 h 421105"/>
                <a:gd name="csX39" fmla="*/ 477503 w 591051"/>
                <a:gd name="csY39" fmla="*/ 51886 h 421105"/>
                <a:gd name="csX40" fmla="*/ 476752 w 591051"/>
                <a:gd name="csY40" fmla="*/ 52638 h 421105"/>
                <a:gd name="csX41" fmla="*/ 476752 w 591051"/>
                <a:gd name="csY41" fmla="*/ 53390 h 421105"/>
                <a:gd name="csX42" fmla="*/ 477503 w 591051"/>
                <a:gd name="csY42" fmla="*/ 54142 h 421105"/>
                <a:gd name="csX43" fmla="*/ 478256 w 591051"/>
                <a:gd name="csY43" fmla="*/ 54142 h 421105"/>
                <a:gd name="csX44" fmla="*/ 479007 w 591051"/>
                <a:gd name="csY44" fmla="*/ 53390 h 421105"/>
                <a:gd name="csX45" fmla="*/ 479760 w 591051"/>
                <a:gd name="csY45" fmla="*/ 53390 h 421105"/>
                <a:gd name="csX46" fmla="*/ 480511 w 591051"/>
                <a:gd name="csY46" fmla="*/ 53390 h 421105"/>
                <a:gd name="csX47" fmla="*/ 481263 w 591051"/>
                <a:gd name="csY47" fmla="*/ 53390 h 421105"/>
                <a:gd name="csX48" fmla="*/ 482767 w 591051"/>
                <a:gd name="csY48" fmla="*/ 54142 h 421105"/>
                <a:gd name="csX49" fmla="*/ 483519 w 591051"/>
                <a:gd name="csY49" fmla="*/ 54142 h 421105"/>
                <a:gd name="csX50" fmla="*/ 486527 w 591051"/>
                <a:gd name="csY50" fmla="*/ 57150 h 421105"/>
                <a:gd name="csX51" fmla="*/ 487279 w 591051"/>
                <a:gd name="csY51" fmla="*/ 57150 h 421105"/>
                <a:gd name="csX52" fmla="*/ 491039 w 591051"/>
                <a:gd name="csY52" fmla="*/ 58654 h 421105"/>
                <a:gd name="csX53" fmla="*/ 492543 w 591051"/>
                <a:gd name="csY53" fmla="*/ 59406 h 421105"/>
                <a:gd name="csX54" fmla="*/ 495551 w 591051"/>
                <a:gd name="csY54" fmla="*/ 60158 h 421105"/>
                <a:gd name="csX55" fmla="*/ 497807 w 591051"/>
                <a:gd name="csY55" fmla="*/ 62414 h 421105"/>
                <a:gd name="csX56" fmla="*/ 499311 w 591051"/>
                <a:gd name="csY56" fmla="*/ 63166 h 421105"/>
                <a:gd name="csX57" fmla="*/ 500815 w 591051"/>
                <a:gd name="csY57" fmla="*/ 63166 h 421105"/>
                <a:gd name="csX58" fmla="*/ 501567 w 591051"/>
                <a:gd name="csY58" fmla="*/ 63166 h 421105"/>
                <a:gd name="csX59" fmla="*/ 502319 w 591051"/>
                <a:gd name="csY59" fmla="*/ 63918 h 421105"/>
                <a:gd name="csX60" fmla="*/ 503822 w 591051"/>
                <a:gd name="csY60" fmla="*/ 63918 h 421105"/>
                <a:gd name="csX61" fmla="*/ 506079 w 591051"/>
                <a:gd name="csY61" fmla="*/ 64670 h 421105"/>
                <a:gd name="csX62" fmla="*/ 506830 w 591051"/>
                <a:gd name="csY62" fmla="*/ 64670 h 421105"/>
                <a:gd name="csX63" fmla="*/ 507582 w 591051"/>
                <a:gd name="csY63" fmla="*/ 63918 h 421105"/>
                <a:gd name="csX64" fmla="*/ 508335 w 591051"/>
                <a:gd name="csY64" fmla="*/ 63918 h 421105"/>
                <a:gd name="csX65" fmla="*/ 509086 w 591051"/>
                <a:gd name="csY65" fmla="*/ 63918 h 421105"/>
                <a:gd name="csX66" fmla="*/ 509839 w 591051"/>
                <a:gd name="csY66" fmla="*/ 63918 h 421105"/>
                <a:gd name="csX67" fmla="*/ 512094 w 591051"/>
                <a:gd name="csY67" fmla="*/ 64670 h 421105"/>
                <a:gd name="csX68" fmla="*/ 515102 w 591051"/>
                <a:gd name="csY68" fmla="*/ 66926 h 421105"/>
                <a:gd name="csX69" fmla="*/ 515854 w 591051"/>
                <a:gd name="csY69" fmla="*/ 67678 h 421105"/>
                <a:gd name="csX70" fmla="*/ 518862 w 591051"/>
                <a:gd name="csY70" fmla="*/ 68430 h 421105"/>
                <a:gd name="csX71" fmla="*/ 519614 w 591051"/>
                <a:gd name="csY71" fmla="*/ 69182 h 421105"/>
                <a:gd name="csX72" fmla="*/ 520366 w 591051"/>
                <a:gd name="csY72" fmla="*/ 69182 h 421105"/>
                <a:gd name="csX73" fmla="*/ 521118 w 591051"/>
                <a:gd name="csY73" fmla="*/ 68430 h 421105"/>
                <a:gd name="csX74" fmla="*/ 523374 w 591051"/>
                <a:gd name="csY74" fmla="*/ 66926 h 421105"/>
                <a:gd name="csX75" fmla="*/ 524878 w 591051"/>
                <a:gd name="csY75" fmla="*/ 66926 h 421105"/>
                <a:gd name="csX76" fmla="*/ 526382 w 591051"/>
                <a:gd name="csY76" fmla="*/ 66174 h 421105"/>
                <a:gd name="csX77" fmla="*/ 530141 w 591051"/>
                <a:gd name="csY77" fmla="*/ 66926 h 421105"/>
                <a:gd name="csX78" fmla="*/ 536909 w 591051"/>
                <a:gd name="csY78" fmla="*/ 68430 h 421105"/>
                <a:gd name="csX79" fmla="*/ 537661 w 591051"/>
                <a:gd name="csY79" fmla="*/ 69182 h 421105"/>
                <a:gd name="csX80" fmla="*/ 538413 w 591051"/>
                <a:gd name="csY80" fmla="*/ 69934 h 421105"/>
                <a:gd name="csX81" fmla="*/ 539165 w 591051"/>
                <a:gd name="csY81" fmla="*/ 70686 h 421105"/>
                <a:gd name="csX82" fmla="*/ 539918 w 591051"/>
                <a:gd name="csY82" fmla="*/ 71438 h 421105"/>
                <a:gd name="csX83" fmla="*/ 545181 w 591051"/>
                <a:gd name="csY83" fmla="*/ 73694 h 421105"/>
                <a:gd name="csX84" fmla="*/ 546685 w 591051"/>
                <a:gd name="csY84" fmla="*/ 73694 h 421105"/>
                <a:gd name="csX85" fmla="*/ 547437 w 591051"/>
                <a:gd name="csY85" fmla="*/ 73694 h 421105"/>
                <a:gd name="csX86" fmla="*/ 551197 w 591051"/>
                <a:gd name="csY86" fmla="*/ 72942 h 421105"/>
                <a:gd name="csX87" fmla="*/ 558717 w 591051"/>
                <a:gd name="csY87" fmla="*/ 72942 h 421105"/>
                <a:gd name="csX88" fmla="*/ 569244 w 591051"/>
                <a:gd name="csY88" fmla="*/ 70686 h 421105"/>
                <a:gd name="csX89" fmla="*/ 574508 w 591051"/>
                <a:gd name="csY89" fmla="*/ 70686 h 421105"/>
                <a:gd name="csX90" fmla="*/ 576012 w 591051"/>
                <a:gd name="csY90" fmla="*/ 71438 h 421105"/>
                <a:gd name="csX91" fmla="*/ 577516 w 591051"/>
                <a:gd name="csY91" fmla="*/ 72942 h 421105"/>
                <a:gd name="csX92" fmla="*/ 579020 w 591051"/>
                <a:gd name="csY92" fmla="*/ 72942 h 421105"/>
                <a:gd name="csX93" fmla="*/ 585788 w 591051"/>
                <a:gd name="csY93" fmla="*/ 75197 h 421105"/>
                <a:gd name="csX94" fmla="*/ 586540 w 591051"/>
                <a:gd name="csY94" fmla="*/ 75950 h 421105"/>
                <a:gd name="csX95" fmla="*/ 587292 w 591051"/>
                <a:gd name="csY95" fmla="*/ 76701 h 421105"/>
                <a:gd name="csX96" fmla="*/ 588044 w 591051"/>
                <a:gd name="csY96" fmla="*/ 78957 h 421105"/>
                <a:gd name="csX97" fmla="*/ 590299 w 591051"/>
                <a:gd name="csY97" fmla="*/ 80461 h 421105"/>
                <a:gd name="csX98" fmla="*/ 591052 w 591051"/>
                <a:gd name="csY98" fmla="*/ 82717 h 421105"/>
                <a:gd name="csX99" fmla="*/ 591052 w 591051"/>
                <a:gd name="csY99" fmla="*/ 84973 h 421105"/>
                <a:gd name="csX100" fmla="*/ 591052 w 591051"/>
                <a:gd name="csY100" fmla="*/ 87981 h 421105"/>
                <a:gd name="csX101" fmla="*/ 590299 w 591051"/>
                <a:gd name="csY101" fmla="*/ 90237 h 421105"/>
                <a:gd name="csX102" fmla="*/ 590299 w 591051"/>
                <a:gd name="csY102" fmla="*/ 95501 h 421105"/>
                <a:gd name="csX103" fmla="*/ 587292 w 591051"/>
                <a:gd name="csY103" fmla="*/ 99261 h 421105"/>
                <a:gd name="csX104" fmla="*/ 582028 w 591051"/>
                <a:gd name="csY104" fmla="*/ 107533 h 421105"/>
                <a:gd name="csX105" fmla="*/ 577516 w 591051"/>
                <a:gd name="csY105" fmla="*/ 112044 h 421105"/>
                <a:gd name="csX106" fmla="*/ 576764 w 591051"/>
                <a:gd name="csY106" fmla="*/ 114300 h 421105"/>
                <a:gd name="csX107" fmla="*/ 574508 w 591051"/>
                <a:gd name="csY107" fmla="*/ 121068 h 421105"/>
                <a:gd name="csX108" fmla="*/ 576012 w 591051"/>
                <a:gd name="csY108" fmla="*/ 127084 h 421105"/>
                <a:gd name="csX109" fmla="*/ 582028 w 591051"/>
                <a:gd name="csY109" fmla="*/ 134603 h 421105"/>
                <a:gd name="csX110" fmla="*/ 582780 w 591051"/>
                <a:gd name="csY110" fmla="*/ 142123 h 421105"/>
                <a:gd name="csX111" fmla="*/ 581276 w 591051"/>
                <a:gd name="csY111" fmla="*/ 152651 h 421105"/>
                <a:gd name="csX112" fmla="*/ 584284 w 591051"/>
                <a:gd name="csY112" fmla="*/ 169946 h 421105"/>
                <a:gd name="csX113" fmla="*/ 590299 w 591051"/>
                <a:gd name="csY113" fmla="*/ 190250 h 421105"/>
                <a:gd name="csX114" fmla="*/ 589548 w 591051"/>
                <a:gd name="csY114" fmla="*/ 196265 h 421105"/>
                <a:gd name="csX115" fmla="*/ 585788 w 591051"/>
                <a:gd name="csY115" fmla="*/ 200777 h 421105"/>
                <a:gd name="csX116" fmla="*/ 563980 w 591051"/>
                <a:gd name="csY116" fmla="*/ 214313 h 421105"/>
                <a:gd name="csX117" fmla="*/ 548189 w 591051"/>
                <a:gd name="csY117" fmla="*/ 222584 h 421105"/>
                <a:gd name="csX118" fmla="*/ 532398 w 591051"/>
                <a:gd name="csY118" fmla="*/ 227096 h 421105"/>
                <a:gd name="csX119" fmla="*/ 514350 w 591051"/>
                <a:gd name="csY119" fmla="*/ 231608 h 421105"/>
                <a:gd name="csX120" fmla="*/ 500815 w 591051"/>
                <a:gd name="csY120" fmla="*/ 236872 h 421105"/>
                <a:gd name="csX121" fmla="*/ 484271 w 591051"/>
                <a:gd name="csY121" fmla="*/ 245144 h 421105"/>
                <a:gd name="csX122" fmla="*/ 472992 w 591051"/>
                <a:gd name="csY122" fmla="*/ 252663 h 421105"/>
                <a:gd name="csX123" fmla="*/ 468480 w 591051"/>
                <a:gd name="csY123" fmla="*/ 256423 h 421105"/>
                <a:gd name="csX124" fmla="*/ 467728 w 591051"/>
                <a:gd name="csY124" fmla="*/ 257927 h 421105"/>
                <a:gd name="csX125" fmla="*/ 466976 w 591051"/>
                <a:gd name="csY125" fmla="*/ 260935 h 421105"/>
                <a:gd name="csX126" fmla="*/ 466224 w 591051"/>
                <a:gd name="csY126" fmla="*/ 262439 h 421105"/>
                <a:gd name="csX127" fmla="*/ 463216 w 591051"/>
                <a:gd name="csY127" fmla="*/ 264695 h 421105"/>
                <a:gd name="csX128" fmla="*/ 458704 w 591051"/>
                <a:gd name="csY128" fmla="*/ 267703 h 421105"/>
                <a:gd name="csX129" fmla="*/ 456448 w 591051"/>
                <a:gd name="csY129" fmla="*/ 269207 h 421105"/>
                <a:gd name="csX130" fmla="*/ 453441 w 591051"/>
                <a:gd name="csY130" fmla="*/ 275223 h 421105"/>
                <a:gd name="csX131" fmla="*/ 452688 w 591051"/>
                <a:gd name="csY131" fmla="*/ 275974 h 421105"/>
                <a:gd name="csX132" fmla="*/ 451184 w 591051"/>
                <a:gd name="csY132" fmla="*/ 276727 h 421105"/>
                <a:gd name="csX133" fmla="*/ 449681 w 591051"/>
                <a:gd name="csY133" fmla="*/ 277478 h 421105"/>
                <a:gd name="csX134" fmla="*/ 448928 w 591051"/>
                <a:gd name="csY134" fmla="*/ 278230 h 421105"/>
                <a:gd name="csX135" fmla="*/ 448177 w 591051"/>
                <a:gd name="csY135" fmla="*/ 278983 h 421105"/>
                <a:gd name="csX136" fmla="*/ 446673 w 591051"/>
                <a:gd name="csY136" fmla="*/ 281990 h 421105"/>
                <a:gd name="csX137" fmla="*/ 444417 w 591051"/>
                <a:gd name="csY137" fmla="*/ 283494 h 421105"/>
                <a:gd name="csX138" fmla="*/ 438401 w 591051"/>
                <a:gd name="csY138" fmla="*/ 286502 h 421105"/>
                <a:gd name="csX139" fmla="*/ 435393 w 591051"/>
                <a:gd name="csY139" fmla="*/ 291014 h 421105"/>
                <a:gd name="csX140" fmla="*/ 433889 w 591051"/>
                <a:gd name="csY140" fmla="*/ 298534 h 421105"/>
                <a:gd name="csX141" fmla="*/ 433889 w 591051"/>
                <a:gd name="csY141" fmla="*/ 306053 h 421105"/>
                <a:gd name="csX142" fmla="*/ 434641 w 591051"/>
                <a:gd name="csY142" fmla="*/ 313573 h 421105"/>
                <a:gd name="csX143" fmla="*/ 436145 w 591051"/>
                <a:gd name="csY143" fmla="*/ 315829 h 421105"/>
                <a:gd name="csX144" fmla="*/ 441409 w 591051"/>
                <a:gd name="csY144" fmla="*/ 321845 h 421105"/>
                <a:gd name="csX145" fmla="*/ 442913 w 591051"/>
                <a:gd name="csY145" fmla="*/ 324101 h 421105"/>
                <a:gd name="csX146" fmla="*/ 443664 w 591051"/>
                <a:gd name="csY146" fmla="*/ 324853 h 421105"/>
                <a:gd name="csX147" fmla="*/ 445169 w 591051"/>
                <a:gd name="csY147" fmla="*/ 323349 h 421105"/>
                <a:gd name="csX148" fmla="*/ 447424 w 591051"/>
                <a:gd name="csY148" fmla="*/ 321093 h 421105"/>
                <a:gd name="csX149" fmla="*/ 448177 w 591051"/>
                <a:gd name="csY149" fmla="*/ 320341 h 421105"/>
                <a:gd name="csX150" fmla="*/ 451936 w 591051"/>
                <a:gd name="csY150" fmla="*/ 319589 h 421105"/>
                <a:gd name="csX151" fmla="*/ 453441 w 591051"/>
                <a:gd name="csY151" fmla="*/ 318837 h 421105"/>
                <a:gd name="csX152" fmla="*/ 453441 w 591051"/>
                <a:gd name="csY152" fmla="*/ 321845 h 421105"/>
                <a:gd name="csX153" fmla="*/ 452688 w 591051"/>
                <a:gd name="csY153" fmla="*/ 323349 h 421105"/>
                <a:gd name="csX154" fmla="*/ 451184 w 591051"/>
                <a:gd name="csY154" fmla="*/ 324853 h 421105"/>
                <a:gd name="csX155" fmla="*/ 450432 w 591051"/>
                <a:gd name="csY155" fmla="*/ 327109 h 421105"/>
                <a:gd name="csX156" fmla="*/ 447424 w 591051"/>
                <a:gd name="csY156" fmla="*/ 325605 h 421105"/>
                <a:gd name="csX157" fmla="*/ 445169 w 591051"/>
                <a:gd name="csY157" fmla="*/ 327109 h 421105"/>
                <a:gd name="csX158" fmla="*/ 442161 w 591051"/>
                <a:gd name="csY158" fmla="*/ 331621 h 421105"/>
                <a:gd name="csX159" fmla="*/ 437649 w 591051"/>
                <a:gd name="csY159" fmla="*/ 333125 h 421105"/>
                <a:gd name="csX160" fmla="*/ 436145 w 591051"/>
                <a:gd name="csY160" fmla="*/ 333877 h 421105"/>
                <a:gd name="csX161" fmla="*/ 435393 w 591051"/>
                <a:gd name="csY161" fmla="*/ 333877 h 421105"/>
                <a:gd name="csX162" fmla="*/ 434641 w 591051"/>
                <a:gd name="csY162" fmla="*/ 335381 h 421105"/>
                <a:gd name="csX163" fmla="*/ 434641 w 591051"/>
                <a:gd name="csY163" fmla="*/ 336885 h 421105"/>
                <a:gd name="csX164" fmla="*/ 434641 w 591051"/>
                <a:gd name="csY164" fmla="*/ 339892 h 421105"/>
                <a:gd name="csX165" fmla="*/ 434641 w 591051"/>
                <a:gd name="csY165" fmla="*/ 340644 h 421105"/>
                <a:gd name="csX166" fmla="*/ 433889 w 591051"/>
                <a:gd name="csY166" fmla="*/ 342148 h 421105"/>
                <a:gd name="csX167" fmla="*/ 433137 w 591051"/>
                <a:gd name="csY167" fmla="*/ 342900 h 421105"/>
                <a:gd name="csX168" fmla="*/ 431633 w 591051"/>
                <a:gd name="csY168" fmla="*/ 342900 h 421105"/>
                <a:gd name="csX169" fmla="*/ 430881 w 591051"/>
                <a:gd name="csY169" fmla="*/ 342900 h 421105"/>
                <a:gd name="csX170" fmla="*/ 430129 w 591051"/>
                <a:gd name="csY170" fmla="*/ 343652 h 421105"/>
                <a:gd name="csX171" fmla="*/ 429377 w 591051"/>
                <a:gd name="csY171" fmla="*/ 345156 h 421105"/>
                <a:gd name="csX172" fmla="*/ 428625 w 591051"/>
                <a:gd name="csY172" fmla="*/ 348164 h 421105"/>
                <a:gd name="csX173" fmla="*/ 429377 w 591051"/>
                <a:gd name="csY173" fmla="*/ 351924 h 421105"/>
                <a:gd name="csX174" fmla="*/ 430129 w 591051"/>
                <a:gd name="csY174" fmla="*/ 353428 h 421105"/>
                <a:gd name="csX175" fmla="*/ 431633 w 591051"/>
                <a:gd name="csY175" fmla="*/ 351924 h 421105"/>
                <a:gd name="csX176" fmla="*/ 432385 w 591051"/>
                <a:gd name="csY176" fmla="*/ 351924 h 421105"/>
                <a:gd name="csX177" fmla="*/ 433137 w 591051"/>
                <a:gd name="csY177" fmla="*/ 354180 h 421105"/>
                <a:gd name="csX178" fmla="*/ 433137 w 591051"/>
                <a:gd name="csY178" fmla="*/ 355684 h 421105"/>
                <a:gd name="csX179" fmla="*/ 431633 w 591051"/>
                <a:gd name="csY179" fmla="*/ 359444 h 421105"/>
                <a:gd name="csX180" fmla="*/ 429377 w 591051"/>
                <a:gd name="csY180" fmla="*/ 358692 h 421105"/>
                <a:gd name="csX181" fmla="*/ 426369 w 591051"/>
                <a:gd name="csY181" fmla="*/ 355684 h 421105"/>
                <a:gd name="csX182" fmla="*/ 424865 w 591051"/>
                <a:gd name="csY182" fmla="*/ 354932 h 421105"/>
                <a:gd name="csX183" fmla="*/ 407570 w 591051"/>
                <a:gd name="csY183" fmla="*/ 354180 h 421105"/>
                <a:gd name="csX184" fmla="*/ 376739 w 591051"/>
                <a:gd name="csY184" fmla="*/ 352676 h 421105"/>
                <a:gd name="csX185" fmla="*/ 353428 w 591051"/>
                <a:gd name="csY185" fmla="*/ 351924 h 421105"/>
                <a:gd name="csX186" fmla="*/ 339140 w 591051"/>
                <a:gd name="csY186" fmla="*/ 352676 h 421105"/>
                <a:gd name="csX187" fmla="*/ 334628 w 591051"/>
                <a:gd name="csY187" fmla="*/ 353428 h 421105"/>
                <a:gd name="csX188" fmla="*/ 332372 w 591051"/>
                <a:gd name="csY188" fmla="*/ 354180 h 421105"/>
                <a:gd name="csX189" fmla="*/ 331621 w 591051"/>
                <a:gd name="csY189" fmla="*/ 354180 h 421105"/>
                <a:gd name="csX190" fmla="*/ 329365 w 591051"/>
                <a:gd name="csY190" fmla="*/ 356436 h 421105"/>
                <a:gd name="csX191" fmla="*/ 328613 w 591051"/>
                <a:gd name="csY191" fmla="*/ 357188 h 421105"/>
                <a:gd name="csX192" fmla="*/ 317333 w 591051"/>
                <a:gd name="csY192" fmla="*/ 357188 h 421105"/>
                <a:gd name="csX193" fmla="*/ 303046 w 591051"/>
                <a:gd name="csY193" fmla="*/ 358692 h 421105"/>
                <a:gd name="csX194" fmla="*/ 292518 w 591051"/>
                <a:gd name="csY194" fmla="*/ 357940 h 421105"/>
                <a:gd name="csX195" fmla="*/ 277478 w 591051"/>
                <a:gd name="csY195" fmla="*/ 358692 h 421105"/>
                <a:gd name="csX196" fmla="*/ 273719 w 591051"/>
                <a:gd name="csY196" fmla="*/ 354932 h 421105"/>
                <a:gd name="csX197" fmla="*/ 270711 w 591051"/>
                <a:gd name="csY197" fmla="*/ 353428 h 421105"/>
                <a:gd name="csX198" fmla="*/ 268455 w 591051"/>
                <a:gd name="csY198" fmla="*/ 354932 h 421105"/>
                <a:gd name="csX199" fmla="*/ 266951 w 591051"/>
                <a:gd name="csY199" fmla="*/ 353428 h 421105"/>
                <a:gd name="csX200" fmla="*/ 263943 w 591051"/>
                <a:gd name="csY200" fmla="*/ 351172 h 421105"/>
                <a:gd name="csX201" fmla="*/ 262439 w 591051"/>
                <a:gd name="csY201" fmla="*/ 349668 h 421105"/>
                <a:gd name="csX202" fmla="*/ 264695 w 591051"/>
                <a:gd name="csY202" fmla="*/ 349668 h 421105"/>
                <a:gd name="csX203" fmla="*/ 265447 w 591051"/>
                <a:gd name="csY203" fmla="*/ 349668 h 421105"/>
                <a:gd name="csX204" fmla="*/ 266199 w 591051"/>
                <a:gd name="csY204" fmla="*/ 350420 h 421105"/>
                <a:gd name="csX205" fmla="*/ 268455 w 591051"/>
                <a:gd name="csY205" fmla="*/ 348916 h 421105"/>
                <a:gd name="csX206" fmla="*/ 268455 w 591051"/>
                <a:gd name="csY206" fmla="*/ 347412 h 421105"/>
                <a:gd name="csX207" fmla="*/ 266951 w 591051"/>
                <a:gd name="csY207" fmla="*/ 346660 h 421105"/>
                <a:gd name="csX208" fmla="*/ 264695 w 591051"/>
                <a:gd name="csY208" fmla="*/ 345908 h 421105"/>
                <a:gd name="csX209" fmla="*/ 262439 w 591051"/>
                <a:gd name="csY209" fmla="*/ 345156 h 421105"/>
                <a:gd name="csX210" fmla="*/ 263191 w 591051"/>
                <a:gd name="csY210" fmla="*/ 343652 h 421105"/>
                <a:gd name="csX211" fmla="*/ 265447 w 591051"/>
                <a:gd name="csY211" fmla="*/ 339892 h 421105"/>
                <a:gd name="csX212" fmla="*/ 266951 w 591051"/>
                <a:gd name="csY212" fmla="*/ 335381 h 421105"/>
                <a:gd name="csX213" fmla="*/ 269959 w 591051"/>
                <a:gd name="csY213" fmla="*/ 332372 h 421105"/>
                <a:gd name="csX214" fmla="*/ 276727 w 591051"/>
                <a:gd name="csY214" fmla="*/ 325605 h 421105"/>
                <a:gd name="csX215" fmla="*/ 274470 w 591051"/>
                <a:gd name="csY215" fmla="*/ 326357 h 421105"/>
                <a:gd name="csX216" fmla="*/ 272967 w 591051"/>
                <a:gd name="csY216" fmla="*/ 325605 h 421105"/>
                <a:gd name="csX217" fmla="*/ 272967 w 591051"/>
                <a:gd name="csY217" fmla="*/ 324101 h 421105"/>
                <a:gd name="csX218" fmla="*/ 273719 w 591051"/>
                <a:gd name="csY218" fmla="*/ 322597 h 421105"/>
                <a:gd name="csX219" fmla="*/ 276727 w 591051"/>
                <a:gd name="csY219" fmla="*/ 321093 h 421105"/>
                <a:gd name="csX220" fmla="*/ 278230 w 591051"/>
                <a:gd name="csY220" fmla="*/ 320341 h 421105"/>
                <a:gd name="csX221" fmla="*/ 278230 w 591051"/>
                <a:gd name="csY221" fmla="*/ 318837 h 421105"/>
                <a:gd name="csX222" fmla="*/ 278983 w 591051"/>
                <a:gd name="csY222" fmla="*/ 315829 h 421105"/>
                <a:gd name="csX223" fmla="*/ 278983 w 591051"/>
                <a:gd name="csY223" fmla="*/ 314325 h 421105"/>
                <a:gd name="csX224" fmla="*/ 278230 w 591051"/>
                <a:gd name="csY224" fmla="*/ 309813 h 421105"/>
                <a:gd name="csX225" fmla="*/ 278230 w 591051"/>
                <a:gd name="csY225" fmla="*/ 309061 h 421105"/>
                <a:gd name="csX226" fmla="*/ 275974 w 591051"/>
                <a:gd name="csY226" fmla="*/ 308309 h 421105"/>
                <a:gd name="csX227" fmla="*/ 272215 w 591051"/>
                <a:gd name="csY227" fmla="*/ 308309 h 421105"/>
                <a:gd name="csX228" fmla="*/ 270711 w 591051"/>
                <a:gd name="csY228" fmla="*/ 307557 h 421105"/>
                <a:gd name="csX229" fmla="*/ 269207 w 591051"/>
                <a:gd name="csY229" fmla="*/ 309061 h 421105"/>
                <a:gd name="csX230" fmla="*/ 267703 w 591051"/>
                <a:gd name="csY230" fmla="*/ 311317 h 421105"/>
                <a:gd name="csX231" fmla="*/ 266199 w 591051"/>
                <a:gd name="csY231" fmla="*/ 312069 h 421105"/>
                <a:gd name="csX232" fmla="*/ 264695 w 591051"/>
                <a:gd name="csY232" fmla="*/ 312821 h 421105"/>
                <a:gd name="csX233" fmla="*/ 263943 w 591051"/>
                <a:gd name="csY233" fmla="*/ 312821 h 421105"/>
                <a:gd name="csX234" fmla="*/ 262439 w 591051"/>
                <a:gd name="csY234" fmla="*/ 312821 h 421105"/>
                <a:gd name="csX235" fmla="*/ 260935 w 591051"/>
                <a:gd name="csY235" fmla="*/ 312069 h 421105"/>
                <a:gd name="csX236" fmla="*/ 259431 w 591051"/>
                <a:gd name="csY236" fmla="*/ 312821 h 421105"/>
                <a:gd name="csX237" fmla="*/ 255671 w 591051"/>
                <a:gd name="csY237" fmla="*/ 314325 h 421105"/>
                <a:gd name="csX238" fmla="*/ 249655 w 591051"/>
                <a:gd name="csY238" fmla="*/ 318837 h 421105"/>
                <a:gd name="csX239" fmla="*/ 246648 w 591051"/>
                <a:gd name="csY239" fmla="*/ 318837 h 421105"/>
                <a:gd name="csX240" fmla="*/ 243640 w 591051"/>
                <a:gd name="csY240" fmla="*/ 319589 h 421105"/>
                <a:gd name="csX241" fmla="*/ 241384 w 591051"/>
                <a:gd name="csY241" fmla="*/ 321093 h 421105"/>
                <a:gd name="csX242" fmla="*/ 240632 w 591051"/>
                <a:gd name="csY242" fmla="*/ 324853 h 421105"/>
                <a:gd name="csX243" fmla="*/ 241384 w 591051"/>
                <a:gd name="csY243" fmla="*/ 327861 h 421105"/>
                <a:gd name="csX244" fmla="*/ 245895 w 591051"/>
                <a:gd name="csY244" fmla="*/ 336885 h 421105"/>
                <a:gd name="csX245" fmla="*/ 246648 w 591051"/>
                <a:gd name="csY245" fmla="*/ 336885 h 421105"/>
                <a:gd name="csX246" fmla="*/ 247400 w 591051"/>
                <a:gd name="csY246" fmla="*/ 336132 h 421105"/>
                <a:gd name="csX247" fmla="*/ 248151 w 591051"/>
                <a:gd name="csY247" fmla="*/ 335381 h 421105"/>
                <a:gd name="csX248" fmla="*/ 248904 w 591051"/>
                <a:gd name="csY248" fmla="*/ 334628 h 421105"/>
                <a:gd name="csX249" fmla="*/ 248904 w 591051"/>
                <a:gd name="csY249" fmla="*/ 336132 h 421105"/>
                <a:gd name="csX250" fmla="*/ 249655 w 591051"/>
                <a:gd name="csY250" fmla="*/ 337636 h 421105"/>
                <a:gd name="csX251" fmla="*/ 250408 w 591051"/>
                <a:gd name="csY251" fmla="*/ 338388 h 421105"/>
                <a:gd name="csX252" fmla="*/ 251911 w 591051"/>
                <a:gd name="csY252" fmla="*/ 339140 h 421105"/>
                <a:gd name="csX253" fmla="*/ 251159 w 591051"/>
                <a:gd name="csY253" fmla="*/ 339140 h 421105"/>
                <a:gd name="csX254" fmla="*/ 250408 w 591051"/>
                <a:gd name="csY254" fmla="*/ 339892 h 421105"/>
                <a:gd name="csX255" fmla="*/ 249655 w 591051"/>
                <a:gd name="csY255" fmla="*/ 340644 h 421105"/>
                <a:gd name="csX256" fmla="*/ 255671 w 591051"/>
                <a:gd name="csY256" fmla="*/ 344404 h 421105"/>
                <a:gd name="csX257" fmla="*/ 257927 w 591051"/>
                <a:gd name="csY257" fmla="*/ 345156 h 421105"/>
                <a:gd name="csX258" fmla="*/ 257927 w 591051"/>
                <a:gd name="csY258" fmla="*/ 347412 h 421105"/>
                <a:gd name="csX259" fmla="*/ 257175 w 591051"/>
                <a:gd name="csY259" fmla="*/ 350420 h 421105"/>
                <a:gd name="csX260" fmla="*/ 257927 w 591051"/>
                <a:gd name="csY260" fmla="*/ 352676 h 421105"/>
                <a:gd name="csX261" fmla="*/ 259431 w 591051"/>
                <a:gd name="csY261" fmla="*/ 351924 h 421105"/>
                <a:gd name="csX262" fmla="*/ 259431 w 591051"/>
                <a:gd name="csY262" fmla="*/ 354932 h 421105"/>
                <a:gd name="csX263" fmla="*/ 256423 w 591051"/>
                <a:gd name="csY263" fmla="*/ 357940 h 421105"/>
                <a:gd name="csX264" fmla="*/ 252663 w 591051"/>
                <a:gd name="csY264" fmla="*/ 360196 h 421105"/>
                <a:gd name="csX265" fmla="*/ 248904 w 591051"/>
                <a:gd name="csY265" fmla="*/ 361700 h 421105"/>
                <a:gd name="csX266" fmla="*/ 214313 w 591051"/>
                <a:gd name="csY266" fmla="*/ 365460 h 421105"/>
                <a:gd name="csX267" fmla="*/ 206793 w 591051"/>
                <a:gd name="csY267" fmla="*/ 367715 h 421105"/>
                <a:gd name="csX268" fmla="*/ 200025 w 591051"/>
                <a:gd name="csY268" fmla="*/ 370723 h 421105"/>
                <a:gd name="csX269" fmla="*/ 199273 w 591051"/>
                <a:gd name="csY269" fmla="*/ 371475 h 421105"/>
                <a:gd name="csX270" fmla="*/ 198521 w 591051"/>
                <a:gd name="csY270" fmla="*/ 372979 h 421105"/>
                <a:gd name="csX271" fmla="*/ 197017 w 591051"/>
                <a:gd name="csY271" fmla="*/ 373731 h 421105"/>
                <a:gd name="csX272" fmla="*/ 196265 w 591051"/>
                <a:gd name="csY272" fmla="*/ 373731 h 421105"/>
                <a:gd name="csX273" fmla="*/ 194761 w 591051"/>
                <a:gd name="csY273" fmla="*/ 370723 h 421105"/>
                <a:gd name="csX274" fmla="*/ 194010 w 591051"/>
                <a:gd name="csY274" fmla="*/ 370723 h 421105"/>
                <a:gd name="csX275" fmla="*/ 187993 w 591051"/>
                <a:gd name="csY275" fmla="*/ 369971 h 421105"/>
                <a:gd name="csX276" fmla="*/ 150395 w 591051"/>
                <a:gd name="csY276" fmla="*/ 373731 h 421105"/>
                <a:gd name="csX277" fmla="*/ 143627 w 591051"/>
                <a:gd name="csY277" fmla="*/ 373731 h 421105"/>
                <a:gd name="csX278" fmla="*/ 140619 w 591051"/>
                <a:gd name="csY278" fmla="*/ 374483 h 421105"/>
                <a:gd name="csX279" fmla="*/ 138363 w 591051"/>
                <a:gd name="csY279" fmla="*/ 375987 h 421105"/>
                <a:gd name="csX280" fmla="*/ 135355 w 591051"/>
                <a:gd name="csY280" fmla="*/ 378243 h 421105"/>
                <a:gd name="csX281" fmla="*/ 132348 w 591051"/>
                <a:gd name="csY281" fmla="*/ 378995 h 421105"/>
                <a:gd name="csX282" fmla="*/ 130092 w 591051"/>
                <a:gd name="csY282" fmla="*/ 377491 h 421105"/>
                <a:gd name="csX283" fmla="*/ 129340 w 591051"/>
                <a:gd name="csY283" fmla="*/ 373731 h 421105"/>
                <a:gd name="csX284" fmla="*/ 130844 w 591051"/>
                <a:gd name="csY284" fmla="*/ 370723 h 421105"/>
                <a:gd name="csX285" fmla="*/ 132348 w 591051"/>
                <a:gd name="csY285" fmla="*/ 369219 h 421105"/>
                <a:gd name="csX286" fmla="*/ 138363 w 591051"/>
                <a:gd name="csY286" fmla="*/ 369971 h 421105"/>
                <a:gd name="csX287" fmla="*/ 139867 w 591051"/>
                <a:gd name="csY287" fmla="*/ 369971 h 421105"/>
                <a:gd name="csX288" fmla="*/ 143627 w 591051"/>
                <a:gd name="csY288" fmla="*/ 372227 h 421105"/>
                <a:gd name="csX289" fmla="*/ 145131 w 591051"/>
                <a:gd name="csY289" fmla="*/ 371475 h 421105"/>
                <a:gd name="csX290" fmla="*/ 145883 w 591051"/>
                <a:gd name="csY290" fmla="*/ 370723 h 421105"/>
                <a:gd name="csX291" fmla="*/ 147387 w 591051"/>
                <a:gd name="csY291" fmla="*/ 366211 h 421105"/>
                <a:gd name="csX292" fmla="*/ 150395 w 591051"/>
                <a:gd name="csY292" fmla="*/ 369219 h 421105"/>
                <a:gd name="csX293" fmla="*/ 156411 w 591051"/>
                <a:gd name="csY293" fmla="*/ 370723 h 421105"/>
                <a:gd name="csX294" fmla="*/ 168442 w 591051"/>
                <a:gd name="csY294" fmla="*/ 370723 h 421105"/>
                <a:gd name="csX295" fmla="*/ 180474 w 591051"/>
                <a:gd name="csY295" fmla="*/ 368467 h 421105"/>
                <a:gd name="csX296" fmla="*/ 187242 w 591051"/>
                <a:gd name="csY296" fmla="*/ 366211 h 421105"/>
                <a:gd name="csX297" fmla="*/ 191002 w 591051"/>
                <a:gd name="csY297" fmla="*/ 363955 h 421105"/>
                <a:gd name="csX298" fmla="*/ 187993 w 591051"/>
                <a:gd name="csY298" fmla="*/ 363204 h 421105"/>
                <a:gd name="csX299" fmla="*/ 184234 w 591051"/>
                <a:gd name="csY299" fmla="*/ 362451 h 421105"/>
                <a:gd name="csX300" fmla="*/ 181226 w 591051"/>
                <a:gd name="csY300" fmla="*/ 360947 h 421105"/>
                <a:gd name="csX301" fmla="*/ 180474 w 591051"/>
                <a:gd name="csY301" fmla="*/ 358692 h 421105"/>
                <a:gd name="csX302" fmla="*/ 179722 w 591051"/>
                <a:gd name="csY302" fmla="*/ 359444 h 421105"/>
                <a:gd name="csX303" fmla="*/ 178218 w 591051"/>
                <a:gd name="csY303" fmla="*/ 359444 h 421105"/>
                <a:gd name="csX304" fmla="*/ 175962 w 591051"/>
                <a:gd name="csY304" fmla="*/ 358692 h 421105"/>
                <a:gd name="csX305" fmla="*/ 175210 w 591051"/>
                <a:gd name="csY305" fmla="*/ 358692 h 421105"/>
                <a:gd name="csX306" fmla="*/ 173706 w 591051"/>
                <a:gd name="csY306" fmla="*/ 357188 h 421105"/>
                <a:gd name="csX307" fmla="*/ 171450 w 591051"/>
                <a:gd name="csY307" fmla="*/ 353428 h 421105"/>
                <a:gd name="csX308" fmla="*/ 170698 w 591051"/>
                <a:gd name="csY308" fmla="*/ 352676 h 421105"/>
                <a:gd name="csX309" fmla="*/ 168442 w 591051"/>
                <a:gd name="csY309" fmla="*/ 351924 h 421105"/>
                <a:gd name="csX310" fmla="*/ 161674 w 591051"/>
                <a:gd name="csY310" fmla="*/ 351172 h 421105"/>
                <a:gd name="csX311" fmla="*/ 160923 w 591051"/>
                <a:gd name="csY311" fmla="*/ 351172 h 421105"/>
                <a:gd name="csX312" fmla="*/ 159419 w 591051"/>
                <a:gd name="csY312" fmla="*/ 347412 h 421105"/>
                <a:gd name="csX313" fmla="*/ 157163 w 591051"/>
                <a:gd name="csY313" fmla="*/ 347412 h 421105"/>
                <a:gd name="csX314" fmla="*/ 154155 w 591051"/>
                <a:gd name="csY314" fmla="*/ 348164 h 421105"/>
                <a:gd name="csX315" fmla="*/ 151147 w 591051"/>
                <a:gd name="csY315" fmla="*/ 347412 h 421105"/>
                <a:gd name="csX316" fmla="*/ 153403 w 591051"/>
                <a:gd name="csY316" fmla="*/ 345908 h 421105"/>
                <a:gd name="csX317" fmla="*/ 153403 w 591051"/>
                <a:gd name="csY317" fmla="*/ 345156 h 421105"/>
                <a:gd name="csX318" fmla="*/ 151147 w 591051"/>
                <a:gd name="csY318" fmla="*/ 345908 h 421105"/>
                <a:gd name="csX319" fmla="*/ 146635 w 591051"/>
                <a:gd name="csY319" fmla="*/ 347412 h 421105"/>
                <a:gd name="csX320" fmla="*/ 145883 w 591051"/>
                <a:gd name="csY320" fmla="*/ 348164 h 421105"/>
                <a:gd name="csX321" fmla="*/ 137612 w 591051"/>
                <a:gd name="csY321" fmla="*/ 349668 h 421105"/>
                <a:gd name="csX322" fmla="*/ 136108 w 591051"/>
                <a:gd name="csY322" fmla="*/ 349668 h 421105"/>
                <a:gd name="csX323" fmla="*/ 131595 w 591051"/>
                <a:gd name="csY323" fmla="*/ 351924 h 421105"/>
                <a:gd name="csX324" fmla="*/ 130092 w 591051"/>
                <a:gd name="csY324" fmla="*/ 352676 h 421105"/>
                <a:gd name="csX325" fmla="*/ 128588 w 591051"/>
                <a:gd name="csY325" fmla="*/ 353428 h 421105"/>
                <a:gd name="csX326" fmla="*/ 127836 w 591051"/>
                <a:gd name="csY326" fmla="*/ 355684 h 421105"/>
                <a:gd name="csX327" fmla="*/ 126332 w 591051"/>
                <a:gd name="csY327" fmla="*/ 357940 h 421105"/>
                <a:gd name="csX328" fmla="*/ 123324 w 591051"/>
                <a:gd name="csY328" fmla="*/ 358692 h 421105"/>
                <a:gd name="csX329" fmla="*/ 124076 w 591051"/>
                <a:gd name="csY329" fmla="*/ 355684 h 421105"/>
                <a:gd name="csX330" fmla="*/ 124828 w 591051"/>
                <a:gd name="csY330" fmla="*/ 353428 h 421105"/>
                <a:gd name="csX331" fmla="*/ 124076 w 591051"/>
                <a:gd name="csY331" fmla="*/ 351924 h 421105"/>
                <a:gd name="csX332" fmla="*/ 122572 w 591051"/>
                <a:gd name="csY332" fmla="*/ 352676 h 421105"/>
                <a:gd name="csX333" fmla="*/ 121068 w 591051"/>
                <a:gd name="csY333" fmla="*/ 354180 h 421105"/>
                <a:gd name="csX334" fmla="*/ 118812 w 591051"/>
                <a:gd name="csY334" fmla="*/ 360196 h 421105"/>
                <a:gd name="csX335" fmla="*/ 117308 w 591051"/>
                <a:gd name="csY335" fmla="*/ 361700 h 421105"/>
                <a:gd name="csX336" fmla="*/ 113548 w 591051"/>
                <a:gd name="csY336" fmla="*/ 366211 h 421105"/>
                <a:gd name="csX337" fmla="*/ 111292 w 591051"/>
                <a:gd name="csY337" fmla="*/ 367715 h 421105"/>
                <a:gd name="csX338" fmla="*/ 107533 w 591051"/>
                <a:gd name="csY338" fmla="*/ 367715 h 421105"/>
                <a:gd name="csX339" fmla="*/ 106780 w 591051"/>
                <a:gd name="csY339" fmla="*/ 367715 h 421105"/>
                <a:gd name="csX340" fmla="*/ 104525 w 591051"/>
                <a:gd name="csY340" fmla="*/ 369971 h 421105"/>
                <a:gd name="csX341" fmla="*/ 103773 w 591051"/>
                <a:gd name="csY341" fmla="*/ 369971 h 421105"/>
                <a:gd name="csX342" fmla="*/ 102269 w 591051"/>
                <a:gd name="csY342" fmla="*/ 370723 h 421105"/>
                <a:gd name="csX343" fmla="*/ 101516 w 591051"/>
                <a:gd name="csY343" fmla="*/ 370723 h 421105"/>
                <a:gd name="csX344" fmla="*/ 101516 w 591051"/>
                <a:gd name="csY344" fmla="*/ 369219 h 421105"/>
                <a:gd name="csX345" fmla="*/ 100765 w 591051"/>
                <a:gd name="csY345" fmla="*/ 368467 h 421105"/>
                <a:gd name="csX346" fmla="*/ 99261 w 591051"/>
                <a:gd name="csY346" fmla="*/ 369219 h 421105"/>
                <a:gd name="csX347" fmla="*/ 97757 w 591051"/>
                <a:gd name="csY347" fmla="*/ 370723 h 421105"/>
                <a:gd name="csX348" fmla="*/ 94749 w 591051"/>
                <a:gd name="csY348" fmla="*/ 370723 h 421105"/>
                <a:gd name="csX349" fmla="*/ 93997 w 591051"/>
                <a:gd name="csY349" fmla="*/ 369971 h 421105"/>
                <a:gd name="csX350" fmla="*/ 93997 w 591051"/>
                <a:gd name="csY350" fmla="*/ 363955 h 421105"/>
                <a:gd name="csX351" fmla="*/ 93997 w 591051"/>
                <a:gd name="csY351" fmla="*/ 362451 h 421105"/>
                <a:gd name="csX352" fmla="*/ 92493 w 591051"/>
                <a:gd name="csY352" fmla="*/ 361700 h 421105"/>
                <a:gd name="csX353" fmla="*/ 89485 w 591051"/>
                <a:gd name="csY353" fmla="*/ 361700 h 421105"/>
                <a:gd name="csX354" fmla="*/ 87229 w 591051"/>
                <a:gd name="csY354" fmla="*/ 364707 h 421105"/>
                <a:gd name="csX355" fmla="*/ 85725 w 591051"/>
                <a:gd name="csY355" fmla="*/ 364707 h 421105"/>
                <a:gd name="csX356" fmla="*/ 84973 w 591051"/>
                <a:gd name="csY356" fmla="*/ 361700 h 421105"/>
                <a:gd name="csX357" fmla="*/ 82717 w 591051"/>
                <a:gd name="csY357" fmla="*/ 363204 h 421105"/>
                <a:gd name="csX358" fmla="*/ 81965 w 591051"/>
                <a:gd name="csY358" fmla="*/ 363955 h 421105"/>
                <a:gd name="csX359" fmla="*/ 80461 w 591051"/>
                <a:gd name="csY359" fmla="*/ 365460 h 421105"/>
                <a:gd name="csX360" fmla="*/ 77454 w 591051"/>
                <a:gd name="csY360" fmla="*/ 362451 h 421105"/>
                <a:gd name="csX361" fmla="*/ 76701 w 591051"/>
                <a:gd name="csY361" fmla="*/ 360196 h 421105"/>
                <a:gd name="csX362" fmla="*/ 78957 w 591051"/>
                <a:gd name="csY362" fmla="*/ 358692 h 421105"/>
                <a:gd name="csX363" fmla="*/ 81965 w 591051"/>
                <a:gd name="csY363" fmla="*/ 358692 h 421105"/>
                <a:gd name="csX364" fmla="*/ 83469 w 591051"/>
                <a:gd name="csY364" fmla="*/ 357940 h 421105"/>
                <a:gd name="csX365" fmla="*/ 83469 w 591051"/>
                <a:gd name="csY365" fmla="*/ 356436 h 421105"/>
                <a:gd name="csX366" fmla="*/ 82717 w 591051"/>
                <a:gd name="csY366" fmla="*/ 354180 h 421105"/>
                <a:gd name="csX367" fmla="*/ 81965 w 591051"/>
                <a:gd name="csY367" fmla="*/ 353428 h 421105"/>
                <a:gd name="csX368" fmla="*/ 81214 w 591051"/>
                <a:gd name="csY368" fmla="*/ 352676 h 421105"/>
                <a:gd name="csX369" fmla="*/ 81214 w 591051"/>
                <a:gd name="csY369" fmla="*/ 351924 h 421105"/>
                <a:gd name="csX370" fmla="*/ 82717 w 591051"/>
                <a:gd name="csY370" fmla="*/ 350420 h 421105"/>
                <a:gd name="csX371" fmla="*/ 81214 w 591051"/>
                <a:gd name="csY371" fmla="*/ 349668 h 421105"/>
                <a:gd name="csX372" fmla="*/ 79709 w 591051"/>
                <a:gd name="csY372" fmla="*/ 349668 h 421105"/>
                <a:gd name="csX373" fmla="*/ 78205 w 591051"/>
                <a:gd name="csY373" fmla="*/ 348916 h 421105"/>
                <a:gd name="csX374" fmla="*/ 76701 w 591051"/>
                <a:gd name="csY374" fmla="*/ 349668 h 421105"/>
                <a:gd name="csX375" fmla="*/ 77454 w 591051"/>
                <a:gd name="csY375" fmla="*/ 351924 h 421105"/>
                <a:gd name="csX376" fmla="*/ 76701 w 591051"/>
                <a:gd name="csY376" fmla="*/ 353428 h 421105"/>
                <a:gd name="csX377" fmla="*/ 75950 w 591051"/>
                <a:gd name="csY377" fmla="*/ 354932 h 421105"/>
                <a:gd name="csX378" fmla="*/ 74446 w 591051"/>
                <a:gd name="csY378" fmla="*/ 356436 h 421105"/>
                <a:gd name="csX379" fmla="*/ 73694 w 591051"/>
                <a:gd name="csY379" fmla="*/ 354932 h 421105"/>
                <a:gd name="csX380" fmla="*/ 72942 w 591051"/>
                <a:gd name="csY380" fmla="*/ 353428 h 421105"/>
                <a:gd name="csX381" fmla="*/ 72190 w 591051"/>
                <a:gd name="csY381" fmla="*/ 352676 h 421105"/>
                <a:gd name="csX382" fmla="*/ 71438 w 591051"/>
                <a:gd name="csY382" fmla="*/ 353428 h 421105"/>
                <a:gd name="csX383" fmla="*/ 70686 w 591051"/>
                <a:gd name="csY383" fmla="*/ 353428 h 421105"/>
                <a:gd name="csX384" fmla="*/ 70686 w 591051"/>
                <a:gd name="csY384" fmla="*/ 354180 h 421105"/>
                <a:gd name="csX385" fmla="*/ 68430 w 591051"/>
                <a:gd name="csY385" fmla="*/ 352676 h 421105"/>
                <a:gd name="csX386" fmla="*/ 66926 w 591051"/>
                <a:gd name="csY386" fmla="*/ 354180 h 421105"/>
                <a:gd name="csX387" fmla="*/ 63918 w 591051"/>
                <a:gd name="csY387" fmla="*/ 359444 h 421105"/>
                <a:gd name="csX388" fmla="*/ 64670 w 591051"/>
                <a:gd name="csY388" fmla="*/ 362451 h 421105"/>
                <a:gd name="csX389" fmla="*/ 61662 w 591051"/>
                <a:gd name="csY389" fmla="*/ 363955 h 421105"/>
                <a:gd name="csX390" fmla="*/ 57150 w 591051"/>
                <a:gd name="csY390" fmla="*/ 365460 h 421105"/>
                <a:gd name="csX391" fmla="*/ 49631 w 591051"/>
                <a:gd name="csY391" fmla="*/ 366964 h 421105"/>
                <a:gd name="csX392" fmla="*/ 39103 w 591051"/>
                <a:gd name="csY392" fmla="*/ 371475 h 421105"/>
                <a:gd name="csX393" fmla="*/ 39855 w 591051"/>
                <a:gd name="csY393" fmla="*/ 370723 h 421105"/>
                <a:gd name="csX394" fmla="*/ 39855 w 591051"/>
                <a:gd name="csY394" fmla="*/ 369219 h 421105"/>
                <a:gd name="csX395" fmla="*/ 39855 w 591051"/>
                <a:gd name="csY395" fmla="*/ 368467 h 421105"/>
                <a:gd name="csX396" fmla="*/ 35343 w 591051"/>
                <a:gd name="csY396" fmla="*/ 368467 h 421105"/>
                <a:gd name="csX397" fmla="*/ 31583 w 591051"/>
                <a:gd name="csY397" fmla="*/ 369971 h 421105"/>
                <a:gd name="csX398" fmla="*/ 28575 w 591051"/>
                <a:gd name="csY398" fmla="*/ 372227 h 421105"/>
                <a:gd name="csX399" fmla="*/ 24816 w 591051"/>
                <a:gd name="csY399" fmla="*/ 380499 h 421105"/>
                <a:gd name="csX400" fmla="*/ 24816 w 591051"/>
                <a:gd name="csY400" fmla="*/ 381251 h 421105"/>
                <a:gd name="csX401" fmla="*/ 25567 w 591051"/>
                <a:gd name="csY401" fmla="*/ 382755 h 421105"/>
                <a:gd name="csX402" fmla="*/ 25567 w 591051"/>
                <a:gd name="csY402" fmla="*/ 383507 h 421105"/>
                <a:gd name="csX403" fmla="*/ 24063 w 591051"/>
                <a:gd name="csY403" fmla="*/ 386515 h 421105"/>
                <a:gd name="csX404" fmla="*/ 22559 w 591051"/>
                <a:gd name="csY404" fmla="*/ 391779 h 421105"/>
                <a:gd name="csX405" fmla="*/ 22559 w 591051"/>
                <a:gd name="csY405" fmla="*/ 393283 h 421105"/>
                <a:gd name="csX406" fmla="*/ 23311 w 591051"/>
                <a:gd name="csY406" fmla="*/ 397794 h 421105"/>
                <a:gd name="csX407" fmla="*/ 26319 w 591051"/>
                <a:gd name="csY407" fmla="*/ 397042 h 421105"/>
                <a:gd name="csX408" fmla="*/ 30079 w 591051"/>
                <a:gd name="csY408" fmla="*/ 394786 h 421105"/>
                <a:gd name="csX409" fmla="*/ 33087 w 591051"/>
                <a:gd name="csY409" fmla="*/ 393283 h 421105"/>
                <a:gd name="csX410" fmla="*/ 36095 w 591051"/>
                <a:gd name="csY410" fmla="*/ 394786 h 421105"/>
                <a:gd name="csX411" fmla="*/ 28575 w 591051"/>
                <a:gd name="csY411" fmla="*/ 400802 h 421105"/>
                <a:gd name="csX412" fmla="*/ 27823 w 591051"/>
                <a:gd name="csY412" fmla="*/ 403810 h 421105"/>
                <a:gd name="csX413" fmla="*/ 29327 w 591051"/>
                <a:gd name="csY413" fmla="*/ 401554 h 421105"/>
                <a:gd name="csX414" fmla="*/ 31583 w 591051"/>
                <a:gd name="csY414" fmla="*/ 400802 h 421105"/>
                <a:gd name="csX415" fmla="*/ 33839 w 591051"/>
                <a:gd name="csY415" fmla="*/ 400050 h 421105"/>
                <a:gd name="csX416" fmla="*/ 36095 w 591051"/>
                <a:gd name="csY416" fmla="*/ 401554 h 421105"/>
                <a:gd name="csX417" fmla="*/ 33839 w 591051"/>
                <a:gd name="csY417" fmla="*/ 403810 h 421105"/>
                <a:gd name="csX418" fmla="*/ 32335 w 591051"/>
                <a:gd name="csY418" fmla="*/ 406066 h 421105"/>
                <a:gd name="csX419" fmla="*/ 31583 w 591051"/>
                <a:gd name="csY419" fmla="*/ 407570 h 421105"/>
                <a:gd name="csX420" fmla="*/ 32335 w 591051"/>
                <a:gd name="csY420" fmla="*/ 409826 h 421105"/>
                <a:gd name="csX421" fmla="*/ 33087 w 591051"/>
                <a:gd name="csY421" fmla="*/ 409074 h 421105"/>
                <a:gd name="csX422" fmla="*/ 35343 w 591051"/>
                <a:gd name="csY422" fmla="*/ 405314 h 421105"/>
                <a:gd name="csX423" fmla="*/ 37599 w 591051"/>
                <a:gd name="csY423" fmla="*/ 403058 h 421105"/>
                <a:gd name="csX424" fmla="*/ 39855 w 591051"/>
                <a:gd name="csY424" fmla="*/ 401554 h 421105"/>
                <a:gd name="csX425" fmla="*/ 42111 w 591051"/>
                <a:gd name="csY425" fmla="*/ 400050 h 421105"/>
                <a:gd name="csX426" fmla="*/ 46622 w 591051"/>
                <a:gd name="csY426" fmla="*/ 400050 h 421105"/>
                <a:gd name="csX427" fmla="*/ 45118 w 591051"/>
                <a:gd name="csY427" fmla="*/ 402306 h 421105"/>
                <a:gd name="csX428" fmla="*/ 44367 w 591051"/>
                <a:gd name="csY428" fmla="*/ 403058 h 421105"/>
                <a:gd name="csX429" fmla="*/ 43615 w 591051"/>
                <a:gd name="csY429" fmla="*/ 403810 h 421105"/>
                <a:gd name="csX430" fmla="*/ 45871 w 591051"/>
                <a:gd name="csY430" fmla="*/ 406066 h 421105"/>
                <a:gd name="csX431" fmla="*/ 50382 w 591051"/>
                <a:gd name="csY431" fmla="*/ 406818 h 421105"/>
                <a:gd name="csX432" fmla="*/ 53390 w 591051"/>
                <a:gd name="csY432" fmla="*/ 407570 h 421105"/>
                <a:gd name="csX433" fmla="*/ 54894 w 591051"/>
                <a:gd name="csY433" fmla="*/ 411330 h 421105"/>
                <a:gd name="csX434" fmla="*/ 51135 w 591051"/>
                <a:gd name="csY434" fmla="*/ 410578 h 421105"/>
                <a:gd name="csX435" fmla="*/ 48878 w 591051"/>
                <a:gd name="csY435" fmla="*/ 412834 h 421105"/>
                <a:gd name="csX436" fmla="*/ 45118 w 591051"/>
                <a:gd name="csY436" fmla="*/ 418098 h 421105"/>
                <a:gd name="csX437" fmla="*/ 42111 w 591051"/>
                <a:gd name="csY437" fmla="*/ 421105 h 421105"/>
                <a:gd name="csX438" fmla="*/ 39855 w 591051"/>
                <a:gd name="csY438" fmla="*/ 420353 h 421105"/>
                <a:gd name="csX439" fmla="*/ 37599 w 591051"/>
                <a:gd name="csY439" fmla="*/ 418849 h 421105"/>
                <a:gd name="csX440" fmla="*/ 35343 w 591051"/>
                <a:gd name="csY440" fmla="*/ 419602 h 421105"/>
                <a:gd name="csX441" fmla="*/ 33087 w 591051"/>
                <a:gd name="csY441" fmla="*/ 418098 h 421105"/>
                <a:gd name="csX442" fmla="*/ 28575 w 591051"/>
                <a:gd name="csY442" fmla="*/ 418098 h 421105"/>
                <a:gd name="csX443" fmla="*/ 24063 w 591051"/>
                <a:gd name="csY443" fmla="*/ 418849 h 421105"/>
                <a:gd name="csX444" fmla="*/ 20303 w 591051"/>
                <a:gd name="csY444" fmla="*/ 420353 h 421105"/>
                <a:gd name="csX445" fmla="*/ 15792 w 591051"/>
                <a:gd name="csY445" fmla="*/ 417345 h 421105"/>
                <a:gd name="csX446" fmla="*/ 14288 w 591051"/>
                <a:gd name="csY446" fmla="*/ 415842 h 421105"/>
                <a:gd name="csX447" fmla="*/ 12784 w 591051"/>
                <a:gd name="csY447" fmla="*/ 412834 h 421105"/>
                <a:gd name="csX448" fmla="*/ 12032 w 591051"/>
                <a:gd name="csY448" fmla="*/ 411330 h 421105"/>
                <a:gd name="csX449" fmla="*/ 10528 w 591051"/>
                <a:gd name="csY449" fmla="*/ 410578 h 421105"/>
                <a:gd name="csX450" fmla="*/ 9776 w 591051"/>
                <a:gd name="csY450" fmla="*/ 410578 h 421105"/>
                <a:gd name="csX451" fmla="*/ 9776 w 591051"/>
                <a:gd name="csY451" fmla="*/ 411330 h 421105"/>
                <a:gd name="csX452" fmla="*/ 9024 w 591051"/>
                <a:gd name="csY452" fmla="*/ 412082 h 421105"/>
                <a:gd name="csX453" fmla="*/ 7520 w 591051"/>
                <a:gd name="csY453" fmla="*/ 412082 h 421105"/>
                <a:gd name="csX454" fmla="*/ 6768 w 591051"/>
                <a:gd name="csY454" fmla="*/ 411330 h 421105"/>
                <a:gd name="csX455" fmla="*/ 4512 w 591051"/>
                <a:gd name="csY455" fmla="*/ 407570 h 421105"/>
                <a:gd name="csX456" fmla="*/ 752 w 591051"/>
                <a:gd name="csY456" fmla="*/ 401554 h 421105"/>
                <a:gd name="csX457" fmla="*/ 0 w 591051"/>
                <a:gd name="csY457" fmla="*/ 400050 h 421105"/>
                <a:gd name="csX458" fmla="*/ 0 w 591051"/>
                <a:gd name="csY458" fmla="*/ 399298 h 421105"/>
                <a:gd name="csX459" fmla="*/ 0 w 591051"/>
                <a:gd name="csY459" fmla="*/ 398546 h 421105"/>
                <a:gd name="csX460" fmla="*/ 0 w 591051"/>
                <a:gd name="csY460" fmla="*/ 397794 h 421105"/>
                <a:gd name="csX461" fmla="*/ 0 w 591051"/>
                <a:gd name="csY461" fmla="*/ 396290 h 421105"/>
                <a:gd name="csX462" fmla="*/ 3008 w 591051"/>
                <a:gd name="csY462" fmla="*/ 391779 h 421105"/>
                <a:gd name="csX463" fmla="*/ 4512 w 591051"/>
                <a:gd name="csY463" fmla="*/ 390275 h 421105"/>
                <a:gd name="csX464" fmla="*/ 5264 w 591051"/>
                <a:gd name="csY464" fmla="*/ 390275 h 421105"/>
                <a:gd name="csX465" fmla="*/ 6016 w 591051"/>
                <a:gd name="csY465" fmla="*/ 389523 h 421105"/>
                <a:gd name="csX466" fmla="*/ 7520 w 591051"/>
                <a:gd name="csY466" fmla="*/ 388019 h 421105"/>
                <a:gd name="csX467" fmla="*/ 9024 w 591051"/>
                <a:gd name="csY467" fmla="*/ 385011 h 421105"/>
                <a:gd name="csX468" fmla="*/ 9024 w 591051"/>
                <a:gd name="csY468" fmla="*/ 383507 h 421105"/>
                <a:gd name="csX469" fmla="*/ 9024 w 591051"/>
                <a:gd name="csY469" fmla="*/ 382003 h 421105"/>
                <a:gd name="csX470" fmla="*/ 9024 w 591051"/>
                <a:gd name="csY470" fmla="*/ 380499 h 421105"/>
                <a:gd name="csX471" fmla="*/ 9024 w 591051"/>
                <a:gd name="csY471" fmla="*/ 378243 h 421105"/>
                <a:gd name="csX472" fmla="*/ 9024 w 591051"/>
                <a:gd name="csY472" fmla="*/ 375235 h 421105"/>
                <a:gd name="csX473" fmla="*/ 10528 w 591051"/>
                <a:gd name="csY473" fmla="*/ 366211 h 421105"/>
                <a:gd name="csX474" fmla="*/ 10528 w 591051"/>
                <a:gd name="csY474" fmla="*/ 365460 h 421105"/>
                <a:gd name="csX475" fmla="*/ 10528 w 591051"/>
                <a:gd name="csY475" fmla="*/ 363204 h 421105"/>
                <a:gd name="csX476" fmla="*/ 10528 w 591051"/>
                <a:gd name="csY476" fmla="*/ 362451 h 421105"/>
                <a:gd name="csX477" fmla="*/ 10528 w 591051"/>
                <a:gd name="csY477" fmla="*/ 360947 h 421105"/>
                <a:gd name="csX478" fmla="*/ 10528 w 591051"/>
                <a:gd name="csY478" fmla="*/ 360196 h 421105"/>
                <a:gd name="csX479" fmla="*/ 11280 w 591051"/>
                <a:gd name="csY479" fmla="*/ 359444 h 421105"/>
                <a:gd name="csX480" fmla="*/ 14288 w 591051"/>
                <a:gd name="csY480" fmla="*/ 359444 h 421105"/>
                <a:gd name="csX481" fmla="*/ 15039 w 591051"/>
                <a:gd name="csY481" fmla="*/ 358692 h 421105"/>
                <a:gd name="csX482" fmla="*/ 16544 w 591051"/>
                <a:gd name="csY482" fmla="*/ 358692 h 421105"/>
                <a:gd name="csX483" fmla="*/ 17296 w 591051"/>
                <a:gd name="csY483" fmla="*/ 357940 h 421105"/>
                <a:gd name="csX484" fmla="*/ 18799 w 591051"/>
                <a:gd name="csY484" fmla="*/ 354180 h 421105"/>
                <a:gd name="csX485" fmla="*/ 19552 w 591051"/>
                <a:gd name="csY485" fmla="*/ 353428 h 421105"/>
                <a:gd name="csX486" fmla="*/ 21056 w 591051"/>
                <a:gd name="csY486" fmla="*/ 351924 h 421105"/>
                <a:gd name="csX487" fmla="*/ 21807 w 591051"/>
                <a:gd name="csY487" fmla="*/ 351924 h 421105"/>
                <a:gd name="csX488" fmla="*/ 22559 w 591051"/>
                <a:gd name="csY488" fmla="*/ 351172 h 421105"/>
                <a:gd name="csX489" fmla="*/ 23311 w 591051"/>
                <a:gd name="csY489" fmla="*/ 351172 h 421105"/>
                <a:gd name="csX490" fmla="*/ 28575 w 591051"/>
                <a:gd name="csY490" fmla="*/ 350420 h 421105"/>
                <a:gd name="csX491" fmla="*/ 30079 w 591051"/>
                <a:gd name="csY491" fmla="*/ 349668 h 421105"/>
                <a:gd name="csX492" fmla="*/ 33087 w 591051"/>
                <a:gd name="csY492" fmla="*/ 348164 h 421105"/>
                <a:gd name="csX493" fmla="*/ 38351 w 591051"/>
                <a:gd name="csY493" fmla="*/ 344404 h 421105"/>
                <a:gd name="csX494" fmla="*/ 42111 w 591051"/>
                <a:gd name="csY494" fmla="*/ 342148 h 421105"/>
                <a:gd name="csX495" fmla="*/ 42863 w 591051"/>
                <a:gd name="csY495" fmla="*/ 342148 h 421105"/>
                <a:gd name="csX496" fmla="*/ 43615 w 591051"/>
                <a:gd name="csY496" fmla="*/ 342148 h 421105"/>
                <a:gd name="csX497" fmla="*/ 45118 w 591051"/>
                <a:gd name="csY497" fmla="*/ 342148 h 421105"/>
                <a:gd name="csX498" fmla="*/ 45871 w 591051"/>
                <a:gd name="csY498" fmla="*/ 342148 h 421105"/>
                <a:gd name="csX499" fmla="*/ 48127 w 591051"/>
                <a:gd name="csY499" fmla="*/ 343652 h 421105"/>
                <a:gd name="csX500" fmla="*/ 48878 w 591051"/>
                <a:gd name="csY500" fmla="*/ 343652 h 421105"/>
                <a:gd name="csX501" fmla="*/ 51135 w 591051"/>
                <a:gd name="csY501" fmla="*/ 342900 h 421105"/>
                <a:gd name="csX502" fmla="*/ 59406 w 591051"/>
                <a:gd name="csY502" fmla="*/ 337636 h 421105"/>
                <a:gd name="csX503" fmla="*/ 60158 w 591051"/>
                <a:gd name="csY503" fmla="*/ 337636 h 421105"/>
                <a:gd name="csX504" fmla="*/ 60910 w 591051"/>
                <a:gd name="csY504" fmla="*/ 338388 h 421105"/>
                <a:gd name="csX505" fmla="*/ 60910 w 591051"/>
                <a:gd name="csY505" fmla="*/ 339140 h 421105"/>
                <a:gd name="csX506" fmla="*/ 61662 w 591051"/>
                <a:gd name="csY506" fmla="*/ 339892 h 421105"/>
                <a:gd name="csX507" fmla="*/ 61662 w 591051"/>
                <a:gd name="csY507" fmla="*/ 340644 h 421105"/>
                <a:gd name="csX508" fmla="*/ 62414 w 591051"/>
                <a:gd name="csY508" fmla="*/ 340644 h 421105"/>
                <a:gd name="csX509" fmla="*/ 63166 w 591051"/>
                <a:gd name="csY509" fmla="*/ 341396 h 421105"/>
                <a:gd name="csX510" fmla="*/ 64670 w 591051"/>
                <a:gd name="csY510" fmla="*/ 340644 h 421105"/>
                <a:gd name="csX511" fmla="*/ 66174 w 591051"/>
                <a:gd name="csY511" fmla="*/ 340644 h 421105"/>
                <a:gd name="csX512" fmla="*/ 70686 w 591051"/>
                <a:gd name="csY512" fmla="*/ 338388 h 421105"/>
                <a:gd name="csX513" fmla="*/ 71438 w 591051"/>
                <a:gd name="csY513" fmla="*/ 338388 h 421105"/>
                <a:gd name="csX514" fmla="*/ 72190 w 591051"/>
                <a:gd name="csY514" fmla="*/ 339140 h 421105"/>
                <a:gd name="csX515" fmla="*/ 73694 w 591051"/>
                <a:gd name="csY515" fmla="*/ 339892 h 421105"/>
                <a:gd name="csX516" fmla="*/ 74446 w 591051"/>
                <a:gd name="csY516" fmla="*/ 339892 h 421105"/>
                <a:gd name="csX517" fmla="*/ 76701 w 591051"/>
                <a:gd name="csY517" fmla="*/ 339140 h 421105"/>
                <a:gd name="csX518" fmla="*/ 84221 w 591051"/>
                <a:gd name="csY518" fmla="*/ 334628 h 421105"/>
                <a:gd name="csX519" fmla="*/ 89485 w 591051"/>
                <a:gd name="csY519" fmla="*/ 333125 h 421105"/>
                <a:gd name="csX520" fmla="*/ 90237 w 591051"/>
                <a:gd name="csY520" fmla="*/ 332372 h 421105"/>
                <a:gd name="csX521" fmla="*/ 90989 w 591051"/>
                <a:gd name="csY521" fmla="*/ 331621 h 421105"/>
                <a:gd name="csX522" fmla="*/ 93245 w 591051"/>
                <a:gd name="csY522" fmla="*/ 327109 h 421105"/>
                <a:gd name="csX523" fmla="*/ 93245 w 591051"/>
                <a:gd name="csY523" fmla="*/ 325605 h 421105"/>
                <a:gd name="csX524" fmla="*/ 93245 w 591051"/>
                <a:gd name="csY524" fmla="*/ 324853 h 421105"/>
                <a:gd name="csX525" fmla="*/ 93245 w 591051"/>
                <a:gd name="csY525" fmla="*/ 324101 h 421105"/>
                <a:gd name="csX526" fmla="*/ 92493 w 591051"/>
                <a:gd name="csY526" fmla="*/ 322597 h 421105"/>
                <a:gd name="csX527" fmla="*/ 93245 w 591051"/>
                <a:gd name="csY527" fmla="*/ 321093 h 421105"/>
                <a:gd name="csX528" fmla="*/ 97005 w 591051"/>
                <a:gd name="csY528" fmla="*/ 316581 h 421105"/>
                <a:gd name="csX529" fmla="*/ 98509 w 591051"/>
                <a:gd name="csY529" fmla="*/ 315829 h 421105"/>
                <a:gd name="csX530" fmla="*/ 100013 w 591051"/>
                <a:gd name="csY530" fmla="*/ 315077 h 421105"/>
                <a:gd name="csX531" fmla="*/ 102269 w 591051"/>
                <a:gd name="csY531" fmla="*/ 314325 h 421105"/>
                <a:gd name="csX532" fmla="*/ 103020 w 591051"/>
                <a:gd name="csY532" fmla="*/ 314325 h 421105"/>
                <a:gd name="csX533" fmla="*/ 104525 w 591051"/>
                <a:gd name="csY533" fmla="*/ 313573 h 421105"/>
                <a:gd name="csX534" fmla="*/ 105276 w 591051"/>
                <a:gd name="csY534" fmla="*/ 312821 h 421105"/>
                <a:gd name="csX535" fmla="*/ 106029 w 591051"/>
                <a:gd name="csY535" fmla="*/ 312069 h 421105"/>
                <a:gd name="csX536" fmla="*/ 106029 w 591051"/>
                <a:gd name="csY536" fmla="*/ 311317 h 421105"/>
                <a:gd name="csX537" fmla="*/ 106029 w 591051"/>
                <a:gd name="csY537" fmla="*/ 310566 h 421105"/>
                <a:gd name="csX538" fmla="*/ 106029 w 591051"/>
                <a:gd name="csY538" fmla="*/ 309061 h 421105"/>
                <a:gd name="csX539" fmla="*/ 105276 w 591051"/>
                <a:gd name="csY539" fmla="*/ 307557 h 421105"/>
                <a:gd name="csX540" fmla="*/ 102269 w 591051"/>
                <a:gd name="csY540" fmla="*/ 302294 h 421105"/>
                <a:gd name="csX541" fmla="*/ 100013 w 591051"/>
                <a:gd name="csY541" fmla="*/ 298534 h 421105"/>
                <a:gd name="csX542" fmla="*/ 97757 w 591051"/>
                <a:gd name="csY542" fmla="*/ 295526 h 421105"/>
                <a:gd name="csX543" fmla="*/ 97757 w 591051"/>
                <a:gd name="csY543" fmla="*/ 294774 h 421105"/>
                <a:gd name="csX544" fmla="*/ 97005 w 591051"/>
                <a:gd name="csY544" fmla="*/ 295526 h 421105"/>
                <a:gd name="csX545" fmla="*/ 96253 w 591051"/>
                <a:gd name="csY545" fmla="*/ 295526 h 421105"/>
                <a:gd name="csX546" fmla="*/ 95501 w 591051"/>
                <a:gd name="csY546" fmla="*/ 296278 h 421105"/>
                <a:gd name="csX547" fmla="*/ 94749 w 591051"/>
                <a:gd name="csY547" fmla="*/ 296278 h 421105"/>
                <a:gd name="csX548" fmla="*/ 92493 w 591051"/>
                <a:gd name="csY548" fmla="*/ 296278 h 421105"/>
                <a:gd name="csX549" fmla="*/ 87229 w 591051"/>
                <a:gd name="csY549" fmla="*/ 295526 h 421105"/>
                <a:gd name="csX550" fmla="*/ 83469 w 591051"/>
                <a:gd name="csY550" fmla="*/ 295526 h 421105"/>
                <a:gd name="csX551" fmla="*/ 81214 w 591051"/>
                <a:gd name="csY551" fmla="*/ 296278 h 421105"/>
                <a:gd name="csX552" fmla="*/ 79709 w 591051"/>
                <a:gd name="csY552" fmla="*/ 297030 h 421105"/>
                <a:gd name="csX553" fmla="*/ 77454 w 591051"/>
                <a:gd name="csY553" fmla="*/ 297030 h 421105"/>
                <a:gd name="csX554" fmla="*/ 76701 w 591051"/>
                <a:gd name="csY554" fmla="*/ 296278 h 421105"/>
                <a:gd name="csX555" fmla="*/ 75197 w 591051"/>
                <a:gd name="csY555" fmla="*/ 294774 h 421105"/>
                <a:gd name="csX556" fmla="*/ 74446 w 591051"/>
                <a:gd name="csY556" fmla="*/ 294022 h 421105"/>
                <a:gd name="csX557" fmla="*/ 73694 w 591051"/>
                <a:gd name="csY557" fmla="*/ 294774 h 421105"/>
                <a:gd name="csX558" fmla="*/ 72942 w 591051"/>
                <a:gd name="csY558" fmla="*/ 296278 h 421105"/>
                <a:gd name="csX559" fmla="*/ 72190 w 591051"/>
                <a:gd name="csY559" fmla="*/ 296278 h 421105"/>
                <a:gd name="csX560" fmla="*/ 70686 w 591051"/>
                <a:gd name="csY560" fmla="*/ 297030 h 421105"/>
                <a:gd name="csX561" fmla="*/ 67678 w 591051"/>
                <a:gd name="csY561" fmla="*/ 297030 h 421105"/>
                <a:gd name="csX562" fmla="*/ 66174 w 591051"/>
                <a:gd name="csY562" fmla="*/ 297030 h 421105"/>
                <a:gd name="csX563" fmla="*/ 65422 w 591051"/>
                <a:gd name="csY563" fmla="*/ 297782 h 421105"/>
                <a:gd name="csX564" fmla="*/ 64670 w 591051"/>
                <a:gd name="csY564" fmla="*/ 298534 h 421105"/>
                <a:gd name="csX565" fmla="*/ 63918 w 591051"/>
                <a:gd name="csY565" fmla="*/ 298534 h 421105"/>
                <a:gd name="csX566" fmla="*/ 57150 w 591051"/>
                <a:gd name="csY566" fmla="*/ 299286 h 421105"/>
                <a:gd name="csX567" fmla="*/ 56398 w 591051"/>
                <a:gd name="csY567" fmla="*/ 299286 h 421105"/>
                <a:gd name="csX568" fmla="*/ 55646 w 591051"/>
                <a:gd name="csY568" fmla="*/ 299286 h 421105"/>
                <a:gd name="csX569" fmla="*/ 55646 w 591051"/>
                <a:gd name="csY569" fmla="*/ 300038 h 421105"/>
                <a:gd name="csX570" fmla="*/ 54894 w 591051"/>
                <a:gd name="csY570" fmla="*/ 300038 h 421105"/>
                <a:gd name="csX571" fmla="*/ 53390 w 591051"/>
                <a:gd name="csY571" fmla="*/ 300789 h 421105"/>
                <a:gd name="csX572" fmla="*/ 51135 w 591051"/>
                <a:gd name="csY572" fmla="*/ 300789 h 421105"/>
                <a:gd name="csX573" fmla="*/ 50382 w 591051"/>
                <a:gd name="csY573" fmla="*/ 300789 h 421105"/>
                <a:gd name="csX574" fmla="*/ 48878 w 591051"/>
                <a:gd name="csY574" fmla="*/ 300038 h 421105"/>
                <a:gd name="csX575" fmla="*/ 46622 w 591051"/>
                <a:gd name="csY575" fmla="*/ 298534 h 421105"/>
                <a:gd name="csX576" fmla="*/ 45871 w 591051"/>
                <a:gd name="csY576" fmla="*/ 298534 h 421105"/>
                <a:gd name="csX577" fmla="*/ 44367 w 591051"/>
                <a:gd name="csY577" fmla="*/ 298534 h 421105"/>
                <a:gd name="csX578" fmla="*/ 43615 w 591051"/>
                <a:gd name="csY578" fmla="*/ 299286 h 421105"/>
                <a:gd name="csX579" fmla="*/ 41359 w 591051"/>
                <a:gd name="csY579" fmla="*/ 299286 h 421105"/>
                <a:gd name="csX580" fmla="*/ 39855 w 591051"/>
                <a:gd name="csY580" fmla="*/ 299286 h 421105"/>
                <a:gd name="csX581" fmla="*/ 39103 w 591051"/>
                <a:gd name="csY581" fmla="*/ 299286 h 421105"/>
                <a:gd name="csX582" fmla="*/ 35343 w 591051"/>
                <a:gd name="csY582" fmla="*/ 297782 h 421105"/>
                <a:gd name="csX583" fmla="*/ 34591 w 591051"/>
                <a:gd name="csY583" fmla="*/ 297030 h 421105"/>
                <a:gd name="csX584" fmla="*/ 33839 w 591051"/>
                <a:gd name="csY584" fmla="*/ 296278 h 421105"/>
                <a:gd name="csX585" fmla="*/ 33839 w 591051"/>
                <a:gd name="csY585" fmla="*/ 295526 h 421105"/>
                <a:gd name="csX586" fmla="*/ 32335 w 591051"/>
                <a:gd name="csY586" fmla="*/ 290262 h 421105"/>
                <a:gd name="csX587" fmla="*/ 32335 w 591051"/>
                <a:gd name="csY587" fmla="*/ 289510 h 421105"/>
                <a:gd name="csX588" fmla="*/ 30831 w 591051"/>
                <a:gd name="csY588" fmla="*/ 289510 h 421105"/>
                <a:gd name="csX589" fmla="*/ 30079 w 591051"/>
                <a:gd name="csY589" fmla="*/ 289510 h 421105"/>
                <a:gd name="csX590" fmla="*/ 29327 w 591051"/>
                <a:gd name="csY590" fmla="*/ 288758 h 421105"/>
                <a:gd name="csX591" fmla="*/ 29327 w 591051"/>
                <a:gd name="csY591" fmla="*/ 288006 h 421105"/>
                <a:gd name="csX592" fmla="*/ 28575 w 591051"/>
                <a:gd name="csY592" fmla="*/ 287254 h 421105"/>
                <a:gd name="csX593" fmla="*/ 26319 w 591051"/>
                <a:gd name="csY593" fmla="*/ 284246 h 421105"/>
                <a:gd name="csX594" fmla="*/ 24063 w 591051"/>
                <a:gd name="csY594" fmla="*/ 282742 h 421105"/>
                <a:gd name="csX595" fmla="*/ 22559 w 591051"/>
                <a:gd name="csY595" fmla="*/ 281238 h 421105"/>
                <a:gd name="csX596" fmla="*/ 21807 w 591051"/>
                <a:gd name="csY596" fmla="*/ 279734 h 421105"/>
                <a:gd name="csX597" fmla="*/ 18048 w 591051"/>
                <a:gd name="csY597" fmla="*/ 272215 h 421105"/>
                <a:gd name="csX598" fmla="*/ 17296 w 591051"/>
                <a:gd name="csY598" fmla="*/ 270711 h 421105"/>
                <a:gd name="csX599" fmla="*/ 15792 w 591051"/>
                <a:gd name="csY599" fmla="*/ 269207 h 421105"/>
                <a:gd name="csX600" fmla="*/ 13536 w 591051"/>
                <a:gd name="csY600" fmla="*/ 267703 h 421105"/>
                <a:gd name="csX601" fmla="*/ 9024 w 591051"/>
                <a:gd name="csY601" fmla="*/ 265447 h 421105"/>
                <a:gd name="csX602" fmla="*/ 6768 w 591051"/>
                <a:gd name="csY602" fmla="*/ 265447 h 421105"/>
                <a:gd name="csX603" fmla="*/ 4512 w 591051"/>
                <a:gd name="csY603" fmla="*/ 265447 h 421105"/>
                <a:gd name="csX604" fmla="*/ 10528 w 591051"/>
                <a:gd name="csY604" fmla="*/ 260935 h 421105"/>
                <a:gd name="csX605" fmla="*/ 13536 w 591051"/>
                <a:gd name="csY605" fmla="*/ 259431 h 421105"/>
                <a:gd name="csX606" fmla="*/ 20303 w 591051"/>
                <a:gd name="csY606" fmla="*/ 257175 h 421105"/>
                <a:gd name="csX607" fmla="*/ 21807 w 591051"/>
                <a:gd name="csY607" fmla="*/ 257175 h 421105"/>
                <a:gd name="csX608" fmla="*/ 23311 w 591051"/>
                <a:gd name="csY608" fmla="*/ 257175 h 421105"/>
                <a:gd name="csX609" fmla="*/ 27071 w 591051"/>
                <a:gd name="csY609" fmla="*/ 257927 h 421105"/>
                <a:gd name="csX610" fmla="*/ 30079 w 591051"/>
                <a:gd name="csY610" fmla="*/ 258679 h 421105"/>
                <a:gd name="csX611" fmla="*/ 32335 w 591051"/>
                <a:gd name="csY611" fmla="*/ 258679 h 421105"/>
                <a:gd name="csX612" fmla="*/ 32335 w 591051"/>
                <a:gd name="csY612" fmla="*/ 257927 h 421105"/>
                <a:gd name="csX613" fmla="*/ 33087 w 591051"/>
                <a:gd name="csY613" fmla="*/ 257175 h 421105"/>
                <a:gd name="csX614" fmla="*/ 35343 w 591051"/>
                <a:gd name="csY614" fmla="*/ 253415 h 421105"/>
                <a:gd name="csX615" fmla="*/ 37599 w 591051"/>
                <a:gd name="csY615" fmla="*/ 251159 h 421105"/>
                <a:gd name="csX616" fmla="*/ 38351 w 591051"/>
                <a:gd name="csY616" fmla="*/ 250408 h 421105"/>
                <a:gd name="csX617" fmla="*/ 39855 w 591051"/>
                <a:gd name="csY617" fmla="*/ 250408 h 421105"/>
                <a:gd name="csX618" fmla="*/ 44367 w 591051"/>
                <a:gd name="csY618" fmla="*/ 249655 h 421105"/>
                <a:gd name="csX619" fmla="*/ 48127 w 591051"/>
                <a:gd name="csY619" fmla="*/ 248904 h 421105"/>
                <a:gd name="csX620" fmla="*/ 50382 w 591051"/>
                <a:gd name="csY620" fmla="*/ 248151 h 421105"/>
                <a:gd name="csX621" fmla="*/ 51135 w 591051"/>
                <a:gd name="csY621" fmla="*/ 248151 h 421105"/>
                <a:gd name="csX622" fmla="*/ 51886 w 591051"/>
                <a:gd name="csY622" fmla="*/ 247400 h 421105"/>
                <a:gd name="csX623" fmla="*/ 63918 w 591051"/>
                <a:gd name="csY623" fmla="*/ 240632 h 421105"/>
                <a:gd name="csX624" fmla="*/ 65422 w 591051"/>
                <a:gd name="csY624" fmla="*/ 239880 h 421105"/>
                <a:gd name="csX625" fmla="*/ 66926 w 591051"/>
                <a:gd name="csY625" fmla="*/ 239880 h 421105"/>
                <a:gd name="csX626" fmla="*/ 68430 w 591051"/>
                <a:gd name="csY626" fmla="*/ 239880 h 421105"/>
                <a:gd name="csX627" fmla="*/ 69934 w 591051"/>
                <a:gd name="csY627" fmla="*/ 240632 h 421105"/>
                <a:gd name="csX628" fmla="*/ 77454 w 591051"/>
                <a:gd name="csY628" fmla="*/ 239128 h 421105"/>
                <a:gd name="csX629" fmla="*/ 79709 w 591051"/>
                <a:gd name="csY629" fmla="*/ 239128 h 421105"/>
                <a:gd name="csX630" fmla="*/ 86477 w 591051"/>
                <a:gd name="csY630" fmla="*/ 238376 h 421105"/>
                <a:gd name="csX631" fmla="*/ 87229 w 591051"/>
                <a:gd name="csY631" fmla="*/ 238376 h 421105"/>
                <a:gd name="csX632" fmla="*/ 88733 w 591051"/>
                <a:gd name="csY632" fmla="*/ 238376 h 421105"/>
                <a:gd name="csX633" fmla="*/ 89485 w 591051"/>
                <a:gd name="csY633" fmla="*/ 238376 h 421105"/>
                <a:gd name="csX634" fmla="*/ 90237 w 591051"/>
                <a:gd name="csY634" fmla="*/ 239128 h 421105"/>
                <a:gd name="csX635" fmla="*/ 90989 w 591051"/>
                <a:gd name="csY635" fmla="*/ 239880 h 421105"/>
                <a:gd name="csX636" fmla="*/ 91741 w 591051"/>
                <a:gd name="csY636" fmla="*/ 240632 h 421105"/>
                <a:gd name="csX637" fmla="*/ 93997 w 591051"/>
                <a:gd name="csY637" fmla="*/ 240632 h 421105"/>
                <a:gd name="csX638" fmla="*/ 97757 w 591051"/>
                <a:gd name="csY638" fmla="*/ 239880 h 421105"/>
                <a:gd name="csX639" fmla="*/ 112044 w 591051"/>
                <a:gd name="csY639" fmla="*/ 231608 h 421105"/>
                <a:gd name="csX640" fmla="*/ 113548 w 591051"/>
                <a:gd name="csY640" fmla="*/ 230856 h 421105"/>
                <a:gd name="csX641" fmla="*/ 116556 w 591051"/>
                <a:gd name="csY641" fmla="*/ 227096 h 421105"/>
                <a:gd name="csX642" fmla="*/ 118060 w 591051"/>
                <a:gd name="csY642" fmla="*/ 226344 h 421105"/>
                <a:gd name="csX643" fmla="*/ 118812 w 591051"/>
                <a:gd name="csY643" fmla="*/ 226344 h 421105"/>
                <a:gd name="csX644" fmla="*/ 120316 w 591051"/>
                <a:gd name="csY644" fmla="*/ 225592 h 421105"/>
                <a:gd name="csX645" fmla="*/ 121068 w 591051"/>
                <a:gd name="csY645" fmla="*/ 225592 h 421105"/>
                <a:gd name="csX646" fmla="*/ 139115 w 591051"/>
                <a:gd name="csY646" fmla="*/ 218072 h 421105"/>
                <a:gd name="csX647" fmla="*/ 144379 w 591051"/>
                <a:gd name="csY647" fmla="*/ 216569 h 421105"/>
                <a:gd name="csX648" fmla="*/ 146635 w 591051"/>
                <a:gd name="csY648" fmla="*/ 215817 h 421105"/>
                <a:gd name="csX649" fmla="*/ 148139 w 591051"/>
                <a:gd name="csY649" fmla="*/ 214313 h 421105"/>
                <a:gd name="csX650" fmla="*/ 150395 w 591051"/>
                <a:gd name="csY650" fmla="*/ 212809 h 421105"/>
                <a:gd name="csX651" fmla="*/ 158667 w 591051"/>
                <a:gd name="csY651" fmla="*/ 209049 h 421105"/>
                <a:gd name="csX652" fmla="*/ 163178 w 591051"/>
                <a:gd name="csY652" fmla="*/ 207545 h 421105"/>
                <a:gd name="csX653" fmla="*/ 164682 w 591051"/>
                <a:gd name="csY653" fmla="*/ 207545 h 421105"/>
                <a:gd name="csX654" fmla="*/ 165434 w 591051"/>
                <a:gd name="csY654" fmla="*/ 208297 h 421105"/>
                <a:gd name="csX655" fmla="*/ 166186 w 591051"/>
                <a:gd name="csY655" fmla="*/ 208297 h 421105"/>
                <a:gd name="csX656" fmla="*/ 166186 w 591051"/>
                <a:gd name="csY656" fmla="*/ 209049 h 421105"/>
                <a:gd name="csX657" fmla="*/ 166938 w 591051"/>
                <a:gd name="csY657" fmla="*/ 209801 h 421105"/>
                <a:gd name="csX658" fmla="*/ 167691 w 591051"/>
                <a:gd name="csY658" fmla="*/ 210553 h 421105"/>
                <a:gd name="csX659" fmla="*/ 168442 w 591051"/>
                <a:gd name="csY659" fmla="*/ 210553 h 421105"/>
                <a:gd name="csX660" fmla="*/ 169194 w 591051"/>
                <a:gd name="csY660" fmla="*/ 211305 h 421105"/>
                <a:gd name="csX661" fmla="*/ 171450 w 591051"/>
                <a:gd name="csY661" fmla="*/ 210553 h 421105"/>
                <a:gd name="csX662" fmla="*/ 172954 w 591051"/>
                <a:gd name="csY662" fmla="*/ 210553 h 421105"/>
                <a:gd name="csX663" fmla="*/ 175962 w 591051"/>
                <a:gd name="csY663" fmla="*/ 209049 h 421105"/>
                <a:gd name="csX664" fmla="*/ 177466 w 591051"/>
                <a:gd name="csY664" fmla="*/ 209049 h 421105"/>
                <a:gd name="csX665" fmla="*/ 178218 w 591051"/>
                <a:gd name="csY665" fmla="*/ 209049 h 421105"/>
                <a:gd name="csX666" fmla="*/ 179722 w 591051"/>
                <a:gd name="csY666" fmla="*/ 209801 h 421105"/>
                <a:gd name="csX667" fmla="*/ 180474 w 591051"/>
                <a:gd name="csY667" fmla="*/ 210553 h 421105"/>
                <a:gd name="csX668" fmla="*/ 181226 w 591051"/>
                <a:gd name="csY668" fmla="*/ 210553 h 421105"/>
                <a:gd name="csX669" fmla="*/ 182730 w 591051"/>
                <a:gd name="csY669" fmla="*/ 209049 h 421105"/>
                <a:gd name="csX670" fmla="*/ 184234 w 591051"/>
                <a:gd name="csY670" fmla="*/ 207545 h 421105"/>
                <a:gd name="csX671" fmla="*/ 184986 w 591051"/>
                <a:gd name="csY671" fmla="*/ 207545 h 421105"/>
                <a:gd name="csX672" fmla="*/ 186490 w 591051"/>
                <a:gd name="csY672" fmla="*/ 207545 h 421105"/>
                <a:gd name="csX673" fmla="*/ 187993 w 591051"/>
                <a:gd name="csY673" fmla="*/ 208297 h 421105"/>
                <a:gd name="csX674" fmla="*/ 189497 w 591051"/>
                <a:gd name="csY674" fmla="*/ 208297 h 421105"/>
                <a:gd name="csX675" fmla="*/ 190250 w 591051"/>
                <a:gd name="csY675" fmla="*/ 208297 h 421105"/>
                <a:gd name="csX676" fmla="*/ 191002 w 591051"/>
                <a:gd name="csY676" fmla="*/ 207545 h 421105"/>
                <a:gd name="csX677" fmla="*/ 192506 w 591051"/>
                <a:gd name="csY677" fmla="*/ 206793 h 421105"/>
                <a:gd name="csX678" fmla="*/ 193257 w 591051"/>
                <a:gd name="csY678" fmla="*/ 206041 h 421105"/>
                <a:gd name="csX679" fmla="*/ 194010 w 591051"/>
                <a:gd name="csY679" fmla="*/ 206793 h 421105"/>
                <a:gd name="csX680" fmla="*/ 195513 w 591051"/>
                <a:gd name="csY680" fmla="*/ 208297 h 421105"/>
                <a:gd name="csX681" fmla="*/ 196265 w 591051"/>
                <a:gd name="csY681" fmla="*/ 209049 h 421105"/>
                <a:gd name="csX682" fmla="*/ 197017 w 591051"/>
                <a:gd name="csY682" fmla="*/ 209049 h 421105"/>
                <a:gd name="csX683" fmla="*/ 197769 w 591051"/>
                <a:gd name="csY683" fmla="*/ 209801 h 421105"/>
                <a:gd name="csX684" fmla="*/ 200025 w 591051"/>
                <a:gd name="csY684" fmla="*/ 209801 h 421105"/>
                <a:gd name="csX685" fmla="*/ 202281 w 591051"/>
                <a:gd name="csY685" fmla="*/ 209049 h 421105"/>
                <a:gd name="csX686" fmla="*/ 204537 w 591051"/>
                <a:gd name="csY686" fmla="*/ 208297 h 421105"/>
                <a:gd name="csX687" fmla="*/ 206041 w 591051"/>
                <a:gd name="csY687" fmla="*/ 208297 h 421105"/>
                <a:gd name="csX688" fmla="*/ 209049 w 591051"/>
                <a:gd name="csY688" fmla="*/ 208297 h 421105"/>
                <a:gd name="csX689" fmla="*/ 211305 w 591051"/>
                <a:gd name="csY689" fmla="*/ 208297 h 421105"/>
                <a:gd name="csX690" fmla="*/ 212057 w 591051"/>
                <a:gd name="csY690" fmla="*/ 207545 h 421105"/>
                <a:gd name="csX691" fmla="*/ 214313 w 591051"/>
                <a:gd name="csY691" fmla="*/ 206793 h 421105"/>
                <a:gd name="csX692" fmla="*/ 226344 w 591051"/>
                <a:gd name="csY692" fmla="*/ 200025 h 421105"/>
                <a:gd name="csX693" fmla="*/ 230104 w 591051"/>
                <a:gd name="csY693" fmla="*/ 199273 h 421105"/>
                <a:gd name="csX694" fmla="*/ 232360 w 591051"/>
                <a:gd name="csY694" fmla="*/ 199273 h 421105"/>
                <a:gd name="csX695" fmla="*/ 233112 w 591051"/>
                <a:gd name="csY695" fmla="*/ 199273 h 421105"/>
                <a:gd name="csX696" fmla="*/ 233864 w 591051"/>
                <a:gd name="csY696" fmla="*/ 199273 h 421105"/>
                <a:gd name="csX697" fmla="*/ 234616 w 591051"/>
                <a:gd name="csY697" fmla="*/ 200025 h 421105"/>
                <a:gd name="csX698" fmla="*/ 235368 w 591051"/>
                <a:gd name="csY698" fmla="*/ 200025 h 421105"/>
                <a:gd name="csX699" fmla="*/ 237624 w 591051"/>
                <a:gd name="csY699" fmla="*/ 200025 h 421105"/>
                <a:gd name="csX700" fmla="*/ 242136 w 591051"/>
                <a:gd name="csY700" fmla="*/ 200025 h 421105"/>
                <a:gd name="csX701" fmla="*/ 243640 w 591051"/>
                <a:gd name="csY701" fmla="*/ 200025 h 421105"/>
                <a:gd name="csX702" fmla="*/ 244391 w 591051"/>
                <a:gd name="csY702" fmla="*/ 200025 h 421105"/>
                <a:gd name="csX703" fmla="*/ 245144 w 591051"/>
                <a:gd name="csY703" fmla="*/ 200777 h 421105"/>
                <a:gd name="csX704" fmla="*/ 246648 w 591051"/>
                <a:gd name="csY704" fmla="*/ 201529 h 421105"/>
                <a:gd name="csX705" fmla="*/ 247400 w 591051"/>
                <a:gd name="csY705" fmla="*/ 202281 h 421105"/>
                <a:gd name="csX706" fmla="*/ 248904 w 591051"/>
                <a:gd name="csY706" fmla="*/ 202281 h 421105"/>
                <a:gd name="csX707" fmla="*/ 251159 w 591051"/>
                <a:gd name="csY707" fmla="*/ 203033 h 421105"/>
                <a:gd name="csX708" fmla="*/ 253415 w 591051"/>
                <a:gd name="csY708" fmla="*/ 202281 h 421105"/>
                <a:gd name="csX709" fmla="*/ 257175 w 591051"/>
                <a:gd name="csY709" fmla="*/ 202281 h 421105"/>
                <a:gd name="csX710" fmla="*/ 260935 w 591051"/>
                <a:gd name="csY710" fmla="*/ 202281 h 421105"/>
                <a:gd name="csX711" fmla="*/ 261687 w 591051"/>
                <a:gd name="csY711" fmla="*/ 203033 h 421105"/>
                <a:gd name="csX712" fmla="*/ 262439 w 591051"/>
                <a:gd name="csY712" fmla="*/ 203033 h 421105"/>
                <a:gd name="csX713" fmla="*/ 262439 w 591051"/>
                <a:gd name="csY713" fmla="*/ 203785 h 421105"/>
                <a:gd name="csX714" fmla="*/ 262439 w 591051"/>
                <a:gd name="csY714" fmla="*/ 205289 h 421105"/>
                <a:gd name="csX715" fmla="*/ 262439 w 591051"/>
                <a:gd name="csY715" fmla="*/ 206041 h 421105"/>
                <a:gd name="csX716" fmla="*/ 262439 w 591051"/>
                <a:gd name="csY716" fmla="*/ 206793 h 421105"/>
                <a:gd name="csX717" fmla="*/ 261687 w 591051"/>
                <a:gd name="csY717" fmla="*/ 207545 h 421105"/>
                <a:gd name="csX718" fmla="*/ 260935 w 591051"/>
                <a:gd name="csY718" fmla="*/ 208297 h 421105"/>
                <a:gd name="csX719" fmla="*/ 260935 w 591051"/>
                <a:gd name="csY719" fmla="*/ 209049 h 421105"/>
                <a:gd name="csX720" fmla="*/ 260183 w 591051"/>
                <a:gd name="csY720" fmla="*/ 209801 h 421105"/>
                <a:gd name="csX721" fmla="*/ 260183 w 591051"/>
                <a:gd name="csY721" fmla="*/ 210553 h 421105"/>
                <a:gd name="csX722" fmla="*/ 260183 w 591051"/>
                <a:gd name="csY722" fmla="*/ 211305 h 421105"/>
                <a:gd name="csX723" fmla="*/ 260183 w 591051"/>
                <a:gd name="csY723" fmla="*/ 212057 h 421105"/>
                <a:gd name="csX724" fmla="*/ 260935 w 591051"/>
                <a:gd name="csY724" fmla="*/ 212809 h 421105"/>
                <a:gd name="csX725" fmla="*/ 260935 w 591051"/>
                <a:gd name="csY725" fmla="*/ 214313 h 421105"/>
                <a:gd name="csX726" fmla="*/ 263191 w 591051"/>
                <a:gd name="csY726" fmla="*/ 213561 h 421105"/>
                <a:gd name="csX727" fmla="*/ 264695 w 591051"/>
                <a:gd name="csY727" fmla="*/ 211305 h 421105"/>
                <a:gd name="csX728" fmla="*/ 266199 w 591051"/>
                <a:gd name="csY728" fmla="*/ 209801 h 421105"/>
                <a:gd name="csX729" fmla="*/ 268455 w 591051"/>
                <a:gd name="csY729" fmla="*/ 209801 h 421105"/>
                <a:gd name="csX730" fmla="*/ 272215 w 591051"/>
                <a:gd name="csY730" fmla="*/ 211305 h 421105"/>
                <a:gd name="csX731" fmla="*/ 272967 w 591051"/>
                <a:gd name="csY731" fmla="*/ 210553 h 421105"/>
                <a:gd name="csX732" fmla="*/ 274470 w 591051"/>
                <a:gd name="csY732" fmla="*/ 207545 h 421105"/>
                <a:gd name="csX733" fmla="*/ 275223 w 591051"/>
                <a:gd name="csY733" fmla="*/ 205289 h 421105"/>
                <a:gd name="csX734" fmla="*/ 276727 w 591051"/>
                <a:gd name="csY734" fmla="*/ 203033 h 421105"/>
                <a:gd name="csX735" fmla="*/ 279734 w 591051"/>
                <a:gd name="csY735" fmla="*/ 200777 h 421105"/>
                <a:gd name="csX736" fmla="*/ 289510 w 591051"/>
                <a:gd name="csY736" fmla="*/ 200025 h 421105"/>
                <a:gd name="csX737" fmla="*/ 291766 w 591051"/>
                <a:gd name="csY737" fmla="*/ 198521 h 421105"/>
                <a:gd name="csX738" fmla="*/ 297030 w 591051"/>
                <a:gd name="csY738" fmla="*/ 194010 h 421105"/>
                <a:gd name="csX739" fmla="*/ 299286 w 591051"/>
                <a:gd name="csY739" fmla="*/ 192506 h 421105"/>
                <a:gd name="csX740" fmla="*/ 319589 w 591051"/>
                <a:gd name="csY740" fmla="*/ 184234 h 421105"/>
                <a:gd name="csX741" fmla="*/ 330868 w 591051"/>
                <a:gd name="csY741" fmla="*/ 177466 h 421105"/>
                <a:gd name="csX742" fmla="*/ 349668 w 591051"/>
                <a:gd name="csY742" fmla="*/ 170698 h 421105"/>
                <a:gd name="csX743" fmla="*/ 363955 w 591051"/>
                <a:gd name="csY743" fmla="*/ 162427 h 421105"/>
                <a:gd name="csX744" fmla="*/ 372227 w 591051"/>
                <a:gd name="csY744" fmla="*/ 160171 h 421105"/>
                <a:gd name="csX745" fmla="*/ 375235 w 591051"/>
                <a:gd name="csY745" fmla="*/ 157914 h 421105"/>
                <a:gd name="csX746" fmla="*/ 376739 w 591051"/>
                <a:gd name="csY746" fmla="*/ 156411 h 421105"/>
                <a:gd name="csX747" fmla="*/ 378243 w 591051"/>
                <a:gd name="csY747" fmla="*/ 154907 h 421105"/>
                <a:gd name="csX748" fmla="*/ 380499 w 591051"/>
                <a:gd name="csY748" fmla="*/ 154907 h 421105"/>
                <a:gd name="csX749" fmla="*/ 382755 w 591051"/>
                <a:gd name="csY749" fmla="*/ 156411 h 421105"/>
                <a:gd name="csX750" fmla="*/ 385011 w 591051"/>
                <a:gd name="csY750" fmla="*/ 156411 h 421105"/>
                <a:gd name="csX751" fmla="*/ 386515 w 591051"/>
                <a:gd name="csY751" fmla="*/ 155659 h 421105"/>
                <a:gd name="csX752" fmla="*/ 389523 w 591051"/>
                <a:gd name="csY752" fmla="*/ 152651 h 421105"/>
                <a:gd name="csX753" fmla="*/ 391026 w 591051"/>
                <a:gd name="csY753" fmla="*/ 151899 h 421105"/>
                <a:gd name="csX754" fmla="*/ 393283 w 591051"/>
                <a:gd name="csY754" fmla="*/ 147387 h 421105"/>
                <a:gd name="csX755" fmla="*/ 394034 w 591051"/>
                <a:gd name="csY755" fmla="*/ 145131 h 421105"/>
                <a:gd name="csX756" fmla="*/ 393283 w 591051"/>
                <a:gd name="csY756" fmla="*/ 144379 h 421105"/>
                <a:gd name="csX757" fmla="*/ 392530 w 591051"/>
                <a:gd name="csY757" fmla="*/ 142875 h 421105"/>
                <a:gd name="csX758" fmla="*/ 391779 w 591051"/>
                <a:gd name="csY758" fmla="*/ 141371 h 421105"/>
                <a:gd name="csX759" fmla="*/ 391026 w 591051"/>
                <a:gd name="csY759" fmla="*/ 141371 h 421105"/>
                <a:gd name="csX760" fmla="*/ 391026 w 591051"/>
                <a:gd name="csY760" fmla="*/ 140619 h 421105"/>
                <a:gd name="csX761" fmla="*/ 389523 w 591051"/>
                <a:gd name="csY761" fmla="*/ 139867 h 421105"/>
                <a:gd name="csX762" fmla="*/ 388771 w 591051"/>
                <a:gd name="csY762" fmla="*/ 139867 h 421105"/>
                <a:gd name="csX763" fmla="*/ 388019 w 591051"/>
                <a:gd name="csY763" fmla="*/ 139867 h 421105"/>
                <a:gd name="csX764" fmla="*/ 387266 w 591051"/>
                <a:gd name="csY764" fmla="*/ 139867 h 421105"/>
                <a:gd name="csX765" fmla="*/ 386515 w 591051"/>
                <a:gd name="csY765" fmla="*/ 139867 h 421105"/>
                <a:gd name="csX766" fmla="*/ 385763 w 591051"/>
                <a:gd name="csY766" fmla="*/ 140619 h 421105"/>
                <a:gd name="csX767" fmla="*/ 384259 w 591051"/>
                <a:gd name="csY767" fmla="*/ 140619 h 421105"/>
                <a:gd name="csX768" fmla="*/ 383507 w 591051"/>
                <a:gd name="csY768" fmla="*/ 140619 h 421105"/>
                <a:gd name="csX769" fmla="*/ 382003 w 591051"/>
                <a:gd name="csY769" fmla="*/ 139867 h 421105"/>
                <a:gd name="csX770" fmla="*/ 380499 w 591051"/>
                <a:gd name="csY770" fmla="*/ 139115 h 421105"/>
                <a:gd name="csX771" fmla="*/ 379747 w 591051"/>
                <a:gd name="csY771" fmla="*/ 139115 h 421105"/>
                <a:gd name="csX772" fmla="*/ 378995 w 591051"/>
                <a:gd name="csY772" fmla="*/ 139115 h 421105"/>
                <a:gd name="csX773" fmla="*/ 377491 w 591051"/>
                <a:gd name="csY773" fmla="*/ 139115 h 421105"/>
                <a:gd name="csX774" fmla="*/ 377491 w 591051"/>
                <a:gd name="csY774" fmla="*/ 138363 h 421105"/>
                <a:gd name="csX775" fmla="*/ 377491 w 591051"/>
                <a:gd name="csY775" fmla="*/ 136859 h 421105"/>
                <a:gd name="csX776" fmla="*/ 378243 w 591051"/>
                <a:gd name="csY776" fmla="*/ 132348 h 421105"/>
                <a:gd name="csX777" fmla="*/ 381251 w 591051"/>
                <a:gd name="csY777" fmla="*/ 126332 h 421105"/>
                <a:gd name="csX778" fmla="*/ 388019 w 591051"/>
                <a:gd name="csY778" fmla="*/ 115052 h 421105"/>
                <a:gd name="csX779" fmla="*/ 388019 w 591051"/>
                <a:gd name="csY779" fmla="*/ 114300 h 421105"/>
                <a:gd name="csX780" fmla="*/ 388771 w 591051"/>
                <a:gd name="csY780" fmla="*/ 112796 h 421105"/>
                <a:gd name="csX781" fmla="*/ 388771 w 591051"/>
                <a:gd name="csY781" fmla="*/ 109788 h 421105"/>
                <a:gd name="csX782" fmla="*/ 388771 w 591051"/>
                <a:gd name="csY782" fmla="*/ 104525 h 421105"/>
                <a:gd name="csX783" fmla="*/ 388771 w 591051"/>
                <a:gd name="csY783" fmla="*/ 103020 h 421105"/>
                <a:gd name="csX784" fmla="*/ 388771 w 591051"/>
                <a:gd name="csY784" fmla="*/ 102269 h 421105"/>
                <a:gd name="csX785" fmla="*/ 391026 w 591051"/>
                <a:gd name="csY785" fmla="*/ 97757 h 421105"/>
                <a:gd name="csX786" fmla="*/ 391779 w 591051"/>
                <a:gd name="csY786" fmla="*/ 97005 h 421105"/>
                <a:gd name="csX787" fmla="*/ 400050 w 591051"/>
                <a:gd name="csY787" fmla="*/ 90989 h 421105"/>
                <a:gd name="csX788" fmla="*/ 401554 w 591051"/>
                <a:gd name="csY788" fmla="*/ 81965 h 421105"/>
                <a:gd name="csX789" fmla="*/ 402306 w 591051"/>
                <a:gd name="csY789" fmla="*/ 78957 h 421105"/>
                <a:gd name="csX790" fmla="*/ 406066 w 591051"/>
                <a:gd name="csY790" fmla="*/ 70686 h 421105"/>
                <a:gd name="csX791" fmla="*/ 406818 w 591051"/>
                <a:gd name="csY791" fmla="*/ 69182 h 421105"/>
                <a:gd name="csX792" fmla="*/ 406818 w 591051"/>
                <a:gd name="csY792" fmla="*/ 67678 h 421105"/>
                <a:gd name="csX793" fmla="*/ 406066 w 591051"/>
                <a:gd name="csY793" fmla="*/ 66174 h 421105"/>
                <a:gd name="csX794" fmla="*/ 406066 w 591051"/>
                <a:gd name="csY794" fmla="*/ 64670 h 421105"/>
                <a:gd name="csX795" fmla="*/ 406066 w 591051"/>
                <a:gd name="csY795" fmla="*/ 62414 h 421105"/>
                <a:gd name="csX796" fmla="*/ 406818 w 591051"/>
                <a:gd name="csY796" fmla="*/ 60910 h 421105"/>
                <a:gd name="csX797" fmla="*/ 406818 w 591051"/>
                <a:gd name="csY797" fmla="*/ 60158 h 421105"/>
                <a:gd name="csX798" fmla="*/ 408322 w 591051"/>
                <a:gd name="csY798" fmla="*/ 58654 h 421105"/>
                <a:gd name="csX799" fmla="*/ 409074 w 591051"/>
                <a:gd name="csY799" fmla="*/ 57902 h 421105"/>
                <a:gd name="csX800" fmla="*/ 409826 w 591051"/>
                <a:gd name="csY800" fmla="*/ 56398 h 421105"/>
                <a:gd name="csX801" fmla="*/ 410578 w 591051"/>
                <a:gd name="csY801" fmla="*/ 53390 h 421105"/>
                <a:gd name="csX802" fmla="*/ 411330 w 591051"/>
                <a:gd name="csY802" fmla="*/ 51886 h 421105"/>
                <a:gd name="csX803" fmla="*/ 413586 w 591051"/>
                <a:gd name="csY803" fmla="*/ 48878 h 421105"/>
                <a:gd name="csX804" fmla="*/ 415090 w 591051"/>
                <a:gd name="csY804" fmla="*/ 46622 h 421105"/>
                <a:gd name="csX805" fmla="*/ 418098 w 591051"/>
                <a:gd name="csY805" fmla="*/ 40607 h 421105"/>
                <a:gd name="csX806" fmla="*/ 418849 w 591051"/>
                <a:gd name="csY806" fmla="*/ 37599 h 421105"/>
                <a:gd name="csX807" fmla="*/ 418849 w 591051"/>
                <a:gd name="csY807" fmla="*/ 36095 h 421105"/>
                <a:gd name="csX808" fmla="*/ 418098 w 591051"/>
                <a:gd name="csY808" fmla="*/ 35343 h 421105"/>
                <a:gd name="csX809" fmla="*/ 415842 w 591051"/>
                <a:gd name="csY809" fmla="*/ 35343 h 421105"/>
                <a:gd name="csX810" fmla="*/ 415090 w 591051"/>
                <a:gd name="csY810" fmla="*/ 35343 h 421105"/>
                <a:gd name="csX811" fmla="*/ 414338 w 591051"/>
                <a:gd name="csY811" fmla="*/ 34591 h 421105"/>
                <a:gd name="csX812" fmla="*/ 413586 w 591051"/>
                <a:gd name="csY812" fmla="*/ 34591 h 421105"/>
                <a:gd name="csX813" fmla="*/ 412834 w 591051"/>
                <a:gd name="csY813" fmla="*/ 33839 h 421105"/>
                <a:gd name="csX814" fmla="*/ 412834 w 591051"/>
                <a:gd name="csY814" fmla="*/ 32335 h 421105"/>
                <a:gd name="csX815" fmla="*/ 412082 w 591051"/>
                <a:gd name="csY815" fmla="*/ 30079 h 421105"/>
                <a:gd name="csX816" fmla="*/ 412834 w 591051"/>
                <a:gd name="csY816" fmla="*/ 28575 h 421105"/>
                <a:gd name="csX817" fmla="*/ 413586 w 591051"/>
                <a:gd name="csY817" fmla="*/ 27823 h 421105"/>
                <a:gd name="csX818" fmla="*/ 415090 w 591051"/>
                <a:gd name="csY818" fmla="*/ 27071 h 421105"/>
                <a:gd name="csX819" fmla="*/ 416594 w 591051"/>
                <a:gd name="csY819" fmla="*/ 26319 h 421105"/>
                <a:gd name="csX820" fmla="*/ 418098 w 591051"/>
                <a:gd name="csY820" fmla="*/ 24815 h 421105"/>
                <a:gd name="csX821" fmla="*/ 418849 w 591051"/>
                <a:gd name="csY821" fmla="*/ 23311 h 421105"/>
                <a:gd name="csX822" fmla="*/ 420353 w 591051"/>
                <a:gd name="csY822" fmla="*/ 22559 h 421105"/>
                <a:gd name="csX823" fmla="*/ 421105 w 591051"/>
                <a:gd name="csY823" fmla="*/ 22559 h 421105"/>
                <a:gd name="csX824" fmla="*/ 421858 w 591051"/>
                <a:gd name="csY824" fmla="*/ 24063 h 421105"/>
                <a:gd name="csX825" fmla="*/ 423362 w 591051"/>
                <a:gd name="csY825" fmla="*/ 24063 h 421105"/>
                <a:gd name="csX826" fmla="*/ 424113 w 591051"/>
                <a:gd name="csY826" fmla="*/ 24063 h 421105"/>
                <a:gd name="csX827" fmla="*/ 424865 w 591051"/>
                <a:gd name="csY827" fmla="*/ 24063 h 421105"/>
                <a:gd name="csX828" fmla="*/ 426369 w 591051"/>
                <a:gd name="csY828" fmla="*/ 24063 h 421105"/>
                <a:gd name="csX829" fmla="*/ 429377 w 591051"/>
                <a:gd name="csY829" fmla="*/ 23311 h 421105"/>
                <a:gd name="csX830" fmla="*/ 430129 w 591051"/>
                <a:gd name="csY830" fmla="*/ 23311 h 421105"/>
                <a:gd name="csX831" fmla="*/ 430881 w 591051"/>
                <a:gd name="csY831" fmla="*/ 23311 h 421105"/>
                <a:gd name="csX832" fmla="*/ 430881 w 591051"/>
                <a:gd name="csY832" fmla="*/ 24063 h 421105"/>
                <a:gd name="csX833" fmla="*/ 431633 w 591051"/>
                <a:gd name="csY833" fmla="*/ 24815 h 421105"/>
                <a:gd name="csX834" fmla="*/ 432385 w 591051"/>
                <a:gd name="csY834" fmla="*/ 24815 h 421105"/>
                <a:gd name="csX835" fmla="*/ 433889 w 591051"/>
                <a:gd name="csY835" fmla="*/ 24815 h 421105"/>
                <a:gd name="csX836" fmla="*/ 434641 w 591051"/>
                <a:gd name="csY836" fmla="*/ 24815 h 421105"/>
                <a:gd name="csX837" fmla="*/ 435393 w 591051"/>
                <a:gd name="csY837" fmla="*/ 24815 h 421105"/>
                <a:gd name="csX838" fmla="*/ 436145 w 591051"/>
                <a:gd name="csY838" fmla="*/ 24063 h 421105"/>
                <a:gd name="csX839" fmla="*/ 437649 w 591051"/>
                <a:gd name="csY839" fmla="*/ 23311 h 421105"/>
                <a:gd name="csX840" fmla="*/ 438401 w 591051"/>
                <a:gd name="csY840" fmla="*/ 21807 h 421105"/>
                <a:gd name="csX841" fmla="*/ 439153 w 591051"/>
                <a:gd name="csY841" fmla="*/ 21056 h 421105"/>
                <a:gd name="csX842" fmla="*/ 442161 w 591051"/>
                <a:gd name="csY842" fmla="*/ 15039 h 421105"/>
                <a:gd name="csX843" fmla="*/ 444417 w 591051"/>
                <a:gd name="csY843" fmla="*/ 10528 h 421105"/>
                <a:gd name="csX844" fmla="*/ 445169 w 591051"/>
                <a:gd name="csY844" fmla="*/ 9776 h 421105"/>
                <a:gd name="csX845" fmla="*/ 444417 w 591051"/>
                <a:gd name="csY845" fmla="*/ 8272 h 421105"/>
                <a:gd name="csX846" fmla="*/ 445921 w 591051"/>
                <a:gd name="csY846" fmla="*/ 4512 h 421105"/>
                <a:gd name="csX847" fmla="*/ 447424 w 591051"/>
                <a:gd name="csY847" fmla="*/ 3760 h 421105"/>
                <a:gd name="csX848" fmla="*/ 448928 w 591051"/>
                <a:gd name="csY848" fmla="*/ 3760 h 421105"/>
                <a:gd name="csX849" fmla="*/ 451184 w 591051"/>
                <a:gd name="csY849" fmla="*/ 3008 h 421105"/>
                <a:gd name="csX850" fmla="*/ 451936 w 591051"/>
                <a:gd name="csY850" fmla="*/ 2256 h 421105"/>
                <a:gd name="csX851" fmla="*/ 452688 w 591051"/>
                <a:gd name="csY851" fmla="*/ 1504 h 421105"/>
                <a:gd name="csX852" fmla="*/ 454192 w 591051"/>
                <a:gd name="csY852" fmla="*/ 0 h 421105"/>
                <a:gd name="csX853" fmla="*/ 115804 w 591051"/>
                <a:gd name="csY853" fmla="*/ 387266 h 421105"/>
                <a:gd name="csX854" fmla="*/ 118060 w 591051"/>
                <a:gd name="csY854" fmla="*/ 389523 h 421105"/>
                <a:gd name="csX855" fmla="*/ 118060 w 591051"/>
                <a:gd name="csY855" fmla="*/ 390275 h 421105"/>
                <a:gd name="csX856" fmla="*/ 115804 w 591051"/>
                <a:gd name="csY856" fmla="*/ 391026 h 421105"/>
                <a:gd name="csX857" fmla="*/ 115052 w 591051"/>
                <a:gd name="csY857" fmla="*/ 391779 h 421105"/>
                <a:gd name="csX858" fmla="*/ 114300 w 591051"/>
                <a:gd name="csY858" fmla="*/ 392530 h 421105"/>
                <a:gd name="csX859" fmla="*/ 113548 w 591051"/>
                <a:gd name="csY859" fmla="*/ 391779 h 421105"/>
                <a:gd name="csX860" fmla="*/ 112796 w 591051"/>
                <a:gd name="csY860" fmla="*/ 391026 h 421105"/>
                <a:gd name="csX861" fmla="*/ 112796 w 591051"/>
                <a:gd name="csY861" fmla="*/ 390275 h 421105"/>
                <a:gd name="csX862" fmla="*/ 112796 w 591051"/>
                <a:gd name="csY862" fmla="*/ 389523 h 421105"/>
                <a:gd name="csX863" fmla="*/ 111292 w 591051"/>
                <a:gd name="csY863" fmla="*/ 389523 h 421105"/>
                <a:gd name="csX864" fmla="*/ 110540 w 591051"/>
                <a:gd name="csY864" fmla="*/ 389523 h 421105"/>
                <a:gd name="csX865" fmla="*/ 109036 w 591051"/>
                <a:gd name="csY865" fmla="*/ 390275 h 421105"/>
                <a:gd name="csX866" fmla="*/ 109036 w 591051"/>
                <a:gd name="csY866" fmla="*/ 391026 h 421105"/>
                <a:gd name="csX867" fmla="*/ 106780 w 591051"/>
                <a:gd name="csY867" fmla="*/ 390275 h 421105"/>
                <a:gd name="csX868" fmla="*/ 105276 w 591051"/>
                <a:gd name="csY868" fmla="*/ 391026 h 421105"/>
                <a:gd name="csX869" fmla="*/ 103773 w 591051"/>
                <a:gd name="csY869" fmla="*/ 392530 h 421105"/>
                <a:gd name="csX870" fmla="*/ 102269 w 591051"/>
                <a:gd name="csY870" fmla="*/ 393283 h 421105"/>
                <a:gd name="csX871" fmla="*/ 95501 w 591051"/>
                <a:gd name="csY871" fmla="*/ 394786 h 421105"/>
                <a:gd name="csX872" fmla="*/ 93997 w 591051"/>
                <a:gd name="csY872" fmla="*/ 394786 h 421105"/>
                <a:gd name="csX873" fmla="*/ 91741 w 591051"/>
                <a:gd name="csY873" fmla="*/ 393283 h 421105"/>
                <a:gd name="csX874" fmla="*/ 90237 w 591051"/>
                <a:gd name="csY874" fmla="*/ 392530 h 421105"/>
                <a:gd name="csX875" fmla="*/ 88733 w 591051"/>
                <a:gd name="csY875" fmla="*/ 391779 h 421105"/>
                <a:gd name="csX876" fmla="*/ 86477 w 591051"/>
                <a:gd name="csY876" fmla="*/ 391026 h 421105"/>
                <a:gd name="csX877" fmla="*/ 84973 w 591051"/>
                <a:gd name="csY877" fmla="*/ 391779 h 421105"/>
                <a:gd name="csX878" fmla="*/ 83469 w 591051"/>
                <a:gd name="csY878" fmla="*/ 394034 h 421105"/>
                <a:gd name="csX879" fmla="*/ 82717 w 591051"/>
                <a:gd name="csY879" fmla="*/ 397042 h 421105"/>
                <a:gd name="csX880" fmla="*/ 81965 w 591051"/>
                <a:gd name="csY880" fmla="*/ 399298 h 421105"/>
                <a:gd name="csX881" fmla="*/ 81214 w 591051"/>
                <a:gd name="csY881" fmla="*/ 399298 h 421105"/>
                <a:gd name="csX882" fmla="*/ 81214 w 591051"/>
                <a:gd name="csY882" fmla="*/ 398546 h 421105"/>
                <a:gd name="csX883" fmla="*/ 80461 w 591051"/>
                <a:gd name="csY883" fmla="*/ 397794 h 421105"/>
                <a:gd name="csX884" fmla="*/ 79709 w 591051"/>
                <a:gd name="csY884" fmla="*/ 396290 h 421105"/>
                <a:gd name="csX885" fmla="*/ 78957 w 591051"/>
                <a:gd name="csY885" fmla="*/ 395538 h 421105"/>
                <a:gd name="csX886" fmla="*/ 78957 w 591051"/>
                <a:gd name="csY886" fmla="*/ 394034 h 421105"/>
                <a:gd name="csX887" fmla="*/ 79709 w 591051"/>
                <a:gd name="csY887" fmla="*/ 392530 h 421105"/>
                <a:gd name="csX888" fmla="*/ 76701 w 591051"/>
                <a:gd name="csY888" fmla="*/ 392530 h 421105"/>
                <a:gd name="csX889" fmla="*/ 75950 w 591051"/>
                <a:gd name="csY889" fmla="*/ 391779 h 421105"/>
                <a:gd name="csX890" fmla="*/ 75197 w 591051"/>
                <a:gd name="csY890" fmla="*/ 391026 h 421105"/>
                <a:gd name="csX891" fmla="*/ 75197 w 591051"/>
                <a:gd name="csY891" fmla="*/ 389523 h 421105"/>
                <a:gd name="csX892" fmla="*/ 75950 w 591051"/>
                <a:gd name="csY892" fmla="*/ 389523 h 421105"/>
                <a:gd name="csX893" fmla="*/ 81965 w 591051"/>
                <a:gd name="csY893" fmla="*/ 386515 h 421105"/>
                <a:gd name="csX894" fmla="*/ 85725 w 591051"/>
                <a:gd name="csY894" fmla="*/ 382003 h 421105"/>
                <a:gd name="csX895" fmla="*/ 87981 w 591051"/>
                <a:gd name="csY895" fmla="*/ 382755 h 421105"/>
                <a:gd name="csX896" fmla="*/ 89485 w 591051"/>
                <a:gd name="csY896" fmla="*/ 381251 h 421105"/>
                <a:gd name="csX897" fmla="*/ 93245 w 591051"/>
                <a:gd name="csY897" fmla="*/ 377491 h 421105"/>
                <a:gd name="csX898" fmla="*/ 93997 w 591051"/>
                <a:gd name="csY898" fmla="*/ 376739 h 421105"/>
                <a:gd name="csX899" fmla="*/ 93997 w 591051"/>
                <a:gd name="csY899" fmla="*/ 373731 h 421105"/>
                <a:gd name="csX900" fmla="*/ 95501 w 591051"/>
                <a:gd name="csY900" fmla="*/ 373731 h 421105"/>
                <a:gd name="csX901" fmla="*/ 95501 w 591051"/>
                <a:gd name="csY901" fmla="*/ 374483 h 421105"/>
                <a:gd name="csX902" fmla="*/ 96253 w 591051"/>
                <a:gd name="csY902" fmla="*/ 375235 h 421105"/>
                <a:gd name="csX903" fmla="*/ 97757 w 591051"/>
                <a:gd name="csY903" fmla="*/ 375235 h 421105"/>
                <a:gd name="csX904" fmla="*/ 99261 w 591051"/>
                <a:gd name="csY904" fmla="*/ 375987 h 421105"/>
                <a:gd name="csX905" fmla="*/ 100765 w 591051"/>
                <a:gd name="csY905" fmla="*/ 376739 h 421105"/>
                <a:gd name="csX906" fmla="*/ 102269 w 591051"/>
                <a:gd name="csY906" fmla="*/ 377491 h 421105"/>
                <a:gd name="csX907" fmla="*/ 102269 w 591051"/>
                <a:gd name="csY907" fmla="*/ 378243 h 421105"/>
                <a:gd name="csX908" fmla="*/ 101516 w 591051"/>
                <a:gd name="csY908" fmla="*/ 378995 h 421105"/>
                <a:gd name="csX909" fmla="*/ 100765 w 591051"/>
                <a:gd name="csY909" fmla="*/ 378995 h 421105"/>
                <a:gd name="csX910" fmla="*/ 100013 w 591051"/>
                <a:gd name="csY910" fmla="*/ 379747 h 421105"/>
                <a:gd name="csX911" fmla="*/ 99261 w 591051"/>
                <a:gd name="csY911" fmla="*/ 379747 h 421105"/>
                <a:gd name="csX912" fmla="*/ 102269 w 591051"/>
                <a:gd name="csY912" fmla="*/ 382003 h 421105"/>
                <a:gd name="csX913" fmla="*/ 104525 w 591051"/>
                <a:gd name="csY913" fmla="*/ 380499 h 421105"/>
                <a:gd name="csX914" fmla="*/ 106029 w 591051"/>
                <a:gd name="csY914" fmla="*/ 382003 h 421105"/>
                <a:gd name="csX915" fmla="*/ 107533 w 591051"/>
                <a:gd name="csY915" fmla="*/ 383507 h 421105"/>
                <a:gd name="csX916" fmla="*/ 109036 w 591051"/>
                <a:gd name="csY916" fmla="*/ 384259 h 421105"/>
                <a:gd name="csX917" fmla="*/ 110540 w 591051"/>
                <a:gd name="csY917" fmla="*/ 383507 h 421105"/>
                <a:gd name="csX918" fmla="*/ 111292 w 591051"/>
                <a:gd name="csY918" fmla="*/ 382755 h 421105"/>
                <a:gd name="csX919" fmla="*/ 111292 w 591051"/>
                <a:gd name="csY919" fmla="*/ 381251 h 421105"/>
                <a:gd name="csX920" fmla="*/ 112044 w 591051"/>
                <a:gd name="csY920" fmla="*/ 380499 h 421105"/>
                <a:gd name="csX921" fmla="*/ 113548 w 591051"/>
                <a:gd name="csY921" fmla="*/ 381251 h 421105"/>
                <a:gd name="csX922" fmla="*/ 113548 w 591051"/>
                <a:gd name="csY922" fmla="*/ 382755 h 421105"/>
                <a:gd name="csX923" fmla="*/ 112796 w 591051"/>
                <a:gd name="csY923" fmla="*/ 383507 h 421105"/>
                <a:gd name="csX924" fmla="*/ 112796 w 591051"/>
                <a:gd name="csY924" fmla="*/ 384259 h 421105"/>
                <a:gd name="csX925" fmla="*/ 114300 w 591051"/>
                <a:gd name="csY925" fmla="*/ 385763 h 421105"/>
                <a:gd name="csX926" fmla="*/ 115804 w 591051"/>
                <a:gd name="csY926" fmla="*/ 387266 h 4211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</a:cxnLst>
              <a:rect l="l" t="t" r="r" b="b"/>
              <a:pathLst>
                <a:path w="591051" h="421105">
                  <a:moveTo>
                    <a:pt x="454192" y="0"/>
                  </a:moveTo>
                  <a:lnTo>
                    <a:pt x="462464" y="3008"/>
                  </a:lnTo>
                  <a:lnTo>
                    <a:pt x="470736" y="5264"/>
                  </a:lnTo>
                  <a:lnTo>
                    <a:pt x="471488" y="6016"/>
                  </a:lnTo>
                  <a:lnTo>
                    <a:pt x="472240" y="6768"/>
                  </a:lnTo>
                  <a:lnTo>
                    <a:pt x="472992" y="6768"/>
                  </a:lnTo>
                  <a:lnTo>
                    <a:pt x="472992" y="7520"/>
                  </a:lnTo>
                  <a:lnTo>
                    <a:pt x="472992" y="9024"/>
                  </a:lnTo>
                  <a:lnTo>
                    <a:pt x="472992" y="11280"/>
                  </a:lnTo>
                  <a:lnTo>
                    <a:pt x="472992" y="12784"/>
                  </a:lnTo>
                  <a:lnTo>
                    <a:pt x="473743" y="13536"/>
                  </a:lnTo>
                  <a:lnTo>
                    <a:pt x="474496" y="14288"/>
                  </a:lnTo>
                  <a:lnTo>
                    <a:pt x="476000" y="15039"/>
                  </a:lnTo>
                  <a:lnTo>
                    <a:pt x="476000" y="15792"/>
                  </a:lnTo>
                  <a:lnTo>
                    <a:pt x="476000" y="17296"/>
                  </a:lnTo>
                  <a:lnTo>
                    <a:pt x="475247" y="18048"/>
                  </a:lnTo>
                  <a:lnTo>
                    <a:pt x="475247" y="20303"/>
                  </a:lnTo>
                  <a:lnTo>
                    <a:pt x="475247" y="21807"/>
                  </a:lnTo>
                  <a:lnTo>
                    <a:pt x="474496" y="23311"/>
                  </a:lnTo>
                  <a:lnTo>
                    <a:pt x="474496" y="24815"/>
                  </a:lnTo>
                  <a:lnTo>
                    <a:pt x="475247" y="26319"/>
                  </a:lnTo>
                  <a:lnTo>
                    <a:pt x="476000" y="29327"/>
                  </a:lnTo>
                  <a:lnTo>
                    <a:pt x="476752" y="32335"/>
                  </a:lnTo>
                  <a:lnTo>
                    <a:pt x="476752" y="33087"/>
                  </a:lnTo>
                  <a:lnTo>
                    <a:pt x="476752" y="33839"/>
                  </a:lnTo>
                  <a:lnTo>
                    <a:pt x="476000" y="36095"/>
                  </a:lnTo>
                  <a:lnTo>
                    <a:pt x="476000" y="37599"/>
                  </a:lnTo>
                  <a:lnTo>
                    <a:pt x="476000" y="38351"/>
                  </a:lnTo>
                  <a:lnTo>
                    <a:pt x="476000" y="39855"/>
                  </a:lnTo>
                  <a:lnTo>
                    <a:pt x="476000" y="40607"/>
                  </a:lnTo>
                  <a:lnTo>
                    <a:pt x="475247" y="41359"/>
                  </a:lnTo>
                  <a:lnTo>
                    <a:pt x="475247" y="42111"/>
                  </a:lnTo>
                  <a:lnTo>
                    <a:pt x="474496" y="42863"/>
                  </a:lnTo>
                  <a:lnTo>
                    <a:pt x="475247" y="45871"/>
                  </a:lnTo>
                  <a:lnTo>
                    <a:pt x="475247" y="46622"/>
                  </a:lnTo>
                  <a:lnTo>
                    <a:pt x="475247" y="48127"/>
                  </a:lnTo>
                  <a:lnTo>
                    <a:pt x="475247" y="49631"/>
                  </a:lnTo>
                  <a:lnTo>
                    <a:pt x="476000" y="50382"/>
                  </a:lnTo>
                  <a:lnTo>
                    <a:pt x="476752" y="51135"/>
                  </a:lnTo>
                  <a:lnTo>
                    <a:pt x="477503" y="51886"/>
                  </a:lnTo>
                  <a:lnTo>
                    <a:pt x="476752" y="52638"/>
                  </a:lnTo>
                  <a:lnTo>
                    <a:pt x="476752" y="53390"/>
                  </a:lnTo>
                  <a:lnTo>
                    <a:pt x="477503" y="54142"/>
                  </a:lnTo>
                  <a:lnTo>
                    <a:pt x="478256" y="54142"/>
                  </a:lnTo>
                  <a:lnTo>
                    <a:pt x="479007" y="53390"/>
                  </a:lnTo>
                  <a:lnTo>
                    <a:pt x="479760" y="53390"/>
                  </a:lnTo>
                  <a:lnTo>
                    <a:pt x="480511" y="53390"/>
                  </a:lnTo>
                  <a:lnTo>
                    <a:pt x="481263" y="53390"/>
                  </a:lnTo>
                  <a:lnTo>
                    <a:pt x="482767" y="54142"/>
                  </a:lnTo>
                  <a:lnTo>
                    <a:pt x="483519" y="54142"/>
                  </a:lnTo>
                  <a:lnTo>
                    <a:pt x="486527" y="57150"/>
                  </a:lnTo>
                  <a:lnTo>
                    <a:pt x="487279" y="57150"/>
                  </a:lnTo>
                  <a:lnTo>
                    <a:pt x="491039" y="58654"/>
                  </a:lnTo>
                  <a:lnTo>
                    <a:pt x="492543" y="59406"/>
                  </a:lnTo>
                  <a:lnTo>
                    <a:pt x="495551" y="60158"/>
                  </a:lnTo>
                  <a:lnTo>
                    <a:pt x="497807" y="62414"/>
                  </a:lnTo>
                  <a:lnTo>
                    <a:pt x="499311" y="63166"/>
                  </a:lnTo>
                  <a:lnTo>
                    <a:pt x="500815" y="63166"/>
                  </a:lnTo>
                  <a:lnTo>
                    <a:pt x="501567" y="63166"/>
                  </a:lnTo>
                  <a:lnTo>
                    <a:pt x="502319" y="63918"/>
                  </a:lnTo>
                  <a:lnTo>
                    <a:pt x="503822" y="63918"/>
                  </a:lnTo>
                  <a:lnTo>
                    <a:pt x="506079" y="64670"/>
                  </a:lnTo>
                  <a:lnTo>
                    <a:pt x="506830" y="64670"/>
                  </a:lnTo>
                  <a:lnTo>
                    <a:pt x="507582" y="63918"/>
                  </a:lnTo>
                  <a:lnTo>
                    <a:pt x="508335" y="63918"/>
                  </a:lnTo>
                  <a:lnTo>
                    <a:pt x="509086" y="63918"/>
                  </a:lnTo>
                  <a:lnTo>
                    <a:pt x="509839" y="63918"/>
                  </a:lnTo>
                  <a:lnTo>
                    <a:pt x="512094" y="64670"/>
                  </a:lnTo>
                  <a:lnTo>
                    <a:pt x="515102" y="66926"/>
                  </a:lnTo>
                  <a:lnTo>
                    <a:pt x="515854" y="67678"/>
                  </a:lnTo>
                  <a:lnTo>
                    <a:pt x="518862" y="68430"/>
                  </a:lnTo>
                  <a:lnTo>
                    <a:pt x="519614" y="69182"/>
                  </a:lnTo>
                  <a:lnTo>
                    <a:pt x="520366" y="69182"/>
                  </a:lnTo>
                  <a:lnTo>
                    <a:pt x="521118" y="68430"/>
                  </a:lnTo>
                  <a:lnTo>
                    <a:pt x="523374" y="66926"/>
                  </a:lnTo>
                  <a:lnTo>
                    <a:pt x="524878" y="66926"/>
                  </a:lnTo>
                  <a:lnTo>
                    <a:pt x="526382" y="66174"/>
                  </a:lnTo>
                  <a:lnTo>
                    <a:pt x="530141" y="66926"/>
                  </a:lnTo>
                  <a:lnTo>
                    <a:pt x="536909" y="68430"/>
                  </a:lnTo>
                  <a:lnTo>
                    <a:pt x="537661" y="69182"/>
                  </a:lnTo>
                  <a:lnTo>
                    <a:pt x="538413" y="69934"/>
                  </a:lnTo>
                  <a:lnTo>
                    <a:pt x="539165" y="70686"/>
                  </a:lnTo>
                  <a:lnTo>
                    <a:pt x="539918" y="71438"/>
                  </a:lnTo>
                  <a:lnTo>
                    <a:pt x="545181" y="73694"/>
                  </a:lnTo>
                  <a:lnTo>
                    <a:pt x="546685" y="73694"/>
                  </a:lnTo>
                  <a:lnTo>
                    <a:pt x="547437" y="73694"/>
                  </a:lnTo>
                  <a:lnTo>
                    <a:pt x="551197" y="72942"/>
                  </a:lnTo>
                  <a:lnTo>
                    <a:pt x="558717" y="72942"/>
                  </a:lnTo>
                  <a:lnTo>
                    <a:pt x="569244" y="70686"/>
                  </a:lnTo>
                  <a:lnTo>
                    <a:pt x="574508" y="70686"/>
                  </a:lnTo>
                  <a:lnTo>
                    <a:pt x="576012" y="71438"/>
                  </a:lnTo>
                  <a:lnTo>
                    <a:pt x="577516" y="72942"/>
                  </a:lnTo>
                  <a:lnTo>
                    <a:pt x="579020" y="72942"/>
                  </a:lnTo>
                  <a:lnTo>
                    <a:pt x="585788" y="75197"/>
                  </a:lnTo>
                  <a:lnTo>
                    <a:pt x="586540" y="75950"/>
                  </a:lnTo>
                  <a:lnTo>
                    <a:pt x="587292" y="76701"/>
                  </a:lnTo>
                  <a:lnTo>
                    <a:pt x="588044" y="78957"/>
                  </a:lnTo>
                  <a:lnTo>
                    <a:pt x="590299" y="80461"/>
                  </a:lnTo>
                  <a:lnTo>
                    <a:pt x="591052" y="82717"/>
                  </a:lnTo>
                  <a:lnTo>
                    <a:pt x="591052" y="84973"/>
                  </a:lnTo>
                  <a:lnTo>
                    <a:pt x="591052" y="87981"/>
                  </a:lnTo>
                  <a:lnTo>
                    <a:pt x="590299" y="90237"/>
                  </a:lnTo>
                  <a:lnTo>
                    <a:pt x="590299" y="95501"/>
                  </a:lnTo>
                  <a:lnTo>
                    <a:pt x="587292" y="99261"/>
                  </a:lnTo>
                  <a:lnTo>
                    <a:pt x="582028" y="107533"/>
                  </a:lnTo>
                  <a:lnTo>
                    <a:pt x="577516" y="112044"/>
                  </a:lnTo>
                  <a:lnTo>
                    <a:pt x="576764" y="114300"/>
                  </a:lnTo>
                  <a:lnTo>
                    <a:pt x="574508" y="121068"/>
                  </a:lnTo>
                  <a:lnTo>
                    <a:pt x="576012" y="127084"/>
                  </a:lnTo>
                  <a:lnTo>
                    <a:pt x="582028" y="134603"/>
                  </a:lnTo>
                  <a:lnTo>
                    <a:pt x="582780" y="142123"/>
                  </a:lnTo>
                  <a:lnTo>
                    <a:pt x="581276" y="152651"/>
                  </a:lnTo>
                  <a:lnTo>
                    <a:pt x="584284" y="169946"/>
                  </a:lnTo>
                  <a:lnTo>
                    <a:pt x="590299" y="190250"/>
                  </a:lnTo>
                  <a:lnTo>
                    <a:pt x="589548" y="196265"/>
                  </a:lnTo>
                  <a:lnTo>
                    <a:pt x="585788" y="200777"/>
                  </a:lnTo>
                  <a:lnTo>
                    <a:pt x="563980" y="214313"/>
                  </a:lnTo>
                  <a:lnTo>
                    <a:pt x="548189" y="222584"/>
                  </a:lnTo>
                  <a:lnTo>
                    <a:pt x="532398" y="227096"/>
                  </a:lnTo>
                  <a:lnTo>
                    <a:pt x="514350" y="231608"/>
                  </a:lnTo>
                  <a:lnTo>
                    <a:pt x="500815" y="236872"/>
                  </a:lnTo>
                  <a:lnTo>
                    <a:pt x="484271" y="245144"/>
                  </a:lnTo>
                  <a:lnTo>
                    <a:pt x="472992" y="252663"/>
                  </a:lnTo>
                  <a:lnTo>
                    <a:pt x="468480" y="256423"/>
                  </a:lnTo>
                  <a:lnTo>
                    <a:pt x="467728" y="257927"/>
                  </a:lnTo>
                  <a:lnTo>
                    <a:pt x="466976" y="260935"/>
                  </a:lnTo>
                  <a:lnTo>
                    <a:pt x="466224" y="262439"/>
                  </a:lnTo>
                  <a:lnTo>
                    <a:pt x="463216" y="264695"/>
                  </a:lnTo>
                  <a:lnTo>
                    <a:pt x="458704" y="267703"/>
                  </a:lnTo>
                  <a:lnTo>
                    <a:pt x="456448" y="269207"/>
                  </a:lnTo>
                  <a:lnTo>
                    <a:pt x="453441" y="275223"/>
                  </a:lnTo>
                  <a:lnTo>
                    <a:pt x="452688" y="275974"/>
                  </a:lnTo>
                  <a:lnTo>
                    <a:pt x="451184" y="276727"/>
                  </a:lnTo>
                  <a:lnTo>
                    <a:pt x="449681" y="277478"/>
                  </a:lnTo>
                  <a:lnTo>
                    <a:pt x="448928" y="278230"/>
                  </a:lnTo>
                  <a:lnTo>
                    <a:pt x="448177" y="278983"/>
                  </a:lnTo>
                  <a:lnTo>
                    <a:pt x="446673" y="281990"/>
                  </a:lnTo>
                  <a:lnTo>
                    <a:pt x="444417" y="283494"/>
                  </a:lnTo>
                  <a:lnTo>
                    <a:pt x="438401" y="286502"/>
                  </a:lnTo>
                  <a:lnTo>
                    <a:pt x="435393" y="291014"/>
                  </a:lnTo>
                  <a:lnTo>
                    <a:pt x="433889" y="298534"/>
                  </a:lnTo>
                  <a:lnTo>
                    <a:pt x="433889" y="306053"/>
                  </a:lnTo>
                  <a:lnTo>
                    <a:pt x="434641" y="313573"/>
                  </a:lnTo>
                  <a:lnTo>
                    <a:pt x="436145" y="315829"/>
                  </a:lnTo>
                  <a:lnTo>
                    <a:pt x="441409" y="321845"/>
                  </a:lnTo>
                  <a:lnTo>
                    <a:pt x="442913" y="324101"/>
                  </a:lnTo>
                  <a:lnTo>
                    <a:pt x="443664" y="324853"/>
                  </a:lnTo>
                  <a:lnTo>
                    <a:pt x="445169" y="323349"/>
                  </a:lnTo>
                  <a:lnTo>
                    <a:pt x="447424" y="321093"/>
                  </a:lnTo>
                  <a:lnTo>
                    <a:pt x="448177" y="320341"/>
                  </a:lnTo>
                  <a:lnTo>
                    <a:pt x="451936" y="319589"/>
                  </a:lnTo>
                  <a:lnTo>
                    <a:pt x="453441" y="318837"/>
                  </a:lnTo>
                  <a:lnTo>
                    <a:pt x="453441" y="321845"/>
                  </a:lnTo>
                  <a:lnTo>
                    <a:pt x="452688" y="323349"/>
                  </a:lnTo>
                  <a:lnTo>
                    <a:pt x="451184" y="324853"/>
                  </a:lnTo>
                  <a:lnTo>
                    <a:pt x="450432" y="327109"/>
                  </a:lnTo>
                  <a:lnTo>
                    <a:pt x="447424" y="325605"/>
                  </a:lnTo>
                  <a:lnTo>
                    <a:pt x="445169" y="327109"/>
                  </a:lnTo>
                  <a:lnTo>
                    <a:pt x="442161" y="331621"/>
                  </a:lnTo>
                  <a:lnTo>
                    <a:pt x="437649" y="333125"/>
                  </a:lnTo>
                  <a:lnTo>
                    <a:pt x="436145" y="333877"/>
                  </a:lnTo>
                  <a:lnTo>
                    <a:pt x="435393" y="333877"/>
                  </a:lnTo>
                  <a:lnTo>
                    <a:pt x="434641" y="335381"/>
                  </a:lnTo>
                  <a:lnTo>
                    <a:pt x="434641" y="336885"/>
                  </a:lnTo>
                  <a:lnTo>
                    <a:pt x="434641" y="339892"/>
                  </a:lnTo>
                  <a:lnTo>
                    <a:pt x="434641" y="340644"/>
                  </a:lnTo>
                  <a:lnTo>
                    <a:pt x="433889" y="342148"/>
                  </a:lnTo>
                  <a:lnTo>
                    <a:pt x="433137" y="342900"/>
                  </a:lnTo>
                  <a:lnTo>
                    <a:pt x="431633" y="342900"/>
                  </a:lnTo>
                  <a:lnTo>
                    <a:pt x="430881" y="342900"/>
                  </a:lnTo>
                  <a:lnTo>
                    <a:pt x="430129" y="343652"/>
                  </a:lnTo>
                  <a:lnTo>
                    <a:pt x="429377" y="345156"/>
                  </a:lnTo>
                  <a:lnTo>
                    <a:pt x="428625" y="348164"/>
                  </a:lnTo>
                  <a:lnTo>
                    <a:pt x="429377" y="351924"/>
                  </a:lnTo>
                  <a:lnTo>
                    <a:pt x="430129" y="353428"/>
                  </a:lnTo>
                  <a:lnTo>
                    <a:pt x="431633" y="351924"/>
                  </a:lnTo>
                  <a:lnTo>
                    <a:pt x="432385" y="351924"/>
                  </a:lnTo>
                  <a:lnTo>
                    <a:pt x="433137" y="354180"/>
                  </a:lnTo>
                  <a:lnTo>
                    <a:pt x="433137" y="355684"/>
                  </a:lnTo>
                  <a:lnTo>
                    <a:pt x="431633" y="359444"/>
                  </a:lnTo>
                  <a:lnTo>
                    <a:pt x="429377" y="358692"/>
                  </a:lnTo>
                  <a:lnTo>
                    <a:pt x="426369" y="355684"/>
                  </a:lnTo>
                  <a:lnTo>
                    <a:pt x="424865" y="354932"/>
                  </a:lnTo>
                  <a:lnTo>
                    <a:pt x="407570" y="354180"/>
                  </a:lnTo>
                  <a:lnTo>
                    <a:pt x="376739" y="352676"/>
                  </a:lnTo>
                  <a:lnTo>
                    <a:pt x="353428" y="351924"/>
                  </a:lnTo>
                  <a:lnTo>
                    <a:pt x="339140" y="352676"/>
                  </a:lnTo>
                  <a:lnTo>
                    <a:pt x="334628" y="353428"/>
                  </a:lnTo>
                  <a:lnTo>
                    <a:pt x="332372" y="354180"/>
                  </a:lnTo>
                  <a:lnTo>
                    <a:pt x="331621" y="354180"/>
                  </a:lnTo>
                  <a:lnTo>
                    <a:pt x="329365" y="356436"/>
                  </a:lnTo>
                  <a:lnTo>
                    <a:pt x="328613" y="357188"/>
                  </a:lnTo>
                  <a:lnTo>
                    <a:pt x="317333" y="357188"/>
                  </a:lnTo>
                  <a:lnTo>
                    <a:pt x="303046" y="358692"/>
                  </a:lnTo>
                  <a:lnTo>
                    <a:pt x="292518" y="357940"/>
                  </a:lnTo>
                  <a:lnTo>
                    <a:pt x="277478" y="358692"/>
                  </a:lnTo>
                  <a:lnTo>
                    <a:pt x="273719" y="354932"/>
                  </a:lnTo>
                  <a:lnTo>
                    <a:pt x="270711" y="353428"/>
                  </a:lnTo>
                  <a:lnTo>
                    <a:pt x="268455" y="354932"/>
                  </a:lnTo>
                  <a:lnTo>
                    <a:pt x="266951" y="353428"/>
                  </a:lnTo>
                  <a:lnTo>
                    <a:pt x="263943" y="351172"/>
                  </a:lnTo>
                  <a:lnTo>
                    <a:pt x="262439" y="349668"/>
                  </a:lnTo>
                  <a:lnTo>
                    <a:pt x="264695" y="349668"/>
                  </a:lnTo>
                  <a:lnTo>
                    <a:pt x="265447" y="349668"/>
                  </a:lnTo>
                  <a:lnTo>
                    <a:pt x="266199" y="350420"/>
                  </a:lnTo>
                  <a:lnTo>
                    <a:pt x="268455" y="348916"/>
                  </a:lnTo>
                  <a:lnTo>
                    <a:pt x="268455" y="347412"/>
                  </a:lnTo>
                  <a:lnTo>
                    <a:pt x="266951" y="346660"/>
                  </a:lnTo>
                  <a:lnTo>
                    <a:pt x="264695" y="345908"/>
                  </a:lnTo>
                  <a:lnTo>
                    <a:pt x="262439" y="345156"/>
                  </a:lnTo>
                  <a:lnTo>
                    <a:pt x="263191" y="343652"/>
                  </a:lnTo>
                  <a:lnTo>
                    <a:pt x="265447" y="339892"/>
                  </a:lnTo>
                  <a:lnTo>
                    <a:pt x="266951" y="335381"/>
                  </a:lnTo>
                  <a:lnTo>
                    <a:pt x="269959" y="332372"/>
                  </a:lnTo>
                  <a:lnTo>
                    <a:pt x="276727" y="325605"/>
                  </a:lnTo>
                  <a:lnTo>
                    <a:pt x="274470" y="326357"/>
                  </a:lnTo>
                  <a:lnTo>
                    <a:pt x="272967" y="325605"/>
                  </a:lnTo>
                  <a:lnTo>
                    <a:pt x="272967" y="324101"/>
                  </a:lnTo>
                  <a:lnTo>
                    <a:pt x="273719" y="322597"/>
                  </a:lnTo>
                  <a:lnTo>
                    <a:pt x="276727" y="321093"/>
                  </a:lnTo>
                  <a:lnTo>
                    <a:pt x="278230" y="320341"/>
                  </a:lnTo>
                  <a:lnTo>
                    <a:pt x="278230" y="318837"/>
                  </a:lnTo>
                  <a:lnTo>
                    <a:pt x="278983" y="315829"/>
                  </a:lnTo>
                  <a:lnTo>
                    <a:pt x="278983" y="314325"/>
                  </a:lnTo>
                  <a:lnTo>
                    <a:pt x="278230" y="309813"/>
                  </a:lnTo>
                  <a:lnTo>
                    <a:pt x="278230" y="309061"/>
                  </a:lnTo>
                  <a:lnTo>
                    <a:pt x="275974" y="308309"/>
                  </a:lnTo>
                  <a:lnTo>
                    <a:pt x="272215" y="308309"/>
                  </a:lnTo>
                  <a:lnTo>
                    <a:pt x="270711" y="307557"/>
                  </a:lnTo>
                  <a:lnTo>
                    <a:pt x="269207" y="309061"/>
                  </a:lnTo>
                  <a:lnTo>
                    <a:pt x="267703" y="311317"/>
                  </a:lnTo>
                  <a:lnTo>
                    <a:pt x="266199" y="312069"/>
                  </a:lnTo>
                  <a:lnTo>
                    <a:pt x="264695" y="312821"/>
                  </a:lnTo>
                  <a:lnTo>
                    <a:pt x="263943" y="312821"/>
                  </a:lnTo>
                  <a:lnTo>
                    <a:pt x="262439" y="312821"/>
                  </a:lnTo>
                  <a:lnTo>
                    <a:pt x="260935" y="312069"/>
                  </a:lnTo>
                  <a:lnTo>
                    <a:pt x="259431" y="312821"/>
                  </a:lnTo>
                  <a:lnTo>
                    <a:pt x="255671" y="314325"/>
                  </a:lnTo>
                  <a:lnTo>
                    <a:pt x="249655" y="318837"/>
                  </a:lnTo>
                  <a:lnTo>
                    <a:pt x="246648" y="318837"/>
                  </a:lnTo>
                  <a:lnTo>
                    <a:pt x="243640" y="319589"/>
                  </a:lnTo>
                  <a:lnTo>
                    <a:pt x="241384" y="321093"/>
                  </a:lnTo>
                  <a:lnTo>
                    <a:pt x="240632" y="324853"/>
                  </a:lnTo>
                  <a:lnTo>
                    <a:pt x="241384" y="327861"/>
                  </a:lnTo>
                  <a:lnTo>
                    <a:pt x="245895" y="336885"/>
                  </a:lnTo>
                  <a:lnTo>
                    <a:pt x="246648" y="336885"/>
                  </a:lnTo>
                  <a:lnTo>
                    <a:pt x="247400" y="336132"/>
                  </a:lnTo>
                  <a:lnTo>
                    <a:pt x="248151" y="335381"/>
                  </a:lnTo>
                  <a:lnTo>
                    <a:pt x="248904" y="334628"/>
                  </a:lnTo>
                  <a:lnTo>
                    <a:pt x="248904" y="336132"/>
                  </a:lnTo>
                  <a:lnTo>
                    <a:pt x="249655" y="337636"/>
                  </a:lnTo>
                  <a:lnTo>
                    <a:pt x="250408" y="338388"/>
                  </a:lnTo>
                  <a:lnTo>
                    <a:pt x="251911" y="339140"/>
                  </a:lnTo>
                  <a:lnTo>
                    <a:pt x="251159" y="339140"/>
                  </a:lnTo>
                  <a:lnTo>
                    <a:pt x="250408" y="339892"/>
                  </a:lnTo>
                  <a:lnTo>
                    <a:pt x="249655" y="340644"/>
                  </a:lnTo>
                  <a:lnTo>
                    <a:pt x="255671" y="344404"/>
                  </a:lnTo>
                  <a:lnTo>
                    <a:pt x="257927" y="345156"/>
                  </a:lnTo>
                  <a:lnTo>
                    <a:pt x="257927" y="347412"/>
                  </a:lnTo>
                  <a:lnTo>
                    <a:pt x="257175" y="350420"/>
                  </a:lnTo>
                  <a:lnTo>
                    <a:pt x="257927" y="352676"/>
                  </a:lnTo>
                  <a:lnTo>
                    <a:pt x="259431" y="351924"/>
                  </a:lnTo>
                  <a:lnTo>
                    <a:pt x="259431" y="354932"/>
                  </a:lnTo>
                  <a:lnTo>
                    <a:pt x="256423" y="357940"/>
                  </a:lnTo>
                  <a:lnTo>
                    <a:pt x="252663" y="360196"/>
                  </a:lnTo>
                  <a:lnTo>
                    <a:pt x="248904" y="361700"/>
                  </a:lnTo>
                  <a:lnTo>
                    <a:pt x="214313" y="365460"/>
                  </a:lnTo>
                  <a:lnTo>
                    <a:pt x="206793" y="367715"/>
                  </a:lnTo>
                  <a:lnTo>
                    <a:pt x="200025" y="370723"/>
                  </a:lnTo>
                  <a:lnTo>
                    <a:pt x="199273" y="371475"/>
                  </a:lnTo>
                  <a:lnTo>
                    <a:pt x="198521" y="372979"/>
                  </a:lnTo>
                  <a:lnTo>
                    <a:pt x="197017" y="373731"/>
                  </a:lnTo>
                  <a:lnTo>
                    <a:pt x="196265" y="373731"/>
                  </a:lnTo>
                  <a:lnTo>
                    <a:pt x="194761" y="370723"/>
                  </a:lnTo>
                  <a:lnTo>
                    <a:pt x="194010" y="370723"/>
                  </a:lnTo>
                  <a:lnTo>
                    <a:pt x="187993" y="369971"/>
                  </a:lnTo>
                  <a:lnTo>
                    <a:pt x="150395" y="373731"/>
                  </a:lnTo>
                  <a:lnTo>
                    <a:pt x="143627" y="373731"/>
                  </a:lnTo>
                  <a:lnTo>
                    <a:pt x="140619" y="374483"/>
                  </a:lnTo>
                  <a:lnTo>
                    <a:pt x="138363" y="375987"/>
                  </a:lnTo>
                  <a:lnTo>
                    <a:pt x="135355" y="378243"/>
                  </a:lnTo>
                  <a:lnTo>
                    <a:pt x="132348" y="378995"/>
                  </a:lnTo>
                  <a:lnTo>
                    <a:pt x="130092" y="377491"/>
                  </a:lnTo>
                  <a:lnTo>
                    <a:pt x="129340" y="373731"/>
                  </a:lnTo>
                  <a:lnTo>
                    <a:pt x="130844" y="370723"/>
                  </a:lnTo>
                  <a:lnTo>
                    <a:pt x="132348" y="369219"/>
                  </a:lnTo>
                  <a:lnTo>
                    <a:pt x="138363" y="369971"/>
                  </a:lnTo>
                  <a:lnTo>
                    <a:pt x="139867" y="369971"/>
                  </a:lnTo>
                  <a:lnTo>
                    <a:pt x="143627" y="372227"/>
                  </a:lnTo>
                  <a:lnTo>
                    <a:pt x="145131" y="371475"/>
                  </a:lnTo>
                  <a:lnTo>
                    <a:pt x="145883" y="370723"/>
                  </a:lnTo>
                  <a:lnTo>
                    <a:pt x="147387" y="366211"/>
                  </a:lnTo>
                  <a:lnTo>
                    <a:pt x="150395" y="369219"/>
                  </a:lnTo>
                  <a:lnTo>
                    <a:pt x="156411" y="370723"/>
                  </a:lnTo>
                  <a:lnTo>
                    <a:pt x="168442" y="370723"/>
                  </a:lnTo>
                  <a:lnTo>
                    <a:pt x="180474" y="368467"/>
                  </a:lnTo>
                  <a:lnTo>
                    <a:pt x="187242" y="366211"/>
                  </a:lnTo>
                  <a:lnTo>
                    <a:pt x="191002" y="363955"/>
                  </a:lnTo>
                  <a:lnTo>
                    <a:pt x="187993" y="363204"/>
                  </a:lnTo>
                  <a:lnTo>
                    <a:pt x="184234" y="362451"/>
                  </a:lnTo>
                  <a:lnTo>
                    <a:pt x="181226" y="360947"/>
                  </a:lnTo>
                  <a:lnTo>
                    <a:pt x="180474" y="358692"/>
                  </a:lnTo>
                  <a:lnTo>
                    <a:pt x="179722" y="359444"/>
                  </a:lnTo>
                  <a:lnTo>
                    <a:pt x="178218" y="359444"/>
                  </a:lnTo>
                  <a:lnTo>
                    <a:pt x="175962" y="358692"/>
                  </a:lnTo>
                  <a:lnTo>
                    <a:pt x="175210" y="358692"/>
                  </a:lnTo>
                  <a:lnTo>
                    <a:pt x="173706" y="357188"/>
                  </a:lnTo>
                  <a:lnTo>
                    <a:pt x="171450" y="353428"/>
                  </a:lnTo>
                  <a:lnTo>
                    <a:pt x="170698" y="352676"/>
                  </a:lnTo>
                  <a:lnTo>
                    <a:pt x="168442" y="351924"/>
                  </a:lnTo>
                  <a:lnTo>
                    <a:pt x="161674" y="351172"/>
                  </a:lnTo>
                  <a:lnTo>
                    <a:pt x="160923" y="351172"/>
                  </a:lnTo>
                  <a:lnTo>
                    <a:pt x="159419" y="347412"/>
                  </a:lnTo>
                  <a:lnTo>
                    <a:pt x="157163" y="347412"/>
                  </a:lnTo>
                  <a:lnTo>
                    <a:pt x="154155" y="348164"/>
                  </a:lnTo>
                  <a:lnTo>
                    <a:pt x="151147" y="347412"/>
                  </a:lnTo>
                  <a:lnTo>
                    <a:pt x="153403" y="345908"/>
                  </a:lnTo>
                  <a:lnTo>
                    <a:pt x="153403" y="345156"/>
                  </a:lnTo>
                  <a:lnTo>
                    <a:pt x="151147" y="345908"/>
                  </a:lnTo>
                  <a:lnTo>
                    <a:pt x="146635" y="347412"/>
                  </a:lnTo>
                  <a:lnTo>
                    <a:pt x="145883" y="348164"/>
                  </a:lnTo>
                  <a:lnTo>
                    <a:pt x="137612" y="349668"/>
                  </a:lnTo>
                  <a:lnTo>
                    <a:pt x="136108" y="349668"/>
                  </a:lnTo>
                  <a:lnTo>
                    <a:pt x="131595" y="351924"/>
                  </a:lnTo>
                  <a:lnTo>
                    <a:pt x="130092" y="352676"/>
                  </a:lnTo>
                  <a:lnTo>
                    <a:pt x="128588" y="353428"/>
                  </a:lnTo>
                  <a:lnTo>
                    <a:pt x="127836" y="355684"/>
                  </a:lnTo>
                  <a:lnTo>
                    <a:pt x="126332" y="357940"/>
                  </a:lnTo>
                  <a:lnTo>
                    <a:pt x="123324" y="358692"/>
                  </a:lnTo>
                  <a:lnTo>
                    <a:pt x="124076" y="355684"/>
                  </a:lnTo>
                  <a:lnTo>
                    <a:pt x="124828" y="353428"/>
                  </a:lnTo>
                  <a:lnTo>
                    <a:pt x="124076" y="351924"/>
                  </a:lnTo>
                  <a:lnTo>
                    <a:pt x="122572" y="352676"/>
                  </a:lnTo>
                  <a:lnTo>
                    <a:pt x="121068" y="354180"/>
                  </a:lnTo>
                  <a:lnTo>
                    <a:pt x="118812" y="360196"/>
                  </a:lnTo>
                  <a:lnTo>
                    <a:pt x="117308" y="361700"/>
                  </a:lnTo>
                  <a:lnTo>
                    <a:pt x="113548" y="366211"/>
                  </a:lnTo>
                  <a:lnTo>
                    <a:pt x="111292" y="367715"/>
                  </a:lnTo>
                  <a:lnTo>
                    <a:pt x="107533" y="367715"/>
                  </a:lnTo>
                  <a:lnTo>
                    <a:pt x="106780" y="367715"/>
                  </a:lnTo>
                  <a:lnTo>
                    <a:pt x="104525" y="369971"/>
                  </a:lnTo>
                  <a:lnTo>
                    <a:pt x="103773" y="369971"/>
                  </a:lnTo>
                  <a:lnTo>
                    <a:pt x="102269" y="370723"/>
                  </a:lnTo>
                  <a:lnTo>
                    <a:pt x="101516" y="370723"/>
                  </a:lnTo>
                  <a:lnTo>
                    <a:pt x="101516" y="369219"/>
                  </a:lnTo>
                  <a:lnTo>
                    <a:pt x="100765" y="368467"/>
                  </a:lnTo>
                  <a:lnTo>
                    <a:pt x="99261" y="369219"/>
                  </a:lnTo>
                  <a:lnTo>
                    <a:pt x="97757" y="370723"/>
                  </a:lnTo>
                  <a:lnTo>
                    <a:pt x="94749" y="370723"/>
                  </a:lnTo>
                  <a:lnTo>
                    <a:pt x="93997" y="369971"/>
                  </a:lnTo>
                  <a:lnTo>
                    <a:pt x="93997" y="363955"/>
                  </a:lnTo>
                  <a:lnTo>
                    <a:pt x="93997" y="362451"/>
                  </a:lnTo>
                  <a:lnTo>
                    <a:pt x="92493" y="361700"/>
                  </a:lnTo>
                  <a:lnTo>
                    <a:pt x="89485" y="361700"/>
                  </a:lnTo>
                  <a:lnTo>
                    <a:pt x="87229" y="364707"/>
                  </a:lnTo>
                  <a:lnTo>
                    <a:pt x="85725" y="364707"/>
                  </a:lnTo>
                  <a:lnTo>
                    <a:pt x="84973" y="361700"/>
                  </a:lnTo>
                  <a:lnTo>
                    <a:pt x="82717" y="363204"/>
                  </a:lnTo>
                  <a:lnTo>
                    <a:pt x="81965" y="363955"/>
                  </a:lnTo>
                  <a:lnTo>
                    <a:pt x="80461" y="365460"/>
                  </a:lnTo>
                  <a:lnTo>
                    <a:pt x="77454" y="362451"/>
                  </a:lnTo>
                  <a:lnTo>
                    <a:pt x="76701" y="360196"/>
                  </a:lnTo>
                  <a:lnTo>
                    <a:pt x="78957" y="358692"/>
                  </a:lnTo>
                  <a:lnTo>
                    <a:pt x="81965" y="358692"/>
                  </a:lnTo>
                  <a:lnTo>
                    <a:pt x="83469" y="357940"/>
                  </a:lnTo>
                  <a:lnTo>
                    <a:pt x="83469" y="356436"/>
                  </a:lnTo>
                  <a:lnTo>
                    <a:pt x="82717" y="354180"/>
                  </a:lnTo>
                  <a:lnTo>
                    <a:pt x="81965" y="353428"/>
                  </a:lnTo>
                  <a:lnTo>
                    <a:pt x="81214" y="352676"/>
                  </a:lnTo>
                  <a:lnTo>
                    <a:pt x="81214" y="351924"/>
                  </a:lnTo>
                  <a:lnTo>
                    <a:pt x="82717" y="350420"/>
                  </a:lnTo>
                  <a:lnTo>
                    <a:pt x="81214" y="349668"/>
                  </a:lnTo>
                  <a:lnTo>
                    <a:pt x="79709" y="349668"/>
                  </a:lnTo>
                  <a:lnTo>
                    <a:pt x="78205" y="348916"/>
                  </a:lnTo>
                  <a:lnTo>
                    <a:pt x="76701" y="349668"/>
                  </a:lnTo>
                  <a:lnTo>
                    <a:pt x="77454" y="351924"/>
                  </a:lnTo>
                  <a:lnTo>
                    <a:pt x="76701" y="353428"/>
                  </a:lnTo>
                  <a:lnTo>
                    <a:pt x="75950" y="354932"/>
                  </a:lnTo>
                  <a:lnTo>
                    <a:pt x="74446" y="356436"/>
                  </a:lnTo>
                  <a:lnTo>
                    <a:pt x="73694" y="354932"/>
                  </a:lnTo>
                  <a:lnTo>
                    <a:pt x="72942" y="353428"/>
                  </a:lnTo>
                  <a:lnTo>
                    <a:pt x="72190" y="352676"/>
                  </a:lnTo>
                  <a:lnTo>
                    <a:pt x="71438" y="353428"/>
                  </a:lnTo>
                  <a:lnTo>
                    <a:pt x="70686" y="353428"/>
                  </a:lnTo>
                  <a:lnTo>
                    <a:pt x="70686" y="354180"/>
                  </a:lnTo>
                  <a:lnTo>
                    <a:pt x="68430" y="352676"/>
                  </a:lnTo>
                  <a:lnTo>
                    <a:pt x="66926" y="354180"/>
                  </a:lnTo>
                  <a:lnTo>
                    <a:pt x="63918" y="359444"/>
                  </a:lnTo>
                  <a:lnTo>
                    <a:pt x="64670" y="362451"/>
                  </a:lnTo>
                  <a:lnTo>
                    <a:pt x="61662" y="363955"/>
                  </a:lnTo>
                  <a:lnTo>
                    <a:pt x="57150" y="365460"/>
                  </a:lnTo>
                  <a:lnTo>
                    <a:pt x="49631" y="366964"/>
                  </a:lnTo>
                  <a:lnTo>
                    <a:pt x="39103" y="371475"/>
                  </a:lnTo>
                  <a:lnTo>
                    <a:pt x="39855" y="370723"/>
                  </a:lnTo>
                  <a:lnTo>
                    <a:pt x="39855" y="369219"/>
                  </a:lnTo>
                  <a:lnTo>
                    <a:pt x="39855" y="368467"/>
                  </a:lnTo>
                  <a:lnTo>
                    <a:pt x="35343" y="368467"/>
                  </a:lnTo>
                  <a:lnTo>
                    <a:pt x="31583" y="369971"/>
                  </a:lnTo>
                  <a:lnTo>
                    <a:pt x="28575" y="372227"/>
                  </a:lnTo>
                  <a:lnTo>
                    <a:pt x="24816" y="380499"/>
                  </a:lnTo>
                  <a:lnTo>
                    <a:pt x="24816" y="381251"/>
                  </a:lnTo>
                  <a:lnTo>
                    <a:pt x="25567" y="382755"/>
                  </a:lnTo>
                  <a:lnTo>
                    <a:pt x="25567" y="383507"/>
                  </a:lnTo>
                  <a:lnTo>
                    <a:pt x="24063" y="386515"/>
                  </a:lnTo>
                  <a:lnTo>
                    <a:pt x="22559" y="391779"/>
                  </a:lnTo>
                  <a:lnTo>
                    <a:pt x="22559" y="393283"/>
                  </a:lnTo>
                  <a:lnTo>
                    <a:pt x="23311" y="397794"/>
                  </a:lnTo>
                  <a:lnTo>
                    <a:pt x="26319" y="397042"/>
                  </a:lnTo>
                  <a:lnTo>
                    <a:pt x="30079" y="394786"/>
                  </a:lnTo>
                  <a:lnTo>
                    <a:pt x="33087" y="393283"/>
                  </a:lnTo>
                  <a:lnTo>
                    <a:pt x="36095" y="394786"/>
                  </a:lnTo>
                  <a:lnTo>
                    <a:pt x="28575" y="400802"/>
                  </a:lnTo>
                  <a:lnTo>
                    <a:pt x="27823" y="403810"/>
                  </a:lnTo>
                  <a:lnTo>
                    <a:pt x="29327" y="401554"/>
                  </a:lnTo>
                  <a:lnTo>
                    <a:pt x="31583" y="400802"/>
                  </a:lnTo>
                  <a:lnTo>
                    <a:pt x="33839" y="400050"/>
                  </a:lnTo>
                  <a:lnTo>
                    <a:pt x="36095" y="401554"/>
                  </a:lnTo>
                  <a:lnTo>
                    <a:pt x="33839" y="403810"/>
                  </a:lnTo>
                  <a:lnTo>
                    <a:pt x="32335" y="406066"/>
                  </a:lnTo>
                  <a:lnTo>
                    <a:pt x="31583" y="407570"/>
                  </a:lnTo>
                  <a:lnTo>
                    <a:pt x="32335" y="409826"/>
                  </a:lnTo>
                  <a:lnTo>
                    <a:pt x="33087" y="409074"/>
                  </a:lnTo>
                  <a:lnTo>
                    <a:pt x="35343" y="405314"/>
                  </a:lnTo>
                  <a:lnTo>
                    <a:pt x="37599" y="403058"/>
                  </a:lnTo>
                  <a:lnTo>
                    <a:pt x="39855" y="401554"/>
                  </a:lnTo>
                  <a:lnTo>
                    <a:pt x="42111" y="400050"/>
                  </a:lnTo>
                  <a:lnTo>
                    <a:pt x="46622" y="400050"/>
                  </a:lnTo>
                  <a:lnTo>
                    <a:pt x="45118" y="402306"/>
                  </a:lnTo>
                  <a:lnTo>
                    <a:pt x="44367" y="403058"/>
                  </a:lnTo>
                  <a:lnTo>
                    <a:pt x="43615" y="403810"/>
                  </a:lnTo>
                  <a:lnTo>
                    <a:pt x="45871" y="406066"/>
                  </a:lnTo>
                  <a:lnTo>
                    <a:pt x="50382" y="406818"/>
                  </a:lnTo>
                  <a:lnTo>
                    <a:pt x="53390" y="407570"/>
                  </a:lnTo>
                  <a:lnTo>
                    <a:pt x="54894" y="411330"/>
                  </a:lnTo>
                  <a:lnTo>
                    <a:pt x="51135" y="410578"/>
                  </a:lnTo>
                  <a:lnTo>
                    <a:pt x="48878" y="412834"/>
                  </a:lnTo>
                  <a:lnTo>
                    <a:pt x="45118" y="418098"/>
                  </a:lnTo>
                  <a:lnTo>
                    <a:pt x="42111" y="421105"/>
                  </a:lnTo>
                  <a:lnTo>
                    <a:pt x="39855" y="420353"/>
                  </a:lnTo>
                  <a:lnTo>
                    <a:pt x="37599" y="418849"/>
                  </a:lnTo>
                  <a:lnTo>
                    <a:pt x="35343" y="419602"/>
                  </a:lnTo>
                  <a:lnTo>
                    <a:pt x="33087" y="418098"/>
                  </a:lnTo>
                  <a:lnTo>
                    <a:pt x="28575" y="418098"/>
                  </a:lnTo>
                  <a:lnTo>
                    <a:pt x="24063" y="418849"/>
                  </a:lnTo>
                  <a:lnTo>
                    <a:pt x="20303" y="420353"/>
                  </a:lnTo>
                  <a:lnTo>
                    <a:pt x="15792" y="417345"/>
                  </a:lnTo>
                  <a:lnTo>
                    <a:pt x="14288" y="415842"/>
                  </a:lnTo>
                  <a:lnTo>
                    <a:pt x="12784" y="412834"/>
                  </a:lnTo>
                  <a:lnTo>
                    <a:pt x="12032" y="411330"/>
                  </a:lnTo>
                  <a:lnTo>
                    <a:pt x="10528" y="410578"/>
                  </a:lnTo>
                  <a:lnTo>
                    <a:pt x="9776" y="410578"/>
                  </a:lnTo>
                  <a:lnTo>
                    <a:pt x="9776" y="411330"/>
                  </a:lnTo>
                  <a:lnTo>
                    <a:pt x="9024" y="412082"/>
                  </a:lnTo>
                  <a:lnTo>
                    <a:pt x="7520" y="412082"/>
                  </a:lnTo>
                  <a:lnTo>
                    <a:pt x="6768" y="411330"/>
                  </a:lnTo>
                  <a:lnTo>
                    <a:pt x="4512" y="407570"/>
                  </a:lnTo>
                  <a:lnTo>
                    <a:pt x="752" y="401554"/>
                  </a:lnTo>
                  <a:lnTo>
                    <a:pt x="0" y="400050"/>
                  </a:lnTo>
                  <a:lnTo>
                    <a:pt x="0" y="399298"/>
                  </a:lnTo>
                  <a:lnTo>
                    <a:pt x="0" y="398546"/>
                  </a:lnTo>
                  <a:lnTo>
                    <a:pt x="0" y="397794"/>
                  </a:lnTo>
                  <a:lnTo>
                    <a:pt x="0" y="396290"/>
                  </a:lnTo>
                  <a:lnTo>
                    <a:pt x="3008" y="391779"/>
                  </a:lnTo>
                  <a:lnTo>
                    <a:pt x="4512" y="390275"/>
                  </a:lnTo>
                  <a:lnTo>
                    <a:pt x="5264" y="390275"/>
                  </a:lnTo>
                  <a:lnTo>
                    <a:pt x="6016" y="389523"/>
                  </a:lnTo>
                  <a:lnTo>
                    <a:pt x="7520" y="388019"/>
                  </a:lnTo>
                  <a:lnTo>
                    <a:pt x="9024" y="385011"/>
                  </a:lnTo>
                  <a:lnTo>
                    <a:pt x="9024" y="383507"/>
                  </a:lnTo>
                  <a:lnTo>
                    <a:pt x="9024" y="382003"/>
                  </a:lnTo>
                  <a:lnTo>
                    <a:pt x="9024" y="380499"/>
                  </a:lnTo>
                  <a:lnTo>
                    <a:pt x="9024" y="378243"/>
                  </a:lnTo>
                  <a:lnTo>
                    <a:pt x="9024" y="375235"/>
                  </a:lnTo>
                  <a:lnTo>
                    <a:pt x="10528" y="366211"/>
                  </a:lnTo>
                  <a:lnTo>
                    <a:pt x="10528" y="365460"/>
                  </a:lnTo>
                  <a:lnTo>
                    <a:pt x="10528" y="363204"/>
                  </a:lnTo>
                  <a:lnTo>
                    <a:pt x="10528" y="362451"/>
                  </a:lnTo>
                  <a:lnTo>
                    <a:pt x="10528" y="360947"/>
                  </a:lnTo>
                  <a:lnTo>
                    <a:pt x="10528" y="360196"/>
                  </a:lnTo>
                  <a:lnTo>
                    <a:pt x="11280" y="359444"/>
                  </a:lnTo>
                  <a:lnTo>
                    <a:pt x="14288" y="359444"/>
                  </a:lnTo>
                  <a:lnTo>
                    <a:pt x="15039" y="358692"/>
                  </a:lnTo>
                  <a:lnTo>
                    <a:pt x="16544" y="358692"/>
                  </a:lnTo>
                  <a:lnTo>
                    <a:pt x="17296" y="357940"/>
                  </a:lnTo>
                  <a:lnTo>
                    <a:pt x="18799" y="354180"/>
                  </a:lnTo>
                  <a:lnTo>
                    <a:pt x="19552" y="353428"/>
                  </a:lnTo>
                  <a:lnTo>
                    <a:pt x="21056" y="351924"/>
                  </a:lnTo>
                  <a:lnTo>
                    <a:pt x="21807" y="351924"/>
                  </a:lnTo>
                  <a:lnTo>
                    <a:pt x="22559" y="351172"/>
                  </a:lnTo>
                  <a:lnTo>
                    <a:pt x="23311" y="351172"/>
                  </a:lnTo>
                  <a:lnTo>
                    <a:pt x="28575" y="350420"/>
                  </a:lnTo>
                  <a:lnTo>
                    <a:pt x="30079" y="349668"/>
                  </a:lnTo>
                  <a:lnTo>
                    <a:pt x="33087" y="348164"/>
                  </a:lnTo>
                  <a:lnTo>
                    <a:pt x="38351" y="344404"/>
                  </a:lnTo>
                  <a:lnTo>
                    <a:pt x="42111" y="342148"/>
                  </a:lnTo>
                  <a:lnTo>
                    <a:pt x="42863" y="342148"/>
                  </a:lnTo>
                  <a:lnTo>
                    <a:pt x="43615" y="342148"/>
                  </a:lnTo>
                  <a:lnTo>
                    <a:pt x="45118" y="342148"/>
                  </a:lnTo>
                  <a:lnTo>
                    <a:pt x="45871" y="342148"/>
                  </a:lnTo>
                  <a:lnTo>
                    <a:pt x="48127" y="343652"/>
                  </a:lnTo>
                  <a:lnTo>
                    <a:pt x="48878" y="343652"/>
                  </a:lnTo>
                  <a:lnTo>
                    <a:pt x="51135" y="342900"/>
                  </a:lnTo>
                  <a:lnTo>
                    <a:pt x="59406" y="337636"/>
                  </a:lnTo>
                  <a:lnTo>
                    <a:pt x="60158" y="337636"/>
                  </a:lnTo>
                  <a:lnTo>
                    <a:pt x="60910" y="338388"/>
                  </a:lnTo>
                  <a:lnTo>
                    <a:pt x="60910" y="339140"/>
                  </a:lnTo>
                  <a:lnTo>
                    <a:pt x="61662" y="339892"/>
                  </a:lnTo>
                  <a:lnTo>
                    <a:pt x="61662" y="340644"/>
                  </a:lnTo>
                  <a:lnTo>
                    <a:pt x="62414" y="340644"/>
                  </a:lnTo>
                  <a:lnTo>
                    <a:pt x="63166" y="341396"/>
                  </a:lnTo>
                  <a:lnTo>
                    <a:pt x="64670" y="340644"/>
                  </a:lnTo>
                  <a:lnTo>
                    <a:pt x="66174" y="340644"/>
                  </a:lnTo>
                  <a:lnTo>
                    <a:pt x="70686" y="338388"/>
                  </a:lnTo>
                  <a:lnTo>
                    <a:pt x="71438" y="338388"/>
                  </a:lnTo>
                  <a:lnTo>
                    <a:pt x="72190" y="339140"/>
                  </a:lnTo>
                  <a:lnTo>
                    <a:pt x="73694" y="339892"/>
                  </a:lnTo>
                  <a:lnTo>
                    <a:pt x="74446" y="339892"/>
                  </a:lnTo>
                  <a:lnTo>
                    <a:pt x="76701" y="339140"/>
                  </a:lnTo>
                  <a:lnTo>
                    <a:pt x="84221" y="334628"/>
                  </a:lnTo>
                  <a:lnTo>
                    <a:pt x="89485" y="333125"/>
                  </a:lnTo>
                  <a:lnTo>
                    <a:pt x="90237" y="332372"/>
                  </a:lnTo>
                  <a:lnTo>
                    <a:pt x="90989" y="331621"/>
                  </a:lnTo>
                  <a:lnTo>
                    <a:pt x="93245" y="327109"/>
                  </a:lnTo>
                  <a:lnTo>
                    <a:pt x="93245" y="325605"/>
                  </a:lnTo>
                  <a:lnTo>
                    <a:pt x="93245" y="324853"/>
                  </a:lnTo>
                  <a:lnTo>
                    <a:pt x="93245" y="324101"/>
                  </a:lnTo>
                  <a:lnTo>
                    <a:pt x="92493" y="322597"/>
                  </a:lnTo>
                  <a:lnTo>
                    <a:pt x="93245" y="321093"/>
                  </a:lnTo>
                  <a:lnTo>
                    <a:pt x="97005" y="316581"/>
                  </a:lnTo>
                  <a:lnTo>
                    <a:pt x="98509" y="315829"/>
                  </a:lnTo>
                  <a:lnTo>
                    <a:pt x="100013" y="315077"/>
                  </a:lnTo>
                  <a:lnTo>
                    <a:pt x="102269" y="314325"/>
                  </a:lnTo>
                  <a:lnTo>
                    <a:pt x="103020" y="314325"/>
                  </a:lnTo>
                  <a:lnTo>
                    <a:pt x="104525" y="313573"/>
                  </a:lnTo>
                  <a:lnTo>
                    <a:pt x="105276" y="312821"/>
                  </a:lnTo>
                  <a:lnTo>
                    <a:pt x="106029" y="312069"/>
                  </a:lnTo>
                  <a:lnTo>
                    <a:pt x="106029" y="311317"/>
                  </a:lnTo>
                  <a:lnTo>
                    <a:pt x="106029" y="310566"/>
                  </a:lnTo>
                  <a:lnTo>
                    <a:pt x="106029" y="309061"/>
                  </a:lnTo>
                  <a:lnTo>
                    <a:pt x="105276" y="307557"/>
                  </a:lnTo>
                  <a:lnTo>
                    <a:pt x="102269" y="302294"/>
                  </a:lnTo>
                  <a:lnTo>
                    <a:pt x="100013" y="298534"/>
                  </a:lnTo>
                  <a:lnTo>
                    <a:pt x="97757" y="295526"/>
                  </a:lnTo>
                  <a:lnTo>
                    <a:pt x="97757" y="294774"/>
                  </a:lnTo>
                  <a:lnTo>
                    <a:pt x="97005" y="295526"/>
                  </a:lnTo>
                  <a:lnTo>
                    <a:pt x="96253" y="295526"/>
                  </a:lnTo>
                  <a:lnTo>
                    <a:pt x="95501" y="296278"/>
                  </a:lnTo>
                  <a:lnTo>
                    <a:pt x="94749" y="296278"/>
                  </a:lnTo>
                  <a:lnTo>
                    <a:pt x="92493" y="296278"/>
                  </a:lnTo>
                  <a:lnTo>
                    <a:pt x="87229" y="295526"/>
                  </a:lnTo>
                  <a:lnTo>
                    <a:pt x="83469" y="295526"/>
                  </a:lnTo>
                  <a:lnTo>
                    <a:pt x="81214" y="296278"/>
                  </a:lnTo>
                  <a:lnTo>
                    <a:pt x="79709" y="297030"/>
                  </a:lnTo>
                  <a:lnTo>
                    <a:pt x="77454" y="297030"/>
                  </a:lnTo>
                  <a:lnTo>
                    <a:pt x="76701" y="296278"/>
                  </a:lnTo>
                  <a:lnTo>
                    <a:pt x="75197" y="294774"/>
                  </a:lnTo>
                  <a:lnTo>
                    <a:pt x="74446" y="294022"/>
                  </a:lnTo>
                  <a:lnTo>
                    <a:pt x="73694" y="294774"/>
                  </a:lnTo>
                  <a:lnTo>
                    <a:pt x="72942" y="296278"/>
                  </a:lnTo>
                  <a:lnTo>
                    <a:pt x="72190" y="296278"/>
                  </a:lnTo>
                  <a:lnTo>
                    <a:pt x="70686" y="297030"/>
                  </a:lnTo>
                  <a:lnTo>
                    <a:pt x="67678" y="297030"/>
                  </a:lnTo>
                  <a:lnTo>
                    <a:pt x="66174" y="297030"/>
                  </a:lnTo>
                  <a:lnTo>
                    <a:pt x="65422" y="297782"/>
                  </a:lnTo>
                  <a:lnTo>
                    <a:pt x="64670" y="298534"/>
                  </a:lnTo>
                  <a:lnTo>
                    <a:pt x="63918" y="298534"/>
                  </a:lnTo>
                  <a:lnTo>
                    <a:pt x="57150" y="299286"/>
                  </a:lnTo>
                  <a:lnTo>
                    <a:pt x="56398" y="299286"/>
                  </a:lnTo>
                  <a:lnTo>
                    <a:pt x="55646" y="299286"/>
                  </a:lnTo>
                  <a:lnTo>
                    <a:pt x="55646" y="300038"/>
                  </a:lnTo>
                  <a:lnTo>
                    <a:pt x="54894" y="300038"/>
                  </a:lnTo>
                  <a:lnTo>
                    <a:pt x="53390" y="300789"/>
                  </a:lnTo>
                  <a:lnTo>
                    <a:pt x="51135" y="300789"/>
                  </a:lnTo>
                  <a:lnTo>
                    <a:pt x="50382" y="300789"/>
                  </a:lnTo>
                  <a:lnTo>
                    <a:pt x="48878" y="300038"/>
                  </a:lnTo>
                  <a:lnTo>
                    <a:pt x="46622" y="298534"/>
                  </a:lnTo>
                  <a:lnTo>
                    <a:pt x="45871" y="298534"/>
                  </a:lnTo>
                  <a:lnTo>
                    <a:pt x="44367" y="298534"/>
                  </a:lnTo>
                  <a:lnTo>
                    <a:pt x="43615" y="299286"/>
                  </a:lnTo>
                  <a:lnTo>
                    <a:pt x="41359" y="299286"/>
                  </a:lnTo>
                  <a:lnTo>
                    <a:pt x="39855" y="299286"/>
                  </a:lnTo>
                  <a:lnTo>
                    <a:pt x="39103" y="299286"/>
                  </a:lnTo>
                  <a:lnTo>
                    <a:pt x="35343" y="297782"/>
                  </a:lnTo>
                  <a:lnTo>
                    <a:pt x="34591" y="297030"/>
                  </a:lnTo>
                  <a:lnTo>
                    <a:pt x="33839" y="296278"/>
                  </a:lnTo>
                  <a:lnTo>
                    <a:pt x="33839" y="295526"/>
                  </a:lnTo>
                  <a:lnTo>
                    <a:pt x="32335" y="290262"/>
                  </a:lnTo>
                  <a:lnTo>
                    <a:pt x="32335" y="289510"/>
                  </a:lnTo>
                  <a:lnTo>
                    <a:pt x="30831" y="289510"/>
                  </a:lnTo>
                  <a:lnTo>
                    <a:pt x="30079" y="289510"/>
                  </a:lnTo>
                  <a:lnTo>
                    <a:pt x="29327" y="288758"/>
                  </a:lnTo>
                  <a:lnTo>
                    <a:pt x="29327" y="288006"/>
                  </a:lnTo>
                  <a:lnTo>
                    <a:pt x="28575" y="287254"/>
                  </a:lnTo>
                  <a:lnTo>
                    <a:pt x="26319" y="284246"/>
                  </a:lnTo>
                  <a:lnTo>
                    <a:pt x="24063" y="282742"/>
                  </a:lnTo>
                  <a:lnTo>
                    <a:pt x="22559" y="281238"/>
                  </a:lnTo>
                  <a:lnTo>
                    <a:pt x="21807" y="279734"/>
                  </a:lnTo>
                  <a:lnTo>
                    <a:pt x="18048" y="272215"/>
                  </a:lnTo>
                  <a:lnTo>
                    <a:pt x="17296" y="270711"/>
                  </a:lnTo>
                  <a:lnTo>
                    <a:pt x="15792" y="269207"/>
                  </a:lnTo>
                  <a:lnTo>
                    <a:pt x="13536" y="267703"/>
                  </a:lnTo>
                  <a:lnTo>
                    <a:pt x="9024" y="265447"/>
                  </a:lnTo>
                  <a:lnTo>
                    <a:pt x="6768" y="265447"/>
                  </a:lnTo>
                  <a:lnTo>
                    <a:pt x="4512" y="265447"/>
                  </a:lnTo>
                  <a:lnTo>
                    <a:pt x="10528" y="260935"/>
                  </a:lnTo>
                  <a:lnTo>
                    <a:pt x="13536" y="259431"/>
                  </a:lnTo>
                  <a:lnTo>
                    <a:pt x="20303" y="257175"/>
                  </a:lnTo>
                  <a:lnTo>
                    <a:pt x="21807" y="257175"/>
                  </a:lnTo>
                  <a:lnTo>
                    <a:pt x="23311" y="257175"/>
                  </a:lnTo>
                  <a:lnTo>
                    <a:pt x="27071" y="257927"/>
                  </a:lnTo>
                  <a:lnTo>
                    <a:pt x="30079" y="258679"/>
                  </a:lnTo>
                  <a:lnTo>
                    <a:pt x="32335" y="258679"/>
                  </a:lnTo>
                  <a:lnTo>
                    <a:pt x="32335" y="257927"/>
                  </a:lnTo>
                  <a:lnTo>
                    <a:pt x="33087" y="257175"/>
                  </a:lnTo>
                  <a:lnTo>
                    <a:pt x="35343" y="253415"/>
                  </a:lnTo>
                  <a:lnTo>
                    <a:pt x="37599" y="251159"/>
                  </a:lnTo>
                  <a:lnTo>
                    <a:pt x="38351" y="250408"/>
                  </a:lnTo>
                  <a:lnTo>
                    <a:pt x="39855" y="250408"/>
                  </a:lnTo>
                  <a:lnTo>
                    <a:pt x="44367" y="249655"/>
                  </a:lnTo>
                  <a:lnTo>
                    <a:pt x="48127" y="248904"/>
                  </a:lnTo>
                  <a:lnTo>
                    <a:pt x="50382" y="248151"/>
                  </a:lnTo>
                  <a:lnTo>
                    <a:pt x="51135" y="248151"/>
                  </a:lnTo>
                  <a:lnTo>
                    <a:pt x="51886" y="247400"/>
                  </a:lnTo>
                  <a:lnTo>
                    <a:pt x="63918" y="240632"/>
                  </a:lnTo>
                  <a:lnTo>
                    <a:pt x="65422" y="239880"/>
                  </a:lnTo>
                  <a:lnTo>
                    <a:pt x="66926" y="239880"/>
                  </a:lnTo>
                  <a:lnTo>
                    <a:pt x="68430" y="239880"/>
                  </a:lnTo>
                  <a:lnTo>
                    <a:pt x="69934" y="240632"/>
                  </a:lnTo>
                  <a:lnTo>
                    <a:pt x="77454" y="239128"/>
                  </a:lnTo>
                  <a:lnTo>
                    <a:pt x="79709" y="239128"/>
                  </a:lnTo>
                  <a:lnTo>
                    <a:pt x="86477" y="238376"/>
                  </a:lnTo>
                  <a:lnTo>
                    <a:pt x="87229" y="238376"/>
                  </a:lnTo>
                  <a:lnTo>
                    <a:pt x="88733" y="238376"/>
                  </a:lnTo>
                  <a:lnTo>
                    <a:pt x="89485" y="238376"/>
                  </a:lnTo>
                  <a:lnTo>
                    <a:pt x="90237" y="239128"/>
                  </a:lnTo>
                  <a:lnTo>
                    <a:pt x="90989" y="239880"/>
                  </a:lnTo>
                  <a:lnTo>
                    <a:pt x="91741" y="240632"/>
                  </a:lnTo>
                  <a:lnTo>
                    <a:pt x="93997" y="240632"/>
                  </a:lnTo>
                  <a:lnTo>
                    <a:pt x="97757" y="239880"/>
                  </a:lnTo>
                  <a:lnTo>
                    <a:pt x="112044" y="231608"/>
                  </a:lnTo>
                  <a:lnTo>
                    <a:pt x="113548" y="230856"/>
                  </a:lnTo>
                  <a:lnTo>
                    <a:pt x="116556" y="227096"/>
                  </a:lnTo>
                  <a:lnTo>
                    <a:pt x="118060" y="226344"/>
                  </a:lnTo>
                  <a:lnTo>
                    <a:pt x="118812" y="226344"/>
                  </a:lnTo>
                  <a:lnTo>
                    <a:pt x="120316" y="225592"/>
                  </a:lnTo>
                  <a:lnTo>
                    <a:pt x="121068" y="225592"/>
                  </a:lnTo>
                  <a:lnTo>
                    <a:pt x="139115" y="218072"/>
                  </a:lnTo>
                  <a:lnTo>
                    <a:pt x="144379" y="216569"/>
                  </a:lnTo>
                  <a:lnTo>
                    <a:pt x="146635" y="215817"/>
                  </a:lnTo>
                  <a:lnTo>
                    <a:pt x="148139" y="214313"/>
                  </a:lnTo>
                  <a:lnTo>
                    <a:pt x="150395" y="212809"/>
                  </a:lnTo>
                  <a:lnTo>
                    <a:pt x="158667" y="209049"/>
                  </a:lnTo>
                  <a:lnTo>
                    <a:pt x="163178" y="207545"/>
                  </a:lnTo>
                  <a:lnTo>
                    <a:pt x="164682" y="207545"/>
                  </a:lnTo>
                  <a:lnTo>
                    <a:pt x="165434" y="208297"/>
                  </a:lnTo>
                  <a:lnTo>
                    <a:pt x="166186" y="208297"/>
                  </a:lnTo>
                  <a:lnTo>
                    <a:pt x="166186" y="209049"/>
                  </a:lnTo>
                  <a:lnTo>
                    <a:pt x="166938" y="209801"/>
                  </a:lnTo>
                  <a:lnTo>
                    <a:pt x="167691" y="210553"/>
                  </a:lnTo>
                  <a:lnTo>
                    <a:pt x="168442" y="210553"/>
                  </a:lnTo>
                  <a:lnTo>
                    <a:pt x="169194" y="211305"/>
                  </a:lnTo>
                  <a:lnTo>
                    <a:pt x="171450" y="210553"/>
                  </a:lnTo>
                  <a:lnTo>
                    <a:pt x="172954" y="210553"/>
                  </a:lnTo>
                  <a:lnTo>
                    <a:pt x="175962" y="209049"/>
                  </a:lnTo>
                  <a:lnTo>
                    <a:pt x="177466" y="209049"/>
                  </a:lnTo>
                  <a:lnTo>
                    <a:pt x="178218" y="209049"/>
                  </a:lnTo>
                  <a:lnTo>
                    <a:pt x="179722" y="209801"/>
                  </a:lnTo>
                  <a:lnTo>
                    <a:pt x="180474" y="210553"/>
                  </a:lnTo>
                  <a:lnTo>
                    <a:pt x="181226" y="210553"/>
                  </a:lnTo>
                  <a:lnTo>
                    <a:pt x="182730" y="209049"/>
                  </a:lnTo>
                  <a:lnTo>
                    <a:pt x="184234" y="207545"/>
                  </a:lnTo>
                  <a:lnTo>
                    <a:pt x="184986" y="207545"/>
                  </a:lnTo>
                  <a:lnTo>
                    <a:pt x="186490" y="207545"/>
                  </a:lnTo>
                  <a:lnTo>
                    <a:pt x="187993" y="208297"/>
                  </a:lnTo>
                  <a:lnTo>
                    <a:pt x="189497" y="208297"/>
                  </a:lnTo>
                  <a:lnTo>
                    <a:pt x="190250" y="208297"/>
                  </a:lnTo>
                  <a:lnTo>
                    <a:pt x="191002" y="207545"/>
                  </a:lnTo>
                  <a:lnTo>
                    <a:pt x="192506" y="206793"/>
                  </a:lnTo>
                  <a:lnTo>
                    <a:pt x="193257" y="206041"/>
                  </a:lnTo>
                  <a:lnTo>
                    <a:pt x="194010" y="206793"/>
                  </a:lnTo>
                  <a:lnTo>
                    <a:pt x="195513" y="208297"/>
                  </a:lnTo>
                  <a:lnTo>
                    <a:pt x="196265" y="209049"/>
                  </a:lnTo>
                  <a:lnTo>
                    <a:pt x="197017" y="209049"/>
                  </a:lnTo>
                  <a:lnTo>
                    <a:pt x="197769" y="209801"/>
                  </a:lnTo>
                  <a:lnTo>
                    <a:pt x="200025" y="209801"/>
                  </a:lnTo>
                  <a:lnTo>
                    <a:pt x="202281" y="209049"/>
                  </a:lnTo>
                  <a:lnTo>
                    <a:pt x="204537" y="208297"/>
                  </a:lnTo>
                  <a:lnTo>
                    <a:pt x="206041" y="208297"/>
                  </a:lnTo>
                  <a:lnTo>
                    <a:pt x="209049" y="208297"/>
                  </a:lnTo>
                  <a:lnTo>
                    <a:pt x="211305" y="208297"/>
                  </a:lnTo>
                  <a:lnTo>
                    <a:pt x="212057" y="207545"/>
                  </a:lnTo>
                  <a:lnTo>
                    <a:pt x="214313" y="206793"/>
                  </a:lnTo>
                  <a:lnTo>
                    <a:pt x="226344" y="200025"/>
                  </a:lnTo>
                  <a:lnTo>
                    <a:pt x="230104" y="199273"/>
                  </a:lnTo>
                  <a:lnTo>
                    <a:pt x="232360" y="199273"/>
                  </a:lnTo>
                  <a:lnTo>
                    <a:pt x="233112" y="199273"/>
                  </a:lnTo>
                  <a:lnTo>
                    <a:pt x="233864" y="199273"/>
                  </a:lnTo>
                  <a:lnTo>
                    <a:pt x="234616" y="200025"/>
                  </a:lnTo>
                  <a:lnTo>
                    <a:pt x="235368" y="200025"/>
                  </a:lnTo>
                  <a:lnTo>
                    <a:pt x="237624" y="200025"/>
                  </a:lnTo>
                  <a:lnTo>
                    <a:pt x="242136" y="200025"/>
                  </a:lnTo>
                  <a:lnTo>
                    <a:pt x="243640" y="200025"/>
                  </a:lnTo>
                  <a:lnTo>
                    <a:pt x="244391" y="200025"/>
                  </a:lnTo>
                  <a:lnTo>
                    <a:pt x="245144" y="200777"/>
                  </a:lnTo>
                  <a:lnTo>
                    <a:pt x="246648" y="201529"/>
                  </a:lnTo>
                  <a:lnTo>
                    <a:pt x="247400" y="202281"/>
                  </a:lnTo>
                  <a:lnTo>
                    <a:pt x="248904" y="202281"/>
                  </a:lnTo>
                  <a:lnTo>
                    <a:pt x="251159" y="203033"/>
                  </a:lnTo>
                  <a:lnTo>
                    <a:pt x="253415" y="202281"/>
                  </a:lnTo>
                  <a:lnTo>
                    <a:pt x="257175" y="202281"/>
                  </a:lnTo>
                  <a:lnTo>
                    <a:pt x="260935" y="202281"/>
                  </a:lnTo>
                  <a:lnTo>
                    <a:pt x="261687" y="203033"/>
                  </a:lnTo>
                  <a:lnTo>
                    <a:pt x="262439" y="203033"/>
                  </a:lnTo>
                  <a:lnTo>
                    <a:pt x="262439" y="203785"/>
                  </a:lnTo>
                  <a:lnTo>
                    <a:pt x="262439" y="205289"/>
                  </a:lnTo>
                  <a:lnTo>
                    <a:pt x="262439" y="206041"/>
                  </a:lnTo>
                  <a:lnTo>
                    <a:pt x="262439" y="206793"/>
                  </a:lnTo>
                  <a:lnTo>
                    <a:pt x="261687" y="207545"/>
                  </a:lnTo>
                  <a:lnTo>
                    <a:pt x="260935" y="208297"/>
                  </a:lnTo>
                  <a:lnTo>
                    <a:pt x="260935" y="209049"/>
                  </a:lnTo>
                  <a:lnTo>
                    <a:pt x="260183" y="209801"/>
                  </a:lnTo>
                  <a:lnTo>
                    <a:pt x="260183" y="210553"/>
                  </a:lnTo>
                  <a:lnTo>
                    <a:pt x="260183" y="211305"/>
                  </a:lnTo>
                  <a:lnTo>
                    <a:pt x="260183" y="212057"/>
                  </a:lnTo>
                  <a:lnTo>
                    <a:pt x="260935" y="212809"/>
                  </a:lnTo>
                  <a:lnTo>
                    <a:pt x="260935" y="214313"/>
                  </a:lnTo>
                  <a:lnTo>
                    <a:pt x="263191" y="213561"/>
                  </a:lnTo>
                  <a:lnTo>
                    <a:pt x="264695" y="211305"/>
                  </a:lnTo>
                  <a:lnTo>
                    <a:pt x="266199" y="209801"/>
                  </a:lnTo>
                  <a:lnTo>
                    <a:pt x="268455" y="209801"/>
                  </a:lnTo>
                  <a:lnTo>
                    <a:pt x="272215" y="211305"/>
                  </a:lnTo>
                  <a:lnTo>
                    <a:pt x="272967" y="210553"/>
                  </a:lnTo>
                  <a:lnTo>
                    <a:pt x="274470" y="207545"/>
                  </a:lnTo>
                  <a:lnTo>
                    <a:pt x="275223" y="205289"/>
                  </a:lnTo>
                  <a:lnTo>
                    <a:pt x="276727" y="203033"/>
                  </a:lnTo>
                  <a:lnTo>
                    <a:pt x="279734" y="200777"/>
                  </a:lnTo>
                  <a:lnTo>
                    <a:pt x="289510" y="200025"/>
                  </a:lnTo>
                  <a:lnTo>
                    <a:pt x="291766" y="198521"/>
                  </a:lnTo>
                  <a:lnTo>
                    <a:pt x="297030" y="194010"/>
                  </a:lnTo>
                  <a:lnTo>
                    <a:pt x="299286" y="192506"/>
                  </a:lnTo>
                  <a:lnTo>
                    <a:pt x="319589" y="184234"/>
                  </a:lnTo>
                  <a:lnTo>
                    <a:pt x="330868" y="177466"/>
                  </a:lnTo>
                  <a:lnTo>
                    <a:pt x="349668" y="170698"/>
                  </a:lnTo>
                  <a:lnTo>
                    <a:pt x="363955" y="162427"/>
                  </a:lnTo>
                  <a:lnTo>
                    <a:pt x="372227" y="160171"/>
                  </a:lnTo>
                  <a:lnTo>
                    <a:pt x="375235" y="157914"/>
                  </a:lnTo>
                  <a:lnTo>
                    <a:pt x="376739" y="156411"/>
                  </a:lnTo>
                  <a:lnTo>
                    <a:pt x="378243" y="154907"/>
                  </a:lnTo>
                  <a:lnTo>
                    <a:pt x="380499" y="154907"/>
                  </a:lnTo>
                  <a:lnTo>
                    <a:pt x="382755" y="156411"/>
                  </a:lnTo>
                  <a:lnTo>
                    <a:pt x="385011" y="156411"/>
                  </a:lnTo>
                  <a:lnTo>
                    <a:pt x="386515" y="155659"/>
                  </a:lnTo>
                  <a:lnTo>
                    <a:pt x="389523" y="152651"/>
                  </a:lnTo>
                  <a:lnTo>
                    <a:pt x="391026" y="151899"/>
                  </a:lnTo>
                  <a:lnTo>
                    <a:pt x="393283" y="147387"/>
                  </a:lnTo>
                  <a:lnTo>
                    <a:pt x="394034" y="145131"/>
                  </a:lnTo>
                  <a:lnTo>
                    <a:pt x="393283" y="144379"/>
                  </a:lnTo>
                  <a:lnTo>
                    <a:pt x="392530" y="142875"/>
                  </a:lnTo>
                  <a:lnTo>
                    <a:pt x="391779" y="141371"/>
                  </a:lnTo>
                  <a:lnTo>
                    <a:pt x="391026" y="141371"/>
                  </a:lnTo>
                  <a:lnTo>
                    <a:pt x="391026" y="140619"/>
                  </a:lnTo>
                  <a:lnTo>
                    <a:pt x="389523" y="139867"/>
                  </a:lnTo>
                  <a:lnTo>
                    <a:pt x="388771" y="139867"/>
                  </a:lnTo>
                  <a:lnTo>
                    <a:pt x="388019" y="139867"/>
                  </a:lnTo>
                  <a:lnTo>
                    <a:pt x="387266" y="139867"/>
                  </a:lnTo>
                  <a:lnTo>
                    <a:pt x="386515" y="139867"/>
                  </a:lnTo>
                  <a:lnTo>
                    <a:pt x="385763" y="140619"/>
                  </a:lnTo>
                  <a:lnTo>
                    <a:pt x="384259" y="140619"/>
                  </a:lnTo>
                  <a:lnTo>
                    <a:pt x="383507" y="140619"/>
                  </a:lnTo>
                  <a:lnTo>
                    <a:pt x="382003" y="139867"/>
                  </a:lnTo>
                  <a:lnTo>
                    <a:pt x="380499" y="139115"/>
                  </a:lnTo>
                  <a:lnTo>
                    <a:pt x="379747" y="139115"/>
                  </a:lnTo>
                  <a:lnTo>
                    <a:pt x="378995" y="139115"/>
                  </a:lnTo>
                  <a:lnTo>
                    <a:pt x="377491" y="139115"/>
                  </a:lnTo>
                  <a:lnTo>
                    <a:pt x="377491" y="138363"/>
                  </a:lnTo>
                  <a:lnTo>
                    <a:pt x="377491" y="136859"/>
                  </a:lnTo>
                  <a:lnTo>
                    <a:pt x="378243" y="132348"/>
                  </a:lnTo>
                  <a:lnTo>
                    <a:pt x="381251" y="126332"/>
                  </a:lnTo>
                  <a:lnTo>
                    <a:pt x="388019" y="115052"/>
                  </a:lnTo>
                  <a:lnTo>
                    <a:pt x="388019" y="114300"/>
                  </a:lnTo>
                  <a:lnTo>
                    <a:pt x="388771" y="112796"/>
                  </a:lnTo>
                  <a:lnTo>
                    <a:pt x="388771" y="109788"/>
                  </a:lnTo>
                  <a:lnTo>
                    <a:pt x="388771" y="104525"/>
                  </a:lnTo>
                  <a:lnTo>
                    <a:pt x="388771" y="103020"/>
                  </a:lnTo>
                  <a:lnTo>
                    <a:pt x="388771" y="102269"/>
                  </a:lnTo>
                  <a:lnTo>
                    <a:pt x="391026" y="97757"/>
                  </a:lnTo>
                  <a:lnTo>
                    <a:pt x="391779" y="97005"/>
                  </a:lnTo>
                  <a:lnTo>
                    <a:pt x="400050" y="90989"/>
                  </a:lnTo>
                  <a:lnTo>
                    <a:pt x="401554" y="81965"/>
                  </a:lnTo>
                  <a:lnTo>
                    <a:pt x="402306" y="78957"/>
                  </a:lnTo>
                  <a:lnTo>
                    <a:pt x="406066" y="70686"/>
                  </a:lnTo>
                  <a:lnTo>
                    <a:pt x="406818" y="69182"/>
                  </a:lnTo>
                  <a:lnTo>
                    <a:pt x="406818" y="67678"/>
                  </a:lnTo>
                  <a:lnTo>
                    <a:pt x="406066" y="66174"/>
                  </a:lnTo>
                  <a:lnTo>
                    <a:pt x="406066" y="64670"/>
                  </a:lnTo>
                  <a:lnTo>
                    <a:pt x="406066" y="62414"/>
                  </a:lnTo>
                  <a:lnTo>
                    <a:pt x="406818" y="60910"/>
                  </a:lnTo>
                  <a:lnTo>
                    <a:pt x="406818" y="60158"/>
                  </a:lnTo>
                  <a:lnTo>
                    <a:pt x="408322" y="58654"/>
                  </a:lnTo>
                  <a:lnTo>
                    <a:pt x="409074" y="57902"/>
                  </a:lnTo>
                  <a:lnTo>
                    <a:pt x="409826" y="56398"/>
                  </a:lnTo>
                  <a:lnTo>
                    <a:pt x="410578" y="53390"/>
                  </a:lnTo>
                  <a:lnTo>
                    <a:pt x="411330" y="51886"/>
                  </a:lnTo>
                  <a:lnTo>
                    <a:pt x="413586" y="48878"/>
                  </a:lnTo>
                  <a:lnTo>
                    <a:pt x="415090" y="46622"/>
                  </a:lnTo>
                  <a:lnTo>
                    <a:pt x="418098" y="40607"/>
                  </a:lnTo>
                  <a:lnTo>
                    <a:pt x="418849" y="37599"/>
                  </a:lnTo>
                  <a:lnTo>
                    <a:pt x="418849" y="36095"/>
                  </a:lnTo>
                  <a:lnTo>
                    <a:pt x="418098" y="35343"/>
                  </a:lnTo>
                  <a:lnTo>
                    <a:pt x="415842" y="35343"/>
                  </a:lnTo>
                  <a:lnTo>
                    <a:pt x="415090" y="35343"/>
                  </a:lnTo>
                  <a:lnTo>
                    <a:pt x="414338" y="34591"/>
                  </a:lnTo>
                  <a:lnTo>
                    <a:pt x="413586" y="34591"/>
                  </a:lnTo>
                  <a:lnTo>
                    <a:pt x="412834" y="33839"/>
                  </a:lnTo>
                  <a:lnTo>
                    <a:pt x="412834" y="32335"/>
                  </a:lnTo>
                  <a:lnTo>
                    <a:pt x="412082" y="30079"/>
                  </a:lnTo>
                  <a:lnTo>
                    <a:pt x="412834" y="28575"/>
                  </a:lnTo>
                  <a:lnTo>
                    <a:pt x="413586" y="27823"/>
                  </a:lnTo>
                  <a:lnTo>
                    <a:pt x="415090" y="27071"/>
                  </a:lnTo>
                  <a:lnTo>
                    <a:pt x="416594" y="26319"/>
                  </a:lnTo>
                  <a:lnTo>
                    <a:pt x="418098" y="24815"/>
                  </a:lnTo>
                  <a:lnTo>
                    <a:pt x="418849" y="23311"/>
                  </a:lnTo>
                  <a:lnTo>
                    <a:pt x="420353" y="22559"/>
                  </a:lnTo>
                  <a:lnTo>
                    <a:pt x="421105" y="22559"/>
                  </a:lnTo>
                  <a:lnTo>
                    <a:pt x="421858" y="24063"/>
                  </a:lnTo>
                  <a:lnTo>
                    <a:pt x="423362" y="24063"/>
                  </a:lnTo>
                  <a:lnTo>
                    <a:pt x="424113" y="24063"/>
                  </a:lnTo>
                  <a:lnTo>
                    <a:pt x="424865" y="24063"/>
                  </a:lnTo>
                  <a:lnTo>
                    <a:pt x="426369" y="24063"/>
                  </a:lnTo>
                  <a:lnTo>
                    <a:pt x="429377" y="23311"/>
                  </a:lnTo>
                  <a:lnTo>
                    <a:pt x="430129" y="23311"/>
                  </a:lnTo>
                  <a:lnTo>
                    <a:pt x="430881" y="23311"/>
                  </a:lnTo>
                  <a:lnTo>
                    <a:pt x="430881" y="24063"/>
                  </a:lnTo>
                  <a:lnTo>
                    <a:pt x="431633" y="24815"/>
                  </a:lnTo>
                  <a:lnTo>
                    <a:pt x="432385" y="24815"/>
                  </a:lnTo>
                  <a:lnTo>
                    <a:pt x="433889" y="24815"/>
                  </a:lnTo>
                  <a:lnTo>
                    <a:pt x="434641" y="24815"/>
                  </a:lnTo>
                  <a:lnTo>
                    <a:pt x="435393" y="24815"/>
                  </a:lnTo>
                  <a:lnTo>
                    <a:pt x="436145" y="24063"/>
                  </a:lnTo>
                  <a:lnTo>
                    <a:pt x="437649" y="23311"/>
                  </a:lnTo>
                  <a:lnTo>
                    <a:pt x="438401" y="21807"/>
                  </a:lnTo>
                  <a:lnTo>
                    <a:pt x="439153" y="21056"/>
                  </a:lnTo>
                  <a:lnTo>
                    <a:pt x="442161" y="15039"/>
                  </a:lnTo>
                  <a:lnTo>
                    <a:pt x="444417" y="10528"/>
                  </a:lnTo>
                  <a:lnTo>
                    <a:pt x="445169" y="9776"/>
                  </a:lnTo>
                  <a:lnTo>
                    <a:pt x="444417" y="8272"/>
                  </a:lnTo>
                  <a:lnTo>
                    <a:pt x="445921" y="4512"/>
                  </a:lnTo>
                  <a:lnTo>
                    <a:pt x="447424" y="3760"/>
                  </a:lnTo>
                  <a:lnTo>
                    <a:pt x="448928" y="3760"/>
                  </a:lnTo>
                  <a:lnTo>
                    <a:pt x="451184" y="3008"/>
                  </a:lnTo>
                  <a:lnTo>
                    <a:pt x="451936" y="2256"/>
                  </a:lnTo>
                  <a:lnTo>
                    <a:pt x="452688" y="1504"/>
                  </a:lnTo>
                  <a:lnTo>
                    <a:pt x="454192" y="0"/>
                  </a:lnTo>
                  <a:close/>
                  <a:moveTo>
                    <a:pt x="115804" y="387266"/>
                  </a:moveTo>
                  <a:lnTo>
                    <a:pt x="118060" y="389523"/>
                  </a:lnTo>
                  <a:lnTo>
                    <a:pt x="118060" y="390275"/>
                  </a:lnTo>
                  <a:lnTo>
                    <a:pt x="115804" y="391026"/>
                  </a:lnTo>
                  <a:lnTo>
                    <a:pt x="115052" y="391779"/>
                  </a:lnTo>
                  <a:lnTo>
                    <a:pt x="114300" y="392530"/>
                  </a:lnTo>
                  <a:lnTo>
                    <a:pt x="113548" y="391779"/>
                  </a:lnTo>
                  <a:lnTo>
                    <a:pt x="112796" y="391026"/>
                  </a:lnTo>
                  <a:lnTo>
                    <a:pt x="112796" y="390275"/>
                  </a:lnTo>
                  <a:lnTo>
                    <a:pt x="112796" y="389523"/>
                  </a:lnTo>
                  <a:lnTo>
                    <a:pt x="111292" y="389523"/>
                  </a:lnTo>
                  <a:lnTo>
                    <a:pt x="110540" y="389523"/>
                  </a:lnTo>
                  <a:lnTo>
                    <a:pt x="109036" y="390275"/>
                  </a:lnTo>
                  <a:lnTo>
                    <a:pt x="109036" y="391026"/>
                  </a:lnTo>
                  <a:lnTo>
                    <a:pt x="106780" y="390275"/>
                  </a:lnTo>
                  <a:lnTo>
                    <a:pt x="105276" y="391026"/>
                  </a:lnTo>
                  <a:lnTo>
                    <a:pt x="103773" y="392530"/>
                  </a:lnTo>
                  <a:lnTo>
                    <a:pt x="102269" y="393283"/>
                  </a:lnTo>
                  <a:lnTo>
                    <a:pt x="95501" y="394786"/>
                  </a:lnTo>
                  <a:lnTo>
                    <a:pt x="93997" y="394786"/>
                  </a:lnTo>
                  <a:lnTo>
                    <a:pt x="91741" y="393283"/>
                  </a:lnTo>
                  <a:lnTo>
                    <a:pt x="90237" y="392530"/>
                  </a:lnTo>
                  <a:lnTo>
                    <a:pt x="88733" y="391779"/>
                  </a:lnTo>
                  <a:lnTo>
                    <a:pt x="86477" y="391026"/>
                  </a:lnTo>
                  <a:lnTo>
                    <a:pt x="84973" y="391779"/>
                  </a:lnTo>
                  <a:lnTo>
                    <a:pt x="83469" y="394034"/>
                  </a:lnTo>
                  <a:lnTo>
                    <a:pt x="82717" y="397042"/>
                  </a:lnTo>
                  <a:lnTo>
                    <a:pt x="81965" y="399298"/>
                  </a:lnTo>
                  <a:lnTo>
                    <a:pt x="81214" y="399298"/>
                  </a:lnTo>
                  <a:lnTo>
                    <a:pt x="81214" y="398546"/>
                  </a:lnTo>
                  <a:lnTo>
                    <a:pt x="80461" y="397794"/>
                  </a:lnTo>
                  <a:lnTo>
                    <a:pt x="79709" y="396290"/>
                  </a:lnTo>
                  <a:lnTo>
                    <a:pt x="78957" y="395538"/>
                  </a:lnTo>
                  <a:lnTo>
                    <a:pt x="78957" y="394034"/>
                  </a:lnTo>
                  <a:lnTo>
                    <a:pt x="79709" y="392530"/>
                  </a:lnTo>
                  <a:lnTo>
                    <a:pt x="76701" y="392530"/>
                  </a:lnTo>
                  <a:lnTo>
                    <a:pt x="75950" y="391779"/>
                  </a:lnTo>
                  <a:lnTo>
                    <a:pt x="75197" y="391026"/>
                  </a:lnTo>
                  <a:lnTo>
                    <a:pt x="75197" y="389523"/>
                  </a:lnTo>
                  <a:lnTo>
                    <a:pt x="75950" y="389523"/>
                  </a:lnTo>
                  <a:lnTo>
                    <a:pt x="81965" y="386515"/>
                  </a:lnTo>
                  <a:lnTo>
                    <a:pt x="85725" y="382003"/>
                  </a:lnTo>
                  <a:lnTo>
                    <a:pt x="87981" y="382755"/>
                  </a:lnTo>
                  <a:lnTo>
                    <a:pt x="89485" y="381251"/>
                  </a:lnTo>
                  <a:lnTo>
                    <a:pt x="93245" y="377491"/>
                  </a:lnTo>
                  <a:lnTo>
                    <a:pt x="93997" y="376739"/>
                  </a:lnTo>
                  <a:lnTo>
                    <a:pt x="93997" y="373731"/>
                  </a:lnTo>
                  <a:lnTo>
                    <a:pt x="95501" y="373731"/>
                  </a:lnTo>
                  <a:lnTo>
                    <a:pt x="95501" y="374483"/>
                  </a:lnTo>
                  <a:lnTo>
                    <a:pt x="96253" y="375235"/>
                  </a:lnTo>
                  <a:lnTo>
                    <a:pt x="97757" y="375235"/>
                  </a:lnTo>
                  <a:lnTo>
                    <a:pt x="99261" y="375987"/>
                  </a:lnTo>
                  <a:lnTo>
                    <a:pt x="100765" y="376739"/>
                  </a:lnTo>
                  <a:lnTo>
                    <a:pt x="102269" y="377491"/>
                  </a:lnTo>
                  <a:lnTo>
                    <a:pt x="102269" y="378243"/>
                  </a:lnTo>
                  <a:lnTo>
                    <a:pt x="101516" y="378995"/>
                  </a:lnTo>
                  <a:lnTo>
                    <a:pt x="100765" y="378995"/>
                  </a:lnTo>
                  <a:lnTo>
                    <a:pt x="100013" y="379747"/>
                  </a:lnTo>
                  <a:lnTo>
                    <a:pt x="99261" y="379747"/>
                  </a:lnTo>
                  <a:lnTo>
                    <a:pt x="102269" y="382003"/>
                  </a:lnTo>
                  <a:lnTo>
                    <a:pt x="104525" y="380499"/>
                  </a:lnTo>
                  <a:lnTo>
                    <a:pt x="106029" y="382003"/>
                  </a:lnTo>
                  <a:lnTo>
                    <a:pt x="107533" y="383507"/>
                  </a:lnTo>
                  <a:lnTo>
                    <a:pt x="109036" y="384259"/>
                  </a:lnTo>
                  <a:lnTo>
                    <a:pt x="110540" y="383507"/>
                  </a:lnTo>
                  <a:lnTo>
                    <a:pt x="111292" y="382755"/>
                  </a:lnTo>
                  <a:lnTo>
                    <a:pt x="111292" y="381251"/>
                  </a:lnTo>
                  <a:lnTo>
                    <a:pt x="112044" y="380499"/>
                  </a:lnTo>
                  <a:lnTo>
                    <a:pt x="113548" y="381251"/>
                  </a:lnTo>
                  <a:lnTo>
                    <a:pt x="113548" y="382755"/>
                  </a:lnTo>
                  <a:lnTo>
                    <a:pt x="112796" y="383507"/>
                  </a:lnTo>
                  <a:lnTo>
                    <a:pt x="112796" y="384259"/>
                  </a:lnTo>
                  <a:lnTo>
                    <a:pt x="114300" y="385763"/>
                  </a:lnTo>
                  <a:lnTo>
                    <a:pt x="115804" y="387266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3" name="Forma Livre: Forma 232">
              <a:extLst>
                <a:ext uri="{FF2B5EF4-FFF2-40B4-BE49-F238E27FC236}">
                  <a16:creationId xmlns:a16="http://schemas.microsoft.com/office/drawing/2014/main" id="{351F9645-8415-8AA9-D909-45A75646A0D4}"/>
                </a:ext>
              </a:extLst>
            </p:cNvPr>
            <p:cNvSpPr/>
            <p:nvPr/>
          </p:nvSpPr>
          <p:spPr>
            <a:xfrm>
              <a:off x="7013708" y="5267576"/>
              <a:ext cx="1363328" cy="906880"/>
            </a:xfrm>
            <a:custGeom>
              <a:avLst/>
              <a:gdLst>
                <a:gd name="csX0" fmla="*/ 0 w 1363328"/>
                <a:gd name="csY0" fmla="*/ 474495 h 906880"/>
                <a:gd name="csX1" fmla="*/ 4512 w 1363328"/>
                <a:gd name="csY1" fmla="*/ 469984 h 906880"/>
                <a:gd name="csX2" fmla="*/ 8272 w 1363328"/>
                <a:gd name="csY2" fmla="*/ 465471 h 906880"/>
                <a:gd name="csX3" fmla="*/ 17296 w 1363328"/>
                <a:gd name="csY3" fmla="*/ 448928 h 906880"/>
                <a:gd name="csX4" fmla="*/ 18047 w 1363328"/>
                <a:gd name="csY4" fmla="*/ 448176 h 906880"/>
                <a:gd name="csX5" fmla="*/ 19551 w 1363328"/>
                <a:gd name="csY5" fmla="*/ 447424 h 906880"/>
                <a:gd name="csX6" fmla="*/ 21807 w 1363328"/>
                <a:gd name="csY6" fmla="*/ 446672 h 906880"/>
                <a:gd name="csX7" fmla="*/ 23311 w 1363328"/>
                <a:gd name="csY7" fmla="*/ 445920 h 906880"/>
                <a:gd name="csX8" fmla="*/ 24815 w 1363328"/>
                <a:gd name="csY8" fmla="*/ 444416 h 906880"/>
                <a:gd name="csX9" fmla="*/ 27071 w 1363328"/>
                <a:gd name="csY9" fmla="*/ 439152 h 906880"/>
                <a:gd name="csX10" fmla="*/ 30079 w 1363328"/>
                <a:gd name="csY10" fmla="*/ 434641 h 906880"/>
                <a:gd name="csX11" fmla="*/ 30831 w 1363328"/>
                <a:gd name="csY11" fmla="*/ 433889 h 906880"/>
                <a:gd name="csX12" fmla="*/ 32335 w 1363328"/>
                <a:gd name="csY12" fmla="*/ 435393 h 906880"/>
                <a:gd name="csX13" fmla="*/ 34591 w 1363328"/>
                <a:gd name="csY13" fmla="*/ 435393 h 906880"/>
                <a:gd name="csX14" fmla="*/ 37599 w 1363328"/>
                <a:gd name="csY14" fmla="*/ 433889 h 906880"/>
                <a:gd name="csX15" fmla="*/ 48878 w 1363328"/>
                <a:gd name="csY15" fmla="*/ 428625 h 906880"/>
                <a:gd name="csX16" fmla="*/ 49630 w 1363328"/>
                <a:gd name="csY16" fmla="*/ 427873 h 906880"/>
                <a:gd name="csX17" fmla="*/ 51134 w 1363328"/>
                <a:gd name="csY17" fmla="*/ 423361 h 906880"/>
                <a:gd name="csX18" fmla="*/ 51886 w 1363328"/>
                <a:gd name="csY18" fmla="*/ 422609 h 906880"/>
                <a:gd name="csX19" fmla="*/ 52638 w 1363328"/>
                <a:gd name="csY19" fmla="*/ 421857 h 906880"/>
                <a:gd name="csX20" fmla="*/ 66926 w 1363328"/>
                <a:gd name="csY20" fmla="*/ 413586 h 906880"/>
                <a:gd name="csX21" fmla="*/ 71438 w 1363328"/>
                <a:gd name="csY21" fmla="*/ 409073 h 906880"/>
                <a:gd name="csX22" fmla="*/ 74445 w 1363328"/>
                <a:gd name="csY22" fmla="*/ 407570 h 906880"/>
                <a:gd name="csX23" fmla="*/ 82717 w 1363328"/>
                <a:gd name="csY23" fmla="*/ 404562 h 906880"/>
                <a:gd name="csX24" fmla="*/ 87229 w 1363328"/>
                <a:gd name="csY24" fmla="*/ 400050 h 906880"/>
                <a:gd name="csX25" fmla="*/ 90237 w 1363328"/>
                <a:gd name="csY25" fmla="*/ 398546 h 906880"/>
                <a:gd name="csX26" fmla="*/ 91741 w 1363328"/>
                <a:gd name="csY26" fmla="*/ 397794 h 906880"/>
                <a:gd name="csX27" fmla="*/ 94749 w 1363328"/>
                <a:gd name="csY27" fmla="*/ 397794 h 906880"/>
                <a:gd name="csX28" fmla="*/ 96253 w 1363328"/>
                <a:gd name="csY28" fmla="*/ 397042 h 906880"/>
                <a:gd name="csX29" fmla="*/ 97757 w 1363328"/>
                <a:gd name="csY29" fmla="*/ 396290 h 906880"/>
                <a:gd name="csX30" fmla="*/ 101516 w 1363328"/>
                <a:gd name="csY30" fmla="*/ 392530 h 906880"/>
                <a:gd name="csX31" fmla="*/ 103020 w 1363328"/>
                <a:gd name="csY31" fmla="*/ 391778 h 906880"/>
                <a:gd name="csX32" fmla="*/ 106780 w 1363328"/>
                <a:gd name="csY32" fmla="*/ 389522 h 906880"/>
                <a:gd name="csX33" fmla="*/ 107532 w 1363328"/>
                <a:gd name="csY33" fmla="*/ 388771 h 906880"/>
                <a:gd name="csX34" fmla="*/ 110540 w 1363328"/>
                <a:gd name="csY34" fmla="*/ 385011 h 906880"/>
                <a:gd name="csX35" fmla="*/ 120316 w 1363328"/>
                <a:gd name="csY35" fmla="*/ 375987 h 906880"/>
                <a:gd name="csX36" fmla="*/ 121068 w 1363328"/>
                <a:gd name="csY36" fmla="*/ 374483 h 906880"/>
                <a:gd name="csX37" fmla="*/ 122572 w 1363328"/>
                <a:gd name="csY37" fmla="*/ 369971 h 906880"/>
                <a:gd name="csX38" fmla="*/ 122572 w 1363328"/>
                <a:gd name="csY38" fmla="*/ 369219 h 906880"/>
                <a:gd name="csX39" fmla="*/ 127084 w 1363328"/>
                <a:gd name="csY39" fmla="*/ 359443 h 906880"/>
                <a:gd name="csX40" fmla="*/ 127836 w 1363328"/>
                <a:gd name="csY40" fmla="*/ 357188 h 906880"/>
                <a:gd name="csX41" fmla="*/ 128588 w 1363328"/>
                <a:gd name="csY41" fmla="*/ 351924 h 906880"/>
                <a:gd name="csX42" fmla="*/ 129340 w 1363328"/>
                <a:gd name="csY42" fmla="*/ 349668 h 906880"/>
                <a:gd name="csX43" fmla="*/ 130843 w 1363328"/>
                <a:gd name="csY43" fmla="*/ 347412 h 906880"/>
                <a:gd name="csX44" fmla="*/ 138363 w 1363328"/>
                <a:gd name="csY44" fmla="*/ 339892 h 906880"/>
                <a:gd name="csX45" fmla="*/ 139115 w 1363328"/>
                <a:gd name="csY45" fmla="*/ 339140 h 906880"/>
                <a:gd name="csX46" fmla="*/ 142123 w 1363328"/>
                <a:gd name="csY46" fmla="*/ 338388 h 906880"/>
                <a:gd name="csX47" fmla="*/ 143627 w 1363328"/>
                <a:gd name="csY47" fmla="*/ 336884 h 906880"/>
                <a:gd name="csX48" fmla="*/ 145131 w 1363328"/>
                <a:gd name="csY48" fmla="*/ 335380 h 906880"/>
                <a:gd name="csX49" fmla="*/ 145883 w 1363328"/>
                <a:gd name="csY49" fmla="*/ 333876 h 906880"/>
                <a:gd name="csX50" fmla="*/ 147387 w 1363328"/>
                <a:gd name="csY50" fmla="*/ 332372 h 906880"/>
                <a:gd name="csX51" fmla="*/ 148139 w 1363328"/>
                <a:gd name="csY51" fmla="*/ 330116 h 906880"/>
                <a:gd name="csX52" fmla="*/ 148139 w 1363328"/>
                <a:gd name="csY52" fmla="*/ 327109 h 906880"/>
                <a:gd name="csX53" fmla="*/ 148891 w 1363328"/>
                <a:gd name="csY53" fmla="*/ 324853 h 906880"/>
                <a:gd name="csX54" fmla="*/ 153403 w 1363328"/>
                <a:gd name="csY54" fmla="*/ 317333 h 906880"/>
                <a:gd name="csX55" fmla="*/ 155659 w 1363328"/>
                <a:gd name="csY55" fmla="*/ 315829 h 906880"/>
                <a:gd name="csX56" fmla="*/ 160922 w 1363328"/>
                <a:gd name="csY56" fmla="*/ 313573 h 906880"/>
                <a:gd name="csX57" fmla="*/ 164682 w 1363328"/>
                <a:gd name="csY57" fmla="*/ 310565 h 906880"/>
                <a:gd name="csX58" fmla="*/ 167690 w 1363328"/>
                <a:gd name="csY58" fmla="*/ 308309 h 906880"/>
                <a:gd name="csX59" fmla="*/ 169946 w 1363328"/>
                <a:gd name="csY59" fmla="*/ 305301 h 906880"/>
                <a:gd name="csX60" fmla="*/ 170698 w 1363328"/>
                <a:gd name="csY60" fmla="*/ 301541 h 906880"/>
                <a:gd name="csX61" fmla="*/ 169946 w 1363328"/>
                <a:gd name="csY61" fmla="*/ 300037 h 906880"/>
                <a:gd name="csX62" fmla="*/ 169194 w 1363328"/>
                <a:gd name="csY62" fmla="*/ 298534 h 906880"/>
                <a:gd name="csX63" fmla="*/ 166938 w 1363328"/>
                <a:gd name="csY63" fmla="*/ 297781 h 906880"/>
                <a:gd name="csX64" fmla="*/ 160171 w 1363328"/>
                <a:gd name="csY64" fmla="*/ 286502 h 906880"/>
                <a:gd name="csX65" fmla="*/ 160922 w 1363328"/>
                <a:gd name="csY65" fmla="*/ 281990 h 906880"/>
                <a:gd name="csX66" fmla="*/ 161674 w 1363328"/>
                <a:gd name="csY66" fmla="*/ 281238 h 906880"/>
                <a:gd name="csX67" fmla="*/ 162426 w 1363328"/>
                <a:gd name="csY67" fmla="*/ 281238 h 906880"/>
                <a:gd name="csX68" fmla="*/ 163178 w 1363328"/>
                <a:gd name="csY68" fmla="*/ 280486 h 906880"/>
                <a:gd name="csX69" fmla="*/ 163930 w 1363328"/>
                <a:gd name="csY69" fmla="*/ 279734 h 906880"/>
                <a:gd name="csX70" fmla="*/ 163930 w 1363328"/>
                <a:gd name="csY70" fmla="*/ 278982 h 906880"/>
                <a:gd name="csX71" fmla="*/ 163930 w 1363328"/>
                <a:gd name="csY71" fmla="*/ 278230 h 906880"/>
                <a:gd name="csX72" fmla="*/ 163930 w 1363328"/>
                <a:gd name="csY72" fmla="*/ 277478 h 906880"/>
                <a:gd name="csX73" fmla="*/ 164682 w 1363328"/>
                <a:gd name="csY73" fmla="*/ 275974 h 906880"/>
                <a:gd name="csX74" fmla="*/ 166186 w 1363328"/>
                <a:gd name="csY74" fmla="*/ 275222 h 906880"/>
                <a:gd name="csX75" fmla="*/ 166938 w 1363328"/>
                <a:gd name="csY75" fmla="*/ 274470 h 906880"/>
                <a:gd name="csX76" fmla="*/ 169194 w 1363328"/>
                <a:gd name="csY76" fmla="*/ 274470 h 906880"/>
                <a:gd name="csX77" fmla="*/ 172202 w 1363328"/>
                <a:gd name="csY77" fmla="*/ 274470 h 906880"/>
                <a:gd name="csX78" fmla="*/ 174458 w 1363328"/>
                <a:gd name="csY78" fmla="*/ 275222 h 906880"/>
                <a:gd name="csX79" fmla="*/ 176714 w 1363328"/>
                <a:gd name="csY79" fmla="*/ 275974 h 906880"/>
                <a:gd name="csX80" fmla="*/ 179722 w 1363328"/>
                <a:gd name="csY80" fmla="*/ 274470 h 906880"/>
                <a:gd name="csX81" fmla="*/ 181978 w 1363328"/>
                <a:gd name="csY81" fmla="*/ 272966 h 906880"/>
                <a:gd name="csX82" fmla="*/ 186490 w 1363328"/>
                <a:gd name="csY82" fmla="*/ 265447 h 906880"/>
                <a:gd name="csX83" fmla="*/ 187241 w 1363328"/>
                <a:gd name="csY83" fmla="*/ 262439 h 906880"/>
                <a:gd name="csX84" fmla="*/ 196265 w 1363328"/>
                <a:gd name="csY84" fmla="*/ 252663 h 906880"/>
                <a:gd name="csX85" fmla="*/ 199273 w 1363328"/>
                <a:gd name="csY85" fmla="*/ 245143 h 906880"/>
                <a:gd name="csX86" fmla="*/ 198521 w 1363328"/>
                <a:gd name="csY86" fmla="*/ 238376 h 906880"/>
                <a:gd name="csX87" fmla="*/ 195513 w 1363328"/>
                <a:gd name="csY87" fmla="*/ 224840 h 906880"/>
                <a:gd name="csX88" fmla="*/ 196265 w 1363328"/>
                <a:gd name="csY88" fmla="*/ 220328 h 906880"/>
                <a:gd name="csX89" fmla="*/ 197769 w 1363328"/>
                <a:gd name="csY89" fmla="*/ 218072 h 906880"/>
                <a:gd name="csX90" fmla="*/ 200777 w 1363328"/>
                <a:gd name="csY90" fmla="*/ 216568 h 906880"/>
                <a:gd name="csX91" fmla="*/ 204537 w 1363328"/>
                <a:gd name="csY91" fmla="*/ 213560 h 906880"/>
                <a:gd name="csX92" fmla="*/ 206793 w 1363328"/>
                <a:gd name="csY92" fmla="*/ 212057 h 906880"/>
                <a:gd name="csX93" fmla="*/ 207545 w 1363328"/>
                <a:gd name="csY93" fmla="*/ 211304 h 906880"/>
                <a:gd name="csX94" fmla="*/ 208297 w 1363328"/>
                <a:gd name="csY94" fmla="*/ 210553 h 906880"/>
                <a:gd name="csX95" fmla="*/ 211305 w 1363328"/>
                <a:gd name="csY95" fmla="*/ 206041 h 906880"/>
                <a:gd name="csX96" fmla="*/ 215065 w 1363328"/>
                <a:gd name="csY96" fmla="*/ 196265 h 906880"/>
                <a:gd name="csX97" fmla="*/ 216569 w 1363328"/>
                <a:gd name="csY97" fmla="*/ 194761 h 906880"/>
                <a:gd name="csX98" fmla="*/ 217320 w 1363328"/>
                <a:gd name="csY98" fmla="*/ 194009 h 906880"/>
                <a:gd name="csX99" fmla="*/ 220328 w 1363328"/>
                <a:gd name="csY99" fmla="*/ 191753 h 906880"/>
                <a:gd name="csX100" fmla="*/ 230856 w 1363328"/>
                <a:gd name="csY100" fmla="*/ 179721 h 906880"/>
                <a:gd name="csX101" fmla="*/ 232360 w 1363328"/>
                <a:gd name="csY101" fmla="*/ 176714 h 906880"/>
                <a:gd name="csX102" fmla="*/ 233864 w 1363328"/>
                <a:gd name="csY102" fmla="*/ 159419 h 906880"/>
                <a:gd name="csX103" fmla="*/ 233864 w 1363328"/>
                <a:gd name="csY103" fmla="*/ 151899 h 906880"/>
                <a:gd name="csX104" fmla="*/ 233864 w 1363328"/>
                <a:gd name="csY104" fmla="*/ 148139 h 906880"/>
                <a:gd name="csX105" fmla="*/ 237624 w 1363328"/>
                <a:gd name="csY105" fmla="*/ 142123 h 906880"/>
                <a:gd name="csX106" fmla="*/ 239128 w 1363328"/>
                <a:gd name="csY106" fmla="*/ 134603 h 906880"/>
                <a:gd name="csX107" fmla="*/ 239880 w 1363328"/>
                <a:gd name="csY107" fmla="*/ 131595 h 906880"/>
                <a:gd name="csX108" fmla="*/ 242888 w 1363328"/>
                <a:gd name="csY108" fmla="*/ 129340 h 906880"/>
                <a:gd name="csX109" fmla="*/ 250407 w 1363328"/>
                <a:gd name="csY109" fmla="*/ 127836 h 906880"/>
                <a:gd name="csX110" fmla="*/ 257927 w 1363328"/>
                <a:gd name="csY110" fmla="*/ 119564 h 906880"/>
                <a:gd name="csX111" fmla="*/ 261687 w 1363328"/>
                <a:gd name="csY111" fmla="*/ 114300 h 906880"/>
                <a:gd name="csX112" fmla="*/ 267703 w 1363328"/>
                <a:gd name="csY112" fmla="*/ 106780 h 906880"/>
                <a:gd name="csX113" fmla="*/ 269959 w 1363328"/>
                <a:gd name="csY113" fmla="*/ 102268 h 906880"/>
                <a:gd name="csX114" fmla="*/ 275974 w 1363328"/>
                <a:gd name="csY114" fmla="*/ 96253 h 906880"/>
                <a:gd name="csX115" fmla="*/ 278230 w 1363328"/>
                <a:gd name="csY115" fmla="*/ 93997 h 906880"/>
                <a:gd name="csX116" fmla="*/ 287254 w 1363328"/>
                <a:gd name="csY116" fmla="*/ 89485 h 906880"/>
                <a:gd name="csX117" fmla="*/ 307557 w 1363328"/>
                <a:gd name="csY117" fmla="*/ 83469 h 906880"/>
                <a:gd name="csX118" fmla="*/ 310565 w 1363328"/>
                <a:gd name="csY118" fmla="*/ 81213 h 906880"/>
                <a:gd name="csX119" fmla="*/ 315077 w 1363328"/>
                <a:gd name="csY119" fmla="*/ 77453 h 906880"/>
                <a:gd name="csX120" fmla="*/ 319589 w 1363328"/>
                <a:gd name="csY120" fmla="*/ 72189 h 906880"/>
                <a:gd name="csX121" fmla="*/ 323349 w 1363328"/>
                <a:gd name="csY121" fmla="*/ 65422 h 906880"/>
                <a:gd name="csX122" fmla="*/ 328613 w 1363328"/>
                <a:gd name="csY122" fmla="*/ 51886 h 906880"/>
                <a:gd name="csX123" fmla="*/ 335380 w 1363328"/>
                <a:gd name="csY123" fmla="*/ 43614 h 906880"/>
                <a:gd name="csX124" fmla="*/ 344404 w 1363328"/>
                <a:gd name="csY124" fmla="*/ 36095 h 906880"/>
                <a:gd name="csX125" fmla="*/ 347412 w 1363328"/>
                <a:gd name="csY125" fmla="*/ 34591 h 906880"/>
                <a:gd name="csX126" fmla="*/ 373731 w 1363328"/>
                <a:gd name="csY126" fmla="*/ 24815 h 906880"/>
                <a:gd name="csX127" fmla="*/ 377491 w 1363328"/>
                <a:gd name="csY127" fmla="*/ 23311 h 906880"/>
                <a:gd name="csX128" fmla="*/ 380499 w 1363328"/>
                <a:gd name="csY128" fmla="*/ 21807 h 906880"/>
                <a:gd name="csX129" fmla="*/ 391778 w 1363328"/>
                <a:gd name="csY129" fmla="*/ 10527 h 906880"/>
                <a:gd name="csX130" fmla="*/ 394786 w 1363328"/>
                <a:gd name="csY130" fmla="*/ 4512 h 906880"/>
                <a:gd name="csX131" fmla="*/ 400050 w 1363328"/>
                <a:gd name="csY131" fmla="*/ 1504 h 906880"/>
                <a:gd name="csX132" fmla="*/ 405314 w 1363328"/>
                <a:gd name="csY132" fmla="*/ 0 h 906880"/>
                <a:gd name="csX133" fmla="*/ 410578 w 1363328"/>
                <a:gd name="csY133" fmla="*/ 0 h 906880"/>
                <a:gd name="csX134" fmla="*/ 415089 w 1363328"/>
                <a:gd name="csY134" fmla="*/ 1504 h 906880"/>
                <a:gd name="csX135" fmla="*/ 418849 w 1363328"/>
                <a:gd name="csY135" fmla="*/ 5264 h 906880"/>
                <a:gd name="csX136" fmla="*/ 424113 w 1363328"/>
                <a:gd name="csY136" fmla="*/ 12031 h 906880"/>
                <a:gd name="csX137" fmla="*/ 427873 w 1363328"/>
                <a:gd name="csY137" fmla="*/ 14287 h 906880"/>
                <a:gd name="csX138" fmla="*/ 476751 w 1363328"/>
                <a:gd name="csY138" fmla="*/ 21055 h 906880"/>
                <a:gd name="csX139" fmla="*/ 497055 w 1363328"/>
                <a:gd name="csY139" fmla="*/ 24063 h 906880"/>
                <a:gd name="csX140" fmla="*/ 548189 w 1363328"/>
                <a:gd name="csY140" fmla="*/ 24063 h 906880"/>
                <a:gd name="csX141" fmla="*/ 555709 w 1363328"/>
                <a:gd name="csY141" fmla="*/ 25567 h 906880"/>
                <a:gd name="csX142" fmla="*/ 569244 w 1363328"/>
                <a:gd name="csY142" fmla="*/ 30079 h 906880"/>
                <a:gd name="csX143" fmla="*/ 572252 w 1363328"/>
                <a:gd name="csY143" fmla="*/ 32335 h 906880"/>
                <a:gd name="csX144" fmla="*/ 582780 w 1363328"/>
                <a:gd name="csY144" fmla="*/ 30079 h 906880"/>
                <a:gd name="csX145" fmla="*/ 586540 w 1363328"/>
                <a:gd name="csY145" fmla="*/ 29327 h 906880"/>
                <a:gd name="csX146" fmla="*/ 589547 w 1363328"/>
                <a:gd name="csY146" fmla="*/ 30079 h 906880"/>
                <a:gd name="csX147" fmla="*/ 592555 w 1363328"/>
                <a:gd name="csY147" fmla="*/ 31583 h 906880"/>
                <a:gd name="csX148" fmla="*/ 594059 w 1363328"/>
                <a:gd name="csY148" fmla="*/ 33087 h 906880"/>
                <a:gd name="csX149" fmla="*/ 593307 w 1363328"/>
                <a:gd name="csY149" fmla="*/ 36095 h 906880"/>
                <a:gd name="csX150" fmla="*/ 588043 w 1363328"/>
                <a:gd name="csY150" fmla="*/ 38350 h 906880"/>
                <a:gd name="csX151" fmla="*/ 587292 w 1363328"/>
                <a:gd name="csY151" fmla="*/ 38350 h 906880"/>
                <a:gd name="csX152" fmla="*/ 586540 w 1363328"/>
                <a:gd name="csY152" fmla="*/ 39103 h 906880"/>
                <a:gd name="csX153" fmla="*/ 585787 w 1363328"/>
                <a:gd name="csY153" fmla="*/ 41359 h 906880"/>
                <a:gd name="csX154" fmla="*/ 585787 w 1363328"/>
                <a:gd name="csY154" fmla="*/ 42863 h 906880"/>
                <a:gd name="csX155" fmla="*/ 584283 w 1363328"/>
                <a:gd name="csY155" fmla="*/ 47374 h 906880"/>
                <a:gd name="csX156" fmla="*/ 584283 w 1363328"/>
                <a:gd name="csY156" fmla="*/ 51134 h 906880"/>
                <a:gd name="csX157" fmla="*/ 585787 w 1363328"/>
                <a:gd name="csY157" fmla="*/ 58654 h 906880"/>
                <a:gd name="csX158" fmla="*/ 586540 w 1363328"/>
                <a:gd name="csY158" fmla="*/ 61662 h 906880"/>
                <a:gd name="csX159" fmla="*/ 590300 w 1363328"/>
                <a:gd name="csY159" fmla="*/ 69182 h 906880"/>
                <a:gd name="csX160" fmla="*/ 594059 w 1363328"/>
                <a:gd name="csY160" fmla="*/ 74445 h 906880"/>
                <a:gd name="csX161" fmla="*/ 596315 w 1363328"/>
                <a:gd name="csY161" fmla="*/ 80461 h 906880"/>
                <a:gd name="csX162" fmla="*/ 597819 w 1363328"/>
                <a:gd name="csY162" fmla="*/ 82717 h 906880"/>
                <a:gd name="csX163" fmla="*/ 603083 w 1363328"/>
                <a:gd name="csY163" fmla="*/ 84973 h 906880"/>
                <a:gd name="csX164" fmla="*/ 608347 w 1363328"/>
                <a:gd name="csY164" fmla="*/ 82717 h 906880"/>
                <a:gd name="csX165" fmla="*/ 612859 w 1363328"/>
                <a:gd name="csY165" fmla="*/ 78205 h 906880"/>
                <a:gd name="csX166" fmla="*/ 615866 w 1363328"/>
                <a:gd name="csY166" fmla="*/ 73693 h 906880"/>
                <a:gd name="csX167" fmla="*/ 620379 w 1363328"/>
                <a:gd name="csY167" fmla="*/ 62414 h 906880"/>
                <a:gd name="csX168" fmla="*/ 624890 w 1363328"/>
                <a:gd name="csY168" fmla="*/ 58654 h 906880"/>
                <a:gd name="csX169" fmla="*/ 630154 w 1363328"/>
                <a:gd name="csY169" fmla="*/ 59406 h 906880"/>
                <a:gd name="csX170" fmla="*/ 633914 w 1363328"/>
                <a:gd name="csY170" fmla="*/ 64670 h 906880"/>
                <a:gd name="csX171" fmla="*/ 635418 w 1363328"/>
                <a:gd name="csY171" fmla="*/ 72189 h 906880"/>
                <a:gd name="csX172" fmla="*/ 634666 w 1363328"/>
                <a:gd name="csY172" fmla="*/ 87229 h 906880"/>
                <a:gd name="csX173" fmla="*/ 635418 w 1363328"/>
                <a:gd name="csY173" fmla="*/ 100012 h 906880"/>
                <a:gd name="csX174" fmla="*/ 636922 w 1363328"/>
                <a:gd name="csY174" fmla="*/ 101516 h 906880"/>
                <a:gd name="csX175" fmla="*/ 643690 w 1363328"/>
                <a:gd name="csY175" fmla="*/ 104524 h 906880"/>
                <a:gd name="csX176" fmla="*/ 645945 w 1363328"/>
                <a:gd name="csY176" fmla="*/ 106028 h 906880"/>
                <a:gd name="csX177" fmla="*/ 650458 w 1363328"/>
                <a:gd name="csY177" fmla="*/ 102268 h 906880"/>
                <a:gd name="csX178" fmla="*/ 651209 w 1363328"/>
                <a:gd name="csY178" fmla="*/ 100764 h 906880"/>
                <a:gd name="csX179" fmla="*/ 650458 w 1363328"/>
                <a:gd name="csY179" fmla="*/ 98508 h 906880"/>
                <a:gd name="csX180" fmla="*/ 649705 w 1363328"/>
                <a:gd name="csY180" fmla="*/ 93997 h 906880"/>
                <a:gd name="csX181" fmla="*/ 648953 w 1363328"/>
                <a:gd name="csY181" fmla="*/ 91741 h 906880"/>
                <a:gd name="csX182" fmla="*/ 648953 w 1363328"/>
                <a:gd name="csY182" fmla="*/ 83469 h 906880"/>
                <a:gd name="csX183" fmla="*/ 648201 w 1363328"/>
                <a:gd name="csY183" fmla="*/ 80461 h 906880"/>
                <a:gd name="csX184" fmla="*/ 647449 w 1363328"/>
                <a:gd name="csY184" fmla="*/ 78957 h 906880"/>
                <a:gd name="csX185" fmla="*/ 647449 w 1363328"/>
                <a:gd name="csY185" fmla="*/ 77453 h 906880"/>
                <a:gd name="csX186" fmla="*/ 649705 w 1363328"/>
                <a:gd name="csY186" fmla="*/ 74445 h 906880"/>
                <a:gd name="csX187" fmla="*/ 651209 w 1363328"/>
                <a:gd name="csY187" fmla="*/ 69933 h 906880"/>
                <a:gd name="csX188" fmla="*/ 652713 w 1363328"/>
                <a:gd name="csY188" fmla="*/ 65422 h 906880"/>
                <a:gd name="csX189" fmla="*/ 654217 w 1363328"/>
                <a:gd name="csY189" fmla="*/ 61662 h 906880"/>
                <a:gd name="csX190" fmla="*/ 657977 w 1363328"/>
                <a:gd name="csY190" fmla="*/ 59406 h 906880"/>
                <a:gd name="csX191" fmla="*/ 665497 w 1363328"/>
                <a:gd name="csY191" fmla="*/ 59406 h 906880"/>
                <a:gd name="csX192" fmla="*/ 671513 w 1363328"/>
                <a:gd name="csY192" fmla="*/ 58654 h 906880"/>
                <a:gd name="csX193" fmla="*/ 673769 w 1363328"/>
                <a:gd name="csY193" fmla="*/ 58654 h 906880"/>
                <a:gd name="csX194" fmla="*/ 682792 w 1363328"/>
                <a:gd name="csY194" fmla="*/ 60158 h 906880"/>
                <a:gd name="csX195" fmla="*/ 685800 w 1363328"/>
                <a:gd name="csY195" fmla="*/ 60910 h 906880"/>
                <a:gd name="csX196" fmla="*/ 688056 w 1363328"/>
                <a:gd name="csY196" fmla="*/ 60158 h 906880"/>
                <a:gd name="csX197" fmla="*/ 693320 w 1363328"/>
                <a:gd name="csY197" fmla="*/ 56398 h 906880"/>
                <a:gd name="csX198" fmla="*/ 696328 w 1363328"/>
                <a:gd name="csY198" fmla="*/ 54894 h 906880"/>
                <a:gd name="csX199" fmla="*/ 708359 w 1363328"/>
                <a:gd name="csY199" fmla="*/ 56398 h 906880"/>
                <a:gd name="csX200" fmla="*/ 709863 w 1363328"/>
                <a:gd name="csY200" fmla="*/ 55646 h 906880"/>
                <a:gd name="csX201" fmla="*/ 711367 w 1363328"/>
                <a:gd name="csY201" fmla="*/ 54894 h 906880"/>
                <a:gd name="csX202" fmla="*/ 715127 w 1363328"/>
                <a:gd name="csY202" fmla="*/ 54142 h 906880"/>
                <a:gd name="csX203" fmla="*/ 721895 w 1363328"/>
                <a:gd name="csY203" fmla="*/ 52638 h 906880"/>
                <a:gd name="csX204" fmla="*/ 734678 w 1363328"/>
                <a:gd name="csY204" fmla="*/ 52638 h 906880"/>
                <a:gd name="csX205" fmla="*/ 737686 w 1363328"/>
                <a:gd name="csY205" fmla="*/ 54142 h 906880"/>
                <a:gd name="csX206" fmla="*/ 742950 w 1363328"/>
                <a:gd name="csY206" fmla="*/ 57150 h 906880"/>
                <a:gd name="csX207" fmla="*/ 745206 w 1363328"/>
                <a:gd name="csY207" fmla="*/ 57150 h 906880"/>
                <a:gd name="csX208" fmla="*/ 748966 w 1363328"/>
                <a:gd name="csY208" fmla="*/ 53390 h 906880"/>
                <a:gd name="csX209" fmla="*/ 745206 w 1363328"/>
                <a:gd name="csY209" fmla="*/ 42110 h 906880"/>
                <a:gd name="csX210" fmla="*/ 748214 w 1363328"/>
                <a:gd name="csY210" fmla="*/ 37599 h 906880"/>
                <a:gd name="csX211" fmla="*/ 751974 w 1363328"/>
                <a:gd name="csY211" fmla="*/ 40606 h 906880"/>
                <a:gd name="csX212" fmla="*/ 753478 w 1363328"/>
                <a:gd name="csY212" fmla="*/ 43614 h 906880"/>
                <a:gd name="csX213" fmla="*/ 754982 w 1363328"/>
                <a:gd name="csY213" fmla="*/ 48126 h 906880"/>
                <a:gd name="csX214" fmla="*/ 756486 w 1363328"/>
                <a:gd name="csY214" fmla="*/ 51886 h 906880"/>
                <a:gd name="csX215" fmla="*/ 759494 w 1363328"/>
                <a:gd name="csY215" fmla="*/ 54142 h 906880"/>
                <a:gd name="csX216" fmla="*/ 765509 w 1363328"/>
                <a:gd name="csY216" fmla="*/ 56398 h 906880"/>
                <a:gd name="csX217" fmla="*/ 770021 w 1363328"/>
                <a:gd name="csY217" fmla="*/ 59406 h 906880"/>
                <a:gd name="csX218" fmla="*/ 771525 w 1363328"/>
                <a:gd name="csY218" fmla="*/ 59406 h 906880"/>
                <a:gd name="csX219" fmla="*/ 773029 w 1363328"/>
                <a:gd name="csY219" fmla="*/ 59406 h 906880"/>
                <a:gd name="csX220" fmla="*/ 775285 w 1363328"/>
                <a:gd name="csY220" fmla="*/ 57902 h 906880"/>
                <a:gd name="csX221" fmla="*/ 776037 w 1363328"/>
                <a:gd name="csY221" fmla="*/ 57150 h 906880"/>
                <a:gd name="csX222" fmla="*/ 776789 w 1363328"/>
                <a:gd name="csY222" fmla="*/ 55646 h 906880"/>
                <a:gd name="csX223" fmla="*/ 777541 w 1363328"/>
                <a:gd name="csY223" fmla="*/ 54894 h 906880"/>
                <a:gd name="csX224" fmla="*/ 778293 w 1363328"/>
                <a:gd name="csY224" fmla="*/ 54894 h 906880"/>
                <a:gd name="csX225" fmla="*/ 780549 w 1363328"/>
                <a:gd name="csY225" fmla="*/ 54142 h 906880"/>
                <a:gd name="csX226" fmla="*/ 781301 w 1363328"/>
                <a:gd name="csY226" fmla="*/ 53390 h 906880"/>
                <a:gd name="csX227" fmla="*/ 782805 w 1363328"/>
                <a:gd name="csY227" fmla="*/ 50382 h 906880"/>
                <a:gd name="csX228" fmla="*/ 783556 w 1363328"/>
                <a:gd name="csY228" fmla="*/ 47374 h 906880"/>
                <a:gd name="csX229" fmla="*/ 783556 w 1363328"/>
                <a:gd name="csY229" fmla="*/ 39855 h 906880"/>
                <a:gd name="csX230" fmla="*/ 785813 w 1363328"/>
                <a:gd name="csY230" fmla="*/ 40606 h 906880"/>
                <a:gd name="csX231" fmla="*/ 787316 w 1363328"/>
                <a:gd name="csY231" fmla="*/ 41359 h 906880"/>
                <a:gd name="csX232" fmla="*/ 788820 w 1363328"/>
                <a:gd name="csY232" fmla="*/ 42863 h 906880"/>
                <a:gd name="csX233" fmla="*/ 790324 w 1363328"/>
                <a:gd name="csY233" fmla="*/ 45118 h 906880"/>
                <a:gd name="csX234" fmla="*/ 790324 w 1363328"/>
                <a:gd name="csY234" fmla="*/ 46622 h 906880"/>
                <a:gd name="csX235" fmla="*/ 790324 w 1363328"/>
                <a:gd name="csY235" fmla="*/ 48878 h 906880"/>
                <a:gd name="csX236" fmla="*/ 791076 w 1363328"/>
                <a:gd name="csY236" fmla="*/ 50382 h 906880"/>
                <a:gd name="csX237" fmla="*/ 791828 w 1363328"/>
                <a:gd name="csY237" fmla="*/ 52638 h 906880"/>
                <a:gd name="csX238" fmla="*/ 793333 w 1363328"/>
                <a:gd name="csY238" fmla="*/ 53390 h 906880"/>
                <a:gd name="csX239" fmla="*/ 794836 w 1363328"/>
                <a:gd name="csY239" fmla="*/ 53390 h 906880"/>
                <a:gd name="csX240" fmla="*/ 796340 w 1363328"/>
                <a:gd name="csY240" fmla="*/ 53390 h 906880"/>
                <a:gd name="csX241" fmla="*/ 797844 w 1363328"/>
                <a:gd name="csY241" fmla="*/ 52638 h 906880"/>
                <a:gd name="csX242" fmla="*/ 800100 w 1363328"/>
                <a:gd name="csY242" fmla="*/ 51134 h 906880"/>
                <a:gd name="csX243" fmla="*/ 801604 w 1363328"/>
                <a:gd name="csY243" fmla="*/ 47374 h 906880"/>
                <a:gd name="csX244" fmla="*/ 802356 w 1363328"/>
                <a:gd name="csY244" fmla="*/ 43614 h 906880"/>
                <a:gd name="csX245" fmla="*/ 802356 w 1363328"/>
                <a:gd name="csY245" fmla="*/ 40606 h 906880"/>
                <a:gd name="csX246" fmla="*/ 800852 w 1363328"/>
                <a:gd name="csY246" fmla="*/ 37599 h 906880"/>
                <a:gd name="csX247" fmla="*/ 800852 w 1363328"/>
                <a:gd name="csY247" fmla="*/ 36095 h 906880"/>
                <a:gd name="csX248" fmla="*/ 802356 w 1363328"/>
                <a:gd name="csY248" fmla="*/ 35343 h 906880"/>
                <a:gd name="csX249" fmla="*/ 803108 w 1363328"/>
                <a:gd name="csY249" fmla="*/ 33839 h 906880"/>
                <a:gd name="csX250" fmla="*/ 804612 w 1363328"/>
                <a:gd name="csY250" fmla="*/ 32335 h 906880"/>
                <a:gd name="csX251" fmla="*/ 806116 w 1363328"/>
                <a:gd name="csY251" fmla="*/ 31583 h 906880"/>
                <a:gd name="csX252" fmla="*/ 825667 w 1363328"/>
                <a:gd name="csY252" fmla="*/ 30831 h 906880"/>
                <a:gd name="csX253" fmla="*/ 827923 w 1363328"/>
                <a:gd name="csY253" fmla="*/ 31583 h 906880"/>
                <a:gd name="csX254" fmla="*/ 830931 w 1363328"/>
                <a:gd name="csY254" fmla="*/ 34591 h 906880"/>
                <a:gd name="csX255" fmla="*/ 834691 w 1363328"/>
                <a:gd name="csY255" fmla="*/ 39855 h 906880"/>
                <a:gd name="csX256" fmla="*/ 837699 w 1363328"/>
                <a:gd name="csY256" fmla="*/ 41359 h 906880"/>
                <a:gd name="csX257" fmla="*/ 840707 w 1363328"/>
                <a:gd name="csY257" fmla="*/ 40606 h 906880"/>
                <a:gd name="csX258" fmla="*/ 842963 w 1363328"/>
                <a:gd name="csY258" fmla="*/ 38350 h 906880"/>
                <a:gd name="csX259" fmla="*/ 844467 w 1363328"/>
                <a:gd name="csY259" fmla="*/ 36095 h 906880"/>
                <a:gd name="csX260" fmla="*/ 845971 w 1363328"/>
                <a:gd name="csY260" fmla="*/ 33839 h 906880"/>
                <a:gd name="csX261" fmla="*/ 849731 w 1363328"/>
                <a:gd name="csY261" fmla="*/ 33087 h 906880"/>
                <a:gd name="csX262" fmla="*/ 853490 w 1363328"/>
                <a:gd name="csY262" fmla="*/ 32335 h 906880"/>
                <a:gd name="csX263" fmla="*/ 856498 w 1363328"/>
                <a:gd name="csY263" fmla="*/ 31583 h 906880"/>
                <a:gd name="csX264" fmla="*/ 860258 w 1363328"/>
                <a:gd name="csY264" fmla="*/ 30079 h 906880"/>
                <a:gd name="csX265" fmla="*/ 862514 w 1363328"/>
                <a:gd name="csY265" fmla="*/ 28575 h 906880"/>
                <a:gd name="csX266" fmla="*/ 864018 w 1363328"/>
                <a:gd name="csY266" fmla="*/ 30079 h 906880"/>
                <a:gd name="csX267" fmla="*/ 867026 w 1363328"/>
                <a:gd name="csY267" fmla="*/ 32335 h 906880"/>
                <a:gd name="csX268" fmla="*/ 867778 w 1363328"/>
                <a:gd name="csY268" fmla="*/ 33087 h 906880"/>
                <a:gd name="csX269" fmla="*/ 868530 w 1363328"/>
                <a:gd name="csY269" fmla="*/ 34591 h 906880"/>
                <a:gd name="csX270" fmla="*/ 868530 w 1363328"/>
                <a:gd name="csY270" fmla="*/ 36095 h 906880"/>
                <a:gd name="csX271" fmla="*/ 867778 w 1363328"/>
                <a:gd name="csY271" fmla="*/ 36846 h 906880"/>
                <a:gd name="csX272" fmla="*/ 867778 w 1363328"/>
                <a:gd name="csY272" fmla="*/ 38350 h 906880"/>
                <a:gd name="csX273" fmla="*/ 867778 w 1363328"/>
                <a:gd name="csY273" fmla="*/ 39855 h 906880"/>
                <a:gd name="csX274" fmla="*/ 867026 w 1363328"/>
                <a:gd name="csY274" fmla="*/ 40606 h 906880"/>
                <a:gd name="csX275" fmla="*/ 867026 w 1363328"/>
                <a:gd name="csY275" fmla="*/ 41359 h 906880"/>
                <a:gd name="csX276" fmla="*/ 870786 w 1363328"/>
                <a:gd name="csY276" fmla="*/ 45118 h 906880"/>
                <a:gd name="csX277" fmla="*/ 873042 w 1363328"/>
                <a:gd name="csY277" fmla="*/ 46622 h 906880"/>
                <a:gd name="csX278" fmla="*/ 874546 w 1363328"/>
                <a:gd name="csY278" fmla="*/ 47374 h 906880"/>
                <a:gd name="csX279" fmla="*/ 876801 w 1363328"/>
                <a:gd name="csY279" fmla="*/ 47374 h 906880"/>
                <a:gd name="csX280" fmla="*/ 887329 w 1363328"/>
                <a:gd name="csY280" fmla="*/ 54894 h 906880"/>
                <a:gd name="csX281" fmla="*/ 888833 w 1363328"/>
                <a:gd name="csY281" fmla="*/ 57150 h 906880"/>
                <a:gd name="csX282" fmla="*/ 894849 w 1363328"/>
                <a:gd name="csY282" fmla="*/ 61662 h 906880"/>
                <a:gd name="csX283" fmla="*/ 896353 w 1363328"/>
                <a:gd name="csY283" fmla="*/ 65422 h 906880"/>
                <a:gd name="csX284" fmla="*/ 897857 w 1363328"/>
                <a:gd name="csY284" fmla="*/ 68429 h 906880"/>
                <a:gd name="csX285" fmla="*/ 897857 w 1363328"/>
                <a:gd name="csY285" fmla="*/ 71438 h 906880"/>
                <a:gd name="csX286" fmla="*/ 897857 w 1363328"/>
                <a:gd name="csY286" fmla="*/ 72189 h 906880"/>
                <a:gd name="csX287" fmla="*/ 897857 w 1363328"/>
                <a:gd name="csY287" fmla="*/ 73693 h 906880"/>
                <a:gd name="csX288" fmla="*/ 897105 w 1363328"/>
                <a:gd name="csY288" fmla="*/ 75949 h 906880"/>
                <a:gd name="csX289" fmla="*/ 896353 w 1363328"/>
                <a:gd name="csY289" fmla="*/ 77453 h 906880"/>
                <a:gd name="csX290" fmla="*/ 896353 w 1363328"/>
                <a:gd name="csY290" fmla="*/ 78205 h 906880"/>
                <a:gd name="csX291" fmla="*/ 895601 w 1363328"/>
                <a:gd name="csY291" fmla="*/ 78957 h 906880"/>
                <a:gd name="csX292" fmla="*/ 893345 w 1363328"/>
                <a:gd name="csY292" fmla="*/ 81213 h 906880"/>
                <a:gd name="csX293" fmla="*/ 892593 w 1363328"/>
                <a:gd name="csY293" fmla="*/ 81213 h 906880"/>
                <a:gd name="csX294" fmla="*/ 892593 w 1363328"/>
                <a:gd name="csY294" fmla="*/ 81965 h 906880"/>
                <a:gd name="csX295" fmla="*/ 891841 w 1363328"/>
                <a:gd name="csY295" fmla="*/ 83469 h 906880"/>
                <a:gd name="csX296" fmla="*/ 891841 w 1363328"/>
                <a:gd name="csY296" fmla="*/ 86477 h 906880"/>
                <a:gd name="csX297" fmla="*/ 891089 w 1363328"/>
                <a:gd name="csY297" fmla="*/ 96253 h 906880"/>
                <a:gd name="csX298" fmla="*/ 890337 w 1363328"/>
                <a:gd name="csY298" fmla="*/ 100012 h 906880"/>
                <a:gd name="csX299" fmla="*/ 890337 w 1363328"/>
                <a:gd name="csY299" fmla="*/ 102268 h 906880"/>
                <a:gd name="csX300" fmla="*/ 889585 w 1363328"/>
                <a:gd name="csY300" fmla="*/ 103772 h 906880"/>
                <a:gd name="csX301" fmla="*/ 889585 w 1363328"/>
                <a:gd name="csY301" fmla="*/ 104524 h 906880"/>
                <a:gd name="csX302" fmla="*/ 889585 w 1363328"/>
                <a:gd name="csY302" fmla="*/ 106028 h 906880"/>
                <a:gd name="csX303" fmla="*/ 890337 w 1363328"/>
                <a:gd name="csY303" fmla="*/ 106780 h 906880"/>
                <a:gd name="csX304" fmla="*/ 894097 w 1363328"/>
                <a:gd name="csY304" fmla="*/ 111292 h 906880"/>
                <a:gd name="csX305" fmla="*/ 895601 w 1363328"/>
                <a:gd name="csY305" fmla="*/ 112796 h 906880"/>
                <a:gd name="csX306" fmla="*/ 910640 w 1363328"/>
                <a:gd name="csY306" fmla="*/ 119564 h 906880"/>
                <a:gd name="csX307" fmla="*/ 911392 w 1363328"/>
                <a:gd name="csY307" fmla="*/ 120316 h 906880"/>
                <a:gd name="csX308" fmla="*/ 911392 w 1363328"/>
                <a:gd name="csY308" fmla="*/ 121068 h 906880"/>
                <a:gd name="csX309" fmla="*/ 912144 w 1363328"/>
                <a:gd name="csY309" fmla="*/ 121820 h 906880"/>
                <a:gd name="csX310" fmla="*/ 912896 w 1363328"/>
                <a:gd name="csY310" fmla="*/ 122572 h 906880"/>
                <a:gd name="csX311" fmla="*/ 913648 w 1363328"/>
                <a:gd name="csY311" fmla="*/ 124076 h 906880"/>
                <a:gd name="csX312" fmla="*/ 917408 w 1363328"/>
                <a:gd name="csY312" fmla="*/ 137611 h 906880"/>
                <a:gd name="csX313" fmla="*/ 917408 w 1363328"/>
                <a:gd name="csY313" fmla="*/ 138363 h 906880"/>
                <a:gd name="csX314" fmla="*/ 917408 w 1363328"/>
                <a:gd name="csY314" fmla="*/ 141371 h 906880"/>
                <a:gd name="csX315" fmla="*/ 916656 w 1363328"/>
                <a:gd name="csY315" fmla="*/ 142875 h 906880"/>
                <a:gd name="csX316" fmla="*/ 916656 w 1363328"/>
                <a:gd name="csY316" fmla="*/ 144379 h 906880"/>
                <a:gd name="csX317" fmla="*/ 915152 w 1363328"/>
                <a:gd name="csY317" fmla="*/ 145883 h 906880"/>
                <a:gd name="csX318" fmla="*/ 914400 w 1363328"/>
                <a:gd name="csY318" fmla="*/ 146635 h 906880"/>
                <a:gd name="csX319" fmla="*/ 912896 w 1363328"/>
                <a:gd name="csY319" fmla="*/ 147387 h 906880"/>
                <a:gd name="csX320" fmla="*/ 911392 w 1363328"/>
                <a:gd name="csY320" fmla="*/ 147387 h 906880"/>
                <a:gd name="csX321" fmla="*/ 910640 w 1363328"/>
                <a:gd name="csY321" fmla="*/ 148139 h 906880"/>
                <a:gd name="csX322" fmla="*/ 909888 w 1363328"/>
                <a:gd name="csY322" fmla="*/ 148891 h 906880"/>
                <a:gd name="csX323" fmla="*/ 909136 w 1363328"/>
                <a:gd name="csY323" fmla="*/ 152651 h 906880"/>
                <a:gd name="csX324" fmla="*/ 909136 w 1363328"/>
                <a:gd name="csY324" fmla="*/ 154155 h 906880"/>
                <a:gd name="csX325" fmla="*/ 908384 w 1363328"/>
                <a:gd name="csY325" fmla="*/ 156410 h 906880"/>
                <a:gd name="csX326" fmla="*/ 906880 w 1363328"/>
                <a:gd name="csY326" fmla="*/ 159419 h 906880"/>
                <a:gd name="csX327" fmla="*/ 906129 w 1363328"/>
                <a:gd name="csY327" fmla="*/ 160170 h 906880"/>
                <a:gd name="csX328" fmla="*/ 905376 w 1363328"/>
                <a:gd name="csY328" fmla="*/ 160922 h 906880"/>
                <a:gd name="csX329" fmla="*/ 903120 w 1363328"/>
                <a:gd name="csY329" fmla="*/ 162426 h 906880"/>
                <a:gd name="csX330" fmla="*/ 901616 w 1363328"/>
                <a:gd name="csY330" fmla="*/ 165434 h 906880"/>
                <a:gd name="csX331" fmla="*/ 900865 w 1363328"/>
                <a:gd name="csY331" fmla="*/ 177466 h 906880"/>
                <a:gd name="csX332" fmla="*/ 899361 w 1363328"/>
                <a:gd name="csY332" fmla="*/ 180474 h 906880"/>
                <a:gd name="csX333" fmla="*/ 900112 w 1363328"/>
                <a:gd name="csY333" fmla="*/ 181978 h 906880"/>
                <a:gd name="csX334" fmla="*/ 900112 w 1363328"/>
                <a:gd name="csY334" fmla="*/ 182730 h 906880"/>
                <a:gd name="csX335" fmla="*/ 901616 w 1363328"/>
                <a:gd name="csY335" fmla="*/ 184234 h 906880"/>
                <a:gd name="csX336" fmla="*/ 902369 w 1363328"/>
                <a:gd name="csY336" fmla="*/ 184985 h 906880"/>
                <a:gd name="csX337" fmla="*/ 903872 w 1363328"/>
                <a:gd name="csY337" fmla="*/ 184985 h 906880"/>
                <a:gd name="csX338" fmla="*/ 904625 w 1363328"/>
                <a:gd name="csY338" fmla="*/ 184985 h 906880"/>
                <a:gd name="csX339" fmla="*/ 905376 w 1363328"/>
                <a:gd name="csY339" fmla="*/ 185738 h 906880"/>
                <a:gd name="csX340" fmla="*/ 906880 w 1363328"/>
                <a:gd name="csY340" fmla="*/ 187241 h 906880"/>
                <a:gd name="csX341" fmla="*/ 908384 w 1363328"/>
                <a:gd name="csY341" fmla="*/ 190249 h 906880"/>
                <a:gd name="csX342" fmla="*/ 909888 w 1363328"/>
                <a:gd name="csY342" fmla="*/ 191753 h 906880"/>
                <a:gd name="csX343" fmla="*/ 911392 w 1363328"/>
                <a:gd name="csY343" fmla="*/ 193257 h 906880"/>
                <a:gd name="csX344" fmla="*/ 912144 w 1363328"/>
                <a:gd name="csY344" fmla="*/ 194009 h 906880"/>
                <a:gd name="csX345" fmla="*/ 911392 w 1363328"/>
                <a:gd name="csY345" fmla="*/ 194761 h 906880"/>
                <a:gd name="csX346" fmla="*/ 910640 w 1363328"/>
                <a:gd name="csY346" fmla="*/ 196265 h 906880"/>
                <a:gd name="csX347" fmla="*/ 910640 w 1363328"/>
                <a:gd name="csY347" fmla="*/ 197017 h 906880"/>
                <a:gd name="csX348" fmla="*/ 910640 w 1363328"/>
                <a:gd name="csY348" fmla="*/ 197769 h 906880"/>
                <a:gd name="csX349" fmla="*/ 910640 w 1363328"/>
                <a:gd name="csY349" fmla="*/ 199273 h 906880"/>
                <a:gd name="csX350" fmla="*/ 913648 w 1363328"/>
                <a:gd name="csY350" fmla="*/ 209800 h 906880"/>
                <a:gd name="csX351" fmla="*/ 913648 w 1363328"/>
                <a:gd name="csY351" fmla="*/ 211304 h 906880"/>
                <a:gd name="csX352" fmla="*/ 913648 w 1363328"/>
                <a:gd name="csY352" fmla="*/ 215817 h 906880"/>
                <a:gd name="csX353" fmla="*/ 914400 w 1363328"/>
                <a:gd name="csY353" fmla="*/ 216568 h 906880"/>
                <a:gd name="csX354" fmla="*/ 915152 w 1363328"/>
                <a:gd name="csY354" fmla="*/ 218072 h 906880"/>
                <a:gd name="csX355" fmla="*/ 921920 w 1363328"/>
                <a:gd name="csY355" fmla="*/ 227096 h 906880"/>
                <a:gd name="csX356" fmla="*/ 923424 w 1363328"/>
                <a:gd name="csY356" fmla="*/ 227848 h 906880"/>
                <a:gd name="csX357" fmla="*/ 924176 w 1363328"/>
                <a:gd name="csY357" fmla="*/ 228600 h 906880"/>
                <a:gd name="csX358" fmla="*/ 925680 w 1363328"/>
                <a:gd name="csY358" fmla="*/ 228600 h 906880"/>
                <a:gd name="csX359" fmla="*/ 925680 w 1363328"/>
                <a:gd name="csY359" fmla="*/ 230104 h 906880"/>
                <a:gd name="csX360" fmla="*/ 927184 w 1363328"/>
                <a:gd name="csY360" fmla="*/ 234616 h 906880"/>
                <a:gd name="csX361" fmla="*/ 929440 w 1363328"/>
                <a:gd name="csY361" fmla="*/ 241383 h 906880"/>
                <a:gd name="csX362" fmla="*/ 930191 w 1363328"/>
                <a:gd name="csY362" fmla="*/ 242887 h 906880"/>
                <a:gd name="csX363" fmla="*/ 930944 w 1363328"/>
                <a:gd name="csY363" fmla="*/ 246647 h 906880"/>
                <a:gd name="csX364" fmla="*/ 931695 w 1363328"/>
                <a:gd name="csY364" fmla="*/ 248151 h 906880"/>
                <a:gd name="csX365" fmla="*/ 934703 w 1363328"/>
                <a:gd name="csY365" fmla="*/ 252663 h 906880"/>
                <a:gd name="csX366" fmla="*/ 934703 w 1363328"/>
                <a:gd name="csY366" fmla="*/ 253415 h 906880"/>
                <a:gd name="csX367" fmla="*/ 934703 w 1363328"/>
                <a:gd name="csY367" fmla="*/ 254167 h 906880"/>
                <a:gd name="csX368" fmla="*/ 935455 w 1363328"/>
                <a:gd name="csY368" fmla="*/ 255671 h 906880"/>
                <a:gd name="csX369" fmla="*/ 934703 w 1363328"/>
                <a:gd name="csY369" fmla="*/ 256423 h 906880"/>
                <a:gd name="csX370" fmla="*/ 933951 w 1363328"/>
                <a:gd name="csY370" fmla="*/ 260183 h 906880"/>
                <a:gd name="csX371" fmla="*/ 933951 w 1363328"/>
                <a:gd name="csY371" fmla="*/ 260935 h 906880"/>
                <a:gd name="csX372" fmla="*/ 933951 w 1363328"/>
                <a:gd name="csY372" fmla="*/ 261687 h 906880"/>
                <a:gd name="csX373" fmla="*/ 933951 w 1363328"/>
                <a:gd name="csY373" fmla="*/ 262439 h 906880"/>
                <a:gd name="csX374" fmla="*/ 935455 w 1363328"/>
                <a:gd name="csY374" fmla="*/ 263191 h 906880"/>
                <a:gd name="csX375" fmla="*/ 937711 w 1363328"/>
                <a:gd name="csY375" fmla="*/ 263943 h 906880"/>
                <a:gd name="csX376" fmla="*/ 949743 w 1363328"/>
                <a:gd name="csY376" fmla="*/ 262439 h 906880"/>
                <a:gd name="csX377" fmla="*/ 950495 w 1363328"/>
                <a:gd name="csY377" fmla="*/ 262439 h 906880"/>
                <a:gd name="csX378" fmla="*/ 951247 w 1363328"/>
                <a:gd name="csY378" fmla="*/ 262439 h 906880"/>
                <a:gd name="csX379" fmla="*/ 951999 w 1363328"/>
                <a:gd name="csY379" fmla="*/ 261687 h 906880"/>
                <a:gd name="csX380" fmla="*/ 953503 w 1363328"/>
                <a:gd name="csY380" fmla="*/ 260935 h 906880"/>
                <a:gd name="csX381" fmla="*/ 954255 w 1363328"/>
                <a:gd name="csY381" fmla="*/ 260183 h 906880"/>
                <a:gd name="csX382" fmla="*/ 955007 w 1363328"/>
                <a:gd name="csY382" fmla="*/ 260183 h 906880"/>
                <a:gd name="csX383" fmla="*/ 956510 w 1363328"/>
                <a:gd name="csY383" fmla="*/ 260183 h 906880"/>
                <a:gd name="csX384" fmla="*/ 957263 w 1363328"/>
                <a:gd name="csY384" fmla="*/ 259431 h 906880"/>
                <a:gd name="csX385" fmla="*/ 958014 w 1363328"/>
                <a:gd name="csY385" fmla="*/ 259431 h 906880"/>
                <a:gd name="csX386" fmla="*/ 958767 w 1363328"/>
                <a:gd name="csY386" fmla="*/ 258679 h 906880"/>
                <a:gd name="csX387" fmla="*/ 959519 w 1363328"/>
                <a:gd name="csY387" fmla="*/ 257927 h 906880"/>
                <a:gd name="csX388" fmla="*/ 960270 w 1363328"/>
                <a:gd name="csY388" fmla="*/ 256423 h 906880"/>
                <a:gd name="csX389" fmla="*/ 960270 w 1363328"/>
                <a:gd name="csY389" fmla="*/ 255671 h 906880"/>
                <a:gd name="csX390" fmla="*/ 961023 w 1363328"/>
                <a:gd name="csY390" fmla="*/ 255671 h 906880"/>
                <a:gd name="csX391" fmla="*/ 961774 w 1363328"/>
                <a:gd name="csY391" fmla="*/ 254919 h 906880"/>
                <a:gd name="csX392" fmla="*/ 966286 w 1363328"/>
                <a:gd name="csY392" fmla="*/ 255671 h 906880"/>
                <a:gd name="csX393" fmla="*/ 967790 w 1363328"/>
                <a:gd name="csY393" fmla="*/ 254919 h 906880"/>
                <a:gd name="csX394" fmla="*/ 968542 w 1363328"/>
                <a:gd name="csY394" fmla="*/ 254919 h 906880"/>
                <a:gd name="csX395" fmla="*/ 969294 w 1363328"/>
                <a:gd name="csY395" fmla="*/ 255671 h 906880"/>
                <a:gd name="csX396" fmla="*/ 973054 w 1363328"/>
                <a:gd name="csY396" fmla="*/ 256423 h 906880"/>
                <a:gd name="csX397" fmla="*/ 976814 w 1363328"/>
                <a:gd name="csY397" fmla="*/ 258679 h 906880"/>
                <a:gd name="csX398" fmla="*/ 979822 w 1363328"/>
                <a:gd name="csY398" fmla="*/ 260935 h 906880"/>
                <a:gd name="csX399" fmla="*/ 980574 w 1363328"/>
                <a:gd name="csY399" fmla="*/ 260935 h 906880"/>
                <a:gd name="csX400" fmla="*/ 981326 w 1363328"/>
                <a:gd name="csY400" fmla="*/ 261687 h 906880"/>
                <a:gd name="csX401" fmla="*/ 982078 w 1363328"/>
                <a:gd name="csY401" fmla="*/ 260935 h 906880"/>
                <a:gd name="csX402" fmla="*/ 982830 w 1363328"/>
                <a:gd name="csY402" fmla="*/ 260935 h 906880"/>
                <a:gd name="csX403" fmla="*/ 984334 w 1363328"/>
                <a:gd name="csY403" fmla="*/ 258679 h 906880"/>
                <a:gd name="csX404" fmla="*/ 985838 w 1363328"/>
                <a:gd name="csY404" fmla="*/ 257175 h 906880"/>
                <a:gd name="csX405" fmla="*/ 986589 w 1363328"/>
                <a:gd name="csY405" fmla="*/ 257175 h 906880"/>
                <a:gd name="csX406" fmla="*/ 987342 w 1363328"/>
                <a:gd name="csY406" fmla="*/ 257175 h 906880"/>
                <a:gd name="csX407" fmla="*/ 988093 w 1363328"/>
                <a:gd name="csY407" fmla="*/ 257175 h 906880"/>
                <a:gd name="csX408" fmla="*/ 988093 w 1363328"/>
                <a:gd name="csY408" fmla="*/ 260183 h 906880"/>
                <a:gd name="csX409" fmla="*/ 988846 w 1363328"/>
                <a:gd name="csY409" fmla="*/ 261687 h 906880"/>
                <a:gd name="csX410" fmla="*/ 989597 w 1363328"/>
                <a:gd name="csY410" fmla="*/ 262439 h 906880"/>
                <a:gd name="csX411" fmla="*/ 991853 w 1363328"/>
                <a:gd name="csY411" fmla="*/ 263191 h 906880"/>
                <a:gd name="csX412" fmla="*/ 992606 w 1363328"/>
                <a:gd name="csY412" fmla="*/ 263191 h 906880"/>
                <a:gd name="csX413" fmla="*/ 993357 w 1363328"/>
                <a:gd name="csY413" fmla="*/ 264695 h 906880"/>
                <a:gd name="csX414" fmla="*/ 993357 w 1363328"/>
                <a:gd name="csY414" fmla="*/ 265447 h 906880"/>
                <a:gd name="csX415" fmla="*/ 994109 w 1363328"/>
                <a:gd name="csY415" fmla="*/ 266951 h 906880"/>
                <a:gd name="csX416" fmla="*/ 994861 w 1363328"/>
                <a:gd name="csY416" fmla="*/ 266951 h 906880"/>
                <a:gd name="csX417" fmla="*/ 995613 w 1363328"/>
                <a:gd name="csY417" fmla="*/ 266951 h 906880"/>
                <a:gd name="csX418" fmla="*/ 996365 w 1363328"/>
                <a:gd name="csY418" fmla="*/ 266951 h 906880"/>
                <a:gd name="csX419" fmla="*/ 997869 w 1363328"/>
                <a:gd name="csY419" fmla="*/ 266951 h 906880"/>
                <a:gd name="csX420" fmla="*/ 998621 w 1363328"/>
                <a:gd name="csY420" fmla="*/ 266198 h 906880"/>
                <a:gd name="csX421" fmla="*/ 999373 w 1363328"/>
                <a:gd name="csY421" fmla="*/ 266198 h 906880"/>
                <a:gd name="csX422" fmla="*/ 1000877 w 1363328"/>
                <a:gd name="csY422" fmla="*/ 266198 h 906880"/>
                <a:gd name="csX423" fmla="*/ 1002381 w 1363328"/>
                <a:gd name="csY423" fmla="*/ 266951 h 906880"/>
                <a:gd name="csX424" fmla="*/ 1004637 w 1363328"/>
                <a:gd name="csY424" fmla="*/ 267702 h 906880"/>
                <a:gd name="csX425" fmla="*/ 1005389 w 1363328"/>
                <a:gd name="csY425" fmla="*/ 267702 h 906880"/>
                <a:gd name="csX426" fmla="*/ 1006141 w 1363328"/>
                <a:gd name="csY426" fmla="*/ 268455 h 906880"/>
                <a:gd name="csX427" fmla="*/ 1006893 w 1363328"/>
                <a:gd name="csY427" fmla="*/ 269207 h 906880"/>
                <a:gd name="csX428" fmla="*/ 1007645 w 1363328"/>
                <a:gd name="csY428" fmla="*/ 269958 h 906880"/>
                <a:gd name="csX429" fmla="*/ 1008397 w 1363328"/>
                <a:gd name="csY429" fmla="*/ 270711 h 906880"/>
                <a:gd name="csX430" fmla="*/ 1008397 w 1363328"/>
                <a:gd name="csY430" fmla="*/ 271462 h 906880"/>
                <a:gd name="csX431" fmla="*/ 1009149 w 1363328"/>
                <a:gd name="csY431" fmla="*/ 278982 h 906880"/>
                <a:gd name="csX432" fmla="*/ 1009901 w 1363328"/>
                <a:gd name="csY432" fmla="*/ 279734 h 906880"/>
                <a:gd name="csX433" fmla="*/ 1009901 w 1363328"/>
                <a:gd name="csY433" fmla="*/ 281238 h 906880"/>
                <a:gd name="csX434" fmla="*/ 1010653 w 1363328"/>
                <a:gd name="csY434" fmla="*/ 281238 h 906880"/>
                <a:gd name="csX435" fmla="*/ 1010653 w 1363328"/>
                <a:gd name="csY435" fmla="*/ 281990 h 906880"/>
                <a:gd name="csX436" fmla="*/ 1009901 w 1363328"/>
                <a:gd name="csY436" fmla="*/ 282742 h 906880"/>
                <a:gd name="csX437" fmla="*/ 1008397 w 1363328"/>
                <a:gd name="csY437" fmla="*/ 284246 h 906880"/>
                <a:gd name="csX438" fmla="*/ 1007645 w 1363328"/>
                <a:gd name="csY438" fmla="*/ 284246 h 906880"/>
                <a:gd name="csX439" fmla="*/ 1007645 w 1363328"/>
                <a:gd name="csY439" fmla="*/ 284998 h 906880"/>
                <a:gd name="csX440" fmla="*/ 1006893 w 1363328"/>
                <a:gd name="csY440" fmla="*/ 286502 h 906880"/>
                <a:gd name="csX441" fmla="*/ 1006141 w 1363328"/>
                <a:gd name="csY441" fmla="*/ 288758 h 906880"/>
                <a:gd name="csX442" fmla="*/ 1006141 w 1363328"/>
                <a:gd name="csY442" fmla="*/ 293270 h 906880"/>
                <a:gd name="csX443" fmla="*/ 1006893 w 1363328"/>
                <a:gd name="csY443" fmla="*/ 294022 h 906880"/>
                <a:gd name="csX444" fmla="*/ 1006893 w 1363328"/>
                <a:gd name="csY444" fmla="*/ 294774 h 906880"/>
                <a:gd name="csX445" fmla="*/ 1006141 w 1363328"/>
                <a:gd name="csY445" fmla="*/ 295526 h 906880"/>
                <a:gd name="csX446" fmla="*/ 1004637 w 1363328"/>
                <a:gd name="csY446" fmla="*/ 297030 h 906880"/>
                <a:gd name="csX447" fmla="*/ 1003885 w 1363328"/>
                <a:gd name="csY447" fmla="*/ 297030 h 906880"/>
                <a:gd name="csX448" fmla="*/ 1003885 w 1363328"/>
                <a:gd name="csY448" fmla="*/ 297781 h 906880"/>
                <a:gd name="csX449" fmla="*/ 1003133 w 1363328"/>
                <a:gd name="csY449" fmla="*/ 298534 h 906880"/>
                <a:gd name="csX450" fmla="*/ 1000125 w 1363328"/>
                <a:gd name="csY450" fmla="*/ 306805 h 906880"/>
                <a:gd name="csX451" fmla="*/ 999373 w 1363328"/>
                <a:gd name="csY451" fmla="*/ 307557 h 906880"/>
                <a:gd name="csX452" fmla="*/ 998621 w 1363328"/>
                <a:gd name="csY452" fmla="*/ 308309 h 906880"/>
                <a:gd name="csX453" fmla="*/ 997869 w 1363328"/>
                <a:gd name="csY453" fmla="*/ 308309 h 906880"/>
                <a:gd name="csX454" fmla="*/ 994109 w 1363328"/>
                <a:gd name="csY454" fmla="*/ 307557 h 906880"/>
                <a:gd name="csX455" fmla="*/ 993357 w 1363328"/>
                <a:gd name="csY455" fmla="*/ 307557 h 906880"/>
                <a:gd name="csX456" fmla="*/ 992606 w 1363328"/>
                <a:gd name="csY456" fmla="*/ 309061 h 906880"/>
                <a:gd name="csX457" fmla="*/ 989597 w 1363328"/>
                <a:gd name="csY457" fmla="*/ 321845 h 906880"/>
                <a:gd name="csX458" fmla="*/ 989597 w 1363328"/>
                <a:gd name="csY458" fmla="*/ 324100 h 906880"/>
                <a:gd name="csX459" fmla="*/ 988846 w 1363328"/>
                <a:gd name="csY459" fmla="*/ 324853 h 906880"/>
                <a:gd name="csX460" fmla="*/ 985838 w 1363328"/>
                <a:gd name="csY460" fmla="*/ 326356 h 906880"/>
                <a:gd name="csX461" fmla="*/ 985086 w 1363328"/>
                <a:gd name="csY461" fmla="*/ 327860 h 906880"/>
                <a:gd name="csX462" fmla="*/ 984334 w 1363328"/>
                <a:gd name="csY462" fmla="*/ 328613 h 906880"/>
                <a:gd name="csX463" fmla="*/ 983582 w 1363328"/>
                <a:gd name="csY463" fmla="*/ 329364 h 906880"/>
                <a:gd name="csX464" fmla="*/ 983582 w 1363328"/>
                <a:gd name="csY464" fmla="*/ 330116 h 906880"/>
                <a:gd name="csX465" fmla="*/ 983582 w 1363328"/>
                <a:gd name="csY465" fmla="*/ 331620 h 906880"/>
                <a:gd name="csX466" fmla="*/ 984334 w 1363328"/>
                <a:gd name="csY466" fmla="*/ 333876 h 906880"/>
                <a:gd name="csX467" fmla="*/ 985086 w 1363328"/>
                <a:gd name="csY467" fmla="*/ 334628 h 906880"/>
                <a:gd name="csX468" fmla="*/ 985838 w 1363328"/>
                <a:gd name="csY468" fmla="*/ 335380 h 906880"/>
                <a:gd name="csX469" fmla="*/ 986589 w 1363328"/>
                <a:gd name="csY469" fmla="*/ 335380 h 906880"/>
                <a:gd name="csX470" fmla="*/ 986589 w 1363328"/>
                <a:gd name="csY470" fmla="*/ 336132 h 906880"/>
                <a:gd name="csX471" fmla="*/ 987342 w 1363328"/>
                <a:gd name="csY471" fmla="*/ 336884 h 906880"/>
                <a:gd name="csX472" fmla="*/ 987342 w 1363328"/>
                <a:gd name="csY472" fmla="*/ 337636 h 906880"/>
                <a:gd name="csX473" fmla="*/ 987342 w 1363328"/>
                <a:gd name="csY473" fmla="*/ 338388 h 906880"/>
                <a:gd name="csX474" fmla="*/ 986589 w 1363328"/>
                <a:gd name="csY474" fmla="*/ 339892 h 906880"/>
                <a:gd name="csX475" fmla="*/ 985086 w 1363328"/>
                <a:gd name="csY475" fmla="*/ 341396 h 906880"/>
                <a:gd name="csX476" fmla="*/ 985086 w 1363328"/>
                <a:gd name="csY476" fmla="*/ 342148 h 906880"/>
                <a:gd name="csX477" fmla="*/ 985086 w 1363328"/>
                <a:gd name="csY477" fmla="*/ 343652 h 906880"/>
                <a:gd name="csX478" fmla="*/ 988846 w 1363328"/>
                <a:gd name="csY478" fmla="*/ 352675 h 906880"/>
                <a:gd name="csX479" fmla="*/ 991853 w 1363328"/>
                <a:gd name="csY479" fmla="*/ 357188 h 906880"/>
                <a:gd name="csX480" fmla="*/ 991853 w 1363328"/>
                <a:gd name="csY480" fmla="*/ 357939 h 906880"/>
                <a:gd name="csX481" fmla="*/ 991102 w 1363328"/>
                <a:gd name="csY481" fmla="*/ 358692 h 906880"/>
                <a:gd name="csX482" fmla="*/ 990349 w 1363328"/>
                <a:gd name="csY482" fmla="*/ 360195 h 906880"/>
                <a:gd name="csX483" fmla="*/ 988846 w 1363328"/>
                <a:gd name="csY483" fmla="*/ 360947 h 906880"/>
                <a:gd name="csX484" fmla="*/ 988093 w 1363328"/>
                <a:gd name="csY484" fmla="*/ 360947 h 906880"/>
                <a:gd name="csX485" fmla="*/ 987342 w 1363328"/>
                <a:gd name="csY485" fmla="*/ 360947 h 906880"/>
                <a:gd name="csX486" fmla="*/ 986589 w 1363328"/>
                <a:gd name="csY486" fmla="*/ 360947 h 906880"/>
                <a:gd name="csX487" fmla="*/ 985838 w 1363328"/>
                <a:gd name="csY487" fmla="*/ 360947 h 906880"/>
                <a:gd name="csX488" fmla="*/ 985086 w 1363328"/>
                <a:gd name="csY488" fmla="*/ 361699 h 906880"/>
                <a:gd name="csX489" fmla="*/ 984334 w 1363328"/>
                <a:gd name="csY489" fmla="*/ 363203 h 906880"/>
                <a:gd name="csX490" fmla="*/ 983582 w 1363328"/>
                <a:gd name="csY490" fmla="*/ 363955 h 906880"/>
                <a:gd name="csX491" fmla="*/ 983582 w 1363328"/>
                <a:gd name="csY491" fmla="*/ 364707 h 906880"/>
                <a:gd name="csX492" fmla="*/ 984334 w 1363328"/>
                <a:gd name="csY492" fmla="*/ 366211 h 906880"/>
                <a:gd name="csX493" fmla="*/ 985086 w 1363328"/>
                <a:gd name="csY493" fmla="*/ 366963 h 906880"/>
                <a:gd name="csX494" fmla="*/ 985086 w 1363328"/>
                <a:gd name="csY494" fmla="*/ 367715 h 906880"/>
                <a:gd name="csX495" fmla="*/ 984334 w 1363328"/>
                <a:gd name="csY495" fmla="*/ 368467 h 906880"/>
                <a:gd name="csX496" fmla="*/ 983582 w 1363328"/>
                <a:gd name="csY496" fmla="*/ 369219 h 906880"/>
                <a:gd name="csX497" fmla="*/ 980574 w 1363328"/>
                <a:gd name="csY497" fmla="*/ 369219 h 906880"/>
                <a:gd name="csX498" fmla="*/ 979822 w 1363328"/>
                <a:gd name="csY498" fmla="*/ 369971 h 906880"/>
                <a:gd name="csX499" fmla="*/ 979070 w 1363328"/>
                <a:gd name="csY499" fmla="*/ 370723 h 906880"/>
                <a:gd name="csX500" fmla="*/ 979822 w 1363328"/>
                <a:gd name="csY500" fmla="*/ 371475 h 906880"/>
                <a:gd name="csX501" fmla="*/ 980574 w 1363328"/>
                <a:gd name="csY501" fmla="*/ 372979 h 906880"/>
                <a:gd name="csX502" fmla="*/ 981326 w 1363328"/>
                <a:gd name="csY502" fmla="*/ 373731 h 906880"/>
                <a:gd name="csX503" fmla="*/ 982078 w 1363328"/>
                <a:gd name="csY503" fmla="*/ 374483 h 906880"/>
                <a:gd name="csX504" fmla="*/ 983582 w 1363328"/>
                <a:gd name="csY504" fmla="*/ 374483 h 906880"/>
                <a:gd name="csX505" fmla="*/ 988093 w 1363328"/>
                <a:gd name="csY505" fmla="*/ 374483 h 906880"/>
                <a:gd name="csX506" fmla="*/ 988846 w 1363328"/>
                <a:gd name="csY506" fmla="*/ 375235 h 906880"/>
                <a:gd name="csX507" fmla="*/ 989597 w 1363328"/>
                <a:gd name="csY507" fmla="*/ 375235 h 906880"/>
                <a:gd name="csX508" fmla="*/ 990349 w 1363328"/>
                <a:gd name="csY508" fmla="*/ 375987 h 906880"/>
                <a:gd name="csX509" fmla="*/ 994109 w 1363328"/>
                <a:gd name="csY509" fmla="*/ 381251 h 906880"/>
                <a:gd name="csX510" fmla="*/ 994109 w 1363328"/>
                <a:gd name="csY510" fmla="*/ 382003 h 906880"/>
                <a:gd name="csX511" fmla="*/ 993357 w 1363328"/>
                <a:gd name="csY511" fmla="*/ 383507 h 906880"/>
                <a:gd name="csX512" fmla="*/ 989597 w 1363328"/>
                <a:gd name="csY512" fmla="*/ 387266 h 906880"/>
                <a:gd name="csX513" fmla="*/ 987342 w 1363328"/>
                <a:gd name="csY513" fmla="*/ 388771 h 906880"/>
                <a:gd name="csX514" fmla="*/ 984334 w 1363328"/>
                <a:gd name="csY514" fmla="*/ 393282 h 906880"/>
                <a:gd name="csX515" fmla="*/ 979070 w 1363328"/>
                <a:gd name="csY515" fmla="*/ 406066 h 906880"/>
                <a:gd name="csX516" fmla="*/ 978318 w 1363328"/>
                <a:gd name="csY516" fmla="*/ 409826 h 906880"/>
                <a:gd name="csX517" fmla="*/ 979070 w 1363328"/>
                <a:gd name="csY517" fmla="*/ 411330 h 906880"/>
                <a:gd name="csX518" fmla="*/ 979822 w 1363328"/>
                <a:gd name="csY518" fmla="*/ 412082 h 906880"/>
                <a:gd name="csX519" fmla="*/ 985086 w 1363328"/>
                <a:gd name="csY519" fmla="*/ 418097 h 906880"/>
                <a:gd name="csX520" fmla="*/ 985086 w 1363328"/>
                <a:gd name="csY520" fmla="*/ 419601 h 906880"/>
                <a:gd name="csX521" fmla="*/ 985838 w 1363328"/>
                <a:gd name="csY521" fmla="*/ 420353 h 906880"/>
                <a:gd name="csX522" fmla="*/ 985086 w 1363328"/>
                <a:gd name="csY522" fmla="*/ 423361 h 906880"/>
                <a:gd name="csX523" fmla="*/ 985086 w 1363328"/>
                <a:gd name="csY523" fmla="*/ 424865 h 906880"/>
                <a:gd name="csX524" fmla="*/ 986589 w 1363328"/>
                <a:gd name="csY524" fmla="*/ 425617 h 906880"/>
                <a:gd name="csX525" fmla="*/ 988093 w 1363328"/>
                <a:gd name="csY525" fmla="*/ 427121 h 906880"/>
                <a:gd name="csX526" fmla="*/ 995613 w 1363328"/>
                <a:gd name="csY526" fmla="*/ 430129 h 906880"/>
                <a:gd name="csX527" fmla="*/ 1000877 w 1363328"/>
                <a:gd name="csY527" fmla="*/ 430881 h 906880"/>
                <a:gd name="csX528" fmla="*/ 1001629 w 1363328"/>
                <a:gd name="csY528" fmla="*/ 430881 h 906880"/>
                <a:gd name="csX529" fmla="*/ 1002381 w 1363328"/>
                <a:gd name="csY529" fmla="*/ 431633 h 906880"/>
                <a:gd name="csX530" fmla="*/ 1002381 w 1363328"/>
                <a:gd name="csY530" fmla="*/ 433137 h 906880"/>
                <a:gd name="csX531" fmla="*/ 1002381 w 1363328"/>
                <a:gd name="csY531" fmla="*/ 435393 h 906880"/>
                <a:gd name="csX532" fmla="*/ 1002381 w 1363328"/>
                <a:gd name="csY532" fmla="*/ 436897 h 906880"/>
                <a:gd name="csX533" fmla="*/ 1003133 w 1363328"/>
                <a:gd name="csY533" fmla="*/ 437649 h 906880"/>
                <a:gd name="csX534" fmla="*/ 1003885 w 1363328"/>
                <a:gd name="csY534" fmla="*/ 438401 h 906880"/>
                <a:gd name="csX535" fmla="*/ 1006893 w 1363328"/>
                <a:gd name="csY535" fmla="*/ 438401 h 906880"/>
                <a:gd name="csX536" fmla="*/ 1009901 w 1363328"/>
                <a:gd name="csY536" fmla="*/ 439905 h 906880"/>
                <a:gd name="csX537" fmla="*/ 1016668 w 1363328"/>
                <a:gd name="csY537" fmla="*/ 444416 h 906880"/>
                <a:gd name="csX538" fmla="*/ 1018172 w 1363328"/>
                <a:gd name="csY538" fmla="*/ 445169 h 906880"/>
                <a:gd name="csX539" fmla="*/ 1021180 w 1363328"/>
                <a:gd name="csY539" fmla="*/ 445920 h 906880"/>
                <a:gd name="csX540" fmla="*/ 1023436 w 1363328"/>
                <a:gd name="csY540" fmla="*/ 445920 h 906880"/>
                <a:gd name="csX541" fmla="*/ 1025692 w 1363328"/>
                <a:gd name="csY541" fmla="*/ 445920 h 906880"/>
                <a:gd name="csX542" fmla="*/ 1026444 w 1363328"/>
                <a:gd name="csY542" fmla="*/ 445920 h 906880"/>
                <a:gd name="csX543" fmla="*/ 1026444 w 1363328"/>
                <a:gd name="csY543" fmla="*/ 446672 h 906880"/>
                <a:gd name="csX544" fmla="*/ 1025692 w 1363328"/>
                <a:gd name="csY544" fmla="*/ 448176 h 906880"/>
                <a:gd name="csX545" fmla="*/ 1025692 w 1363328"/>
                <a:gd name="csY545" fmla="*/ 448928 h 906880"/>
                <a:gd name="csX546" fmla="*/ 1024940 w 1363328"/>
                <a:gd name="csY546" fmla="*/ 449680 h 906880"/>
                <a:gd name="csX547" fmla="*/ 1023436 w 1363328"/>
                <a:gd name="csY547" fmla="*/ 450432 h 906880"/>
                <a:gd name="csX548" fmla="*/ 1022684 w 1363328"/>
                <a:gd name="csY548" fmla="*/ 450432 h 906880"/>
                <a:gd name="csX549" fmla="*/ 1021932 w 1363328"/>
                <a:gd name="csY549" fmla="*/ 451936 h 906880"/>
                <a:gd name="csX550" fmla="*/ 1021932 w 1363328"/>
                <a:gd name="csY550" fmla="*/ 452688 h 906880"/>
                <a:gd name="csX551" fmla="*/ 1021932 w 1363328"/>
                <a:gd name="csY551" fmla="*/ 454944 h 906880"/>
                <a:gd name="csX552" fmla="*/ 1022684 w 1363328"/>
                <a:gd name="csY552" fmla="*/ 456448 h 906880"/>
                <a:gd name="csX553" fmla="*/ 1023436 w 1363328"/>
                <a:gd name="csY553" fmla="*/ 457200 h 906880"/>
                <a:gd name="csX554" fmla="*/ 1025692 w 1363328"/>
                <a:gd name="csY554" fmla="*/ 460208 h 906880"/>
                <a:gd name="csX555" fmla="*/ 1025692 w 1363328"/>
                <a:gd name="csY555" fmla="*/ 460960 h 906880"/>
                <a:gd name="csX556" fmla="*/ 1024940 w 1363328"/>
                <a:gd name="csY556" fmla="*/ 462464 h 906880"/>
                <a:gd name="csX557" fmla="*/ 1024188 w 1363328"/>
                <a:gd name="csY557" fmla="*/ 463216 h 906880"/>
                <a:gd name="csX558" fmla="*/ 1023436 w 1363328"/>
                <a:gd name="csY558" fmla="*/ 463968 h 906880"/>
                <a:gd name="csX559" fmla="*/ 1015917 w 1363328"/>
                <a:gd name="csY559" fmla="*/ 466224 h 906880"/>
                <a:gd name="csX560" fmla="*/ 1014413 w 1363328"/>
                <a:gd name="csY560" fmla="*/ 467728 h 906880"/>
                <a:gd name="csX561" fmla="*/ 1013661 w 1363328"/>
                <a:gd name="csY561" fmla="*/ 467728 h 906880"/>
                <a:gd name="csX562" fmla="*/ 1013661 w 1363328"/>
                <a:gd name="csY562" fmla="*/ 468480 h 906880"/>
                <a:gd name="csX563" fmla="*/ 1012908 w 1363328"/>
                <a:gd name="csY563" fmla="*/ 469231 h 906880"/>
                <a:gd name="csX564" fmla="*/ 1013661 w 1363328"/>
                <a:gd name="csY564" fmla="*/ 470735 h 906880"/>
                <a:gd name="csX565" fmla="*/ 1013661 w 1363328"/>
                <a:gd name="csY565" fmla="*/ 471488 h 906880"/>
                <a:gd name="csX566" fmla="*/ 1018172 w 1363328"/>
                <a:gd name="csY566" fmla="*/ 474495 h 906880"/>
                <a:gd name="csX567" fmla="*/ 1020428 w 1363328"/>
                <a:gd name="csY567" fmla="*/ 476751 h 906880"/>
                <a:gd name="csX568" fmla="*/ 1029452 w 1363328"/>
                <a:gd name="csY568" fmla="*/ 482015 h 906880"/>
                <a:gd name="csX569" fmla="*/ 1030956 w 1363328"/>
                <a:gd name="csY569" fmla="*/ 483519 h 906880"/>
                <a:gd name="csX570" fmla="*/ 1031708 w 1363328"/>
                <a:gd name="csY570" fmla="*/ 485023 h 906880"/>
                <a:gd name="csX571" fmla="*/ 1030204 w 1363328"/>
                <a:gd name="csY571" fmla="*/ 487279 h 906880"/>
                <a:gd name="csX572" fmla="*/ 1030204 w 1363328"/>
                <a:gd name="csY572" fmla="*/ 488031 h 906880"/>
                <a:gd name="csX573" fmla="*/ 1030204 w 1363328"/>
                <a:gd name="csY573" fmla="*/ 488783 h 906880"/>
                <a:gd name="csX574" fmla="*/ 1030204 w 1363328"/>
                <a:gd name="csY574" fmla="*/ 492543 h 906880"/>
                <a:gd name="csX575" fmla="*/ 1030204 w 1363328"/>
                <a:gd name="csY575" fmla="*/ 494047 h 906880"/>
                <a:gd name="csX576" fmla="*/ 1030204 w 1363328"/>
                <a:gd name="csY576" fmla="*/ 496303 h 906880"/>
                <a:gd name="csX577" fmla="*/ 1030956 w 1363328"/>
                <a:gd name="csY577" fmla="*/ 497807 h 906880"/>
                <a:gd name="csX578" fmla="*/ 1031708 w 1363328"/>
                <a:gd name="csY578" fmla="*/ 500063 h 906880"/>
                <a:gd name="csX579" fmla="*/ 1032460 w 1363328"/>
                <a:gd name="csY579" fmla="*/ 500814 h 906880"/>
                <a:gd name="csX580" fmla="*/ 1033212 w 1363328"/>
                <a:gd name="csY580" fmla="*/ 501567 h 906880"/>
                <a:gd name="csX581" fmla="*/ 1033964 w 1363328"/>
                <a:gd name="csY581" fmla="*/ 501567 h 906880"/>
                <a:gd name="csX582" fmla="*/ 1035468 w 1363328"/>
                <a:gd name="csY582" fmla="*/ 502318 h 906880"/>
                <a:gd name="csX583" fmla="*/ 1038476 w 1363328"/>
                <a:gd name="csY583" fmla="*/ 502318 h 906880"/>
                <a:gd name="csX584" fmla="*/ 1039980 w 1363328"/>
                <a:gd name="csY584" fmla="*/ 503070 h 906880"/>
                <a:gd name="csX585" fmla="*/ 1041484 w 1363328"/>
                <a:gd name="csY585" fmla="*/ 503822 h 906880"/>
                <a:gd name="csX586" fmla="*/ 1042987 w 1363328"/>
                <a:gd name="csY586" fmla="*/ 503822 h 906880"/>
                <a:gd name="csX587" fmla="*/ 1044491 w 1363328"/>
                <a:gd name="csY587" fmla="*/ 503822 h 906880"/>
                <a:gd name="csX588" fmla="*/ 1045244 w 1363328"/>
                <a:gd name="csY588" fmla="*/ 503070 h 906880"/>
                <a:gd name="csX589" fmla="*/ 1045995 w 1363328"/>
                <a:gd name="csY589" fmla="*/ 502318 h 906880"/>
                <a:gd name="csX590" fmla="*/ 1046747 w 1363328"/>
                <a:gd name="csY590" fmla="*/ 501567 h 906880"/>
                <a:gd name="csX591" fmla="*/ 1047500 w 1363328"/>
                <a:gd name="csY591" fmla="*/ 501567 h 906880"/>
                <a:gd name="csX592" fmla="*/ 1048251 w 1363328"/>
                <a:gd name="csY592" fmla="*/ 502318 h 906880"/>
                <a:gd name="csX593" fmla="*/ 1049755 w 1363328"/>
                <a:gd name="csY593" fmla="*/ 503070 h 906880"/>
                <a:gd name="csX594" fmla="*/ 1050507 w 1363328"/>
                <a:gd name="csY594" fmla="*/ 503070 h 906880"/>
                <a:gd name="csX595" fmla="*/ 1052011 w 1363328"/>
                <a:gd name="csY595" fmla="*/ 502318 h 906880"/>
                <a:gd name="csX596" fmla="*/ 1053515 w 1363328"/>
                <a:gd name="csY596" fmla="*/ 501567 h 906880"/>
                <a:gd name="csX597" fmla="*/ 1054267 w 1363328"/>
                <a:gd name="csY597" fmla="*/ 500814 h 906880"/>
                <a:gd name="csX598" fmla="*/ 1055019 w 1363328"/>
                <a:gd name="csY598" fmla="*/ 500063 h 906880"/>
                <a:gd name="csX599" fmla="*/ 1055771 w 1363328"/>
                <a:gd name="csY599" fmla="*/ 500063 h 906880"/>
                <a:gd name="csX600" fmla="*/ 1056523 w 1363328"/>
                <a:gd name="csY600" fmla="*/ 499310 h 906880"/>
                <a:gd name="csX601" fmla="*/ 1061787 w 1363328"/>
                <a:gd name="csY601" fmla="*/ 498558 h 906880"/>
                <a:gd name="csX602" fmla="*/ 1062539 w 1363328"/>
                <a:gd name="csY602" fmla="*/ 498558 h 906880"/>
                <a:gd name="csX603" fmla="*/ 1063291 w 1363328"/>
                <a:gd name="csY603" fmla="*/ 499310 h 906880"/>
                <a:gd name="csX604" fmla="*/ 1064043 w 1363328"/>
                <a:gd name="csY604" fmla="*/ 500063 h 906880"/>
                <a:gd name="csX605" fmla="*/ 1064043 w 1363328"/>
                <a:gd name="csY605" fmla="*/ 500814 h 906880"/>
                <a:gd name="csX606" fmla="*/ 1064043 w 1363328"/>
                <a:gd name="csY606" fmla="*/ 501567 h 906880"/>
                <a:gd name="csX607" fmla="*/ 1063291 w 1363328"/>
                <a:gd name="csY607" fmla="*/ 502318 h 906880"/>
                <a:gd name="csX608" fmla="*/ 1062539 w 1363328"/>
                <a:gd name="csY608" fmla="*/ 503070 h 906880"/>
                <a:gd name="csX609" fmla="*/ 1062539 w 1363328"/>
                <a:gd name="csY609" fmla="*/ 503822 h 906880"/>
                <a:gd name="csX610" fmla="*/ 1062539 w 1363328"/>
                <a:gd name="csY610" fmla="*/ 504574 h 906880"/>
                <a:gd name="csX611" fmla="*/ 1063291 w 1363328"/>
                <a:gd name="csY611" fmla="*/ 505326 h 906880"/>
                <a:gd name="csX612" fmla="*/ 1066299 w 1363328"/>
                <a:gd name="csY612" fmla="*/ 506078 h 906880"/>
                <a:gd name="csX613" fmla="*/ 1078330 w 1363328"/>
                <a:gd name="csY613" fmla="*/ 503822 h 906880"/>
                <a:gd name="csX614" fmla="*/ 1082090 w 1363328"/>
                <a:gd name="csY614" fmla="*/ 503070 h 906880"/>
                <a:gd name="csX615" fmla="*/ 1083594 w 1363328"/>
                <a:gd name="csY615" fmla="*/ 502318 h 906880"/>
                <a:gd name="csX616" fmla="*/ 1085098 w 1363328"/>
                <a:gd name="csY616" fmla="*/ 501567 h 906880"/>
                <a:gd name="csX617" fmla="*/ 1086602 w 1363328"/>
                <a:gd name="csY617" fmla="*/ 500814 h 906880"/>
                <a:gd name="csX618" fmla="*/ 1088106 w 1363328"/>
                <a:gd name="csY618" fmla="*/ 499310 h 906880"/>
                <a:gd name="csX619" fmla="*/ 1088106 w 1363328"/>
                <a:gd name="csY619" fmla="*/ 498558 h 906880"/>
                <a:gd name="csX620" fmla="*/ 1089610 w 1363328"/>
                <a:gd name="csY620" fmla="*/ 497054 h 906880"/>
                <a:gd name="csX621" fmla="*/ 1089610 w 1363328"/>
                <a:gd name="csY621" fmla="*/ 496303 h 906880"/>
                <a:gd name="csX622" fmla="*/ 1091114 w 1363328"/>
                <a:gd name="csY622" fmla="*/ 496303 h 906880"/>
                <a:gd name="csX623" fmla="*/ 1092618 w 1363328"/>
                <a:gd name="csY623" fmla="*/ 496303 h 906880"/>
                <a:gd name="csX624" fmla="*/ 1094122 w 1363328"/>
                <a:gd name="csY624" fmla="*/ 497054 h 906880"/>
                <a:gd name="csX625" fmla="*/ 1094874 w 1363328"/>
                <a:gd name="csY625" fmla="*/ 497054 h 906880"/>
                <a:gd name="csX626" fmla="*/ 1095626 w 1363328"/>
                <a:gd name="csY626" fmla="*/ 496303 h 906880"/>
                <a:gd name="csX627" fmla="*/ 1097130 w 1363328"/>
                <a:gd name="csY627" fmla="*/ 494799 h 906880"/>
                <a:gd name="csX628" fmla="*/ 1097130 w 1363328"/>
                <a:gd name="csY628" fmla="*/ 494047 h 906880"/>
                <a:gd name="csX629" fmla="*/ 1097882 w 1363328"/>
                <a:gd name="csY629" fmla="*/ 493295 h 906880"/>
                <a:gd name="csX630" fmla="*/ 1099385 w 1363328"/>
                <a:gd name="csY630" fmla="*/ 494047 h 906880"/>
                <a:gd name="csX631" fmla="*/ 1099385 w 1363328"/>
                <a:gd name="csY631" fmla="*/ 494799 h 906880"/>
                <a:gd name="csX632" fmla="*/ 1100138 w 1363328"/>
                <a:gd name="csY632" fmla="*/ 496303 h 906880"/>
                <a:gd name="csX633" fmla="*/ 1100890 w 1363328"/>
                <a:gd name="csY633" fmla="*/ 497054 h 906880"/>
                <a:gd name="csX634" fmla="*/ 1100890 w 1363328"/>
                <a:gd name="csY634" fmla="*/ 497807 h 906880"/>
                <a:gd name="csX635" fmla="*/ 1102394 w 1363328"/>
                <a:gd name="csY635" fmla="*/ 498558 h 906880"/>
                <a:gd name="csX636" fmla="*/ 1103898 w 1363328"/>
                <a:gd name="csY636" fmla="*/ 499310 h 906880"/>
                <a:gd name="csX637" fmla="*/ 1105402 w 1363328"/>
                <a:gd name="csY637" fmla="*/ 500814 h 906880"/>
                <a:gd name="csX638" fmla="*/ 1106905 w 1363328"/>
                <a:gd name="csY638" fmla="*/ 500814 h 906880"/>
                <a:gd name="csX639" fmla="*/ 1107657 w 1363328"/>
                <a:gd name="csY639" fmla="*/ 499310 h 906880"/>
                <a:gd name="csX640" fmla="*/ 1108409 w 1363328"/>
                <a:gd name="csY640" fmla="*/ 498558 h 906880"/>
                <a:gd name="csX641" fmla="*/ 1109913 w 1363328"/>
                <a:gd name="csY641" fmla="*/ 496303 h 906880"/>
                <a:gd name="csX642" fmla="*/ 1111417 w 1363328"/>
                <a:gd name="csY642" fmla="*/ 495550 h 906880"/>
                <a:gd name="csX643" fmla="*/ 1112169 w 1363328"/>
                <a:gd name="csY643" fmla="*/ 494799 h 906880"/>
                <a:gd name="csX644" fmla="*/ 1113673 w 1363328"/>
                <a:gd name="csY644" fmla="*/ 494799 h 906880"/>
                <a:gd name="csX645" fmla="*/ 1114425 w 1363328"/>
                <a:gd name="csY645" fmla="*/ 495550 h 906880"/>
                <a:gd name="csX646" fmla="*/ 1114425 w 1363328"/>
                <a:gd name="csY646" fmla="*/ 496303 h 906880"/>
                <a:gd name="csX647" fmla="*/ 1115177 w 1363328"/>
                <a:gd name="csY647" fmla="*/ 497054 h 906880"/>
                <a:gd name="csX648" fmla="*/ 1115177 w 1363328"/>
                <a:gd name="csY648" fmla="*/ 497807 h 906880"/>
                <a:gd name="csX649" fmla="*/ 1115929 w 1363328"/>
                <a:gd name="csY649" fmla="*/ 498558 h 906880"/>
                <a:gd name="csX650" fmla="*/ 1116681 w 1363328"/>
                <a:gd name="csY650" fmla="*/ 498558 h 906880"/>
                <a:gd name="csX651" fmla="*/ 1117433 w 1363328"/>
                <a:gd name="csY651" fmla="*/ 498558 h 906880"/>
                <a:gd name="csX652" fmla="*/ 1118185 w 1363328"/>
                <a:gd name="csY652" fmla="*/ 498558 h 906880"/>
                <a:gd name="csX653" fmla="*/ 1119689 w 1363328"/>
                <a:gd name="csY653" fmla="*/ 497054 h 906880"/>
                <a:gd name="csX654" fmla="*/ 1119689 w 1363328"/>
                <a:gd name="csY654" fmla="*/ 496303 h 906880"/>
                <a:gd name="csX655" fmla="*/ 1120441 w 1363328"/>
                <a:gd name="csY655" fmla="*/ 494799 h 906880"/>
                <a:gd name="csX656" fmla="*/ 1120441 w 1363328"/>
                <a:gd name="csY656" fmla="*/ 494047 h 906880"/>
                <a:gd name="csX657" fmla="*/ 1119689 w 1363328"/>
                <a:gd name="csY657" fmla="*/ 493295 h 906880"/>
                <a:gd name="csX658" fmla="*/ 1119689 w 1363328"/>
                <a:gd name="csY658" fmla="*/ 492543 h 906880"/>
                <a:gd name="csX659" fmla="*/ 1119689 w 1363328"/>
                <a:gd name="csY659" fmla="*/ 491791 h 906880"/>
                <a:gd name="csX660" fmla="*/ 1118937 w 1363328"/>
                <a:gd name="csY660" fmla="*/ 490287 h 906880"/>
                <a:gd name="csX661" fmla="*/ 1119689 w 1363328"/>
                <a:gd name="csY661" fmla="*/ 489535 h 906880"/>
                <a:gd name="csX662" fmla="*/ 1119689 w 1363328"/>
                <a:gd name="csY662" fmla="*/ 488783 h 906880"/>
                <a:gd name="csX663" fmla="*/ 1120441 w 1363328"/>
                <a:gd name="csY663" fmla="*/ 488783 h 906880"/>
                <a:gd name="csX664" fmla="*/ 1121945 w 1363328"/>
                <a:gd name="csY664" fmla="*/ 488783 h 906880"/>
                <a:gd name="csX665" fmla="*/ 1123449 w 1363328"/>
                <a:gd name="csY665" fmla="*/ 489535 h 906880"/>
                <a:gd name="csX666" fmla="*/ 1124201 w 1363328"/>
                <a:gd name="csY666" fmla="*/ 490287 h 906880"/>
                <a:gd name="csX667" fmla="*/ 1124953 w 1363328"/>
                <a:gd name="csY667" fmla="*/ 489535 h 906880"/>
                <a:gd name="csX668" fmla="*/ 1125705 w 1363328"/>
                <a:gd name="csY668" fmla="*/ 488031 h 906880"/>
                <a:gd name="csX669" fmla="*/ 1126457 w 1363328"/>
                <a:gd name="csY669" fmla="*/ 487279 h 906880"/>
                <a:gd name="csX670" fmla="*/ 1126457 w 1363328"/>
                <a:gd name="csY670" fmla="*/ 484271 h 906880"/>
                <a:gd name="csX671" fmla="*/ 1126457 w 1363328"/>
                <a:gd name="csY671" fmla="*/ 482767 h 906880"/>
                <a:gd name="csX672" fmla="*/ 1126457 w 1363328"/>
                <a:gd name="csY672" fmla="*/ 481263 h 906880"/>
                <a:gd name="csX673" fmla="*/ 1126457 w 1363328"/>
                <a:gd name="csY673" fmla="*/ 480511 h 906880"/>
                <a:gd name="csX674" fmla="*/ 1126457 w 1363328"/>
                <a:gd name="csY674" fmla="*/ 479759 h 906880"/>
                <a:gd name="csX675" fmla="*/ 1125705 w 1363328"/>
                <a:gd name="csY675" fmla="*/ 479007 h 906880"/>
                <a:gd name="csX676" fmla="*/ 1124953 w 1363328"/>
                <a:gd name="csY676" fmla="*/ 478255 h 906880"/>
                <a:gd name="csX677" fmla="*/ 1124201 w 1363328"/>
                <a:gd name="csY677" fmla="*/ 478255 h 906880"/>
                <a:gd name="csX678" fmla="*/ 1123449 w 1363328"/>
                <a:gd name="csY678" fmla="*/ 478255 h 906880"/>
                <a:gd name="csX679" fmla="*/ 1121193 w 1363328"/>
                <a:gd name="csY679" fmla="*/ 478255 h 906880"/>
                <a:gd name="csX680" fmla="*/ 1117433 w 1363328"/>
                <a:gd name="csY680" fmla="*/ 478255 h 906880"/>
                <a:gd name="csX681" fmla="*/ 1116681 w 1363328"/>
                <a:gd name="csY681" fmla="*/ 478255 h 906880"/>
                <a:gd name="csX682" fmla="*/ 1115929 w 1363328"/>
                <a:gd name="csY682" fmla="*/ 478255 h 906880"/>
                <a:gd name="csX683" fmla="*/ 1115177 w 1363328"/>
                <a:gd name="csY683" fmla="*/ 477503 h 906880"/>
                <a:gd name="csX684" fmla="*/ 1114425 w 1363328"/>
                <a:gd name="csY684" fmla="*/ 477503 h 906880"/>
                <a:gd name="csX685" fmla="*/ 1114425 w 1363328"/>
                <a:gd name="csY685" fmla="*/ 476751 h 906880"/>
                <a:gd name="csX686" fmla="*/ 1114425 w 1363328"/>
                <a:gd name="csY686" fmla="*/ 475247 h 906880"/>
                <a:gd name="csX687" fmla="*/ 1114425 w 1363328"/>
                <a:gd name="csY687" fmla="*/ 474495 h 906880"/>
                <a:gd name="csX688" fmla="*/ 1115177 w 1363328"/>
                <a:gd name="csY688" fmla="*/ 474495 h 906880"/>
                <a:gd name="csX689" fmla="*/ 1127961 w 1363328"/>
                <a:gd name="csY689" fmla="*/ 466224 h 906880"/>
                <a:gd name="csX690" fmla="*/ 1128713 w 1363328"/>
                <a:gd name="csY690" fmla="*/ 465471 h 906880"/>
                <a:gd name="csX691" fmla="*/ 1129464 w 1363328"/>
                <a:gd name="csY691" fmla="*/ 463968 h 906880"/>
                <a:gd name="csX692" fmla="*/ 1128713 w 1363328"/>
                <a:gd name="csY692" fmla="*/ 463216 h 906880"/>
                <a:gd name="csX693" fmla="*/ 1128713 w 1363328"/>
                <a:gd name="csY693" fmla="*/ 462464 h 906880"/>
                <a:gd name="csX694" fmla="*/ 1128713 w 1363328"/>
                <a:gd name="csY694" fmla="*/ 461712 h 906880"/>
                <a:gd name="csX695" fmla="*/ 1126457 w 1363328"/>
                <a:gd name="csY695" fmla="*/ 459456 h 906880"/>
                <a:gd name="csX696" fmla="*/ 1125705 w 1363328"/>
                <a:gd name="csY696" fmla="*/ 458704 h 906880"/>
                <a:gd name="csX697" fmla="*/ 1125705 w 1363328"/>
                <a:gd name="csY697" fmla="*/ 457952 h 906880"/>
                <a:gd name="csX698" fmla="*/ 1124953 w 1363328"/>
                <a:gd name="csY698" fmla="*/ 457200 h 906880"/>
                <a:gd name="csX699" fmla="*/ 1126457 w 1363328"/>
                <a:gd name="csY699" fmla="*/ 455696 h 906880"/>
                <a:gd name="csX700" fmla="*/ 1129464 w 1363328"/>
                <a:gd name="csY700" fmla="*/ 455696 h 906880"/>
                <a:gd name="csX701" fmla="*/ 1135481 w 1363328"/>
                <a:gd name="csY701" fmla="*/ 454944 h 906880"/>
                <a:gd name="csX702" fmla="*/ 1137736 w 1363328"/>
                <a:gd name="csY702" fmla="*/ 454944 h 906880"/>
                <a:gd name="csX703" fmla="*/ 1138488 w 1363328"/>
                <a:gd name="csY703" fmla="*/ 455696 h 906880"/>
                <a:gd name="csX704" fmla="*/ 1137736 w 1363328"/>
                <a:gd name="csY704" fmla="*/ 456448 h 906880"/>
                <a:gd name="csX705" fmla="*/ 1136984 w 1363328"/>
                <a:gd name="csY705" fmla="*/ 457952 h 906880"/>
                <a:gd name="csX706" fmla="*/ 1136232 w 1363328"/>
                <a:gd name="csY706" fmla="*/ 459456 h 906880"/>
                <a:gd name="csX707" fmla="*/ 1134728 w 1363328"/>
                <a:gd name="csY707" fmla="*/ 460960 h 906880"/>
                <a:gd name="csX708" fmla="*/ 1133977 w 1363328"/>
                <a:gd name="csY708" fmla="*/ 461712 h 906880"/>
                <a:gd name="csX709" fmla="*/ 1133224 w 1363328"/>
                <a:gd name="csY709" fmla="*/ 462464 h 906880"/>
                <a:gd name="csX710" fmla="*/ 1133224 w 1363328"/>
                <a:gd name="csY710" fmla="*/ 463216 h 906880"/>
                <a:gd name="csX711" fmla="*/ 1133224 w 1363328"/>
                <a:gd name="csY711" fmla="*/ 464720 h 906880"/>
                <a:gd name="csX712" fmla="*/ 1133977 w 1363328"/>
                <a:gd name="csY712" fmla="*/ 465471 h 906880"/>
                <a:gd name="csX713" fmla="*/ 1134728 w 1363328"/>
                <a:gd name="csY713" fmla="*/ 465471 h 906880"/>
                <a:gd name="csX714" fmla="*/ 1135481 w 1363328"/>
                <a:gd name="csY714" fmla="*/ 466224 h 906880"/>
                <a:gd name="csX715" fmla="*/ 1136232 w 1363328"/>
                <a:gd name="csY715" fmla="*/ 466224 h 906880"/>
                <a:gd name="csX716" fmla="*/ 1136984 w 1363328"/>
                <a:gd name="csY716" fmla="*/ 466224 h 906880"/>
                <a:gd name="csX717" fmla="*/ 1138488 w 1363328"/>
                <a:gd name="csY717" fmla="*/ 466224 h 906880"/>
                <a:gd name="csX718" fmla="*/ 1139992 w 1363328"/>
                <a:gd name="csY718" fmla="*/ 465471 h 906880"/>
                <a:gd name="csX719" fmla="*/ 1143752 w 1363328"/>
                <a:gd name="csY719" fmla="*/ 463216 h 906880"/>
                <a:gd name="csX720" fmla="*/ 1146760 w 1363328"/>
                <a:gd name="csY720" fmla="*/ 460960 h 906880"/>
                <a:gd name="csX721" fmla="*/ 1147512 w 1363328"/>
                <a:gd name="csY721" fmla="*/ 460960 h 906880"/>
                <a:gd name="csX722" fmla="*/ 1148264 w 1363328"/>
                <a:gd name="csY722" fmla="*/ 460960 h 906880"/>
                <a:gd name="csX723" fmla="*/ 1149016 w 1363328"/>
                <a:gd name="csY723" fmla="*/ 460960 h 906880"/>
                <a:gd name="csX724" fmla="*/ 1149768 w 1363328"/>
                <a:gd name="csY724" fmla="*/ 461712 h 906880"/>
                <a:gd name="csX725" fmla="*/ 1149768 w 1363328"/>
                <a:gd name="csY725" fmla="*/ 462464 h 906880"/>
                <a:gd name="csX726" fmla="*/ 1149768 w 1363328"/>
                <a:gd name="csY726" fmla="*/ 463216 h 906880"/>
                <a:gd name="csX727" fmla="*/ 1150520 w 1363328"/>
                <a:gd name="csY727" fmla="*/ 463968 h 906880"/>
                <a:gd name="csX728" fmla="*/ 1150520 w 1363328"/>
                <a:gd name="csY728" fmla="*/ 464720 h 906880"/>
                <a:gd name="csX729" fmla="*/ 1151272 w 1363328"/>
                <a:gd name="csY729" fmla="*/ 465471 h 906880"/>
                <a:gd name="csX730" fmla="*/ 1156536 w 1363328"/>
                <a:gd name="csY730" fmla="*/ 466224 h 906880"/>
                <a:gd name="csX731" fmla="*/ 1158040 w 1363328"/>
                <a:gd name="csY731" fmla="*/ 466224 h 906880"/>
                <a:gd name="csX732" fmla="*/ 1159543 w 1363328"/>
                <a:gd name="csY732" fmla="*/ 465471 h 906880"/>
                <a:gd name="csX733" fmla="*/ 1162551 w 1363328"/>
                <a:gd name="csY733" fmla="*/ 463216 h 906880"/>
                <a:gd name="csX734" fmla="*/ 1164055 w 1363328"/>
                <a:gd name="csY734" fmla="*/ 462464 h 906880"/>
                <a:gd name="csX735" fmla="*/ 1164807 w 1363328"/>
                <a:gd name="csY735" fmla="*/ 461712 h 906880"/>
                <a:gd name="csX736" fmla="*/ 1167063 w 1363328"/>
                <a:gd name="csY736" fmla="*/ 457952 h 906880"/>
                <a:gd name="csX737" fmla="*/ 1167815 w 1363328"/>
                <a:gd name="csY737" fmla="*/ 457200 h 906880"/>
                <a:gd name="csX738" fmla="*/ 1168567 w 1363328"/>
                <a:gd name="csY738" fmla="*/ 457200 h 906880"/>
                <a:gd name="csX739" fmla="*/ 1170071 w 1363328"/>
                <a:gd name="csY739" fmla="*/ 457200 h 906880"/>
                <a:gd name="csX740" fmla="*/ 1170823 w 1363328"/>
                <a:gd name="csY740" fmla="*/ 457952 h 906880"/>
                <a:gd name="csX741" fmla="*/ 1171575 w 1363328"/>
                <a:gd name="csY741" fmla="*/ 457952 h 906880"/>
                <a:gd name="csX742" fmla="*/ 1173079 w 1363328"/>
                <a:gd name="csY742" fmla="*/ 459456 h 906880"/>
                <a:gd name="csX743" fmla="*/ 1173079 w 1363328"/>
                <a:gd name="csY743" fmla="*/ 460208 h 906880"/>
                <a:gd name="csX744" fmla="*/ 1173831 w 1363328"/>
                <a:gd name="csY744" fmla="*/ 460960 h 906880"/>
                <a:gd name="csX745" fmla="*/ 1173831 w 1363328"/>
                <a:gd name="csY745" fmla="*/ 461712 h 906880"/>
                <a:gd name="csX746" fmla="*/ 1173831 w 1363328"/>
                <a:gd name="csY746" fmla="*/ 463968 h 906880"/>
                <a:gd name="csX747" fmla="*/ 1173831 w 1363328"/>
                <a:gd name="csY747" fmla="*/ 464720 h 906880"/>
                <a:gd name="csX748" fmla="*/ 1174583 w 1363328"/>
                <a:gd name="csY748" fmla="*/ 465471 h 906880"/>
                <a:gd name="csX749" fmla="*/ 1175335 w 1363328"/>
                <a:gd name="csY749" fmla="*/ 466224 h 906880"/>
                <a:gd name="csX750" fmla="*/ 1176087 w 1363328"/>
                <a:gd name="csY750" fmla="*/ 466224 h 906880"/>
                <a:gd name="csX751" fmla="*/ 1177591 w 1363328"/>
                <a:gd name="csY751" fmla="*/ 465471 h 906880"/>
                <a:gd name="csX752" fmla="*/ 1184359 w 1363328"/>
                <a:gd name="csY752" fmla="*/ 461712 h 906880"/>
                <a:gd name="csX753" fmla="*/ 1195638 w 1363328"/>
                <a:gd name="csY753" fmla="*/ 458704 h 906880"/>
                <a:gd name="csX754" fmla="*/ 1196390 w 1363328"/>
                <a:gd name="csY754" fmla="*/ 457952 h 906880"/>
                <a:gd name="csX755" fmla="*/ 1197894 w 1363328"/>
                <a:gd name="csY755" fmla="*/ 457200 h 906880"/>
                <a:gd name="csX756" fmla="*/ 1198646 w 1363328"/>
                <a:gd name="csY756" fmla="*/ 455696 h 906880"/>
                <a:gd name="csX757" fmla="*/ 1198646 w 1363328"/>
                <a:gd name="csY757" fmla="*/ 454944 h 906880"/>
                <a:gd name="csX758" fmla="*/ 1198646 w 1363328"/>
                <a:gd name="csY758" fmla="*/ 452688 h 906880"/>
                <a:gd name="csX759" fmla="*/ 1198646 w 1363328"/>
                <a:gd name="csY759" fmla="*/ 451936 h 906880"/>
                <a:gd name="csX760" fmla="*/ 1199398 w 1363328"/>
                <a:gd name="csY760" fmla="*/ 451936 h 906880"/>
                <a:gd name="csX761" fmla="*/ 1200902 w 1363328"/>
                <a:gd name="csY761" fmla="*/ 451936 h 906880"/>
                <a:gd name="csX762" fmla="*/ 1202406 w 1363328"/>
                <a:gd name="csY762" fmla="*/ 451936 h 906880"/>
                <a:gd name="csX763" fmla="*/ 1203158 w 1363328"/>
                <a:gd name="csY763" fmla="*/ 451184 h 906880"/>
                <a:gd name="csX764" fmla="*/ 1205414 w 1363328"/>
                <a:gd name="csY764" fmla="*/ 448928 h 906880"/>
                <a:gd name="csX765" fmla="*/ 1208422 w 1363328"/>
                <a:gd name="csY765" fmla="*/ 446672 h 906880"/>
                <a:gd name="csX766" fmla="*/ 1209174 w 1363328"/>
                <a:gd name="csY766" fmla="*/ 445920 h 906880"/>
                <a:gd name="csX767" fmla="*/ 1217445 w 1363328"/>
                <a:gd name="csY767" fmla="*/ 441409 h 906880"/>
                <a:gd name="csX768" fmla="*/ 1218949 w 1363328"/>
                <a:gd name="csY768" fmla="*/ 439905 h 906880"/>
                <a:gd name="csX769" fmla="*/ 1227973 w 1363328"/>
                <a:gd name="csY769" fmla="*/ 436145 h 906880"/>
                <a:gd name="csX770" fmla="*/ 1229477 w 1363328"/>
                <a:gd name="csY770" fmla="*/ 435393 h 906880"/>
                <a:gd name="csX771" fmla="*/ 1232485 w 1363328"/>
                <a:gd name="csY771" fmla="*/ 436145 h 906880"/>
                <a:gd name="csX772" fmla="*/ 1233989 w 1363328"/>
                <a:gd name="csY772" fmla="*/ 436145 h 906880"/>
                <a:gd name="csX773" fmla="*/ 1235493 w 1363328"/>
                <a:gd name="csY773" fmla="*/ 435393 h 906880"/>
                <a:gd name="csX774" fmla="*/ 1237749 w 1363328"/>
                <a:gd name="csY774" fmla="*/ 433889 h 906880"/>
                <a:gd name="csX775" fmla="*/ 1239253 w 1363328"/>
                <a:gd name="csY775" fmla="*/ 433137 h 906880"/>
                <a:gd name="csX776" fmla="*/ 1240757 w 1363328"/>
                <a:gd name="csY776" fmla="*/ 433137 h 906880"/>
                <a:gd name="csX777" fmla="*/ 1245269 w 1363328"/>
                <a:gd name="csY777" fmla="*/ 433137 h 906880"/>
                <a:gd name="csX778" fmla="*/ 1247524 w 1363328"/>
                <a:gd name="csY778" fmla="*/ 433137 h 906880"/>
                <a:gd name="csX779" fmla="*/ 1248277 w 1363328"/>
                <a:gd name="csY779" fmla="*/ 433137 h 906880"/>
                <a:gd name="csX780" fmla="*/ 1252037 w 1363328"/>
                <a:gd name="csY780" fmla="*/ 431633 h 906880"/>
                <a:gd name="csX781" fmla="*/ 1261812 w 1363328"/>
                <a:gd name="csY781" fmla="*/ 426369 h 906880"/>
                <a:gd name="csX782" fmla="*/ 1264068 w 1363328"/>
                <a:gd name="csY782" fmla="*/ 426369 h 906880"/>
                <a:gd name="csX783" fmla="*/ 1266324 w 1363328"/>
                <a:gd name="csY783" fmla="*/ 426369 h 906880"/>
                <a:gd name="csX784" fmla="*/ 1270836 w 1363328"/>
                <a:gd name="csY784" fmla="*/ 428625 h 906880"/>
                <a:gd name="csX785" fmla="*/ 1273092 w 1363328"/>
                <a:gd name="csY785" fmla="*/ 430129 h 906880"/>
                <a:gd name="csX786" fmla="*/ 1274596 w 1363328"/>
                <a:gd name="csY786" fmla="*/ 431633 h 906880"/>
                <a:gd name="csX787" fmla="*/ 1275348 w 1363328"/>
                <a:gd name="csY787" fmla="*/ 433137 h 906880"/>
                <a:gd name="csX788" fmla="*/ 1279107 w 1363328"/>
                <a:gd name="csY788" fmla="*/ 440656 h 906880"/>
                <a:gd name="csX789" fmla="*/ 1279859 w 1363328"/>
                <a:gd name="csY789" fmla="*/ 442160 h 906880"/>
                <a:gd name="csX790" fmla="*/ 1281363 w 1363328"/>
                <a:gd name="csY790" fmla="*/ 443664 h 906880"/>
                <a:gd name="csX791" fmla="*/ 1283619 w 1363328"/>
                <a:gd name="csY791" fmla="*/ 445169 h 906880"/>
                <a:gd name="csX792" fmla="*/ 1285875 w 1363328"/>
                <a:gd name="csY792" fmla="*/ 448176 h 906880"/>
                <a:gd name="csX793" fmla="*/ 1286627 w 1363328"/>
                <a:gd name="csY793" fmla="*/ 448928 h 906880"/>
                <a:gd name="csX794" fmla="*/ 1286627 w 1363328"/>
                <a:gd name="csY794" fmla="*/ 449680 h 906880"/>
                <a:gd name="csX795" fmla="*/ 1287379 w 1363328"/>
                <a:gd name="csY795" fmla="*/ 450432 h 906880"/>
                <a:gd name="csX796" fmla="*/ 1288131 w 1363328"/>
                <a:gd name="csY796" fmla="*/ 450432 h 906880"/>
                <a:gd name="csX797" fmla="*/ 1289635 w 1363328"/>
                <a:gd name="csY797" fmla="*/ 450432 h 906880"/>
                <a:gd name="csX798" fmla="*/ 1289635 w 1363328"/>
                <a:gd name="csY798" fmla="*/ 451184 h 906880"/>
                <a:gd name="csX799" fmla="*/ 1291139 w 1363328"/>
                <a:gd name="csY799" fmla="*/ 456448 h 906880"/>
                <a:gd name="csX800" fmla="*/ 1291139 w 1363328"/>
                <a:gd name="csY800" fmla="*/ 457200 h 906880"/>
                <a:gd name="csX801" fmla="*/ 1291891 w 1363328"/>
                <a:gd name="csY801" fmla="*/ 457952 h 906880"/>
                <a:gd name="csX802" fmla="*/ 1292643 w 1363328"/>
                <a:gd name="csY802" fmla="*/ 458704 h 906880"/>
                <a:gd name="csX803" fmla="*/ 1296403 w 1363328"/>
                <a:gd name="csY803" fmla="*/ 460208 h 906880"/>
                <a:gd name="csX804" fmla="*/ 1297155 w 1363328"/>
                <a:gd name="csY804" fmla="*/ 460208 h 906880"/>
                <a:gd name="csX805" fmla="*/ 1298659 w 1363328"/>
                <a:gd name="csY805" fmla="*/ 460208 h 906880"/>
                <a:gd name="csX806" fmla="*/ 1300915 w 1363328"/>
                <a:gd name="csY806" fmla="*/ 460208 h 906880"/>
                <a:gd name="csX807" fmla="*/ 1301667 w 1363328"/>
                <a:gd name="csY807" fmla="*/ 459456 h 906880"/>
                <a:gd name="csX808" fmla="*/ 1303171 w 1363328"/>
                <a:gd name="csY808" fmla="*/ 459456 h 906880"/>
                <a:gd name="csX809" fmla="*/ 1303922 w 1363328"/>
                <a:gd name="csY809" fmla="*/ 459456 h 906880"/>
                <a:gd name="csX810" fmla="*/ 1306178 w 1363328"/>
                <a:gd name="csY810" fmla="*/ 460960 h 906880"/>
                <a:gd name="csX811" fmla="*/ 1307682 w 1363328"/>
                <a:gd name="csY811" fmla="*/ 461712 h 906880"/>
                <a:gd name="csX812" fmla="*/ 1308435 w 1363328"/>
                <a:gd name="csY812" fmla="*/ 461712 h 906880"/>
                <a:gd name="csX813" fmla="*/ 1310690 w 1363328"/>
                <a:gd name="csY813" fmla="*/ 461712 h 906880"/>
                <a:gd name="csX814" fmla="*/ 1312194 w 1363328"/>
                <a:gd name="csY814" fmla="*/ 460960 h 906880"/>
                <a:gd name="csX815" fmla="*/ 1312946 w 1363328"/>
                <a:gd name="csY815" fmla="*/ 460960 h 906880"/>
                <a:gd name="csX816" fmla="*/ 1312946 w 1363328"/>
                <a:gd name="csY816" fmla="*/ 460208 h 906880"/>
                <a:gd name="csX817" fmla="*/ 1313698 w 1363328"/>
                <a:gd name="csY817" fmla="*/ 460208 h 906880"/>
                <a:gd name="csX818" fmla="*/ 1314450 w 1363328"/>
                <a:gd name="csY818" fmla="*/ 460208 h 906880"/>
                <a:gd name="csX819" fmla="*/ 1321218 w 1363328"/>
                <a:gd name="csY819" fmla="*/ 459456 h 906880"/>
                <a:gd name="csX820" fmla="*/ 1321970 w 1363328"/>
                <a:gd name="csY820" fmla="*/ 459456 h 906880"/>
                <a:gd name="csX821" fmla="*/ 1322722 w 1363328"/>
                <a:gd name="csY821" fmla="*/ 458704 h 906880"/>
                <a:gd name="csX822" fmla="*/ 1323474 w 1363328"/>
                <a:gd name="csY822" fmla="*/ 457952 h 906880"/>
                <a:gd name="csX823" fmla="*/ 1324978 w 1363328"/>
                <a:gd name="csY823" fmla="*/ 457952 h 906880"/>
                <a:gd name="csX824" fmla="*/ 1327986 w 1363328"/>
                <a:gd name="csY824" fmla="*/ 457952 h 906880"/>
                <a:gd name="csX825" fmla="*/ 1329490 w 1363328"/>
                <a:gd name="csY825" fmla="*/ 457200 h 906880"/>
                <a:gd name="csX826" fmla="*/ 1330241 w 1363328"/>
                <a:gd name="csY826" fmla="*/ 457200 h 906880"/>
                <a:gd name="csX827" fmla="*/ 1330994 w 1363328"/>
                <a:gd name="csY827" fmla="*/ 455696 h 906880"/>
                <a:gd name="csX828" fmla="*/ 1331746 w 1363328"/>
                <a:gd name="csY828" fmla="*/ 454944 h 906880"/>
                <a:gd name="csX829" fmla="*/ 1332497 w 1363328"/>
                <a:gd name="csY829" fmla="*/ 455696 h 906880"/>
                <a:gd name="csX830" fmla="*/ 1334001 w 1363328"/>
                <a:gd name="csY830" fmla="*/ 457200 h 906880"/>
                <a:gd name="csX831" fmla="*/ 1334754 w 1363328"/>
                <a:gd name="csY831" fmla="*/ 457952 h 906880"/>
                <a:gd name="csX832" fmla="*/ 1337009 w 1363328"/>
                <a:gd name="csY832" fmla="*/ 457952 h 906880"/>
                <a:gd name="csX833" fmla="*/ 1338513 w 1363328"/>
                <a:gd name="csY833" fmla="*/ 457200 h 906880"/>
                <a:gd name="csX834" fmla="*/ 1340769 w 1363328"/>
                <a:gd name="csY834" fmla="*/ 456448 h 906880"/>
                <a:gd name="csX835" fmla="*/ 1344529 w 1363328"/>
                <a:gd name="csY835" fmla="*/ 456448 h 906880"/>
                <a:gd name="csX836" fmla="*/ 1349793 w 1363328"/>
                <a:gd name="csY836" fmla="*/ 457200 h 906880"/>
                <a:gd name="csX837" fmla="*/ 1352049 w 1363328"/>
                <a:gd name="csY837" fmla="*/ 457200 h 906880"/>
                <a:gd name="csX838" fmla="*/ 1352801 w 1363328"/>
                <a:gd name="csY838" fmla="*/ 457200 h 906880"/>
                <a:gd name="csX839" fmla="*/ 1353553 w 1363328"/>
                <a:gd name="csY839" fmla="*/ 456448 h 906880"/>
                <a:gd name="csX840" fmla="*/ 1354305 w 1363328"/>
                <a:gd name="csY840" fmla="*/ 456448 h 906880"/>
                <a:gd name="csX841" fmla="*/ 1355057 w 1363328"/>
                <a:gd name="csY841" fmla="*/ 455696 h 906880"/>
                <a:gd name="csX842" fmla="*/ 1355057 w 1363328"/>
                <a:gd name="csY842" fmla="*/ 456448 h 906880"/>
                <a:gd name="csX843" fmla="*/ 1357313 w 1363328"/>
                <a:gd name="csY843" fmla="*/ 459456 h 906880"/>
                <a:gd name="csX844" fmla="*/ 1359569 w 1363328"/>
                <a:gd name="csY844" fmla="*/ 463216 h 906880"/>
                <a:gd name="csX845" fmla="*/ 1362576 w 1363328"/>
                <a:gd name="csY845" fmla="*/ 468480 h 906880"/>
                <a:gd name="csX846" fmla="*/ 1363329 w 1363328"/>
                <a:gd name="csY846" fmla="*/ 469984 h 906880"/>
                <a:gd name="csX847" fmla="*/ 1363329 w 1363328"/>
                <a:gd name="csY847" fmla="*/ 471488 h 906880"/>
                <a:gd name="csX848" fmla="*/ 1363329 w 1363328"/>
                <a:gd name="csY848" fmla="*/ 472239 h 906880"/>
                <a:gd name="csX849" fmla="*/ 1363329 w 1363328"/>
                <a:gd name="csY849" fmla="*/ 472991 h 906880"/>
                <a:gd name="csX850" fmla="*/ 1362576 w 1363328"/>
                <a:gd name="csY850" fmla="*/ 473743 h 906880"/>
                <a:gd name="csX851" fmla="*/ 1361824 w 1363328"/>
                <a:gd name="csY851" fmla="*/ 474495 h 906880"/>
                <a:gd name="csX852" fmla="*/ 1360320 w 1363328"/>
                <a:gd name="csY852" fmla="*/ 475247 h 906880"/>
                <a:gd name="csX853" fmla="*/ 1359569 w 1363328"/>
                <a:gd name="csY853" fmla="*/ 475247 h 906880"/>
                <a:gd name="csX854" fmla="*/ 1357313 w 1363328"/>
                <a:gd name="csY854" fmla="*/ 475999 h 906880"/>
                <a:gd name="csX855" fmla="*/ 1355809 w 1363328"/>
                <a:gd name="csY855" fmla="*/ 476751 h 906880"/>
                <a:gd name="csX856" fmla="*/ 1354305 w 1363328"/>
                <a:gd name="csY856" fmla="*/ 477503 h 906880"/>
                <a:gd name="csX857" fmla="*/ 1350545 w 1363328"/>
                <a:gd name="csY857" fmla="*/ 482015 h 906880"/>
                <a:gd name="csX858" fmla="*/ 1349793 w 1363328"/>
                <a:gd name="csY858" fmla="*/ 483519 h 906880"/>
                <a:gd name="csX859" fmla="*/ 1350545 w 1363328"/>
                <a:gd name="csY859" fmla="*/ 485023 h 906880"/>
                <a:gd name="csX860" fmla="*/ 1350545 w 1363328"/>
                <a:gd name="csY860" fmla="*/ 485775 h 906880"/>
                <a:gd name="csX861" fmla="*/ 1350545 w 1363328"/>
                <a:gd name="csY861" fmla="*/ 486527 h 906880"/>
                <a:gd name="csX862" fmla="*/ 1350545 w 1363328"/>
                <a:gd name="csY862" fmla="*/ 488031 h 906880"/>
                <a:gd name="csX863" fmla="*/ 1348289 w 1363328"/>
                <a:gd name="csY863" fmla="*/ 492543 h 906880"/>
                <a:gd name="csX864" fmla="*/ 1347537 w 1363328"/>
                <a:gd name="csY864" fmla="*/ 493295 h 906880"/>
                <a:gd name="csX865" fmla="*/ 1346785 w 1363328"/>
                <a:gd name="csY865" fmla="*/ 494047 h 906880"/>
                <a:gd name="csX866" fmla="*/ 1341521 w 1363328"/>
                <a:gd name="csY866" fmla="*/ 495550 h 906880"/>
                <a:gd name="csX867" fmla="*/ 1334001 w 1363328"/>
                <a:gd name="csY867" fmla="*/ 500063 h 906880"/>
                <a:gd name="csX868" fmla="*/ 1331746 w 1363328"/>
                <a:gd name="csY868" fmla="*/ 500814 h 906880"/>
                <a:gd name="csX869" fmla="*/ 1330994 w 1363328"/>
                <a:gd name="csY869" fmla="*/ 500814 h 906880"/>
                <a:gd name="csX870" fmla="*/ 1329490 w 1363328"/>
                <a:gd name="csY870" fmla="*/ 500063 h 906880"/>
                <a:gd name="csX871" fmla="*/ 1328737 w 1363328"/>
                <a:gd name="csY871" fmla="*/ 499310 h 906880"/>
                <a:gd name="csX872" fmla="*/ 1327986 w 1363328"/>
                <a:gd name="csY872" fmla="*/ 499310 h 906880"/>
                <a:gd name="csX873" fmla="*/ 1323474 w 1363328"/>
                <a:gd name="csY873" fmla="*/ 501567 h 906880"/>
                <a:gd name="csX874" fmla="*/ 1321970 w 1363328"/>
                <a:gd name="csY874" fmla="*/ 501567 h 906880"/>
                <a:gd name="csX875" fmla="*/ 1320466 w 1363328"/>
                <a:gd name="csY875" fmla="*/ 502318 h 906880"/>
                <a:gd name="csX876" fmla="*/ 1319714 w 1363328"/>
                <a:gd name="csY876" fmla="*/ 501567 h 906880"/>
                <a:gd name="csX877" fmla="*/ 1318962 w 1363328"/>
                <a:gd name="csY877" fmla="*/ 501567 h 906880"/>
                <a:gd name="csX878" fmla="*/ 1318962 w 1363328"/>
                <a:gd name="csY878" fmla="*/ 500814 h 906880"/>
                <a:gd name="csX879" fmla="*/ 1318210 w 1363328"/>
                <a:gd name="csY879" fmla="*/ 500063 h 906880"/>
                <a:gd name="csX880" fmla="*/ 1318210 w 1363328"/>
                <a:gd name="csY880" fmla="*/ 499310 h 906880"/>
                <a:gd name="csX881" fmla="*/ 1317458 w 1363328"/>
                <a:gd name="csY881" fmla="*/ 498558 h 906880"/>
                <a:gd name="csX882" fmla="*/ 1316706 w 1363328"/>
                <a:gd name="csY882" fmla="*/ 498558 h 906880"/>
                <a:gd name="csX883" fmla="*/ 1308435 w 1363328"/>
                <a:gd name="csY883" fmla="*/ 503822 h 906880"/>
                <a:gd name="csX884" fmla="*/ 1306178 w 1363328"/>
                <a:gd name="csY884" fmla="*/ 504574 h 906880"/>
                <a:gd name="csX885" fmla="*/ 1305426 w 1363328"/>
                <a:gd name="csY885" fmla="*/ 504574 h 906880"/>
                <a:gd name="csX886" fmla="*/ 1303171 w 1363328"/>
                <a:gd name="csY886" fmla="*/ 503070 h 906880"/>
                <a:gd name="csX887" fmla="*/ 1302418 w 1363328"/>
                <a:gd name="csY887" fmla="*/ 503070 h 906880"/>
                <a:gd name="csX888" fmla="*/ 1300915 w 1363328"/>
                <a:gd name="csY888" fmla="*/ 503070 h 906880"/>
                <a:gd name="csX889" fmla="*/ 1300163 w 1363328"/>
                <a:gd name="csY889" fmla="*/ 503070 h 906880"/>
                <a:gd name="csX890" fmla="*/ 1299411 w 1363328"/>
                <a:gd name="csY890" fmla="*/ 503070 h 906880"/>
                <a:gd name="csX891" fmla="*/ 1295651 w 1363328"/>
                <a:gd name="csY891" fmla="*/ 505326 h 906880"/>
                <a:gd name="csX892" fmla="*/ 1290387 w 1363328"/>
                <a:gd name="csY892" fmla="*/ 509086 h 906880"/>
                <a:gd name="csX893" fmla="*/ 1287379 w 1363328"/>
                <a:gd name="csY893" fmla="*/ 510590 h 906880"/>
                <a:gd name="csX894" fmla="*/ 1285875 w 1363328"/>
                <a:gd name="csY894" fmla="*/ 511342 h 906880"/>
                <a:gd name="csX895" fmla="*/ 1280611 w 1363328"/>
                <a:gd name="csY895" fmla="*/ 512094 h 906880"/>
                <a:gd name="csX896" fmla="*/ 1279859 w 1363328"/>
                <a:gd name="csY896" fmla="*/ 512094 h 906880"/>
                <a:gd name="csX897" fmla="*/ 1279107 w 1363328"/>
                <a:gd name="csY897" fmla="*/ 512846 h 906880"/>
                <a:gd name="csX898" fmla="*/ 1278356 w 1363328"/>
                <a:gd name="csY898" fmla="*/ 512846 h 906880"/>
                <a:gd name="csX899" fmla="*/ 1276852 w 1363328"/>
                <a:gd name="csY899" fmla="*/ 514350 h 906880"/>
                <a:gd name="csX900" fmla="*/ 1276099 w 1363328"/>
                <a:gd name="csY900" fmla="*/ 515102 h 906880"/>
                <a:gd name="csX901" fmla="*/ 1274596 w 1363328"/>
                <a:gd name="csY901" fmla="*/ 518862 h 906880"/>
                <a:gd name="csX902" fmla="*/ 1273843 w 1363328"/>
                <a:gd name="csY902" fmla="*/ 519614 h 906880"/>
                <a:gd name="csX903" fmla="*/ 1272339 w 1363328"/>
                <a:gd name="csY903" fmla="*/ 519614 h 906880"/>
                <a:gd name="csX904" fmla="*/ 1271588 w 1363328"/>
                <a:gd name="csY904" fmla="*/ 520366 h 906880"/>
                <a:gd name="csX905" fmla="*/ 1268580 w 1363328"/>
                <a:gd name="csY905" fmla="*/ 520366 h 906880"/>
                <a:gd name="csX906" fmla="*/ 1267828 w 1363328"/>
                <a:gd name="csY906" fmla="*/ 521118 h 906880"/>
                <a:gd name="csX907" fmla="*/ 1267828 w 1363328"/>
                <a:gd name="csY907" fmla="*/ 521869 h 906880"/>
                <a:gd name="csX908" fmla="*/ 1267828 w 1363328"/>
                <a:gd name="csY908" fmla="*/ 523374 h 906880"/>
                <a:gd name="csX909" fmla="*/ 1267828 w 1363328"/>
                <a:gd name="csY909" fmla="*/ 524126 h 906880"/>
                <a:gd name="csX910" fmla="*/ 1267828 w 1363328"/>
                <a:gd name="csY910" fmla="*/ 526382 h 906880"/>
                <a:gd name="csX911" fmla="*/ 1267828 w 1363328"/>
                <a:gd name="csY911" fmla="*/ 527133 h 906880"/>
                <a:gd name="csX912" fmla="*/ 1266324 w 1363328"/>
                <a:gd name="csY912" fmla="*/ 536157 h 906880"/>
                <a:gd name="csX913" fmla="*/ 1266324 w 1363328"/>
                <a:gd name="csY913" fmla="*/ 539165 h 906880"/>
                <a:gd name="csX914" fmla="*/ 1266324 w 1363328"/>
                <a:gd name="csY914" fmla="*/ 541421 h 906880"/>
                <a:gd name="csX915" fmla="*/ 1266324 w 1363328"/>
                <a:gd name="csY915" fmla="*/ 542925 h 906880"/>
                <a:gd name="csX916" fmla="*/ 1266324 w 1363328"/>
                <a:gd name="csY916" fmla="*/ 544429 h 906880"/>
                <a:gd name="csX917" fmla="*/ 1266324 w 1363328"/>
                <a:gd name="csY917" fmla="*/ 545933 h 906880"/>
                <a:gd name="csX918" fmla="*/ 1264820 w 1363328"/>
                <a:gd name="csY918" fmla="*/ 548941 h 906880"/>
                <a:gd name="csX919" fmla="*/ 1263316 w 1363328"/>
                <a:gd name="csY919" fmla="*/ 550445 h 906880"/>
                <a:gd name="csX920" fmla="*/ 1262564 w 1363328"/>
                <a:gd name="csY920" fmla="*/ 551197 h 906880"/>
                <a:gd name="csX921" fmla="*/ 1261812 w 1363328"/>
                <a:gd name="csY921" fmla="*/ 551197 h 906880"/>
                <a:gd name="csX922" fmla="*/ 1260308 w 1363328"/>
                <a:gd name="csY922" fmla="*/ 552701 h 906880"/>
                <a:gd name="csX923" fmla="*/ 1257300 w 1363328"/>
                <a:gd name="csY923" fmla="*/ 557212 h 906880"/>
                <a:gd name="csX924" fmla="*/ 1257300 w 1363328"/>
                <a:gd name="csY924" fmla="*/ 558716 h 906880"/>
                <a:gd name="csX925" fmla="*/ 1257300 w 1363328"/>
                <a:gd name="csY925" fmla="*/ 559468 h 906880"/>
                <a:gd name="csX926" fmla="*/ 1257300 w 1363328"/>
                <a:gd name="csY926" fmla="*/ 560220 h 906880"/>
                <a:gd name="csX927" fmla="*/ 1257300 w 1363328"/>
                <a:gd name="csY927" fmla="*/ 560972 h 906880"/>
                <a:gd name="csX928" fmla="*/ 1258052 w 1363328"/>
                <a:gd name="csY928" fmla="*/ 562476 h 906880"/>
                <a:gd name="csX929" fmla="*/ 1261812 w 1363328"/>
                <a:gd name="csY929" fmla="*/ 568492 h 906880"/>
                <a:gd name="csX930" fmla="*/ 1264068 w 1363328"/>
                <a:gd name="csY930" fmla="*/ 572252 h 906880"/>
                <a:gd name="csX931" fmla="*/ 1264820 w 1363328"/>
                <a:gd name="csY931" fmla="*/ 573004 h 906880"/>
                <a:gd name="csX932" fmla="*/ 1266324 w 1363328"/>
                <a:gd name="csY932" fmla="*/ 573004 h 906880"/>
                <a:gd name="csX933" fmla="*/ 1267076 w 1363328"/>
                <a:gd name="csY933" fmla="*/ 572252 h 906880"/>
                <a:gd name="csX934" fmla="*/ 1267076 w 1363328"/>
                <a:gd name="csY934" fmla="*/ 571500 h 906880"/>
                <a:gd name="csX935" fmla="*/ 1267828 w 1363328"/>
                <a:gd name="csY935" fmla="*/ 571500 h 906880"/>
                <a:gd name="csX936" fmla="*/ 1269332 w 1363328"/>
                <a:gd name="csY936" fmla="*/ 572252 h 906880"/>
                <a:gd name="csX937" fmla="*/ 1270084 w 1363328"/>
                <a:gd name="csY937" fmla="*/ 573756 h 906880"/>
                <a:gd name="csX938" fmla="*/ 1271588 w 1363328"/>
                <a:gd name="csY938" fmla="*/ 576764 h 906880"/>
                <a:gd name="csX939" fmla="*/ 1273092 w 1363328"/>
                <a:gd name="csY939" fmla="*/ 578268 h 906880"/>
                <a:gd name="csX940" fmla="*/ 1277603 w 1363328"/>
                <a:gd name="csY940" fmla="*/ 581276 h 906880"/>
                <a:gd name="csX941" fmla="*/ 1276852 w 1363328"/>
                <a:gd name="csY941" fmla="*/ 583531 h 906880"/>
                <a:gd name="csX942" fmla="*/ 1274596 w 1363328"/>
                <a:gd name="csY942" fmla="*/ 584284 h 906880"/>
                <a:gd name="csX943" fmla="*/ 1272339 w 1363328"/>
                <a:gd name="csY943" fmla="*/ 585035 h 906880"/>
                <a:gd name="csX944" fmla="*/ 1269332 w 1363328"/>
                <a:gd name="csY944" fmla="*/ 585787 h 906880"/>
                <a:gd name="csX945" fmla="*/ 1267076 w 1363328"/>
                <a:gd name="csY945" fmla="*/ 585035 h 906880"/>
                <a:gd name="csX946" fmla="*/ 1264820 w 1363328"/>
                <a:gd name="csY946" fmla="*/ 585787 h 906880"/>
                <a:gd name="csX947" fmla="*/ 1262564 w 1363328"/>
                <a:gd name="csY947" fmla="*/ 587291 h 906880"/>
                <a:gd name="csX948" fmla="*/ 1260308 w 1363328"/>
                <a:gd name="csY948" fmla="*/ 587291 h 906880"/>
                <a:gd name="csX949" fmla="*/ 1259556 w 1363328"/>
                <a:gd name="csY949" fmla="*/ 585787 h 906880"/>
                <a:gd name="csX950" fmla="*/ 1258804 w 1363328"/>
                <a:gd name="csY950" fmla="*/ 584284 h 906880"/>
                <a:gd name="csX951" fmla="*/ 1258052 w 1363328"/>
                <a:gd name="csY951" fmla="*/ 582780 h 906880"/>
                <a:gd name="csX952" fmla="*/ 1256548 w 1363328"/>
                <a:gd name="csY952" fmla="*/ 582780 h 906880"/>
                <a:gd name="csX953" fmla="*/ 1255044 w 1363328"/>
                <a:gd name="csY953" fmla="*/ 582780 h 906880"/>
                <a:gd name="csX954" fmla="*/ 1254292 w 1363328"/>
                <a:gd name="csY954" fmla="*/ 582780 h 906880"/>
                <a:gd name="csX955" fmla="*/ 1252037 w 1363328"/>
                <a:gd name="csY955" fmla="*/ 583531 h 906880"/>
                <a:gd name="csX956" fmla="*/ 1252788 w 1363328"/>
                <a:gd name="csY956" fmla="*/ 579772 h 906880"/>
                <a:gd name="csX957" fmla="*/ 1249028 w 1363328"/>
                <a:gd name="csY957" fmla="*/ 581276 h 906880"/>
                <a:gd name="csX958" fmla="*/ 1243765 w 1363328"/>
                <a:gd name="csY958" fmla="*/ 584284 h 906880"/>
                <a:gd name="csX959" fmla="*/ 1242260 w 1363328"/>
                <a:gd name="csY959" fmla="*/ 585787 h 906880"/>
                <a:gd name="csX960" fmla="*/ 1241509 w 1363328"/>
                <a:gd name="csY960" fmla="*/ 586540 h 906880"/>
                <a:gd name="csX961" fmla="*/ 1240005 w 1363328"/>
                <a:gd name="csY961" fmla="*/ 588795 h 906880"/>
                <a:gd name="csX962" fmla="*/ 1239253 w 1363328"/>
                <a:gd name="csY962" fmla="*/ 589547 h 906880"/>
                <a:gd name="csX963" fmla="*/ 1238501 w 1363328"/>
                <a:gd name="csY963" fmla="*/ 589547 h 906880"/>
                <a:gd name="csX964" fmla="*/ 1236245 w 1363328"/>
                <a:gd name="csY964" fmla="*/ 590299 h 906880"/>
                <a:gd name="csX965" fmla="*/ 1235493 w 1363328"/>
                <a:gd name="csY965" fmla="*/ 590299 h 906880"/>
                <a:gd name="csX966" fmla="*/ 1232485 w 1363328"/>
                <a:gd name="csY966" fmla="*/ 591803 h 906880"/>
                <a:gd name="csX967" fmla="*/ 1230981 w 1363328"/>
                <a:gd name="csY967" fmla="*/ 591803 h 906880"/>
                <a:gd name="csX968" fmla="*/ 1230229 w 1363328"/>
                <a:gd name="csY968" fmla="*/ 590299 h 906880"/>
                <a:gd name="csX969" fmla="*/ 1228725 w 1363328"/>
                <a:gd name="csY969" fmla="*/ 594059 h 906880"/>
                <a:gd name="csX970" fmla="*/ 1230981 w 1363328"/>
                <a:gd name="csY970" fmla="*/ 595563 h 906880"/>
                <a:gd name="csX971" fmla="*/ 1233237 w 1363328"/>
                <a:gd name="csY971" fmla="*/ 597067 h 906880"/>
                <a:gd name="csX972" fmla="*/ 1235493 w 1363328"/>
                <a:gd name="csY972" fmla="*/ 599323 h 906880"/>
                <a:gd name="csX973" fmla="*/ 1231733 w 1363328"/>
                <a:gd name="csY973" fmla="*/ 599323 h 906880"/>
                <a:gd name="csX974" fmla="*/ 1228725 w 1363328"/>
                <a:gd name="csY974" fmla="*/ 601579 h 906880"/>
                <a:gd name="csX975" fmla="*/ 1225717 w 1363328"/>
                <a:gd name="csY975" fmla="*/ 608346 h 906880"/>
                <a:gd name="csX976" fmla="*/ 1224213 w 1363328"/>
                <a:gd name="csY976" fmla="*/ 605339 h 906880"/>
                <a:gd name="csX977" fmla="*/ 1222709 w 1363328"/>
                <a:gd name="csY977" fmla="*/ 604587 h 906880"/>
                <a:gd name="csX978" fmla="*/ 1221958 w 1363328"/>
                <a:gd name="csY978" fmla="*/ 605339 h 906880"/>
                <a:gd name="csX979" fmla="*/ 1222709 w 1363328"/>
                <a:gd name="csY979" fmla="*/ 608346 h 906880"/>
                <a:gd name="csX980" fmla="*/ 1221205 w 1363328"/>
                <a:gd name="csY980" fmla="*/ 608346 h 906880"/>
                <a:gd name="csX981" fmla="*/ 1219701 w 1363328"/>
                <a:gd name="csY981" fmla="*/ 607595 h 906880"/>
                <a:gd name="csX982" fmla="*/ 1217445 w 1363328"/>
                <a:gd name="csY982" fmla="*/ 606091 h 906880"/>
                <a:gd name="csX983" fmla="*/ 1215941 w 1363328"/>
                <a:gd name="csY983" fmla="*/ 604587 h 906880"/>
                <a:gd name="csX984" fmla="*/ 1214438 w 1363328"/>
                <a:gd name="csY984" fmla="*/ 603835 h 906880"/>
                <a:gd name="csX985" fmla="*/ 1213686 w 1363328"/>
                <a:gd name="csY985" fmla="*/ 606091 h 906880"/>
                <a:gd name="csX986" fmla="*/ 1213686 w 1363328"/>
                <a:gd name="csY986" fmla="*/ 608346 h 906880"/>
                <a:gd name="csX987" fmla="*/ 1214438 w 1363328"/>
                <a:gd name="csY987" fmla="*/ 610603 h 906880"/>
                <a:gd name="csX988" fmla="*/ 1211430 w 1363328"/>
                <a:gd name="csY988" fmla="*/ 611355 h 906880"/>
                <a:gd name="csX989" fmla="*/ 1209174 w 1363328"/>
                <a:gd name="csY989" fmla="*/ 610603 h 906880"/>
                <a:gd name="csX990" fmla="*/ 1206166 w 1363328"/>
                <a:gd name="csY990" fmla="*/ 609851 h 906880"/>
                <a:gd name="csX991" fmla="*/ 1203910 w 1363328"/>
                <a:gd name="csY991" fmla="*/ 612859 h 906880"/>
                <a:gd name="csX992" fmla="*/ 1206166 w 1363328"/>
                <a:gd name="csY992" fmla="*/ 615866 h 906880"/>
                <a:gd name="csX993" fmla="*/ 1206166 w 1363328"/>
                <a:gd name="csY993" fmla="*/ 618122 h 906880"/>
                <a:gd name="csX994" fmla="*/ 1204662 w 1363328"/>
                <a:gd name="csY994" fmla="*/ 618874 h 906880"/>
                <a:gd name="csX995" fmla="*/ 1203158 w 1363328"/>
                <a:gd name="csY995" fmla="*/ 618874 h 906880"/>
                <a:gd name="csX996" fmla="*/ 1198646 w 1363328"/>
                <a:gd name="csY996" fmla="*/ 621130 h 906880"/>
                <a:gd name="csX997" fmla="*/ 1196390 w 1363328"/>
                <a:gd name="csY997" fmla="*/ 620378 h 906880"/>
                <a:gd name="csX998" fmla="*/ 1194134 w 1363328"/>
                <a:gd name="csY998" fmla="*/ 618122 h 906880"/>
                <a:gd name="csX999" fmla="*/ 1192630 w 1363328"/>
                <a:gd name="csY999" fmla="*/ 617370 h 906880"/>
                <a:gd name="csX1000" fmla="*/ 1191126 w 1363328"/>
                <a:gd name="csY1000" fmla="*/ 618122 h 906880"/>
                <a:gd name="csX1001" fmla="*/ 1189622 w 1363328"/>
                <a:gd name="csY1001" fmla="*/ 619626 h 906880"/>
                <a:gd name="csX1002" fmla="*/ 1188119 w 1363328"/>
                <a:gd name="csY1002" fmla="*/ 621130 h 906880"/>
                <a:gd name="csX1003" fmla="*/ 1187366 w 1363328"/>
                <a:gd name="csY1003" fmla="*/ 621882 h 906880"/>
                <a:gd name="csX1004" fmla="*/ 1183607 w 1363328"/>
                <a:gd name="csY1004" fmla="*/ 623386 h 906880"/>
                <a:gd name="csX1005" fmla="*/ 1180599 w 1363328"/>
                <a:gd name="csY1005" fmla="*/ 624890 h 906880"/>
                <a:gd name="csX1006" fmla="*/ 1177591 w 1363328"/>
                <a:gd name="csY1006" fmla="*/ 626394 h 906880"/>
                <a:gd name="csX1007" fmla="*/ 1173831 w 1363328"/>
                <a:gd name="csY1007" fmla="*/ 625642 h 906880"/>
                <a:gd name="csX1008" fmla="*/ 1173831 w 1363328"/>
                <a:gd name="csY1008" fmla="*/ 627146 h 906880"/>
                <a:gd name="csX1009" fmla="*/ 1171575 w 1363328"/>
                <a:gd name="csY1009" fmla="*/ 629402 h 906880"/>
                <a:gd name="csX1010" fmla="*/ 1170823 w 1363328"/>
                <a:gd name="csY1010" fmla="*/ 630906 h 906880"/>
                <a:gd name="csX1011" fmla="*/ 1170823 w 1363328"/>
                <a:gd name="csY1011" fmla="*/ 633162 h 906880"/>
                <a:gd name="csX1012" fmla="*/ 1171575 w 1363328"/>
                <a:gd name="csY1012" fmla="*/ 636922 h 906880"/>
                <a:gd name="csX1013" fmla="*/ 1172327 w 1363328"/>
                <a:gd name="csY1013" fmla="*/ 638425 h 906880"/>
                <a:gd name="csX1014" fmla="*/ 1172327 w 1363328"/>
                <a:gd name="csY1014" fmla="*/ 640682 h 906880"/>
                <a:gd name="csX1015" fmla="*/ 1173831 w 1363328"/>
                <a:gd name="csY1015" fmla="*/ 641433 h 906880"/>
                <a:gd name="csX1016" fmla="*/ 1175335 w 1363328"/>
                <a:gd name="csY1016" fmla="*/ 641433 h 906880"/>
                <a:gd name="csX1017" fmla="*/ 1176087 w 1363328"/>
                <a:gd name="csY1017" fmla="*/ 642185 h 906880"/>
                <a:gd name="csX1018" fmla="*/ 1176087 w 1363328"/>
                <a:gd name="csY1018" fmla="*/ 644442 h 906880"/>
                <a:gd name="csX1019" fmla="*/ 1175335 w 1363328"/>
                <a:gd name="csY1019" fmla="*/ 648201 h 906880"/>
                <a:gd name="csX1020" fmla="*/ 1175335 w 1363328"/>
                <a:gd name="csY1020" fmla="*/ 649705 h 906880"/>
                <a:gd name="csX1021" fmla="*/ 1176839 w 1363328"/>
                <a:gd name="csY1021" fmla="*/ 652713 h 906880"/>
                <a:gd name="csX1022" fmla="*/ 1176839 w 1363328"/>
                <a:gd name="csY1022" fmla="*/ 655721 h 906880"/>
                <a:gd name="csX1023" fmla="*/ 1175335 w 1363328"/>
                <a:gd name="csY1023" fmla="*/ 658729 h 906880"/>
                <a:gd name="csX1024" fmla="*/ 1172327 w 1363328"/>
                <a:gd name="csY1024" fmla="*/ 660985 h 906880"/>
                <a:gd name="csX1025" fmla="*/ 1170071 w 1363328"/>
                <a:gd name="csY1025" fmla="*/ 660985 h 906880"/>
                <a:gd name="csX1026" fmla="*/ 1168567 w 1363328"/>
                <a:gd name="csY1026" fmla="*/ 660233 h 906880"/>
                <a:gd name="csX1027" fmla="*/ 1167815 w 1363328"/>
                <a:gd name="csY1027" fmla="*/ 659481 h 906880"/>
                <a:gd name="csX1028" fmla="*/ 1166311 w 1363328"/>
                <a:gd name="csY1028" fmla="*/ 659481 h 906880"/>
                <a:gd name="csX1029" fmla="*/ 1164055 w 1363328"/>
                <a:gd name="csY1029" fmla="*/ 660233 h 906880"/>
                <a:gd name="csX1030" fmla="*/ 1161047 w 1363328"/>
                <a:gd name="csY1030" fmla="*/ 661737 h 906880"/>
                <a:gd name="csX1031" fmla="*/ 1159543 w 1363328"/>
                <a:gd name="csY1031" fmla="*/ 661737 h 906880"/>
                <a:gd name="csX1032" fmla="*/ 1156536 w 1363328"/>
                <a:gd name="csY1032" fmla="*/ 660233 h 906880"/>
                <a:gd name="csX1033" fmla="*/ 1152776 w 1363328"/>
                <a:gd name="csY1033" fmla="*/ 655721 h 906880"/>
                <a:gd name="csX1034" fmla="*/ 1149768 w 1363328"/>
                <a:gd name="csY1034" fmla="*/ 654969 h 906880"/>
                <a:gd name="csX1035" fmla="*/ 1144504 w 1363328"/>
                <a:gd name="csY1035" fmla="*/ 655721 h 906880"/>
                <a:gd name="csX1036" fmla="*/ 1143000 w 1363328"/>
                <a:gd name="csY1036" fmla="*/ 655721 h 906880"/>
                <a:gd name="csX1037" fmla="*/ 1142248 w 1363328"/>
                <a:gd name="csY1037" fmla="*/ 655721 h 906880"/>
                <a:gd name="csX1038" fmla="*/ 1141496 w 1363328"/>
                <a:gd name="csY1038" fmla="*/ 654217 h 906880"/>
                <a:gd name="csX1039" fmla="*/ 1140744 w 1363328"/>
                <a:gd name="csY1039" fmla="*/ 654217 h 906880"/>
                <a:gd name="csX1040" fmla="*/ 1137736 w 1363328"/>
                <a:gd name="csY1040" fmla="*/ 653465 h 906880"/>
                <a:gd name="csX1041" fmla="*/ 1137736 w 1363328"/>
                <a:gd name="csY1041" fmla="*/ 654217 h 906880"/>
                <a:gd name="csX1042" fmla="*/ 1127961 w 1363328"/>
                <a:gd name="csY1042" fmla="*/ 650457 h 906880"/>
                <a:gd name="csX1043" fmla="*/ 1118185 w 1363328"/>
                <a:gd name="csY1043" fmla="*/ 650457 h 906880"/>
                <a:gd name="csX1044" fmla="*/ 1116681 w 1363328"/>
                <a:gd name="csY1044" fmla="*/ 649705 h 906880"/>
                <a:gd name="csX1045" fmla="*/ 1112921 w 1363328"/>
                <a:gd name="csY1045" fmla="*/ 648201 h 906880"/>
                <a:gd name="csX1046" fmla="*/ 1112169 w 1363328"/>
                <a:gd name="csY1046" fmla="*/ 648201 h 906880"/>
                <a:gd name="csX1047" fmla="*/ 1105402 w 1363328"/>
                <a:gd name="csY1047" fmla="*/ 648201 h 906880"/>
                <a:gd name="csX1048" fmla="*/ 1091866 w 1363328"/>
                <a:gd name="csY1048" fmla="*/ 651961 h 906880"/>
                <a:gd name="csX1049" fmla="*/ 1086602 w 1363328"/>
                <a:gd name="csY1049" fmla="*/ 654217 h 906880"/>
                <a:gd name="csX1050" fmla="*/ 1084346 w 1363328"/>
                <a:gd name="csY1050" fmla="*/ 655721 h 906880"/>
                <a:gd name="csX1051" fmla="*/ 1082090 w 1363328"/>
                <a:gd name="csY1051" fmla="*/ 657225 h 906880"/>
                <a:gd name="csX1052" fmla="*/ 1081338 w 1363328"/>
                <a:gd name="csY1052" fmla="*/ 660233 h 906880"/>
                <a:gd name="csX1053" fmla="*/ 1079834 w 1363328"/>
                <a:gd name="csY1053" fmla="*/ 660233 h 906880"/>
                <a:gd name="csX1054" fmla="*/ 1076074 w 1363328"/>
                <a:gd name="csY1054" fmla="*/ 659481 h 906880"/>
                <a:gd name="csX1055" fmla="*/ 1073066 w 1363328"/>
                <a:gd name="csY1055" fmla="*/ 660233 h 906880"/>
                <a:gd name="csX1056" fmla="*/ 1070059 w 1363328"/>
                <a:gd name="csY1056" fmla="*/ 661737 h 906880"/>
                <a:gd name="csX1057" fmla="*/ 1064795 w 1363328"/>
                <a:gd name="csY1057" fmla="*/ 663993 h 906880"/>
                <a:gd name="csX1058" fmla="*/ 1064043 w 1363328"/>
                <a:gd name="csY1058" fmla="*/ 663993 h 906880"/>
                <a:gd name="csX1059" fmla="*/ 1064043 w 1363328"/>
                <a:gd name="csY1059" fmla="*/ 663241 h 906880"/>
                <a:gd name="csX1060" fmla="*/ 1063291 w 1363328"/>
                <a:gd name="csY1060" fmla="*/ 663241 h 906880"/>
                <a:gd name="csX1061" fmla="*/ 1061035 w 1363328"/>
                <a:gd name="csY1061" fmla="*/ 667001 h 906880"/>
                <a:gd name="csX1062" fmla="*/ 1058027 w 1363328"/>
                <a:gd name="csY1062" fmla="*/ 670761 h 906880"/>
                <a:gd name="csX1063" fmla="*/ 1054267 w 1363328"/>
                <a:gd name="csY1063" fmla="*/ 673016 h 906880"/>
                <a:gd name="csX1064" fmla="*/ 1049755 w 1363328"/>
                <a:gd name="csY1064" fmla="*/ 674521 h 906880"/>
                <a:gd name="csX1065" fmla="*/ 1049755 w 1363328"/>
                <a:gd name="csY1065" fmla="*/ 675272 h 906880"/>
                <a:gd name="csX1066" fmla="*/ 1052763 w 1363328"/>
                <a:gd name="csY1066" fmla="*/ 675272 h 906880"/>
                <a:gd name="csX1067" fmla="*/ 1055019 w 1363328"/>
                <a:gd name="csY1067" fmla="*/ 674521 h 906880"/>
                <a:gd name="csX1068" fmla="*/ 1057275 w 1363328"/>
                <a:gd name="csY1068" fmla="*/ 673016 h 906880"/>
                <a:gd name="csX1069" fmla="*/ 1063291 w 1363328"/>
                <a:gd name="csY1069" fmla="*/ 667001 h 906880"/>
                <a:gd name="csX1070" fmla="*/ 1065547 w 1363328"/>
                <a:gd name="csY1070" fmla="*/ 666249 h 906880"/>
                <a:gd name="csX1071" fmla="*/ 1068555 w 1363328"/>
                <a:gd name="csY1071" fmla="*/ 666249 h 906880"/>
                <a:gd name="csX1072" fmla="*/ 1062539 w 1363328"/>
                <a:gd name="csY1072" fmla="*/ 673016 h 906880"/>
                <a:gd name="csX1073" fmla="*/ 1061035 w 1363328"/>
                <a:gd name="csY1073" fmla="*/ 675272 h 906880"/>
                <a:gd name="csX1074" fmla="*/ 1060283 w 1363328"/>
                <a:gd name="csY1074" fmla="*/ 678280 h 906880"/>
                <a:gd name="csX1075" fmla="*/ 1059531 w 1363328"/>
                <a:gd name="csY1075" fmla="*/ 681288 h 906880"/>
                <a:gd name="csX1076" fmla="*/ 1059531 w 1363328"/>
                <a:gd name="csY1076" fmla="*/ 684296 h 906880"/>
                <a:gd name="csX1077" fmla="*/ 1060283 w 1363328"/>
                <a:gd name="csY1077" fmla="*/ 685800 h 906880"/>
                <a:gd name="csX1078" fmla="*/ 1058779 w 1363328"/>
                <a:gd name="csY1078" fmla="*/ 687304 h 906880"/>
                <a:gd name="csX1079" fmla="*/ 1057275 w 1363328"/>
                <a:gd name="csY1079" fmla="*/ 688056 h 906880"/>
                <a:gd name="csX1080" fmla="*/ 1055019 w 1363328"/>
                <a:gd name="csY1080" fmla="*/ 687304 h 906880"/>
                <a:gd name="csX1081" fmla="*/ 1055019 w 1363328"/>
                <a:gd name="csY1081" fmla="*/ 686552 h 906880"/>
                <a:gd name="csX1082" fmla="*/ 1053515 w 1363328"/>
                <a:gd name="csY1082" fmla="*/ 685048 h 906880"/>
                <a:gd name="csX1083" fmla="*/ 1052011 w 1363328"/>
                <a:gd name="csY1083" fmla="*/ 685800 h 906880"/>
                <a:gd name="csX1084" fmla="*/ 1049755 w 1363328"/>
                <a:gd name="csY1084" fmla="*/ 686552 h 906880"/>
                <a:gd name="csX1085" fmla="*/ 1046747 w 1363328"/>
                <a:gd name="csY1085" fmla="*/ 688056 h 906880"/>
                <a:gd name="csX1086" fmla="*/ 1044491 w 1363328"/>
                <a:gd name="csY1086" fmla="*/ 690312 h 906880"/>
                <a:gd name="csX1087" fmla="*/ 1041484 w 1363328"/>
                <a:gd name="csY1087" fmla="*/ 692568 h 906880"/>
                <a:gd name="csX1088" fmla="*/ 1036972 w 1363328"/>
                <a:gd name="csY1088" fmla="*/ 691064 h 906880"/>
                <a:gd name="csX1089" fmla="*/ 1038476 w 1363328"/>
                <a:gd name="csY1089" fmla="*/ 688808 h 906880"/>
                <a:gd name="csX1090" fmla="*/ 1042236 w 1363328"/>
                <a:gd name="csY1090" fmla="*/ 687304 h 906880"/>
                <a:gd name="csX1091" fmla="*/ 1042987 w 1363328"/>
                <a:gd name="csY1091" fmla="*/ 685800 h 906880"/>
                <a:gd name="csX1092" fmla="*/ 1042987 w 1363328"/>
                <a:gd name="csY1092" fmla="*/ 683544 h 906880"/>
                <a:gd name="csX1093" fmla="*/ 1042236 w 1363328"/>
                <a:gd name="csY1093" fmla="*/ 681288 h 906880"/>
                <a:gd name="csX1094" fmla="*/ 1040732 w 1363328"/>
                <a:gd name="csY1094" fmla="*/ 679784 h 906880"/>
                <a:gd name="csX1095" fmla="*/ 1039980 w 1363328"/>
                <a:gd name="csY1095" fmla="*/ 678280 h 906880"/>
                <a:gd name="csX1096" fmla="*/ 1039980 w 1363328"/>
                <a:gd name="csY1096" fmla="*/ 676024 h 906880"/>
                <a:gd name="csX1097" fmla="*/ 1038476 w 1363328"/>
                <a:gd name="csY1097" fmla="*/ 674521 h 906880"/>
                <a:gd name="csX1098" fmla="*/ 1036972 w 1363328"/>
                <a:gd name="csY1098" fmla="*/ 673768 h 906880"/>
                <a:gd name="csX1099" fmla="*/ 1032460 w 1363328"/>
                <a:gd name="csY1099" fmla="*/ 673016 h 906880"/>
                <a:gd name="csX1100" fmla="*/ 1030956 w 1363328"/>
                <a:gd name="csY1100" fmla="*/ 672264 h 906880"/>
                <a:gd name="csX1101" fmla="*/ 1030204 w 1363328"/>
                <a:gd name="csY1101" fmla="*/ 671512 h 906880"/>
                <a:gd name="csX1102" fmla="*/ 1030956 w 1363328"/>
                <a:gd name="csY1102" fmla="*/ 670008 h 906880"/>
                <a:gd name="csX1103" fmla="*/ 1030956 w 1363328"/>
                <a:gd name="csY1103" fmla="*/ 668504 h 906880"/>
                <a:gd name="csX1104" fmla="*/ 1026444 w 1363328"/>
                <a:gd name="csY1104" fmla="*/ 667753 h 906880"/>
                <a:gd name="csX1105" fmla="*/ 1026444 w 1363328"/>
                <a:gd name="csY1105" fmla="*/ 670008 h 906880"/>
                <a:gd name="csX1106" fmla="*/ 1026444 w 1363328"/>
                <a:gd name="csY1106" fmla="*/ 673016 h 906880"/>
                <a:gd name="csX1107" fmla="*/ 1024940 w 1363328"/>
                <a:gd name="csY1107" fmla="*/ 674521 h 906880"/>
                <a:gd name="csX1108" fmla="*/ 1023436 w 1363328"/>
                <a:gd name="csY1108" fmla="*/ 674521 h 906880"/>
                <a:gd name="csX1109" fmla="*/ 1022684 w 1363328"/>
                <a:gd name="csY1109" fmla="*/ 676024 h 906880"/>
                <a:gd name="csX1110" fmla="*/ 1023436 w 1363328"/>
                <a:gd name="csY1110" fmla="*/ 677528 h 906880"/>
                <a:gd name="csX1111" fmla="*/ 1019676 w 1363328"/>
                <a:gd name="csY1111" fmla="*/ 677528 h 906880"/>
                <a:gd name="csX1112" fmla="*/ 1016668 w 1363328"/>
                <a:gd name="csY1112" fmla="*/ 676776 h 906880"/>
                <a:gd name="csX1113" fmla="*/ 1017421 w 1363328"/>
                <a:gd name="csY1113" fmla="*/ 678280 h 906880"/>
                <a:gd name="csX1114" fmla="*/ 1018172 w 1363328"/>
                <a:gd name="csY1114" fmla="*/ 679784 h 906880"/>
                <a:gd name="csX1115" fmla="*/ 1019676 w 1363328"/>
                <a:gd name="csY1115" fmla="*/ 679784 h 906880"/>
                <a:gd name="csX1116" fmla="*/ 1020428 w 1363328"/>
                <a:gd name="csY1116" fmla="*/ 680536 h 906880"/>
                <a:gd name="csX1117" fmla="*/ 1020428 w 1363328"/>
                <a:gd name="csY1117" fmla="*/ 681288 h 906880"/>
                <a:gd name="csX1118" fmla="*/ 1021932 w 1363328"/>
                <a:gd name="csY1118" fmla="*/ 685048 h 906880"/>
                <a:gd name="csX1119" fmla="*/ 1022684 w 1363328"/>
                <a:gd name="csY1119" fmla="*/ 685800 h 906880"/>
                <a:gd name="csX1120" fmla="*/ 1024188 w 1363328"/>
                <a:gd name="csY1120" fmla="*/ 685800 h 906880"/>
                <a:gd name="csX1121" fmla="*/ 1026444 w 1363328"/>
                <a:gd name="csY1121" fmla="*/ 685800 h 906880"/>
                <a:gd name="csX1122" fmla="*/ 1027948 w 1363328"/>
                <a:gd name="csY1122" fmla="*/ 686552 h 906880"/>
                <a:gd name="csX1123" fmla="*/ 1028700 w 1363328"/>
                <a:gd name="csY1123" fmla="*/ 687304 h 906880"/>
                <a:gd name="csX1124" fmla="*/ 1028700 w 1363328"/>
                <a:gd name="csY1124" fmla="*/ 691064 h 906880"/>
                <a:gd name="csX1125" fmla="*/ 1027948 w 1363328"/>
                <a:gd name="csY1125" fmla="*/ 692568 h 906880"/>
                <a:gd name="csX1126" fmla="*/ 1026444 w 1363328"/>
                <a:gd name="csY1126" fmla="*/ 693320 h 906880"/>
                <a:gd name="csX1127" fmla="*/ 1026444 w 1363328"/>
                <a:gd name="csY1127" fmla="*/ 692568 h 906880"/>
                <a:gd name="csX1128" fmla="*/ 1025692 w 1363328"/>
                <a:gd name="csY1128" fmla="*/ 691064 h 906880"/>
                <a:gd name="csX1129" fmla="*/ 1024940 w 1363328"/>
                <a:gd name="csY1129" fmla="*/ 691064 h 906880"/>
                <a:gd name="csX1130" fmla="*/ 1023436 w 1363328"/>
                <a:gd name="csY1130" fmla="*/ 690312 h 906880"/>
                <a:gd name="csX1131" fmla="*/ 1014413 w 1363328"/>
                <a:gd name="csY1131" fmla="*/ 695576 h 906880"/>
                <a:gd name="csX1132" fmla="*/ 995613 w 1363328"/>
                <a:gd name="csY1132" fmla="*/ 703847 h 906880"/>
                <a:gd name="csX1133" fmla="*/ 972302 w 1363328"/>
                <a:gd name="csY1133" fmla="*/ 718135 h 906880"/>
                <a:gd name="csX1134" fmla="*/ 955759 w 1363328"/>
                <a:gd name="csY1134" fmla="*/ 726406 h 906880"/>
                <a:gd name="csX1135" fmla="*/ 942975 w 1363328"/>
                <a:gd name="csY1135" fmla="*/ 733926 h 906880"/>
                <a:gd name="csX1136" fmla="*/ 938463 w 1363328"/>
                <a:gd name="csY1136" fmla="*/ 738438 h 906880"/>
                <a:gd name="csX1137" fmla="*/ 935455 w 1363328"/>
                <a:gd name="csY1137" fmla="*/ 743702 h 906880"/>
                <a:gd name="csX1138" fmla="*/ 933951 w 1363328"/>
                <a:gd name="csY1138" fmla="*/ 749718 h 906880"/>
                <a:gd name="csX1139" fmla="*/ 932448 w 1363328"/>
                <a:gd name="csY1139" fmla="*/ 750470 h 906880"/>
                <a:gd name="csX1140" fmla="*/ 932448 w 1363328"/>
                <a:gd name="csY1140" fmla="*/ 751221 h 906880"/>
                <a:gd name="csX1141" fmla="*/ 933951 w 1363328"/>
                <a:gd name="csY1141" fmla="*/ 754981 h 906880"/>
                <a:gd name="csX1142" fmla="*/ 933951 w 1363328"/>
                <a:gd name="csY1142" fmla="*/ 756485 h 906880"/>
                <a:gd name="csX1143" fmla="*/ 931695 w 1363328"/>
                <a:gd name="csY1143" fmla="*/ 758741 h 906880"/>
                <a:gd name="csX1144" fmla="*/ 928688 w 1363328"/>
                <a:gd name="csY1144" fmla="*/ 760245 h 906880"/>
                <a:gd name="csX1145" fmla="*/ 926431 w 1363328"/>
                <a:gd name="csY1145" fmla="*/ 759493 h 906880"/>
                <a:gd name="csX1146" fmla="*/ 925680 w 1363328"/>
                <a:gd name="csY1146" fmla="*/ 756485 h 906880"/>
                <a:gd name="csX1147" fmla="*/ 922672 w 1363328"/>
                <a:gd name="csY1147" fmla="*/ 763253 h 906880"/>
                <a:gd name="csX1148" fmla="*/ 921168 w 1363328"/>
                <a:gd name="csY1148" fmla="*/ 764005 h 906880"/>
                <a:gd name="csX1149" fmla="*/ 918912 w 1363328"/>
                <a:gd name="csY1149" fmla="*/ 764757 h 906880"/>
                <a:gd name="csX1150" fmla="*/ 915152 w 1363328"/>
                <a:gd name="csY1150" fmla="*/ 769269 h 906880"/>
                <a:gd name="csX1151" fmla="*/ 912896 w 1363328"/>
                <a:gd name="csY1151" fmla="*/ 770021 h 906880"/>
                <a:gd name="csX1152" fmla="*/ 906129 w 1363328"/>
                <a:gd name="csY1152" fmla="*/ 777541 h 906880"/>
                <a:gd name="csX1153" fmla="*/ 867026 w 1363328"/>
                <a:gd name="csY1153" fmla="*/ 801604 h 906880"/>
                <a:gd name="csX1154" fmla="*/ 864770 w 1363328"/>
                <a:gd name="csY1154" fmla="*/ 800852 h 906880"/>
                <a:gd name="csX1155" fmla="*/ 862514 w 1363328"/>
                <a:gd name="csY1155" fmla="*/ 801604 h 906880"/>
                <a:gd name="csX1156" fmla="*/ 858754 w 1363328"/>
                <a:gd name="csY1156" fmla="*/ 803860 h 906880"/>
                <a:gd name="csX1157" fmla="*/ 854994 w 1363328"/>
                <a:gd name="csY1157" fmla="*/ 803108 h 906880"/>
                <a:gd name="csX1158" fmla="*/ 853490 w 1363328"/>
                <a:gd name="csY1158" fmla="*/ 803108 h 906880"/>
                <a:gd name="csX1159" fmla="*/ 851986 w 1363328"/>
                <a:gd name="csY1159" fmla="*/ 805364 h 906880"/>
                <a:gd name="csX1160" fmla="*/ 848978 w 1363328"/>
                <a:gd name="csY1160" fmla="*/ 806868 h 906880"/>
                <a:gd name="csX1161" fmla="*/ 845218 w 1363328"/>
                <a:gd name="csY1161" fmla="*/ 810628 h 906880"/>
                <a:gd name="csX1162" fmla="*/ 837699 w 1363328"/>
                <a:gd name="csY1162" fmla="*/ 814387 h 906880"/>
                <a:gd name="csX1163" fmla="*/ 808372 w 1363328"/>
                <a:gd name="csY1163" fmla="*/ 837698 h 906880"/>
                <a:gd name="csX1164" fmla="*/ 806116 w 1363328"/>
                <a:gd name="csY1164" fmla="*/ 839955 h 906880"/>
                <a:gd name="csX1165" fmla="*/ 802356 w 1363328"/>
                <a:gd name="csY1165" fmla="*/ 845218 h 906880"/>
                <a:gd name="csX1166" fmla="*/ 801604 w 1363328"/>
                <a:gd name="csY1166" fmla="*/ 845970 h 906880"/>
                <a:gd name="csX1167" fmla="*/ 800852 w 1363328"/>
                <a:gd name="csY1167" fmla="*/ 846722 h 906880"/>
                <a:gd name="csX1168" fmla="*/ 799348 w 1363328"/>
                <a:gd name="csY1168" fmla="*/ 847474 h 906880"/>
                <a:gd name="csX1169" fmla="*/ 798596 w 1363328"/>
                <a:gd name="csY1169" fmla="*/ 848978 h 906880"/>
                <a:gd name="csX1170" fmla="*/ 792580 w 1363328"/>
                <a:gd name="csY1170" fmla="*/ 861010 h 906880"/>
                <a:gd name="csX1171" fmla="*/ 788069 w 1363328"/>
                <a:gd name="csY1171" fmla="*/ 863266 h 906880"/>
                <a:gd name="csX1172" fmla="*/ 780549 w 1363328"/>
                <a:gd name="csY1172" fmla="*/ 862514 h 906880"/>
                <a:gd name="csX1173" fmla="*/ 782053 w 1363328"/>
                <a:gd name="csY1173" fmla="*/ 859506 h 906880"/>
                <a:gd name="csX1174" fmla="*/ 784309 w 1363328"/>
                <a:gd name="csY1174" fmla="*/ 859506 h 906880"/>
                <a:gd name="csX1175" fmla="*/ 786565 w 1363328"/>
                <a:gd name="csY1175" fmla="*/ 859506 h 906880"/>
                <a:gd name="csX1176" fmla="*/ 788069 w 1363328"/>
                <a:gd name="csY1176" fmla="*/ 858754 h 906880"/>
                <a:gd name="csX1177" fmla="*/ 788069 w 1363328"/>
                <a:gd name="csY1177" fmla="*/ 857250 h 906880"/>
                <a:gd name="csX1178" fmla="*/ 786565 w 1363328"/>
                <a:gd name="csY1178" fmla="*/ 856498 h 906880"/>
                <a:gd name="csX1179" fmla="*/ 779797 w 1363328"/>
                <a:gd name="csY1179" fmla="*/ 857250 h 906880"/>
                <a:gd name="csX1180" fmla="*/ 779045 w 1363328"/>
                <a:gd name="csY1180" fmla="*/ 857250 h 906880"/>
                <a:gd name="csX1181" fmla="*/ 778293 w 1363328"/>
                <a:gd name="csY1181" fmla="*/ 858754 h 906880"/>
                <a:gd name="csX1182" fmla="*/ 779045 w 1363328"/>
                <a:gd name="csY1182" fmla="*/ 861010 h 906880"/>
                <a:gd name="csX1183" fmla="*/ 778293 w 1363328"/>
                <a:gd name="csY1183" fmla="*/ 862514 h 906880"/>
                <a:gd name="csX1184" fmla="*/ 776789 w 1363328"/>
                <a:gd name="csY1184" fmla="*/ 863266 h 906880"/>
                <a:gd name="csX1185" fmla="*/ 775285 w 1363328"/>
                <a:gd name="csY1185" fmla="*/ 862514 h 906880"/>
                <a:gd name="csX1186" fmla="*/ 774533 w 1363328"/>
                <a:gd name="csY1186" fmla="*/ 861010 h 906880"/>
                <a:gd name="csX1187" fmla="*/ 774533 w 1363328"/>
                <a:gd name="csY1187" fmla="*/ 864018 h 906880"/>
                <a:gd name="csX1188" fmla="*/ 777541 w 1363328"/>
                <a:gd name="csY1188" fmla="*/ 865522 h 906880"/>
                <a:gd name="csX1189" fmla="*/ 781301 w 1363328"/>
                <a:gd name="csY1189" fmla="*/ 867026 h 906880"/>
                <a:gd name="csX1190" fmla="*/ 784309 w 1363328"/>
                <a:gd name="csY1190" fmla="*/ 867026 h 906880"/>
                <a:gd name="csX1191" fmla="*/ 788069 w 1363328"/>
                <a:gd name="csY1191" fmla="*/ 868530 h 906880"/>
                <a:gd name="csX1192" fmla="*/ 789573 w 1363328"/>
                <a:gd name="csY1192" fmla="*/ 868530 h 906880"/>
                <a:gd name="csX1193" fmla="*/ 791828 w 1363328"/>
                <a:gd name="csY1193" fmla="*/ 867777 h 906880"/>
                <a:gd name="csX1194" fmla="*/ 793333 w 1363328"/>
                <a:gd name="csY1194" fmla="*/ 866274 h 906880"/>
                <a:gd name="csX1195" fmla="*/ 794836 w 1363328"/>
                <a:gd name="csY1195" fmla="*/ 864770 h 906880"/>
                <a:gd name="csX1196" fmla="*/ 797092 w 1363328"/>
                <a:gd name="csY1196" fmla="*/ 864770 h 906880"/>
                <a:gd name="csX1197" fmla="*/ 799348 w 1363328"/>
                <a:gd name="csY1197" fmla="*/ 864770 h 906880"/>
                <a:gd name="csX1198" fmla="*/ 794084 w 1363328"/>
                <a:gd name="csY1198" fmla="*/ 881313 h 906880"/>
                <a:gd name="csX1199" fmla="*/ 789573 w 1363328"/>
                <a:gd name="csY1199" fmla="*/ 888833 h 906880"/>
                <a:gd name="csX1200" fmla="*/ 782053 w 1363328"/>
                <a:gd name="csY1200" fmla="*/ 891089 h 906880"/>
                <a:gd name="csX1201" fmla="*/ 779045 w 1363328"/>
                <a:gd name="csY1201" fmla="*/ 892593 h 906880"/>
                <a:gd name="csX1202" fmla="*/ 772277 w 1363328"/>
                <a:gd name="csY1202" fmla="*/ 901616 h 906880"/>
                <a:gd name="csX1203" fmla="*/ 770773 w 1363328"/>
                <a:gd name="csY1203" fmla="*/ 903872 h 906880"/>
                <a:gd name="csX1204" fmla="*/ 770021 w 1363328"/>
                <a:gd name="csY1204" fmla="*/ 906880 h 906880"/>
                <a:gd name="csX1205" fmla="*/ 770021 w 1363328"/>
                <a:gd name="csY1205" fmla="*/ 904624 h 906880"/>
                <a:gd name="csX1206" fmla="*/ 770773 w 1363328"/>
                <a:gd name="csY1206" fmla="*/ 903120 h 906880"/>
                <a:gd name="csX1207" fmla="*/ 772277 w 1363328"/>
                <a:gd name="csY1207" fmla="*/ 900864 h 906880"/>
                <a:gd name="csX1208" fmla="*/ 776037 w 1363328"/>
                <a:gd name="csY1208" fmla="*/ 895601 h 906880"/>
                <a:gd name="csX1209" fmla="*/ 777541 w 1363328"/>
                <a:gd name="csY1209" fmla="*/ 893345 h 906880"/>
                <a:gd name="csX1210" fmla="*/ 776789 w 1363328"/>
                <a:gd name="csY1210" fmla="*/ 891841 h 906880"/>
                <a:gd name="csX1211" fmla="*/ 776037 w 1363328"/>
                <a:gd name="csY1211" fmla="*/ 891841 h 906880"/>
                <a:gd name="csX1212" fmla="*/ 775285 w 1363328"/>
                <a:gd name="csY1212" fmla="*/ 891841 h 906880"/>
                <a:gd name="csX1213" fmla="*/ 773781 w 1363328"/>
                <a:gd name="csY1213" fmla="*/ 891841 h 906880"/>
                <a:gd name="csX1214" fmla="*/ 773781 w 1363328"/>
                <a:gd name="csY1214" fmla="*/ 892593 h 906880"/>
                <a:gd name="csX1215" fmla="*/ 773029 w 1363328"/>
                <a:gd name="csY1215" fmla="*/ 892593 h 906880"/>
                <a:gd name="csX1216" fmla="*/ 772277 w 1363328"/>
                <a:gd name="csY1216" fmla="*/ 893345 h 906880"/>
                <a:gd name="csX1217" fmla="*/ 771525 w 1363328"/>
                <a:gd name="csY1217" fmla="*/ 894096 h 906880"/>
                <a:gd name="csX1218" fmla="*/ 771525 w 1363328"/>
                <a:gd name="csY1218" fmla="*/ 894849 h 906880"/>
                <a:gd name="csX1219" fmla="*/ 770021 w 1363328"/>
                <a:gd name="csY1219" fmla="*/ 894849 h 906880"/>
                <a:gd name="csX1220" fmla="*/ 769269 w 1363328"/>
                <a:gd name="csY1220" fmla="*/ 894849 h 906880"/>
                <a:gd name="csX1221" fmla="*/ 768517 w 1363328"/>
                <a:gd name="csY1221" fmla="*/ 894849 h 906880"/>
                <a:gd name="csX1222" fmla="*/ 759494 w 1363328"/>
                <a:gd name="csY1222" fmla="*/ 892593 h 906880"/>
                <a:gd name="csX1223" fmla="*/ 758741 w 1363328"/>
                <a:gd name="csY1223" fmla="*/ 891841 h 906880"/>
                <a:gd name="csX1224" fmla="*/ 757237 w 1363328"/>
                <a:gd name="csY1224" fmla="*/ 891089 h 906880"/>
                <a:gd name="csX1225" fmla="*/ 754982 w 1363328"/>
                <a:gd name="csY1225" fmla="*/ 889585 h 906880"/>
                <a:gd name="csX1226" fmla="*/ 754230 w 1363328"/>
                <a:gd name="csY1226" fmla="*/ 888081 h 906880"/>
                <a:gd name="csX1227" fmla="*/ 754230 w 1363328"/>
                <a:gd name="csY1227" fmla="*/ 886577 h 906880"/>
                <a:gd name="csX1228" fmla="*/ 754230 w 1363328"/>
                <a:gd name="csY1228" fmla="*/ 885825 h 906880"/>
                <a:gd name="csX1229" fmla="*/ 754982 w 1363328"/>
                <a:gd name="csY1229" fmla="*/ 884321 h 906880"/>
                <a:gd name="csX1230" fmla="*/ 754230 w 1363328"/>
                <a:gd name="csY1230" fmla="*/ 882065 h 906880"/>
                <a:gd name="csX1231" fmla="*/ 754230 w 1363328"/>
                <a:gd name="csY1231" fmla="*/ 879809 h 906880"/>
                <a:gd name="csX1232" fmla="*/ 751222 w 1363328"/>
                <a:gd name="csY1232" fmla="*/ 871537 h 906880"/>
                <a:gd name="csX1233" fmla="*/ 751222 w 1363328"/>
                <a:gd name="csY1233" fmla="*/ 870785 h 906880"/>
                <a:gd name="csX1234" fmla="*/ 750470 w 1363328"/>
                <a:gd name="csY1234" fmla="*/ 867026 h 906880"/>
                <a:gd name="csX1235" fmla="*/ 747462 w 1363328"/>
                <a:gd name="csY1235" fmla="*/ 857250 h 906880"/>
                <a:gd name="csX1236" fmla="*/ 742198 w 1363328"/>
                <a:gd name="csY1236" fmla="*/ 861010 h 906880"/>
                <a:gd name="csX1237" fmla="*/ 741446 w 1363328"/>
                <a:gd name="csY1237" fmla="*/ 861010 h 906880"/>
                <a:gd name="csX1238" fmla="*/ 740694 w 1363328"/>
                <a:gd name="csY1238" fmla="*/ 861010 h 906880"/>
                <a:gd name="csX1239" fmla="*/ 739942 w 1363328"/>
                <a:gd name="csY1239" fmla="*/ 859506 h 906880"/>
                <a:gd name="csX1240" fmla="*/ 739942 w 1363328"/>
                <a:gd name="csY1240" fmla="*/ 858754 h 906880"/>
                <a:gd name="csX1241" fmla="*/ 739942 w 1363328"/>
                <a:gd name="csY1241" fmla="*/ 858002 h 906880"/>
                <a:gd name="csX1242" fmla="*/ 738438 w 1363328"/>
                <a:gd name="csY1242" fmla="*/ 857250 h 906880"/>
                <a:gd name="csX1243" fmla="*/ 736934 w 1363328"/>
                <a:gd name="csY1243" fmla="*/ 857250 h 906880"/>
                <a:gd name="csX1244" fmla="*/ 733926 w 1363328"/>
                <a:gd name="csY1244" fmla="*/ 858002 h 906880"/>
                <a:gd name="csX1245" fmla="*/ 732422 w 1363328"/>
                <a:gd name="csY1245" fmla="*/ 857250 h 906880"/>
                <a:gd name="csX1246" fmla="*/ 731671 w 1363328"/>
                <a:gd name="csY1246" fmla="*/ 857250 h 906880"/>
                <a:gd name="csX1247" fmla="*/ 730918 w 1363328"/>
                <a:gd name="csY1247" fmla="*/ 856498 h 906880"/>
                <a:gd name="csX1248" fmla="*/ 730918 w 1363328"/>
                <a:gd name="csY1248" fmla="*/ 855746 h 906880"/>
                <a:gd name="csX1249" fmla="*/ 730918 w 1363328"/>
                <a:gd name="csY1249" fmla="*/ 854994 h 906880"/>
                <a:gd name="csX1250" fmla="*/ 730918 w 1363328"/>
                <a:gd name="csY1250" fmla="*/ 854242 h 906880"/>
                <a:gd name="csX1251" fmla="*/ 730167 w 1363328"/>
                <a:gd name="csY1251" fmla="*/ 853490 h 906880"/>
                <a:gd name="csX1252" fmla="*/ 729415 w 1363328"/>
                <a:gd name="csY1252" fmla="*/ 852738 h 906880"/>
                <a:gd name="csX1253" fmla="*/ 728663 w 1363328"/>
                <a:gd name="csY1253" fmla="*/ 851986 h 906880"/>
                <a:gd name="csX1254" fmla="*/ 727911 w 1363328"/>
                <a:gd name="csY1254" fmla="*/ 851234 h 906880"/>
                <a:gd name="csX1255" fmla="*/ 726407 w 1363328"/>
                <a:gd name="csY1255" fmla="*/ 851234 h 906880"/>
                <a:gd name="csX1256" fmla="*/ 723399 w 1363328"/>
                <a:gd name="csY1256" fmla="*/ 850482 h 906880"/>
                <a:gd name="csX1257" fmla="*/ 721895 w 1363328"/>
                <a:gd name="csY1257" fmla="*/ 850482 h 906880"/>
                <a:gd name="csX1258" fmla="*/ 719639 w 1363328"/>
                <a:gd name="csY1258" fmla="*/ 848226 h 906880"/>
                <a:gd name="csX1259" fmla="*/ 718887 w 1363328"/>
                <a:gd name="csY1259" fmla="*/ 848226 h 906880"/>
                <a:gd name="csX1260" fmla="*/ 718135 w 1363328"/>
                <a:gd name="csY1260" fmla="*/ 848226 h 906880"/>
                <a:gd name="csX1261" fmla="*/ 718135 w 1363328"/>
                <a:gd name="csY1261" fmla="*/ 849730 h 906880"/>
                <a:gd name="csX1262" fmla="*/ 717383 w 1363328"/>
                <a:gd name="csY1262" fmla="*/ 850482 h 906880"/>
                <a:gd name="csX1263" fmla="*/ 714375 w 1363328"/>
                <a:gd name="csY1263" fmla="*/ 851986 h 906880"/>
                <a:gd name="csX1264" fmla="*/ 712871 w 1363328"/>
                <a:gd name="csY1264" fmla="*/ 852738 h 906880"/>
                <a:gd name="csX1265" fmla="*/ 712871 w 1363328"/>
                <a:gd name="csY1265" fmla="*/ 853490 h 906880"/>
                <a:gd name="csX1266" fmla="*/ 712119 w 1363328"/>
                <a:gd name="csY1266" fmla="*/ 854242 h 906880"/>
                <a:gd name="csX1267" fmla="*/ 712119 w 1363328"/>
                <a:gd name="csY1267" fmla="*/ 854994 h 906880"/>
                <a:gd name="csX1268" fmla="*/ 712119 w 1363328"/>
                <a:gd name="csY1268" fmla="*/ 856498 h 906880"/>
                <a:gd name="csX1269" fmla="*/ 712871 w 1363328"/>
                <a:gd name="csY1269" fmla="*/ 858754 h 906880"/>
                <a:gd name="csX1270" fmla="*/ 712871 w 1363328"/>
                <a:gd name="csY1270" fmla="*/ 860258 h 906880"/>
                <a:gd name="csX1271" fmla="*/ 712119 w 1363328"/>
                <a:gd name="csY1271" fmla="*/ 861010 h 906880"/>
                <a:gd name="csX1272" fmla="*/ 712119 w 1363328"/>
                <a:gd name="csY1272" fmla="*/ 861762 h 906880"/>
                <a:gd name="csX1273" fmla="*/ 711367 w 1363328"/>
                <a:gd name="csY1273" fmla="*/ 862514 h 906880"/>
                <a:gd name="csX1274" fmla="*/ 709863 w 1363328"/>
                <a:gd name="csY1274" fmla="*/ 863266 h 906880"/>
                <a:gd name="csX1275" fmla="*/ 709111 w 1363328"/>
                <a:gd name="csY1275" fmla="*/ 864018 h 906880"/>
                <a:gd name="csX1276" fmla="*/ 709111 w 1363328"/>
                <a:gd name="csY1276" fmla="*/ 864770 h 906880"/>
                <a:gd name="csX1277" fmla="*/ 708359 w 1363328"/>
                <a:gd name="csY1277" fmla="*/ 865522 h 906880"/>
                <a:gd name="csX1278" fmla="*/ 707607 w 1363328"/>
                <a:gd name="csY1278" fmla="*/ 867026 h 906880"/>
                <a:gd name="csX1279" fmla="*/ 707607 w 1363328"/>
                <a:gd name="csY1279" fmla="*/ 867777 h 906880"/>
                <a:gd name="csX1280" fmla="*/ 706856 w 1363328"/>
                <a:gd name="csY1280" fmla="*/ 869281 h 906880"/>
                <a:gd name="csX1281" fmla="*/ 706103 w 1363328"/>
                <a:gd name="csY1281" fmla="*/ 869281 h 906880"/>
                <a:gd name="csX1282" fmla="*/ 704599 w 1363328"/>
                <a:gd name="csY1282" fmla="*/ 869281 h 906880"/>
                <a:gd name="csX1283" fmla="*/ 700088 w 1363328"/>
                <a:gd name="csY1283" fmla="*/ 867026 h 906880"/>
                <a:gd name="csX1284" fmla="*/ 696328 w 1363328"/>
                <a:gd name="csY1284" fmla="*/ 864770 h 906880"/>
                <a:gd name="csX1285" fmla="*/ 695576 w 1363328"/>
                <a:gd name="csY1285" fmla="*/ 864018 h 906880"/>
                <a:gd name="csX1286" fmla="*/ 695576 w 1363328"/>
                <a:gd name="csY1286" fmla="*/ 863266 h 906880"/>
                <a:gd name="csX1287" fmla="*/ 693320 w 1363328"/>
                <a:gd name="csY1287" fmla="*/ 858002 h 906880"/>
                <a:gd name="csX1288" fmla="*/ 692568 w 1363328"/>
                <a:gd name="csY1288" fmla="*/ 856498 h 906880"/>
                <a:gd name="csX1289" fmla="*/ 692568 w 1363328"/>
                <a:gd name="csY1289" fmla="*/ 855746 h 906880"/>
                <a:gd name="csX1290" fmla="*/ 692568 w 1363328"/>
                <a:gd name="csY1290" fmla="*/ 854994 h 906880"/>
                <a:gd name="csX1291" fmla="*/ 693320 w 1363328"/>
                <a:gd name="csY1291" fmla="*/ 854242 h 906880"/>
                <a:gd name="csX1292" fmla="*/ 696328 w 1363328"/>
                <a:gd name="csY1292" fmla="*/ 852738 h 906880"/>
                <a:gd name="csX1293" fmla="*/ 696328 w 1363328"/>
                <a:gd name="csY1293" fmla="*/ 851986 h 906880"/>
                <a:gd name="csX1294" fmla="*/ 697080 w 1363328"/>
                <a:gd name="csY1294" fmla="*/ 851234 h 906880"/>
                <a:gd name="csX1295" fmla="*/ 697832 w 1363328"/>
                <a:gd name="csY1295" fmla="*/ 849730 h 906880"/>
                <a:gd name="csX1296" fmla="*/ 697832 w 1363328"/>
                <a:gd name="csY1296" fmla="*/ 845970 h 906880"/>
                <a:gd name="csX1297" fmla="*/ 697080 w 1363328"/>
                <a:gd name="csY1297" fmla="*/ 840707 h 906880"/>
                <a:gd name="csX1298" fmla="*/ 697832 w 1363328"/>
                <a:gd name="csY1298" fmla="*/ 838451 h 906880"/>
                <a:gd name="csX1299" fmla="*/ 697832 w 1363328"/>
                <a:gd name="csY1299" fmla="*/ 837698 h 906880"/>
                <a:gd name="csX1300" fmla="*/ 699336 w 1363328"/>
                <a:gd name="csY1300" fmla="*/ 836195 h 906880"/>
                <a:gd name="csX1301" fmla="*/ 700839 w 1363328"/>
                <a:gd name="csY1301" fmla="*/ 834691 h 906880"/>
                <a:gd name="csX1302" fmla="*/ 700088 w 1363328"/>
                <a:gd name="csY1302" fmla="*/ 833187 h 906880"/>
                <a:gd name="csX1303" fmla="*/ 700088 w 1363328"/>
                <a:gd name="csY1303" fmla="*/ 831683 h 906880"/>
                <a:gd name="csX1304" fmla="*/ 699336 w 1363328"/>
                <a:gd name="csY1304" fmla="*/ 827171 h 906880"/>
                <a:gd name="csX1305" fmla="*/ 699336 w 1363328"/>
                <a:gd name="csY1305" fmla="*/ 824915 h 906880"/>
                <a:gd name="csX1306" fmla="*/ 700088 w 1363328"/>
                <a:gd name="csY1306" fmla="*/ 823411 h 906880"/>
                <a:gd name="csX1307" fmla="*/ 701592 w 1363328"/>
                <a:gd name="csY1307" fmla="*/ 822659 h 906880"/>
                <a:gd name="csX1308" fmla="*/ 704599 w 1363328"/>
                <a:gd name="csY1308" fmla="*/ 821155 h 906880"/>
                <a:gd name="csX1309" fmla="*/ 705351 w 1363328"/>
                <a:gd name="csY1309" fmla="*/ 819651 h 906880"/>
                <a:gd name="csX1310" fmla="*/ 706103 w 1363328"/>
                <a:gd name="csY1310" fmla="*/ 818147 h 906880"/>
                <a:gd name="csX1311" fmla="*/ 708359 w 1363328"/>
                <a:gd name="csY1311" fmla="*/ 814387 h 906880"/>
                <a:gd name="csX1312" fmla="*/ 708359 w 1363328"/>
                <a:gd name="csY1312" fmla="*/ 812883 h 906880"/>
                <a:gd name="csX1313" fmla="*/ 708359 w 1363328"/>
                <a:gd name="csY1313" fmla="*/ 811379 h 906880"/>
                <a:gd name="csX1314" fmla="*/ 707607 w 1363328"/>
                <a:gd name="csY1314" fmla="*/ 811379 h 906880"/>
                <a:gd name="csX1315" fmla="*/ 699336 w 1363328"/>
                <a:gd name="csY1315" fmla="*/ 808372 h 906880"/>
                <a:gd name="csX1316" fmla="*/ 698584 w 1363328"/>
                <a:gd name="csY1316" fmla="*/ 807619 h 906880"/>
                <a:gd name="csX1317" fmla="*/ 697832 w 1363328"/>
                <a:gd name="csY1317" fmla="*/ 807619 h 906880"/>
                <a:gd name="csX1318" fmla="*/ 697080 w 1363328"/>
                <a:gd name="csY1318" fmla="*/ 806868 h 906880"/>
                <a:gd name="csX1319" fmla="*/ 696328 w 1363328"/>
                <a:gd name="csY1319" fmla="*/ 805364 h 906880"/>
                <a:gd name="csX1320" fmla="*/ 696328 w 1363328"/>
                <a:gd name="csY1320" fmla="*/ 804612 h 906880"/>
                <a:gd name="csX1321" fmla="*/ 695576 w 1363328"/>
                <a:gd name="csY1321" fmla="*/ 803860 h 906880"/>
                <a:gd name="csX1322" fmla="*/ 694824 w 1363328"/>
                <a:gd name="csY1322" fmla="*/ 803108 h 906880"/>
                <a:gd name="csX1323" fmla="*/ 694072 w 1363328"/>
                <a:gd name="csY1323" fmla="*/ 802356 h 906880"/>
                <a:gd name="csX1324" fmla="*/ 693320 w 1363328"/>
                <a:gd name="csY1324" fmla="*/ 801604 h 906880"/>
                <a:gd name="csX1325" fmla="*/ 692568 w 1363328"/>
                <a:gd name="csY1325" fmla="*/ 801604 h 906880"/>
                <a:gd name="csX1326" fmla="*/ 691064 w 1363328"/>
                <a:gd name="csY1326" fmla="*/ 801604 h 906880"/>
                <a:gd name="csX1327" fmla="*/ 690312 w 1363328"/>
                <a:gd name="csY1327" fmla="*/ 801604 h 906880"/>
                <a:gd name="csX1328" fmla="*/ 689560 w 1363328"/>
                <a:gd name="csY1328" fmla="*/ 801604 h 906880"/>
                <a:gd name="csX1329" fmla="*/ 686552 w 1363328"/>
                <a:gd name="csY1329" fmla="*/ 803108 h 906880"/>
                <a:gd name="csX1330" fmla="*/ 685048 w 1363328"/>
                <a:gd name="csY1330" fmla="*/ 804612 h 906880"/>
                <a:gd name="csX1331" fmla="*/ 684296 w 1363328"/>
                <a:gd name="csY1331" fmla="*/ 805364 h 906880"/>
                <a:gd name="csX1332" fmla="*/ 683544 w 1363328"/>
                <a:gd name="csY1332" fmla="*/ 806116 h 906880"/>
                <a:gd name="csX1333" fmla="*/ 682040 w 1363328"/>
                <a:gd name="csY1333" fmla="*/ 806116 h 906880"/>
                <a:gd name="csX1334" fmla="*/ 681288 w 1363328"/>
                <a:gd name="csY1334" fmla="*/ 805364 h 906880"/>
                <a:gd name="csX1335" fmla="*/ 681288 w 1363328"/>
                <a:gd name="csY1335" fmla="*/ 803860 h 906880"/>
                <a:gd name="csX1336" fmla="*/ 679784 w 1363328"/>
                <a:gd name="csY1336" fmla="*/ 800852 h 906880"/>
                <a:gd name="csX1337" fmla="*/ 678280 w 1363328"/>
                <a:gd name="csY1337" fmla="*/ 800852 h 906880"/>
                <a:gd name="csX1338" fmla="*/ 677528 w 1363328"/>
                <a:gd name="csY1338" fmla="*/ 802356 h 906880"/>
                <a:gd name="csX1339" fmla="*/ 675273 w 1363328"/>
                <a:gd name="csY1339" fmla="*/ 803108 h 906880"/>
                <a:gd name="csX1340" fmla="*/ 670009 w 1363328"/>
                <a:gd name="csY1340" fmla="*/ 803860 h 906880"/>
                <a:gd name="csX1341" fmla="*/ 669257 w 1363328"/>
                <a:gd name="csY1341" fmla="*/ 803860 h 906880"/>
                <a:gd name="csX1342" fmla="*/ 667001 w 1363328"/>
                <a:gd name="csY1342" fmla="*/ 803108 h 906880"/>
                <a:gd name="csX1343" fmla="*/ 666249 w 1363328"/>
                <a:gd name="csY1343" fmla="*/ 803108 h 906880"/>
                <a:gd name="csX1344" fmla="*/ 665497 w 1363328"/>
                <a:gd name="csY1344" fmla="*/ 803860 h 906880"/>
                <a:gd name="csX1345" fmla="*/ 664745 w 1363328"/>
                <a:gd name="csY1345" fmla="*/ 804612 h 906880"/>
                <a:gd name="csX1346" fmla="*/ 663993 w 1363328"/>
                <a:gd name="csY1346" fmla="*/ 804612 h 906880"/>
                <a:gd name="csX1347" fmla="*/ 661737 w 1363328"/>
                <a:gd name="csY1347" fmla="*/ 802356 h 906880"/>
                <a:gd name="csX1348" fmla="*/ 659481 w 1363328"/>
                <a:gd name="csY1348" fmla="*/ 800100 h 906880"/>
                <a:gd name="csX1349" fmla="*/ 656473 w 1363328"/>
                <a:gd name="csY1349" fmla="*/ 798596 h 906880"/>
                <a:gd name="csX1350" fmla="*/ 653465 w 1363328"/>
                <a:gd name="csY1350" fmla="*/ 798596 h 906880"/>
                <a:gd name="csX1351" fmla="*/ 653465 w 1363328"/>
                <a:gd name="csY1351" fmla="*/ 799348 h 906880"/>
                <a:gd name="csX1352" fmla="*/ 654217 w 1363328"/>
                <a:gd name="csY1352" fmla="*/ 800100 h 906880"/>
                <a:gd name="csX1353" fmla="*/ 650458 w 1363328"/>
                <a:gd name="csY1353" fmla="*/ 800100 h 906880"/>
                <a:gd name="csX1354" fmla="*/ 638426 w 1363328"/>
                <a:gd name="csY1354" fmla="*/ 800852 h 906880"/>
                <a:gd name="csX1355" fmla="*/ 633914 w 1363328"/>
                <a:gd name="csY1355" fmla="*/ 800100 h 906880"/>
                <a:gd name="csX1356" fmla="*/ 630154 w 1363328"/>
                <a:gd name="csY1356" fmla="*/ 794836 h 906880"/>
                <a:gd name="csX1357" fmla="*/ 626394 w 1363328"/>
                <a:gd name="csY1357" fmla="*/ 794084 h 906880"/>
                <a:gd name="csX1358" fmla="*/ 627146 w 1363328"/>
                <a:gd name="csY1358" fmla="*/ 799348 h 906880"/>
                <a:gd name="csX1359" fmla="*/ 622634 w 1363328"/>
                <a:gd name="csY1359" fmla="*/ 802356 h 906880"/>
                <a:gd name="csX1360" fmla="*/ 617370 w 1363328"/>
                <a:gd name="csY1360" fmla="*/ 803108 h 906880"/>
                <a:gd name="csX1361" fmla="*/ 609099 w 1363328"/>
                <a:gd name="csY1361" fmla="*/ 801604 h 906880"/>
                <a:gd name="csX1362" fmla="*/ 605339 w 1363328"/>
                <a:gd name="csY1362" fmla="*/ 801604 h 906880"/>
                <a:gd name="csX1363" fmla="*/ 603083 w 1363328"/>
                <a:gd name="csY1363" fmla="*/ 803860 h 906880"/>
                <a:gd name="csX1364" fmla="*/ 600827 w 1363328"/>
                <a:gd name="csY1364" fmla="*/ 803860 h 906880"/>
                <a:gd name="csX1365" fmla="*/ 597819 w 1363328"/>
                <a:gd name="csY1365" fmla="*/ 803108 h 906880"/>
                <a:gd name="csX1366" fmla="*/ 588043 w 1363328"/>
                <a:gd name="csY1366" fmla="*/ 800100 h 906880"/>
                <a:gd name="csX1367" fmla="*/ 585787 w 1363328"/>
                <a:gd name="csY1367" fmla="*/ 799348 h 906880"/>
                <a:gd name="csX1368" fmla="*/ 585787 w 1363328"/>
                <a:gd name="csY1368" fmla="*/ 798596 h 906880"/>
                <a:gd name="csX1369" fmla="*/ 585036 w 1363328"/>
                <a:gd name="csY1369" fmla="*/ 797844 h 906880"/>
                <a:gd name="csX1370" fmla="*/ 585036 w 1363328"/>
                <a:gd name="csY1370" fmla="*/ 797092 h 906880"/>
                <a:gd name="csX1371" fmla="*/ 585036 w 1363328"/>
                <a:gd name="csY1371" fmla="*/ 794836 h 906880"/>
                <a:gd name="csX1372" fmla="*/ 585036 w 1363328"/>
                <a:gd name="csY1372" fmla="*/ 794084 h 906880"/>
                <a:gd name="csX1373" fmla="*/ 585787 w 1363328"/>
                <a:gd name="csY1373" fmla="*/ 788820 h 906880"/>
                <a:gd name="csX1374" fmla="*/ 585787 w 1363328"/>
                <a:gd name="csY1374" fmla="*/ 788068 h 906880"/>
                <a:gd name="csX1375" fmla="*/ 585036 w 1363328"/>
                <a:gd name="csY1375" fmla="*/ 787317 h 906880"/>
                <a:gd name="csX1376" fmla="*/ 582780 w 1363328"/>
                <a:gd name="csY1376" fmla="*/ 782804 h 906880"/>
                <a:gd name="csX1377" fmla="*/ 582780 w 1363328"/>
                <a:gd name="csY1377" fmla="*/ 782053 h 906880"/>
                <a:gd name="csX1378" fmla="*/ 582780 w 1363328"/>
                <a:gd name="csY1378" fmla="*/ 780549 h 906880"/>
                <a:gd name="csX1379" fmla="*/ 582780 w 1363328"/>
                <a:gd name="csY1379" fmla="*/ 779797 h 906880"/>
                <a:gd name="csX1380" fmla="*/ 582780 w 1363328"/>
                <a:gd name="csY1380" fmla="*/ 779045 h 906880"/>
                <a:gd name="csX1381" fmla="*/ 582780 w 1363328"/>
                <a:gd name="csY1381" fmla="*/ 778293 h 906880"/>
                <a:gd name="csX1382" fmla="*/ 583532 w 1363328"/>
                <a:gd name="csY1382" fmla="*/ 776789 h 906880"/>
                <a:gd name="csX1383" fmla="*/ 588043 w 1363328"/>
                <a:gd name="csY1383" fmla="*/ 776789 h 906880"/>
                <a:gd name="csX1384" fmla="*/ 588796 w 1363328"/>
                <a:gd name="csY1384" fmla="*/ 775285 h 906880"/>
                <a:gd name="csX1385" fmla="*/ 588796 w 1363328"/>
                <a:gd name="csY1385" fmla="*/ 774533 h 906880"/>
                <a:gd name="csX1386" fmla="*/ 588796 w 1363328"/>
                <a:gd name="csY1386" fmla="*/ 773781 h 906880"/>
                <a:gd name="csX1387" fmla="*/ 588796 w 1363328"/>
                <a:gd name="csY1387" fmla="*/ 771525 h 906880"/>
                <a:gd name="csX1388" fmla="*/ 589547 w 1363328"/>
                <a:gd name="csY1388" fmla="*/ 767013 h 906880"/>
                <a:gd name="csX1389" fmla="*/ 586540 w 1363328"/>
                <a:gd name="csY1389" fmla="*/ 764757 h 906880"/>
                <a:gd name="csX1390" fmla="*/ 586540 w 1363328"/>
                <a:gd name="csY1390" fmla="*/ 764005 h 906880"/>
                <a:gd name="csX1391" fmla="*/ 586540 w 1363328"/>
                <a:gd name="csY1391" fmla="*/ 763253 h 906880"/>
                <a:gd name="csX1392" fmla="*/ 586540 w 1363328"/>
                <a:gd name="csY1392" fmla="*/ 762501 h 906880"/>
                <a:gd name="csX1393" fmla="*/ 587292 w 1363328"/>
                <a:gd name="csY1393" fmla="*/ 761749 h 906880"/>
                <a:gd name="csX1394" fmla="*/ 588043 w 1363328"/>
                <a:gd name="csY1394" fmla="*/ 761749 h 906880"/>
                <a:gd name="csX1395" fmla="*/ 592555 w 1363328"/>
                <a:gd name="csY1395" fmla="*/ 760245 h 906880"/>
                <a:gd name="csX1396" fmla="*/ 593307 w 1363328"/>
                <a:gd name="csY1396" fmla="*/ 759493 h 906880"/>
                <a:gd name="csX1397" fmla="*/ 594811 w 1363328"/>
                <a:gd name="csY1397" fmla="*/ 757989 h 906880"/>
                <a:gd name="csX1398" fmla="*/ 594811 w 1363328"/>
                <a:gd name="csY1398" fmla="*/ 757238 h 906880"/>
                <a:gd name="csX1399" fmla="*/ 594811 w 1363328"/>
                <a:gd name="csY1399" fmla="*/ 756485 h 906880"/>
                <a:gd name="csX1400" fmla="*/ 593307 w 1363328"/>
                <a:gd name="csY1400" fmla="*/ 754981 h 906880"/>
                <a:gd name="csX1401" fmla="*/ 593307 w 1363328"/>
                <a:gd name="csY1401" fmla="*/ 753478 h 906880"/>
                <a:gd name="csX1402" fmla="*/ 593307 w 1363328"/>
                <a:gd name="csY1402" fmla="*/ 752726 h 906880"/>
                <a:gd name="csX1403" fmla="*/ 594059 w 1363328"/>
                <a:gd name="csY1403" fmla="*/ 751974 h 906880"/>
                <a:gd name="csX1404" fmla="*/ 594811 w 1363328"/>
                <a:gd name="csY1404" fmla="*/ 751974 h 906880"/>
                <a:gd name="csX1405" fmla="*/ 595563 w 1363328"/>
                <a:gd name="csY1405" fmla="*/ 750470 h 906880"/>
                <a:gd name="csX1406" fmla="*/ 597067 w 1363328"/>
                <a:gd name="csY1406" fmla="*/ 748966 h 906880"/>
                <a:gd name="csX1407" fmla="*/ 597067 w 1363328"/>
                <a:gd name="csY1407" fmla="*/ 746710 h 906880"/>
                <a:gd name="csX1408" fmla="*/ 597067 w 1363328"/>
                <a:gd name="csY1408" fmla="*/ 745958 h 906880"/>
                <a:gd name="csX1409" fmla="*/ 596315 w 1363328"/>
                <a:gd name="csY1409" fmla="*/ 745206 h 906880"/>
                <a:gd name="csX1410" fmla="*/ 595563 w 1363328"/>
                <a:gd name="csY1410" fmla="*/ 744454 h 906880"/>
                <a:gd name="csX1411" fmla="*/ 594811 w 1363328"/>
                <a:gd name="csY1411" fmla="*/ 743702 h 906880"/>
                <a:gd name="csX1412" fmla="*/ 594059 w 1363328"/>
                <a:gd name="csY1412" fmla="*/ 743702 h 906880"/>
                <a:gd name="csX1413" fmla="*/ 593307 w 1363328"/>
                <a:gd name="csY1413" fmla="*/ 742950 h 906880"/>
                <a:gd name="csX1414" fmla="*/ 592555 w 1363328"/>
                <a:gd name="csY1414" fmla="*/ 742950 h 906880"/>
                <a:gd name="csX1415" fmla="*/ 591051 w 1363328"/>
                <a:gd name="csY1415" fmla="*/ 741446 h 906880"/>
                <a:gd name="csX1416" fmla="*/ 590300 w 1363328"/>
                <a:gd name="csY1416" fmla="*/ 741446 h 906880"/>
                <a:gd name="csX1417" fmla="*/ 589547 w 1363328"/>
                <a:gd name="csY1417" fmla="*/ 740694 h 906880"/>
                <a:gd name="csX1418" fmla="*/ 588043 w 1363328"/>
                <a:gd name="csY1418" fmla="*/ 739942 h 906880"/>
                <a:gd name="csX1419" fmla="*/ 587292 w 1363328"/>
                <a:gd name="csY1419" fmla="*/ 737686 h 906880"/>
                <a:gd name="csX1420" fmla="*/ 585036 w 1363328"/>
                <a:gd name="csY1420" fmla="*/ 730919 h 906880"/>
                <a:gd name="csX1421" fmla="*/ 584283 w 1363328"/>
                <a:gd name="csY1421" fmla="*/ 729415 h 906880"/>
                <a:gd name="csX1422" fmla="*/ 584283 w 1363328"/>
                <a:gd name="csY1422" fmla="*/ 728662 h 906880"/>
                <a:gd name="csX1423" fmla="*/ 582780 w 1363328"/>
                <a:gd name="csY1423" fmla="*/ 727910 h 906880"/>
                <a:gd name="csX1424" fmla="*/ 582028 w 1363328"/>
                <a:gd name="csY1424" fmla="*/ 727910 h 906880"/>
                <a:gd name="csX1425" fmla="*/ 581276 w 1363328"/>
                <a:gd name="csY1425" fmla="*/ 727159 h 906880"/>
                <a:gd name="csX1426" fmla="*/ 579772 w 1363328"/>
                <a:gd name="csY1426" fmla="*/ 725655 h 906880"/>
                <a:gd name="csX1427" fmla="*/ 579772 w 1363328"/>
                <a:gd name="csY1427" fmla="*/ 724902 h 906880"/>
                <a:gd name="csX1428" fmla="*/ 579772 w 1363328"/>
                <a:gd name="csY1428" fmla="*/ 724151 h 906880"/>
                <a:gd name="csX1429" fmla="*/ 580524 w 1363328"/>
                <a:gd name="csY1429" fmla="*/ 721895 h 906880"/>
                <a:gd name="csX1430" fmla="*/ 580524 w 1363328"/>
                <a:gd name="csY1430" fmla="*/ 719639 h 906880"/>
                <a:gd name="csX1431" fmla="*/ 580524 w 1363328"/>
                <a:gd name="csY1431" fmla="*/ 713623 h 906880"/>
                <a:gd name="csX1432" fmla="*/ 580524 w 1363328"/>
                <a:gd name="csY1432" fmla="*/ 712119 h 906880"/>
                <a:gd name="csX1433" fmla="*/ 579772 w 1363328"/>
                <a:gd name="csY1433" fmla="*/ 710615 h 906880"/>
                <a:gd name="csX1434" fmla="*/ 579020 w 1363328"/>
                <a:gd name="csY1434" fmla="*/ 709863 h 906880"/>
                <a:gd name="csX1435" fmla="*/ 577516 w 1363328"/>
                <a:gd name="csY1435" fmla="*/ 707607 h 906880"/>
                <a:gd name="csX1436" fmla="*/ 576764 w 1363328"/>
                <a:gd name="csY1436" fmla="*/ 706855 h 906880"/>
                <a:gd name="csX1437" fmla="*/ 576012 w 1363328"/>
                <a:gd name="csY1437" fmla="*/ 706103 h 906880"/>
                <a:gd name="csX1438" fmla="*/ 574508 w 1363328"/>
                <a:gd name="csY1438" fmla="*/ 705351 h 906880"/>
                <a:gd name="csX1439" fmla="*/ 573756 w 1363328"/>
                <a:gd name="csY1439" fmla="*/ 705351 h 906880"/>
                <a:gd name="csX1440" fmla="*/ 570748 w 1363328"/>
                <a:gd name="csY1440" fmla="*/ 703847 h 906880"/>
                <a:gd name="csX1441" fmla="*/ 569244 w 1363328"/>
                <a:gd name="csY1441" fmla="*/ 703847 h 906880"/>
                <a:gd name="csX1442" fmla="*/ 568492 w 1363328"/>
                <a:gd name="csY1442" fmla="*/ 703095 h 906880"/>
                <a:gd name="csX1443" fmla="*/ 567740 w 1363328"/>
                <a:gd name="csY1443" fmla="*/ 701591 h 906880"/>
                <a:gd name="csX1444" fmla="*/ 566988 w 1363328"/>
                <a:gd name="csY1444" fmla="*/ 700087 h 906880"/>
                <a:gd name="csX1445" fmla="*/ 566236 w 1363328"/>
                <a:gd name="csY1445" fmla="*/ 699336 h 906880"/>
                <a:gd name="csX1446" fmla="*/ 565484 w 1363328"/>
                <a:gd name="csY1446" fmla="*/ 698583 h 906880"/>
                <a:gd name="csX1447" fmla="*/ 563981 w 1363328"/>
                <a:gd name="csY1447" fmla="*/ 697832 h 906880"/>
                <a:gd name="csX1448" fmla="*/ 563228 w 1363328"/>
                <a:gd name="csY1448" fmla="*/ 697080 h 906880"/>
                <a:gd name="csX1449" fmla="*/ 562476 w 1363328"/>
                <a:gd name="csY1449" fmla="*/ 697080 h 906880"/>
                <a:gd name="csX1450" fmla="*/ 560972 w 1363328"/>
                <a:gd name="csY1450" fmla="*/ 694072 h 906880"/>
                <a:gd name="csX1451" fmla="*/ 558717 w 1363328"/>
                <a:gd name="csY1451" fmla="*/ 691064 h 906880"/>
                <a:gd name="csX1452" fmla="*/ 555709 w 1363328"/>
                <a:gd name="csY1452" fmla="*/ 687304 h 906880"/>
                <a:gd name="csX1453" fmla="*/ 554957 w 1363328"/>
                <a:gd name="csY1453" fmla="*/ 685048 h 906880"/>
                <a:gd name="csX1454" fmla="*/ 554205 w 1363328"/>
                <a:gd name="csY1454" fmla="*/ 683544 h 906880"/>
                <a:gd name="csX1455" fmla="*/ 554205 w 1363328"/>
                <a:gd name="csY1455" fmla="*/ 682040 h 906880"/>
                <a:gd name="csX1456" fmla="*/ 553453 w 1363328"/>
                <a:gd name="csY1456" fmla="*/ 681288 h 906880"/>
                <a:gd name="csX1457" fmla="*/ 552701 w 1363328"/>
                <a:gd name="csY1457" fmla="*/ 680536 h 906880"/>
                <a:gd name="csX1458" fmla="*/ 553453 w 1363328"/>
                <a:gd name="csY1458" fmla="*/ 678280 h 906880"/>
                <a:gd name="csX1459" fmla="*/ 552701 w 1363328"/>
                <a:gd name="csY1459" fmla="*/ 677528 h 906880"/>
                <a:gd name="csX1460" fmla="*/ 551949 w 1363328"/>
                <a:gd name="csY1460" fmla="*/ 677528 h 906880"/>
                <a:gd name="csX1461" fmla="*/ 551197 w 1363328"/>
                <a:gd name="csY1461" fmla="*/ 678280 h 906880"/>
                <a:gd name="csX1462" fmla="*/ 550445 w 1363328"/>
                <a:gd name="csY1462" fmla="*/ 678280 h 906880"/>
                <a:gd name="csX1463" fmla="*/ 549693 w 1363328"/>
                <a:gd name="csY1463" fmla="*/ 678280 h 906880"/>
                <a:gd name="csX1464" fmla="*/ 547437 w 1363328"/>
                <a:gd name="csY1464" fmla="*/ 676776 h 906880"/>
                <a:gd name="csX1465" fmla="*/ 545181 w 1363328"/>
                <a:gd name="csY1465" fmla="*/ 672264 h 906880"/>
                <a:gd name="csX1466" fmla="*/ 544429 w 1363328"/>
                <a:gd name="csY1466" fmla="*/ 671512 h 906880"/>
                <a:gd name="csX1467" fmla="*/ 542925 w 1363328"/>
                <a:gd name="csY1467" fmla="*/ 671512 h 906880"/>
                <a:gd name="csX1468" fmla="*/ 542173 w 1363328"/>
                <a:gd name="csY1468" fmla="*/ 670761 h 906880"/>
                <a:gd name="csX1469" fmla="*/ 541421 w 1363328"/>
                <a:gd name="csY1469" fmla="*/ 670008 h 906880"/>
                <a:gd name="csX1470" fmla="*/ 540669 w 1363328"/>
                <a:gd name="csY1470" fmla="*/ 669257 h 906880"/>
                <a:gd name="csX1471" fmla="*/ 539917 w 1363328"/>
                <a:gd name="csY1471" fmla="*/ 666249 h 906880"/>
                <a:gd name="csX1472" fmla="*/ 539917 w 1363328"/>
                <a:gd name="csY1472" fmla="*/ 665497 h 906880"/>
                <a:gd name="csX1473" fmla="*/ 539917 w 1363328"/>
                <a:gd name="csY1473" fmla="*/ 663993 h 906880"/>
                <a:gd name="csX1474" fmla="*/ 540669 w 1363328"/>
                <a:gd name="csY1474" fmla="*/ 663993 h 906880"/>
                <a:gd name="csX1475" fmla="*/ 542925 w 1363328"/>
                <a:gd name="csY1475" fmla="*/ 663241 h 906880"/>
                <a:gd name="csX1476" fmla="*/ 543677 w 1363328"/>
                <a:gd name="csY1476" fmla="*/ 663241 h 906880"/>
                <a:gd name="csX1477" fmla="*/ 543677 w 1363328"/>
                <a:gd name="csY1477" fmla="*/ 662489 h 906880"/>
                <a:gd name="csX1478" fmla="*/ 544429 w 1363328"/>
                <a:gd name="csY1478" fmla="*/ 660985 h 906880"/>
                <a:gd name="csX1479" fmla="*/ 545181 w 1363328"/>
                <a:gd name="csY1479" fmla="*/ 659481 h 906880"/>
                <a:gd name="csX1480" fmla="*/ 545181 w 1363328"/>
                <a:gd name="csY1480" fmla="*/ 657225 h 906880"/>
                <a:gd name="csX1481" fmla="*/ 545933 w 1363328"/>
                <a:gd name="csY1481" fmla="*/ 649705 h 906880"/>
                <a:gd name="csX1482" fmla="*/ 547437 w 1363328"/>
                <a:gd name="csY1482" fmla="*/ 640682 h 906880"/>
                <a:gd name="csX1483" fmla="*/ 546685 w 1363328"/>
                <a:gd name="csY1483" fmla="*/ 639178 h 906880"/>
                <a:gd name="csX1484" fmla="*/ 546685 w 1363328"/>
                <a:gd name="csY1484" fmla="*/ 638425 h 906880"/>
                <a:gd name="csX1485" fmla="*/ 545181 w 1363328"/>
                <a:gd name="csY1485" fmla="*/ 637674 h 906880"/>
                <a:gd name="csX1486" fmla="*/ 543677 w 1363328"/>
                <a:gd name="csY1486" fmla="*/ 635418 h 906880"/>
                <a:gd name="csX1487" fmla="*/ 542173 w 1363328"/>
                <a:gd name="csY1487" fmla="*/ 633914 h 906880"/>
                <a:gd name="csX1488" fmla="*/ 539165 w 1363328"/>
                <a:gd name="csY1488" fmla="*/ 629402 h 906880"/>
                <a:gd name="csX1489" fmla="*/ 536909 w 1363328"/>
                <a:gd name="csY1489" fmla="*/ 624890 h 906880"/>
                <a:gd name="csX1490" fmla="*/ 536157 w 1363328"/>
                <a:gd name="csY1490" fmla="*/ 621882 h 906880"/>
                <a:gd name="csX1491" fmla="*/ 536157 w 1363328"/>
                <a:gd name="csY1491" fmla="*/ 615114 h 906880"/>
                <a:gd name="csX1492" fmla="*/ 535405 w 1363328"/>
                <a:gd name="csY1492" fmla="*/ 612859 h 906880"/>
                <a:gd name="csX1493" fmla="*/ 535405 w 1363328"/>
                <a:gd name="csY1493" fmla="*/ 611355 h 906880"/>
                <a:gd name="csX1494" fmla="*/ 534653 w 1363328"/>
                <a:gd name="csY1494" fmla="*/ 610603 h 906880"/>
                <a:gd name="csX1495" fmla="*/ 532398 w 1363328"/>
                <a:gd name="csY1495" fmla="*/ 609099 h 906880"/>
                <a:gd name="csX1496" fmla="*/ 531645 w 1363328"/>
                <a:gd name="csY1496" fmla="*/ 608346 h 906880"/>
                <a:gd name="csX1497" fmla="*/ 531645 w 1363328"/>
                <a:gd name="csY1497" fmla="*/ 606843 h 906880"/>
                <a:gd name="csX1498" fmla="*/ 532398 w 1363328"/>
                <a:gd name="csY1498" fmla="*/ 606091 h 906880"/>
                <a:gd name="csX1499" fmla="*/ 532398 w 1363328"/>
                <a:gd name="csY1499" fmla="*/ 605339 h 906880"/>
                <a:gd name="csX1500" fmla="*/ 532398 w 1363328"/>
                <a:gd name="csY1500" fmla="*/ 604587 h 906880"/>
                <a:gd name="csX1501" fmla="*/ 533149 w 1363328"/>
                <a:gd name="csY1501" fmla="*/ 603835 h 906880"/>
                <a:gd name="csX1502" fmla="*/ 533902 w 1363328"/>
                <a:gd name="csY1502" fmla="*/ 601579 h 906880"/>
                <a:gd name="csX1503" fmla="*/ 537661 w 1363328"/>
                <a:gd name="csY1503" fmla="*/ 591051 h 906880"/>
                <a:gd name="csX1504" fmla="*/ 537661 w 1363328"/>
                <a:gd name="csY1504" fmla="*/ 588044 h 906880"/>
                <a:gd name="csX1505" fmla="*/ 536909 w 1363328"/>
                <a:gd name="csY1505" fmla="*/ 580524 h 906880"/>
                <a:gd name="csX1506" fmla="*/ 533902 w 1363328"/>
                <a:gd name="csY1506" fmla="*/ 566236 h 906880"/>
                <a:gd name="csX1507" fmla="*/ 529389 w 1363328"/>
                <a:gd name="csY1507" fmla="*/ 555708 h 906880"/>
                <a:gd name="csX1508" fmla="*/ 525630 w 1363328"/>
                <a:gd name="csY1508" fmla="*/ 549693 h 906880"/>
                <a:gd name="csX1509" fmla="*/ 521870 w 1363328"/>
                <a:gd name="csY1509" fmla="*/ 546685 h 906880"/>
                <a:gd name="csX1510" fmla="*/ 521118 w 1363328"/>
                <a:gd name="csY1510" fmla="*/ 545933 h 906880"/>
                <a:gd name="csX1511" fmla="*/ 521118 w 1363328"/>
                <a:gd name="csY1511" fmla="*/ 544429 h 906880"/>
                <a:gd name="csX1512" fmla="*/ 521118 w 1363328"/>
                <a:gd name="csY1512" fmla="*/ 542925 h 906880"/>
                <a:gd name="csX1513" fmla="*/ 520366 w 1363328"/>
                <a:gd name="csY1513" fmla="*/ 540669 h 906880"/>
                <a:gd name="csX1514" fmla="*/ 519614 w 1363328"/>
                <a:gd name="csY1514" fmla="*/ 539917 h 906880"/>
                <a:gd name="csX1515" fmla="*/ 518862 w 1363328"/>
                <a:gd name="csY1515" fmla="*/ 539165 h 906880"/>
                <a:gd name="csX1516" fmla="*/ 518110 w 1363328"/>
                <a:gd name="csY1516" fmla="*/ 539165 h 906880"/>
                <a:gd name="csX1517" fmla="*/ 515854 w 1363328"/>
                <a:gd name="csY1517" fmla="*/ 539165 h 906880"/>
                <a:gd name="csX1518" fmla="*/ 515102 w 1363328"/>
                <a:gd name="csY1518" fmla="*/ 539917 h 906880"/>
                <a:gd name="csX1519" fmla="*/ 514350 w 1363328"/>
                <a:gd name="csY1519" fmla="*/ 539165 h 906880"/>
                <a:gd name="csX1520" fmla="*/ 510590 w 1363328"/>
                <a:gd name="csY1520" fmla="*/ 537661 h 906880"/>
                <a:gd name="csX1521" fmla="*/ 509838 w 1363328"/>
                <a:gd name="csY1521" fmla="*/ 536909 h 906880"/>
                <a:gd name="csX1522" fmla="*/ 505326 w 1363328"/>
                <a:gd name="csY1522" fmla="*/ 534653 h 906880"/>
                <a:gd name="csX1523" fmla="*/ 503823 w 1363328"/>
                <a:gd name="csY1523" fmla="*/ 533901 h 906880"/>
                <a:gd name="csX1524" fmla="*/ 499311 w 1363328"/>
                <a:gd name="csY1524" fmla="*/ 533149 h 906880"/>
                <a:gd name="csX1525" fmla="*/ 497806 w 1363328"/>
                <a:gd name="csY1525" fmla="*/ 533149 h 906880"/>
                <a:gd name="csX1526" fmla="*/ 495551 w 1363328"/>
                <a:gd name="csY1526" fmla="*/ 531646 h 906880"/>
                <a:gd name="csX1527" fmla="*/ 493295 w 1363328"/>
                <a:gd name="csY1527" fmla="*/ 529389 h 906880"/>
                <a:gd name="csX1528" fmla="*/ 492543 w 1363328"/>
                <a:gd name="csY1528" fmla="*/ 527886 h 906880"/>
                <a:gd name="csX1529" fmla="*/ 493295 w 1363328"/>
                <a:gd name="csY1529" fmla="*/ 523374 h 906880"/>
                <a:gd name="csX1530" fmla="*/ 492543 w 1363328"/>
                <a:gd name="csY1530" fmla="*/ 521118 h 906880"/>
                <a:gd name="csX1531" fmla="*/ 490287 w 1363328"/>
                <a:gd name="csY1531" fmla="*/ 519614 h 906880"/>
                <a:gd name="csX1532" fmla="*/ 485775 w 1363328"/>
                <a:gd name="csY1532" fmla="*/ 517358 h 906880"/>
                <a:gd name="csX1533" fmla="*/ 484271 w 1363328"/>
                <a:gd name="csY1533" fmla="*/ 515854 h 906880"/>
                <a:gd name="csX1534" fmla="*/ 484271 w 1363328"/>
                <a:gd name="csY1534" fmla="*/ 511342 h 906880"/>
                <a:gd name="csX1535" fmla="*/ 484271 w 1363328"/>
                <a:gd name="csY1535" fmla="*/ 509086 h 906880"/>
                <a:gd name="csX1536" fmla="*/ 482767 w 1363328"/>
                <a:gd name="csY1536" fmla="*/ 507582 h 906880"/>
                <a:gd name="csX1537" fmla="*/ 481263 w 1363328"/>
                <a:gd name="csY1537" fmla="*/ 506830 h 906880"/>
                <a:gd name="csX1538" fmla="*/ 479759 w 1363328"/>
                <a:gd name="csY1538" fmla="*/ 507582 h 906880"/>
                <a:gd name="csX1539" fmla="*/ 479759 w 1363328"/>
                <a:gd name="csY1539" fmla="*/ 510590 h 906880"/>
                <a:gd name="csX1540" fmla="*/ 476751 w 1363328"/>
                <a:gd name="csY1540" fmla="*/ 509086 h 906880"/>
                <a:gd name="csX1541" fmla="*/ 475247 w 1363328"/>
                <a:gd name="csY1541" fmla="*/ 509086 h 906880"/>
                <a:gd name="csX1542" fmla="*/ 464720 w 1363328"/>
                <a:gd name="csY1542" fmla="*/ 512094 h 906880"/>
                <a:gd name="csX1543" fmla="*/ 463216 w 1363328"/>
                <a:gd name="csY1543" fmla="*/ 512846 h 906880"/>
                <a:gd name="csX1544" fmla="*/ 460208 w 1363328"/>
                <a:gd name="csY1544" fmla="*/ 513598 h 906880"/>
                <a:gd name="csX1545" fmla="*/ 448176 w 1363328"/>
                <a:gd name="csY1545" fmla="*/ 515102 h 906880"/>
                <a:gd name="csX1546" fmla="*/ 443665 w 1363328"/>
                <a:gd name="csY1546" fmla="*/ 514350 h 906880"/>
                <a:gd name="csX1547" fmla="*/ 442161 w 1363328"/>
                <a:gd name="csY1547" fmla="*/ 513598 h 906880"/>
                <a:gd name="csX1548" fmla="*/ 439905 w 1363328"/>
                <a:gd name="csY1548" fmla="*/ 512846 h 906880"/>
                <a:gd name="csX1549" fmla="*/ 437649 w 1363328"/>
                <a:gd name="csY1549" fmla="*/ 512846 h 906880"/>
                <a:gd name="csX1550" fmla="*/ 436145 w 1363328"/>
                <a:gd name="csY1550" fmla="*/ 514350 h 906880"/>
                <a:gd name="csX1551" fmla="*/ 435393 w 1363328"/>
                <a:gd name="csY1551" fmla="*/ 515854 h 906880"/>
                <a:gd name="csX1552" fmla="*/ 433137 w 1363328"/>
                <a:gd name="csY1552" fmla="*/ 515854 h 906880"/>
                <a:gd name="csX1553" fmla="*/ 430881 w 1363328"/>
                <a:gd name="csY1553" fmla="*/ 514350 h 906880"/>
                <a:gd name="csX1554" fmla="*/ 428625 w 1363328"/>
                <a:gd name="csY1554" fmla="*/ 513598 h 906880"/>
                <a:gd name="csX1555" fmla="*/ 425617 w 1363328"/>
                <a:gd name="csY1555" fmla="*/ 510590 h 906880"/>
                <a:gd name="csX1556" fmla="*/ 424113 w 1363328"/>
                <a:gd name="csY1556" fmla="*/ 509838 h 906880"/>
                <a:gd name="csX1557" fmla="*/ 421106 w 1363328"/>
                <a:gd name="csY1557" fmla="*/ 509086 h 906880"/>
                <a:gd name="csX1558" fmla="*/ 418849 w 1363328"/>
                <a:gd name="csY1558" fmla="*/ 509838 h 906880"/>
                <a:gd name="csX1559" fmla="*/ 417346 w 1363328"/>
                <a:gd name="csY1559" fmla="*/ 511342 h 906880"/>
                <a:gd name="csX1560" fmla="*/ 414338 w 1363328"/>
                <a:gd name="csY1560" fmla="*/ 515102 h 906880"/>
                <a:gd name="csX1561" fmla="*/ 412834 w 1363328"/>
                <a:gd name="csY1561" fmla="*/ 514350 h 906880"/>
                <a:gd name="csX1562" fmla="*/ 403810 w 1363328"/>
                <a:gd name="csY1562" fmla="*/ 515102 h 906880"/>
                <a:gd name="csX1563" fmla="*/ 402306 w 1363328"/>
                <a:gd name="csY1563" fmla="*/ 514350 h 906880"/>
                <a:gd name="csX1564" fmla="*/ 401554 w 1363328"/>
                <a:gd name="csY1564" fmla="*/ 514350 h 906880"/>
                <a:gd name="csX1565" fmla="*/ 400802 w 1363328"/>
                <a:gd name="csY1565" fmla="*/ 513598 h 906880"/>
                <a:gd name="csX1566" fmla="*/ 400050 w 1363328"/>
                <a:gd name="csY1566" fmla="*/ 513598 h 906880"/>
                <a:gd name="csX1567" fmla="*/ 397042 w 1363328"/>
                <a:gd name="csY1567" fmla="*/ 512094 h 906880"/>
                <a:gd name="csX1568" fmla="*/ 384259 w 1363328"/>
                <a:gd name="csY1568" fmla="*/ 510590 h 906880"/>
                <a:gd name="csX1569" fmla="*/ 380499 w 1363328"/>
                <a:gd name="csY1569" fmla="*/ 510590 h 906880"/>
                <a:gd name="csX1570" fmla="*/ 377491 w 1363328"/>
                <a:gd name="csY1570" fmla="*/ 511342 h 906880"/>
                <a:gd name="csX1571" fmla="*/ 373731 w 1363328"/>
                <a:gd name="csY1571" fmla="*/ 513598 h 906880"/>
                <a:gd name="csX1572" fmla="*/ 372227 w 1363328"/>
                <a:gd name="csY1572" fmla="*/ 514350 h 906880"/>
                <a:gd name="csX1573" fmla="*/ 369971 w 1363328"/>
                <a:gd name="csY1573" fmla="*/ 515854 h 906880"/>
                <a:gd name="csX1574" fmla="*/ 366211 w 1363328"/>
                <a:gd name="csY1574" fmla="*/ 515854 h 906880"/>
                <a:gd name="csX1575" fmla="*/ 363955 w 1363328"/>
                <a:gd name="csY1575" fmla="*/ 515854 h 906880"/>
                <a:gd name="csX1576" fmla="*/ 361699 w 1363328"/>
                <a:gd name="csY1576" fmla="*/ 515102 h 906880"/>
                <a:gd name="csX1577" fmla="*/ 360195 w 1363328"/>
                <a:gd name="csY1577" fmla="*/ 514350 h 906880"/>
                <a:gd name="csX1578" fmla="*/ 359444 w 1363328"/>
                <a:gd name="csY1578" fmla="*/ 512846 h 906880"/>
                <a:gd name="csX1579" fmla="*/ 358691 w 1363328"/>
                <a:gd name="csY1579" fmla="*/ 511342 h 906880"/>
                <a:gd name="csX1580" fmla="*/ 357188 w 1363328"/>
                <a:gd name="csY1580" fmla="*/ 506830 h 906880"/>
                <a:gd name="csX1581" fmla="*/ 355684 w 1363328"/>
                <a:gd name="csY1581" fmla="*/ 504574 h 906880"/>
                <a:gd name="csX1582" fmla="*/ 349668 w 1363328"/>
                <a:gd name="csY1582" fmla="*/ 496303 h 906880"/>
                <a:gd name="csX1583" fmla="*/ 348164 w 1363328"/>
                <a:gd name="csY1583" fmla="*/ 495550 h 906880"/>
                <a:gd name="csX1584" fmla="*/ 345908 w 1363328"/>
                <a:gd name="csY1584" fmla="*/ 494047 h 906880"/>
                <a:gd name="csX1585" fmla="*/ 327861 w 1363328"/>
                <a:gd name="csY1585" fmla="*/ 489535 h 906880"/>
                <a:gd name="csX1586" fmla="*/ 311317 w 1363328"/>
                <a:gd name="csY1586" fmla="*/ 485023 h 906880"/>
                <a:gd name="csX1587" fmla="*/ 300789 w 1363328"/>
                <a:gd name="csY1587" fmla="*/ 480511 h 906880"/>
                <a:gd name="csX1588" fmla="*/ 288006 w 1363328"/>
                <a:gd name="csY1588" fmla="*/ 472239 h 906880"/>
                <a:gd name="csX1589" fmla="*/ 284246 w 1363328"/>
                <a:gd name="csY1589" fmla="*/ 470735 h 906880"/>
                <a:gd name="csX1590" fmla="*/ 280486 w 1363328"/>
                <a:gd name="csY1590" fmla="*/ 468480 h 906880"/>
                <a:gd name="csX1591" fmla="*/ 277478 w 1363328"/>
                <a:gd name="csY1591" fmla="*/ 466975 h 906880"/>
                <a:gd name="csX1592" fmla="*/ 275222 w 1363328"/>
                <a:gd name="csY1592" fmla="*/ 466224 h 906880"/>
                <a:gd name="csX1593" fmla="*/ 274470 w 1363328"/>
                <a:gd name="csY1593" fmla="*/ 466224 h 906880"/>
                <a:gd name="csX1594" fmla="*/ 272967 w 1363328"/>
                <a:gd name="csY1594" fmla="*/ 466224 h 906880"/>
                <a:gd name="csX1595" fmla="*/ 272215 w 1363328"/>
                <a:gd name="csY1595" fmla="*/ 466224 h 906880"/>
                <a:gd name="csX1596" fmla="*/ 270711 w 1363328"/>
                <a:gd name="csY1596" fmla="*/ 466975 h 906880"/>
                <a:gd name="csX1597" fmla="*/ 269207 w 1363328"/>
                <a:gd name="csY1597" fmla="*/ 466975 h 906880"/>
                <a:gd name="csX1598" fmla="*/ 267703 w 1363328"/>
                <a:gd name="csY1598" fmla="*/ 466975 h 906880"/>
                <a:gd name="csX1599" fmla="*/ 264695 w 1363328"/>
                <a:gd name="csY1599" fmla="*/ 466975 h 906880"/>
                <a:gd name="csX1600" fmla="*/ 263191 w 1363328"/>
                <a:gd name="csY1600" fmla="*/ 466975 h 906880"/>
                <a:gd name="csX1601" fmla="*/ 261687 w 1363328"/>
                <a:gd name="csY1601" fmla="*/ 466975 h 906880"/>
                <a:gd name="csX1602" fmla="*/ 260935 w 1363328"/>
                <a:gd name="csY1602" fmla="*/ 467728 h 906880"/>
                <a:gd name="csX1603" fmla="*/ 257927 w 1363328"/>
                <a:gd name="csY1603" fmla="*/ 469984 h 906880"/>
                <a:gd name="csX1604" fmla="*/ 257175 w 1363328"/>
                <a:gd name="csY1604" fmla="*/ 469984 h 906880"/>
                <a:gd name="csX1605" fmla="*/ 256423 w 1363328"/>
                <a:gd name="csY1605" fmla="*/ 470735 h 906880"/>
                <a:gd name="csX1606" fmla="*/ 254167 w 1363328"/>
                <a:gd name="csY1606" fmla="*/ 471488 h 906880"/>
                <a:gd name="csX1607" fmla="*/ 251159 w 1363328"/>
                <a:gd name="csY1607" fmla="*/ 472239 h 906880"/>
                <a:gd name="csX1608" fmla="*/ 245143 w 1363328"/>
                <a:gd name="csY1608" fmla="*/ 471488 h 906880"/>
                <a:gd name="csX1609" fmla="*/ 242136 w 1363328"/>
                <a:gd name="csY1609" fmla="*/ 471488 h 906880"/>
                <a:gd name="csX1610" fmla="*/ 239128 w 1363328"/>
                <a:gd name="csY1610" fmla="*/ 469984 h 906880"/>
                <a:gd name="csX1611" fmla="*/ 233864 w 1363328"/>
                <a:gd name="csY1611" fmla="*/ 467728 h 906880"/>
                <a:gd name="csX1612" fmla="*/ 230856 w 1363328"/>
                <a:gd name="csY1612" fmla="*/ 466224 h 906880"/>
                <a:gd name="csX1613" fmla="*/ 227848 w 1363328"/>
                <a:gd name="csY1613" fmla="*/ 466224 h 906880"/>
                <a:gd name="csX1614" fmla="*/ 224840 w 1363328"/>
                <a:gd name="csY1614" fmla="*/ 467728 h 906880"/>
                <a:gd name="csX1615" fmla="*/ 222584 w 1363328"/>
                <a:gd name="csY1615" fmla="*/ 468480 h 906880"/>
                <a:gd name="csX1616" fmla="*/ 219576 w 1363328"/>
                <a:gd name="csY1616" fmla="*/ 465471 h 906880"/>
                <a:gd name="csX1617" fmla="*/ 215065 w 1363328"/>
                <a:gd name="csY1617" fmla="*/ 460960 h 906880"/>
                <a:gd name="csX1618" fmla="*/ 212057 w 1363328"/>
                <a:gd name="csY1618" fmla="*/ 459456 h 906880"/>
                <a:gd name="csX1619" fmla="*/ 202281 w 1363328"/>
                <a:gd name="csY1619" fmla="*/ 460960 h 906880"/>
                <a:gd name="csX1620" fmla="*/ 198521 w 1363328"/>
                <a:gd name="csY1620" fmla="*/ 460208 h 906880"/>
                <a:gd name="csX1621" fmla="*/ 195513 w 1363328"/>
                <a:gd name="csY1621" fmla="*/ 459456 h 906880"/>
                <a:gd name="csX1622" fmla="*/ 178970 w 1363328"/>
                <a:gd name="csY1622" fmla="*/ 449680 h 906880"/>
                <a:gd name="csX1623" fmla="*/ 172954 w 1363328"/>
                <a:gd name="csY1623" fmla="*/ 446672 h 906880"/>
                <a:gd name="csX1624" fmla="*/ 166186 w 1363328"/>
                <a:gd name="csY1624" fmla="*/ 445169 h 906880"/>
                <a:gd name="csX1625" fmla="*/ 163178 w 1363328"/>
                <a:gd name="csY1625" fmla="*/ 445169 h 906880"/>
                <a:gd name="csX1626" fmla="*/ 158667 w 1363328"/>
                <a:gd name="csY1626" fmla="*/ 445920 h 906880"/>
                <a:gd name="csX1627" fmla="*/ 155659 w 1363328"/>
                <a:gd name="csY1627" fmla="*/ 448176 h 906880"/>
                <a:gd name="csX1628" fmla="*/ 154155 w 1363328"/>
                <a:gd name="csY1628" fmla="*/ 451184 h 906880"/>
                <a:gd name="csX1629" fmla="*/ 153403 w 1363328"/>
                <a:gd name="csY1629" fmla="*/ 454192 h 906880"/>
                <a:gd name="csX1630" fmla="*/ 151899 w 1363328"/>
                <a:gd name="csY1630" fmla="*/ 458704 h 906880"/>
                <a:gd name="csX1631" fmla="*/ 150395 w 1363328"/>
                <a:gd name="csY1631" fmla="*/ 461712 h 906880"/>
                <a:gd name="csX1632" fmla="*/ 147387 w 1363328"/>
                <a:gd name="csY1632" fmla="*/ 463968 h 906880"/>
                <a:gd name="csX1633" fmla="*/ 143627 w 1363328"/>
                <a:gd name="csY1633" fmla="*/ 464720 h 906880"/>
                <a:gd name="csX1634" fmla="*/ 142123 w 1363328"/>
                <a:gd name="csY1634" fmla="*/ 463216 h 906880"/>
                <a:gd name="csX1635" fmla="*/ 141371 w 1363328"/>
                <a:gd name="csY1635" fmla="*/ 460960 h 906880"/>
                <a:gd name="csX1636" fmla="*/ 139867 w 1363328"/>
                <a:gd name="csY1636" fmla="*/ 459456 h 906880"/>
                <a:gd name="csX1637" fmla="*/ 139115 w 1363328"/>
                <a:gd name="csY1637" fmla="*/ 459456 h 906880"/>
                <a:gd name="csX1638" fmla="*/ 138363 w 1363328"/>
                <a:gd name="csY1638" fmla="*/ 458704 h 906880"/>
                <a:gd name="csX1639" fmla="*/ 136859 w 1363328"/>
                <a:gd name="csY1639" fmla="*/ 457952 h 906880"/>
                <a:gd name="csX1640" fmla="*/ 134603 w 1363328"/>
                <a:gd name="csY1640" fmla="*/ 457200 h 906880"/>
                <a:gd name="csX1641" fmla="*/ 133099 w 1363328"/>
                <a:gd name="csY1641" fmla="*/ 457952 h 906880"/>
                <a:gd name="csX1642" fmla="*/ 129340 w 1363328"/>
                <a:gd name="csY1642" fmla="*/ 460960 h 906880"/>
                <a:gd name="csX1643" fmla="*/ 125580 w 1363328"/>
                <a:gd name="csY1643" fmla="*/ 460960 h 906880"/>
                <a:gd name="csX1644" fmla="*/ 118812 w 1363328"/>
                <a:gd name="csY1644" fmla="*/ 458704 h 906880"/>
                <a:gd name="csX1645" fmla="*/ 115052 w 1363328"/>
                <a:gd name="csY1645" fmla="*/ 458704 h 906880"/>
                <a:gd name="csX1646" fmla="*/ 109036 w 1363328"/>
                <a:gd name="csY1646" fmla="*/ 457952 h 906880"/>
                <a:gd name="csX1647" fmla="*/ 106780 w 1363328"/>
                <a:gd name="csY1647" fmla="*/ 458704 h 906880"/>
                <a:gd name="csX1648" fmla="*/ 103773 w 1363328"/>
                <a:gd name="csY1648" fmla="*/ 459456 h 906880"/>
                <a:gd name="csX1649" fmla="*/ 97757 w 1363328"/>
                <a:gd name="csY1649" fmla="*/ 460208 h 906880"/>
                <a:gd name="csX1650" fmla="*/ 93245 w 1363328"/>
                <a:gd name="csY1650" fmla="*/ 457200 h 906880"/>
                <a:gd name="csX1651" fmla="*/ 88733 w 1363328"/>
                <a:gd name="csY1651" fmla="*/ 453440 h 906880"/>
                <a:gd name="csX1652" fmla="*/ 83469 w 1363328"/>
                <a:gd name="csY1652" fmla="*/ 452688 h 906880"/>
                <a:gd name="csX1653" fmla="*/ 75197 w 1363328"/>
                <a:gd name="csY1653" fmla="*/ 457952 h 906880"/>
                <a:gd name="csX1654" fmla="*/ 71438 w 1363328"/>
                <a:gd name="csY1654" fmla="*/ 458704 h 906880"/>
                <a:gd name="csX1655" fmla="*/ 56398 w 1363328"/>
                <a:gd name="csY1655" fmla="*/ 455696 h 906880"/>
                <a:gd name="csX1656" fmla="*/ 49630 w 1363328"/>
                <a:gd name="csY1656" fmla="*/ 456448 h 906880"/>
                <a:gd name="csX1657" fmla="*/ 47374 w 1363328"/>
                <a:gd name="csY1657" fmla="*/ 455696 h 906880"/>
                <a:gd name="csX1658" fmla="*/ 43615 w 1363328"/>
                <a:gd name="csY1658" fmla="*/ 453440 h 906880"/>
                <a:gd name="csX1659" fmla="*/ 41359 w 1363328"/>
                <a:gd name="csY1659" fmla="*/ 452688 h 906880"/>
                <a:gd name="csX1660" fmla="*/ 33087 w 1363328"/>
                <a:gd name="csY1660" fmla="*/ 452688 h 906880"/>
                <a:gd name="csX1661" fmla="*/ 30079 w 1363328"/>
                <a:gd name="csY1661" fmla="*/ 454192 h 906880"/>
                <a:gd name="csX1662" fmla="*/ 26319 w 1363328"/>
                <a:gd name="csY1662" fmla="*/ 456448 h 906880"/>
                <a:gd name="csX1663" fmla="*/ 24063 w 1363328"/>
                <a:gd name="csY1663" fmla="*/ 457952 h 906880"/>
                <a:gd name="csX1664" fmla="*/ 16544 w 1363328"/>
                <a:gd name="csY1664" fmla="*/ 463216 h 906880"/>
                <a:gd name="csX1665" fmla="*/ 9024 w 1363328"/>
                <a:gd name="csY1665" fmla="*/ 470735 h 906880"/>
                <a:gd name="csX1666" fmla="*/ 7520 w 1363328"/>
                <a:gd name="csY1666" fmla="*/ 472239 h 906880"/>
                <a:gd name="csX1667" fmla="*/ 2256 w 1363328"/>
                <a:gd name="csY1667" fmla="*/ 473743 h 906880"/>
                <a:gd name="csX1668" fmla="*/ 0 w 1363328"/>
                <a:gd name="csY1668" fmla="*/ 474495 h 906880"/>
                <a:gd name="csX1669" fmla="*/ 855746 w 1363328"/>
                <a:gd name="csY1669" fmla="*/ 805364 h 906880"/>
                <a:gd name="csX1670" fmla="*/ 857250 w 1363328"/>
                <a:gd name="csY1670" fmla="*/ 805364 h 906880"/>
                <a:gd name="csX1671" fmla="*/ 860258 w 1363328"/>
                <a:gd name="csY1671" fmla="*/ 805364 h 906880"/>
                <a:gd name="csX1672" fmla="*/ 861762 w 1363328"/>
                <a:gd name="csY1672" fmla="*/ 804612 h 906880"/>
                <a:gd name="csX1673" fmla="*/ 864018 w 1363328"/>
                <a:gd name="csY1673" fmla="*/ 803108 h 906880"/>
                <a:gd name="csX1674" fmla="*/ 865522 w 1363328"/>
                <a:gd name="csY1674" fmla="*/ 803108 h 906880"/>
                <a:gd name="csX1675" fmla="*/ 865522 w 1363328"/>
                <a:gd name="csY1675" fmla="*/ 803860 h 906880"/>
                <a:gd name="csX1676" fmla="*/ 858754 w 1363328"/>
                <a:gd name="csY1676" fmla="*/ 809124 h 906880"/>
                <a:gd name="csX1677" fmla="*/ 853490 w 1363328"/>
                <a:gd name="csY1677" fmla="*/ 810628 h 906880"/>
                <a:gd name="csX1678" fmla="*/ 850482 w 1363328"/>
                <a:gd name="csY1678" fmla="*/ 812132 h 906880"/>
                <a:gd name="csX1679" fmla="*/ 815139 w 1363328"/>
                <a:gd name="csY1679" fmla="*/ 842211 h 906880"/>
                <a:gd name="csX1680" fmla="*/ 809124 w 1363328"/>
                <a:gd name="csY1680" fmla="*/ 845218 h 906880"/>
                <a:gd name="csX1681" fmla="*/ 806868 w 1363328"/>
                <a:gd name="csY1681" fmla="*/ 848226 h 906880"/>
                <a:gd name="csX1682" fmla="*/ 803860 w 1363328"/>
                <a:gd name="csY1682" fmla="*/ 853490 h 906880"/>
                <a:gd name="csX1683" fmla="*/ 800852 w 1363328"/>
                <a:gd name="csY1683" fmla="*/ 859506 h 906880"/>
                <a:gd name="csX1684" fmla="*/ 799348 w 1363328"/>
                <a:gd name="csY1684" fmla="*/ 861762 h 906880"/>
                <a:gd name="csX1685" fmla="*/ 797092 w 1363328"/>
                <a:gd name="csY1685" fmla="*/ 861010 h 906880"/>
                <a:gd name="csX1686" fmla="*/ 797844 w 1363328"/>
                <a:gd name="csY1686" fmla="*/ 858002 h 906880"/>
                <a:gd name="csX1687" fmla="*/ 800100 w 1363328"/>
                <a:gd name="csY1687" fmla="*/ 851986 h 906880"/>
                <a:gd name="csX1688" fmla="*/ 800852 w 1363328"/>
                <a:gd name="csY1688" fmla="*/ 848978 h 906880"/>
                <a:gd name="csX1689" fmla="*/ 801604 w 1363328"/>
                <a:gd name="csY1689" fmla="*/ 848226 h 906880"/>
                <a:gd name="csX1690" fmla="*/ 807620 w 1363328"/>
                <a:gd name="csY1690" fmla="*/ 840707 h 906880"/>
                <a:gd name="csX1691" fmla="*/ 824915 w 1363328"/>
                <a:gd name="csY1691" fmla="*/ 826419 h 906880"/>
                <a:gd name="csX1692" fmla="*/ 831683 w 1363328"/>
                <a:gd name="csY1692" fmla="*/ 823411 h 906880"/>
                <a:gd name="csX1693" fmla="*/ 840707 w 1363328"/>
                <a:gd name="csY1693" fmla="*/ 814387 h 906880"/>
                <a:gd name="csX1694" fmla="*/ 848978 w 1363328"/>
                <a:gd name="csY1694" fmla="*/ 811379 h 906880"/>
                <a:gd name="csX1695" fmla="*/ 852738 w 1363328"/>
                <a:gd name="csY1695" fmla="*/ 806868 h 906880"/>
                <a:gd name="csX1696" fmla="*/ 855746 w 1363328"/>
                <a:gd name="csY1696" fmla="*/ 805364 h 906880"/>
                <a:gd name="csX1697" fmla="*/ 1035468 w 1363328"/>
                <a:gd name="csY1697" fmla="*/ 676776 h 906880"/>
                <a:gd name="csX1698" fmla="*/ 1036972 w 1363328"/>
                <a:gd name="csY1698" fmla="*/ 676776 h 906880"/>
                <a:gd name="csX1699" fmla="*/ 1036972 w 1363328"/>
                <a:gd name="csY1699" fmla="*/ 677528 h 906880"/>
                <a:gd name="csX1700" fmla="*/ 1036972 w 1363328"/>
                <a:gd name="csY1700" fmla="*/ 678280 h 906880"/>
                <a:gd name="csX1701" fmla="*/ 1036972 w 1363328"/>
                <a:gd name="csY1701" fmla="*/ 679032 h 906880"/>
                <a:gd name="csX1702" fmla="*/ 1039228 w 1363328"/>
                <a:gd name="csY1702" fmla="*/ 682040 h 906880"/>
                <a:gd name="csX1703" fmla="*/ 1040732 w 1363328"/>
                <a:gd name="csY1703" fmla="*/ 685048 h 906880"/>
                <a:gd name="csX1704" fmla="*/ 1040732 w 1363328"/>
                <a:gd name="csY1704" fmla="*/ 687304 h 906880"/>
                <a:gd name="csX1705" fmla="*/ 1033212 w 1363328"/>
                <a:gd name="csY1705" fmla="*/ 683544 h 906880"/>
                <a:gd name="csX1706" fmla="*/ 1031708 w 1363328"/>
                <a:gd name="csY1706" fmla="*/ 683544 h 906880"/>
                <a:gd name="csX1707" fmla="*/ 1029452 w 1363328"/>
                <a:gd name="csY1707" fmla="*/ 685800 h 906880"/>
                <a:gd name="csX1708" fmla="*/ 1028700 w 1363328"/>
                <a:gd name="csY1708" fmla="*/ 685048 h 906880"/>
                <a:gd name="csX1709" fmla="*/ 1025692 w 1363328"/>
                <a:gd name="csY1709" fmla="*/ 685048 h 906880"/>
                <a:gd name="csX1710" fmla="*/ 1024940 w 1363328"/>
                <a:gd name="csY1710" fmla="*/ 684296 h 906880"/>
                <a:gd name="csX1711" fmla="*/ 1024188 w 1363328"/>
                <a:gd name="csY1711" fmla="*/ 683544 h 906880"/>
                <a:gd name="csX1712" fmla="*/ 1021180 w 1363328"/>
                <a:gd name="csY1712" fmla="*/ 679784 h 906880"/>
                <a:gd name="csX1713" fmla="*/ 1023436 w 1363328"/>
                <a:gd name="csY1713" fmla="*/ 679032 h 906880"/>
                <a:gd name="csX1714" fmla="*/ 1024188 w 1363328"/>
                <a:gd name="csY1714" fmla="*/ 679032 h 906880"/>
                <a:gd name="csX1715" fmla="*/ 1025692 w 1363328"/>
                <a:gd name="csY1715" fmla="*/ 679784 h 906880"/>
                <a:gd name="csX1716" fmla="*/ 1026444 w 1363328"/>
                <a:gd name="csY1716" fmla="*/ 679032 h 906880"/>
                <a:gd name="csX1717" fmla="*/ 1026444 w 1363328"/>
                <a:gd name="csY1717" fmla="*/ 678280 h 906880"/>
                <a:gd name="csX1718" fmla="*/ 1026444 w 1363328"/>
                <a:gd name="csY1718" fmla="*/ 676776 h 906880"/>
                <a:gd name="csX1719" fmla="*/ 1025692 w 1363328"/>
                <a:gd name="csY1719" fmla="*/ 675272 h 906880"/>
                <a:gd name="csX1720" fmla="*/ 1027196 w 1363328"/>
                <a:gd name="csY1720" fmla="*/ 675272 h 906880"/>
                <a:gd name="csX1721" fmla="*/ 1032460 w 1363328"/>
                <a:gd name="csY1721" fmla="*/ 676776 h 906880"/>
                <a:gd name="csX1722" fmla="*/ 1035468 w 1363328"/>
                <a:gd name="csY1722" fmla="*/ 676776 h 906880"/>
                <a:gd name="csX1723" fmla="*/ 1203910 w 1363328"/>
                <a:gd name="csY1723" fmla="*/ 673016 h 906880"/>
                <a:gd name="csX1724" fmla="*/ 1202406 w 1363328"/>
                <a:gd name="csY1724" fmla="*/ 673768 h 906880"/>
                <a:gd name="csX1725" fmla="*/ 1202406 w 1363328"/>
                <a:gd name="csY1725" fmla="*/ 674521 h 906880"/>
                <a:gd name="csX1726" fmla="*/ 1203158 w 1363328"/>
                <a:gd name="csY1726" fmla="*/ 676776 h 906880"/>
                <a:gd name="csX1727" fmla="*/ 1203158 w 1363328"/>
                <a:gd name="csY1727" fmla="*/ 679032 h 906880"/>
                <a:gd name="csX1728" fmla="*/ 1203910 w 1363328"/>
                <a:gd name="csY1728" fmla="*/ 679784 h 906880"/>
                <a:gd name="csX1729" fmla="*/ 1203910 w 1363328"/>
                <a:gd name="csY1729" fmla="*/ 680536 h 906880"/>
                <a:gd name="csX1730" fmla="*/ 1202406 w 1363328"/>
                <a:gd name="csY1730" fmla="*/ 682040 h 906880"/>
                <a:gd name="csX1731" fmla="*/ 1201654 w 1363328"/>
                <a:gd name="csY1731" fmla="*/ 682040 h 906880"/>
                <a:gd name="csX1732" fmla="*/ 1200150 w 1363328"/>
                <a:gd name="csY1732" fmla="*/ 683544 h 906880"/>
                <a:gd name="csX1733" fmla="*/ 1199398 w 1363328"/>
                <a:gd name="csY1733" fmla="*/ 682792 h 906880"/>
                <a:gd name="csX1734" fmla="*/ 1198646 w 1363328"/>
                <a:gd name="csY1734" fmla="*/ 682040 h 906880"/>
                <a:gd name="csX1735" fmla="*/ 1197894 w 1363328"/>
                <a:gd name="csY1735" fmla="*/ 682040 h 906880"/>
                <a:gd name="csX1736" fmla="*/ 1197142 w 1363328"/>
                <a:gd name="csY1736" fmla="*/ 682040 h 906880"/>
                <a:gd name="csX1737" fmla="*/ 1195638 w 1363328"/>
                <a:gd name="csY1737" fmla="*/ 679784 h 906880"/>
                <a:gd name="csX1738" fmla="*/ 1194134 w 1363328"/>
                <a:gd name="csY1738" fmla="*/ 676024 h 906880"/>
                <a:gd name="csX1739" fmla="*/ 1192630 w 1363328"/>
                <a:gd name="csY1739" fmla="*/ 673768 h 906880"/>
                <a:gd name="csX1740" fmla="*/ 1190375 w 1363328"/>
                <a:gd name="csY1740" fmla="*/ 675272 h 906880"/>
                <a:gd name="csX1741" fmla="*/ 1189622 w 1363328"/>
                <a:gd name="csY1741" fmla="*/ 674521 h 906880"/>
                <a:gd name="csX1742" fmla="*/ 1184359 w 1363328"/>
                <a:gd name="csY1742" fmla="*/ 676776 h 906880"/>
                <a:gd name="csX1743" fmla="*/ 1178343 w 1363328"/>
                <a:gd name="csY1743" fmla="*/ 678280 h 906880"/>
                <a:gd name="csX1744" fmla="*/ 1173079 w 1363328"/>
                <a:gd name="csY1744" fmla="*/ 678280 h 906880"/>
                <a:gd name="csX1745" fmla="*/ 1168567 w 1363328"/>
                <a:gd name="csY1745" fmla="*/ 674521 h 906880"/>
                <a:gd name="csX1746" fmla="*/ 1167815 w 1363328"/>
                <a:gd name="csY1746" fmla="*/ 670761 h 906880"/>
                <a:gd name="csX1747" fmla="*/ 1168567 w 1363328"/>
                <a:gd name="csY1747" fmla="*/ 668504 h 906880"/>
                <a:gd name="csX1748" fmla="*/ 1170823 w 1363328"/>
                <a:gd name="csY1748" fmla="*/ 667001 h 906880"/>
                <a:gd name="csX1749" fmla="*/ 1173079 w 1363328"/>
                <a:gd name="csY1749" fmla="*/ 665497 h 906880"/>
                <a:gd name="csX1750" fmla="*/ 1182855 w 1363328"/>
                <a:gd name="csY1750" fmla="*/ 655721 h 906880"/>
                <a:gd name="csX1751" fmla="*/ 1184359 w 1363328"/>
                <a:gd name="csY1751" fmla="*/ 652713 h 906880"/>
                <a:gd name="csX1752" fmla="*/ 1185111 w 1363328"/>
                <a:gd name="csY1752" fmla="*/ 647449 h 906880"/>
                <a:gd name="csX1753" fmla="*/ 1185862 w 1363328"/>
                <a:gd name="csY1753" fmla="*/ 646697 h 906880"/>
                <a:gd name="csX1754" fmla="*/ 1186615 w 1363328"/>
                <a:gd name="csY1754" fmla="*/ 645193 h 906880"/>
                <a:gd name="csX1755" fmla="*/ 1187366 w 1363328"/>
                <a:gd name="csY1755" fmla="*/ 644442 h 906880"/>
                <a:gd name="csX1756" fmla="*/ 1187366 w 1363328"/>
                <a:gd name="csY1756" fmla="*/ 642938 h 906880"/>
                <a:gd name="csX1757" fmla="*/ 1188871 w 1363328"/>
                <a:gd name="csY1757" fmla="*/ 642185 h 906880"/>
                <a:gd name="csX1758" fmla="*/ 1189622 w 1363328"/>
                <a:gd name="csY1758" fmla="*/ 642185 h 906880"/>
                <a:gd name="csX1759" fmla="*/ 1191879 w 1363328"/>
                <a:gd name="csY1759" fmla="*/ 642938 h 906880"/>
                <a:gd name="csX1760" fmla="*/ 1193382 w 1363328"/>
                <a:gd name="csY1760" fmla="*/ 643689 h 906880"/>
                <a:gd name="csX1761" fmla="*/ 1200902 w 1363328"/>
                <a:gd name="csY1761" fmla="*/ 648953 h 906880"/>
                <a:gd name="csX1762" fmla="*/ 1202406 w 1363328"/>
                <a:gd name="csY1762" fmla="*/ 651209 h 906880"/>
                <a:gd name="csX1763" fmla="*/ 1200902 w 1363328"/>
                <a:gd name="csY1763" fmla="*/ 663241 h 906880"/>
                <a:gd name="csX1764" fmla="*/ 1196390 w 1363328"/>
                <a:gd name="csY1764" fmla="*/ 661737 h 906880"/>
                <a:gd name="csX1765" fmla="*/ 1195638 w 1363328"/>
                <a:gd name="csY1765" fmla="*/ 667001 h 906880"/>
                <a:gd name="csX1766" fmla="*/ 1197894 w 1363328"/>
                <a:gd name="csY1766" fmla="*/ 671512 h 906880"/>
                <a:gd name="csX1767" fmla="*/ 1203158 w 1363328"/>
                <a:gd name="csY1767" fmla="*/ 670761 h 906880"/>
                <a:gd name="csX1768" fmla="*/ 1203910 w 1363328"/>
                <a:gd name="csY1768" fmla="*/ 672264 h 906880"/>
                <a:gd name="csX1769" fmla="*/ 1203910 w 1363328"/>
                <a:gd name="csY1769" fmla="*/ 673016 h 906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</a:cxnLst>
              <a:rect l="l" t="t" r="r" b="b"/>
              <a:pathLst>
                <a:path w="1363328" h="906880">
                  <a:moveTo>
                    <a:pt x="0" y="474495"/>
                  </a:moveTo>
                  <a:lnTo>
                    <a:pt x="4512" y="469984"/>
                  </a:lnTo>
                  <a:lnTo>
                    <a:pt x="8272" y="465471"/>
                  </a:lnTo>
                  <a:lnTo>
                    <a:pt x="17296" y="448928"/>
                  </a:lnTo>
                  <a:lnTo>
                    <a:pt x="18047" y="448176"/>
                  </a:lnTo>
                  <a:lnTo>
                    <a:pt x="19551" y="447424"/>
                  </a:lnTo>
                  <a:lnTo>
                    <a:pt x="21807" y="446672"/>
                  </a:lnTo>
                  <a:lnTo>
                    <a:pt x="23311" y="445920"/>
                  </a:lnTo>
                  <a:lnTo>
                    <a:pt x="24815" y="444416"/>
                  </a:lnTo>
                  <a:lnTo>
                    <a:pt x="27071" y="439152"/>
                  </a:lnTo>
                  <a:lnTo>
                    <a:pt x="30079" y="434641"/>
                  </a:lnTo>
                  <a:lnTo>
                    <a:pt x="30831" y="433889"/>
                  </a:lnTo>
                  <a:lnTo>
                    <a:pt x="32335" y="435393"/>
                  </a:lnTo>
                  <a:lnTo>
                    <a:pt x="34591" y="435393"/>
                  </a:lnTo>
                  <a:lnTo>
                    <a:pt x="37599" y="433889"/>
                  </a:lnTo>
                  <a:lnTo>
                    <a:pt x="48878" y="428625"/>
                  </a:lnTo>
                  <a:lnTo>
                    <a:pt x="49630" y="427873"/>
                  </a:lnTo>
                  <a:lnTo>
                    <a:pt x="51134" y="423361"/>
                  </a:lnTo>
                  <a:lnTo>
                    <a:pt x="51886" y="422609"/>
                  </a:lnTo>
                  <a:lnTo>
                    <a:pt x="52638" y="421857"/>
                  </a:lnTo>
                  <a:lnTo>
                    <a:pt x="66926" y="413586"/>
                  </a:lnTo>
                  <a:lnTo>
                    <a:pt x="71438" y="409073"/>
                  </a:lnTo>
                  <a:lnTo>
                    <a:pt x="74445" y="407570"/>
                  </a:lnTo>
                  <a:lnTo>
                    <a:pt x="82717" y="404562"/>
                  </a:lnTo>
                  <a:lnTo>
                    <a:pt x="87229" y="400050"/>
                  </a:lnTo>
                  <a:lnTo>
                    <a:pt x="90237" y="398546"/>
                  </a:lnTo>
                  <a:lnTo>
                    <a:pt x="91741" y="397794"/>
                  </a:lnTo>
                  <a:lnTo>
                    <a:pt x="94749" y="397794"/>
                  </a:lnTo>
                  <a:lnTo>
                    <a:pt x="96253" y="397042"/>
                  </a:lnTo>
                  <a:lnTo>
                    <a:pt x="97757" y="396290"/>
                  </a:lnTo>
                  <a:lnTo>
                    <a:pt x="101516" y="392530"/>
                  </a:lnTo>
                  <a:lnTo>
                    <a:pt x="103020" y="391778"/>
                  </a:lnTo>
                  <a:lnTo>
                    <a:pt x="106780" y="389522"/>
                  </a:lnTo>
                  <a:lnTo>
                    <a:pt x="107532" y="388771"/>
                  </a:lnTo>
                  <a:lnTo>
                    <a:pt x="110540" y="385011"/>
                  </a:lnTo>
                  <a:lnTo>
                    <a:pt x="120316" y="375987"/>
                  </a:lnTo>
                  <a:lnTo>
                    <a:pt x="121068" y="374483"/>
                  </a:lnTo>
                  <a:lnTo>
                    <a:pt x="122572" y="369971"/>
                  </a:lnTo>
                  <a:lnTo>
                    <a:pt x="122572" y="369219"/>
                  </a:lnTo>
                  <a:lnTo>
                    <a:pt x="127084" y="359443"/>
                  </a:lnTo>
                  <a:lnTo>
                    <a:pt x="127836" y="357188"/>
                  </a:lnTo>
                  <a:lnTo>
                    <a:pt x="128588" y="351924"/>
                  </a:lnTo>
                  <a:lnTo>
                    <a:pt x="129340" y="349668"/>
                  </a:lnTo>
                  <a:lnTo>
                    <a:pt x="130843" y="347412"/>
                  </a:lnTo>
                  <a:lnTo>
                    <a:pt x="138363" y="339892"/>
                  </a:lnTo>
                  <a:lnTo>
                    <a:pt x="139115" y="339140"/>
                  </a:lnTo>
                  <a:lnTo>
                    <a:pt x="142123" y="338388"/>
                  </a:lnTo>
                  <a:lnTo>
                    <a:pt x="143627" y="336884"/>
                  </a:lnTo>
                  <a:lnTo>
                    <a:pt x="145131" y="335380"/>
                  </a:lnTo>
                  <a:lnTo>
                    <a:pt x="145883" y="333876"/>
                  </a:lnTo>
                  <a:lnTo>
                    <a:pt x="147387" y="332372"/>
                  </a:lnTo>
                  <a:lnTo>
                    <a:pt x="148139" y="330116"/>
                  </a:lnTo>
                  <a:lnTo>
                    <a:pt x="148139" y="327109"/>
                  </a:lnTo>
                  <a:lnTo>
                    <a:pt x="148891" y="324853"/>
                  </a:lnTo>
                  <a:lnTo>
                    <a:pt x="153403" y="317333"/>
                  </a:lnTo>
                  <a:lnTo>
                    <a:pt x="155659" y="315829"/>
                  </a:lnTo>
                  <a:lnTo>
                    <a:pt x="160922" y="313573"/>
                  </a:lnTo>
                  <a:lnTo>
                    <a:pt x="164682" y="310565"/>
                  </a:lnTo>
                  <a:lnTo>
                    <a:pt x="167690" y="308309"/>
                  </a:lnTo>
                  <a:lnTo>
                    <a:pt x="169946" y="305301"/>
                  </a:lnTo>
                  <a:lnTo>
                    <a:pt x="170698" y="301541"/>
                  </a:lnTo>
                  <a:lnTo>
                    <a:pt x="169946" y="300037"/>
                  </a:lnTo>
                  <a:lnTo>
                    <a:pt x="169194" y="298534"/>
                  </a:lnTo>
                  <a:lnTo>
                    <a:pt x="166938" y="297781"/>
                  </a:lnTo>
                  <a:lnTo>
                    <a:pt x="160171" y="286502"/>
                  </a:lnTo>
                  <a:lnTo>
                    <a:pt x="160922" y="281990"/>
                  </a:lnTo>
                  <a:lnTo>
                    <a:pt x="161674" y="281238"/>
                  </a:lnTo>
                  <a:lnTo>
                    <a:pt x="162426" y="281238"/>
                  </a:lnTo>
                  <a:lnTo>
                    <a:pt x="163178" y="280486"/>
                  </a:lnTo>
                  <a:lnTo>
                    <a:pt x="163930" y="279734"/>
                  </a:lnTo>
                  <a:lnTo>
                    <a:pt x="163930" y="278982"/>
                  </a:lnTo>
                  <a:lnTo>
                    <a:pt x="163930" y="278230"/>
                  </a:lnTo>
                  <a:lnTo>
                    <a:pt x="163930" y="277478"/>
                  </a:lnTo>
                  <a:lnTo>
                    <a:pt x="164682" y="275974"/>
                  </a:lnTo>
                  <a:lnTo>
                    <a:pt x="166186" y="275222"/>
                  </a:lnTo>
                  <a:lnTo>
                    <a:pt x="166938" y="274470"/>
                  </a:lnTo>
                  <a:lnTo>
                    <a:pt x="169194" y="274470"/>
                  </a:lnTo>
                  <a:lnTo>
                    <a:pt x="172202" y="274470"/>
                  </a:lnTo>
                  <a:lnTo>
                    <a:pt x="174458" y="275222"/>
                  </a:lnTo>
                  <a:lnTo>
                    <a:pt x="176714" y="275974"/>
                  </a:lnTo>
                  <a:lnTo>
                    <a:pt x="179722" y="274470"/>
                  </a:lnTo>
                  <a:lnTo>
                    <a:pt x="181978" y="272966"/>
                  </a:lnTo>
                  <a:lnTo>
                    <a:pt x="186490" y="265447"/>
                  </a:lnTo>
                  <a:lnTo>
                    <a:pt x="187241" y="262439"/>
                  </a:lnTo>
                  <a:lnTo>
                    <a:pt x="196265" y="252663"/>
                  </a:lnTo>
                  <a:lnTo>
                    <a:pt x="199273" y="245143"/>
                  </a:lnTo>
                  <a:lnTo>
                    <a:pt x="198521" y="238376"/>
                  </a:lnTo>
                  <a:lnTo>
                    <a:pt x="195513" y="224840"/>
                  </a:lnTo>
                  <a:lnTo>
                    <a:pt x="196265" y="220328"/>
                  </a:lnTo>
                  <a:lnTo>
                    <a:pt x="197769" y="218072"/>
                  </a:lnTo>
                  <a:lnTo>
                    <a:pt x="200777" y="216568"/>
                  </a:lnTo>
                  <a:lnTo>
                    <a:pt x="204537" y="213560"/>
                  </a:lnTo>
                  <a:lnTo>
                    <a:pt x="206793" y="212057"/>
                  </a:lnTo>
                  <a:lnTo>
                    <a:pt x="207545" y="211304"/>
                  </a:lnTo>
                  <a:lnTo>
                    <a:pt x="208297" y="210553"/>
                  </a:lnTo>
                  <a:lnTo>
                    <a:pt x="211305" y="206041"/>
                  </a:lnTo>
                  <a:lnTo>
                    <a:pt x="215065" y="196265"/>
                  </a:lnTo>
                  <a:lnTo>
                    <a:pt x="216569" y="194761"/>
                  </a:lnTo>
                  <a:lnTo>
                    <a:pt x="217320" y="194009"/>
                  </a:lnTo>
                  <a:lnTo>
                    <a:pt x="220328" y="191753"/>
                  </a:lnTo>
                  <a:lnTo>
                    <a:pt x="230856" y="179721"/>
                  </a:lnTo>
                  <a:lnTo>
                    <a:pt x="232360" y="176714"/>
                  </a:lnTo>
                  <a:lnTo>
                    <a:pt x="233864" y="159419"/>
                  </a:lnTo>
                  <a:lnTo>
                    <a:pt x="233864" y="151899"/>
                  </a:lnTo>
                  <a:lnTo>
                    <a:pt x="233864" y="148139"/>
                  </a:lnTo>
                  <a:lnTo>
                    <a:pt x="237624" y="142123"/>
                  </a:lnTo>
                  <a:lnTo>
                    <a:pt x="239128" y="134603"/>
                  </a:lnTo>
                  <a:lnTo>
                    <a:pt x="239880" y="131595"/>
                  </a:lnTo>
                  <a:lnTo>
                    <a:pt x="242888" y="129340"/>
                  </a:lnTo>
                  <a:lnTo>
                    <a:pt x="250407" y="127836"/>
                  </a:lnTo>
                  <a:lnTo>
                    <a:pt x="257927" y="119564"/>
                  </a:lnTo>
                  <a:lnTo>
                    <a:pt x="261687" y="114300"/>
                  </a:lnTo>
                  <a:lnTo>
                    <a:pt x="267703" y="106780"/>
                  </a:lnTo>
                  <a:lnTo>
                    <a:pt x="269959" y="102268"/>
                  </a:lnTo>
                  <a:lnTo>
                    <a:pt x="275974" y="96253"/>
                  </a:lnTo>
                  <a:lnTo>
                    <a:pt x="278230" y="93997"/>
                  </a:lnTo>
                  <a:lnTo>
                    <a:pt x="287254" y="89485"/>
                  </a:lnTo>
                  <a:lnTo>
                    <a:pt x="307557" y="83469"/>
                  </a:lnTo>
                  <a:lnTo>
                    <a:pt x="310565" y="81213"/>
                  </a:lnTo>
                  <a:lnTo>
                    <a:pt x="315077" y="77453"/>
                  </a:lnTo>
                  <a:lnTo>
                    <a:pt x="319589" y="72189"/>
                  </a:lnTo>
                  <a:lnTo>
                    <a:pt x="323349" y="65422"/>
                  </a:lnTo>
                  <a:lnTo>
                    <a:pt x="328613" y="51886"/>
                  </a:lnTo>
                  <a:lnTo>
                    <a:pt x="335380" y="43614"/>
                  </a:lnTo>
                  <a:lnTo>
                    <a:pt x="344404" y="36095"/>
                  </a:lnTo>
                  <a:lnTo>
                    <a:pt x="347412" y="34591"/>
                  </a:lnTo>
                  <a:lnTo>
                    <a:pt x="373731" y="24815"/>
                  </a:lnTo>
                  <a:lnTo>
                    <a:pt x="377491" y="23311"/>
                  </a:lnTo>
                  <a:lnTo>
                    <a:pt x="380499" y="21807"/>
                  </a:lnTo>
                  <a:lnTo>
                    <a:pt x="391778" y="10527"/>
                  </a:lnTo>
                  <a:lnTo>
                    <a:pt x="394786" y="4512"/>
                  </a:lnTo>
                  <a:lnTo>
                    <a:pt x="400050" y="1504"/>
                  </a:lnTo>
                  <a:lnTo>
                    <a:pt x="405314" y="0"/>
                  </a:lnTo>
                  <a:lnTo>
                    <a:pt x="410578" y="0"/>
                  </a:lnTo>
                  <a:lnTo>
                    <a:pt x="415089" y="1504"/>
                  </a:lnTo>
                  <a:lnTo>
                    <a:pt x="418849" y="5264"/>
                  </a:lnTo>
                  <a:lnTo>
                    <a:pt x="424113" y="12031"/>
                  </a:lnTo>
                  <a:lnTo>
                    <a:pt x="427873" y="14287"/>
                  </a:lnTo>
                  <a:lnTo>
                    <a:pt x="476751" y="21055"/>
                  </a:lnTo>
                  <a:lnTo>
                    <a:pt x="497055" y="24063"/>
                  </a:lnTo>
                  <a:lnTo>
                    <a:pt x="548189" y="24063"/>
                  </a:lnTo>
                  <a:lnTo>
                    <a:pt x="555709" y="25567"/>
                  </a:lnTo>
                  <a:lnTo>
                    <a:pt x="569244" y="30079"/>
                  </a:lnTo>
                  <a:lnTo>
                    <a:pt x="572252" y="32335"/>
                  </a:lnTo>
                  <a:lnTo>
                    <a:pt x="582780" y="30079"/>
                  </a:lnTo>
                  <a:lnTo>
                    <a:pt x="586540" y="29327"/>
                  </a:lnTo>
                  <a:lnTo>
                    <a:pt x="589547" y="30079"/>
                  </a:lnTo>
                  <a:lnTo>
                    <a:pt x="592555" y="31583"/>
                  </a:lnTo>
                  <a:lnTo>
                    <a:pt x="594059" y="33087"/>
                  </a:lnTo>
                  <a:lnTo>
                    <a:pt x="593307" y="36095"/>
                  </a:lnTo>
                  <a:lnTo>
                    <a:pt x="588043" y="38350"/>
                  </a:lnTo>
                  <a:lnTo>
                    <a:pt x="587292" y="38350"/>
                  </a:lnTo>
                  <a:lnTo>
                    <a:pt x="586540" y="39103"/>
                  </a:lnTo>
                  <a:lnTo>
                    <a:pt x="585787" y="41359"/>
                  </a:lnTo>
                  <a:lnTo>
                    <a:pt x="585787" y="42863"/>
                  </a:lnTo>
                  <a:lnTo>
                    <a:pt x="584283" y="47374"/>
                  </a:lnTo>
                  <a:lnTo>
                    <a:pt x="584283" y="51134"/>
                  </a:lnTo>
                  <a:lnTo>
                    <a:pt x="585787" y="58654"/>
                  </a:lnTo>
                  <a:lnTo>
                    <a:pt x="586540" y="61662"/>
                  </a:lnTo>
                  <a:lnTo>
                    <a:pt x="590300" y="69182"/>
                  </a:lnTo>
                  <a:lnTo>
                    <a:pt x="594059" y="74445"/>
                  </a:lnTo>
                  <a:lnTo>
                    <a:pt x="596315" y="80461"/>
                  </a:lnTo>
                  <a:lnTo>
                    <a:pt x="597819" y="82717"/>
                  </a:lnTo>
                  <a:lnTo>
                    <a:pt x="603083" y="84973"/>
                  </a:lnTo>
                  <a:lnTo>
                    <a:pt x="608347" y="82717"/>
                  </a:lnTo>
                  <a:lnTo>
                    <a:pt x="612859" y="78205"/>
                  </a:lnTo>
                  <a:lnTo>
                    <a:pt x="615866" y="73693"/>
                  </a:lnTo>
                  <a:lnTo>
                    <a:pt x="620379" y="62414"/>
                  </a:lnTo>
                  <a:lnTo>
                    <a:pt x="624890" y="58654"/>
                  </a:lnTo>
                  <a:lnTo>
                    <a:pt x="630154" y="59406"/>
                  </a:lnTo>
                  <a:lnTo>
                    <a:pt x="633914" y="64670"/>
                  </a:lnTo>
                  <a:lnTo>
                    <a:pt x="635418" y="72189"/>
                  </a:lnTo>
                  <a:lnTo>
                    <a:pt x="634666" y="87229"/>
                  </a:lnTo>
                  <a:lnTo>
                    <a:pt x="635418" y="100012"/>
                  </a:lnTo>
                  <a:lnTo>
                    <a:pt x="636922" y="101516"/>
                  </a:lnTo>
                  <a:lnTo>
                    <a:pt x="643690" y="104524"/>
                  </a:lnTo>
                  <a:lnTo>
                    <a:pt x="645945" y="106028"/>
                  </a:lnTo>
                  <a:lnTo>
                    <a:pt x="650458" y="102268"/>
                  </a:lnTo>
                  <a:lnTo>
                    <a:pt x="651209" y="100764"/>
                  </a:lnTo>
                  <a:lnTo>
                    <a:pt x="650458" y="98508"/>
                  </a:lnTo>
                  <a:lnTo>
                    <a:pt x="649705" y="93997"/>
                  </a:lnTo>
                  <a:lnTo>
                    <a:pt x="648953" y="91741"/>
                  </a:lnTo>
                  <a:lnTo>
                    <a:pt x="648953" y="83469"/>
                  </a:lnTo>
                  <a:lnTo>
                    <a:pt x="648201" y="80461"/>
                  </a:lnTo>
                  <a:lnTo>
                    <a:pt x="647449" y="78957"/>
                  </a:lnTo>
                  <a:lnTo>
                    <a:pt x="647449" y="77453"/>
                  </a:lnTo>
                  <a:lnTo>
                    <a:pt x="649705" y="74445"/>
                  </a:lnTo>
                  <a:lnTo>
                    <a:pt x="651209" y="69933"/>
                  </a:lnTo>
                  <a:lnTo>
                    <a:pt x="652713" y="65422"/>
                  </a:lnTo>
                  <a:lnTo>
                    <a:pt x="654217" y="61662"/>
                  </a:lnTo>
                  <a:lnTo>
                    <a:pt x="657977" y="59406"/>
                  </a:lnTo>
                  <a:lnTo>
                    <a:pt x="665497" y="59406"/>
                  </a:lnTo>
                  <a:lnTo>
                    <a:pt x="671513" y="58654"/>
                  </a:lnTo>
                  <a:lnTo>
                    <a:pt x="673769" y="58654"/>
                  </a:lnTo>
                  <a:lnTo>
                    <a:pt x="682792" y="60158"/>
                  </a:lnTo>
                  <a:lnTo>
                    <a:pt x="685800" y="60910"/>
                  </a:lnTo>
                  <a:lnTo>
                    <a:pt x="688056" y="60158"/>
                  </a:lnTo>
                  <a:lnTo>
                    <a:pt x="693320" y="56398"/>
                  </a:lnTo>
                  <a:lnTo>
                    <a:pt x="696328" y="54894"/>
                  </a:lnTo>
                  <a:lnTo>
                    <a:pt x="708359" y="56398"/>
                  </a:lnTo>
                  <a:lnTo>
                    <a:pt x="709863" y="55646"/>
                  </a:lnTo>
                  <a:lnTo>
                    <a:pt x="711367" y="54894"/>
                  </a:lnTo>
                  <a:lnTo>
                    <a:pt x="715127" y="54142"/>
                  </a:lnTo>
                  <a:lnTo>
                    <a:pt x="721895" y="52638"/>
                  </a:lnTo>
                  <a:lnTo>
                    <a:pt x="734678" y="52638"/>
                  </a:lnTo>
                  <a:lnTo>
                    <a:pt x="737686" y="54142"/>
                  </a:lnTo>
                  <a:lnTo>
                    <a:pt x="742950" y="57150"/>
                  </a:lnTo>
                  <a:lnTo>
                    <a:pt x="745206" y="57150"/>
                  </a:lnTo>
                  <a:lnTo>
                    <a:pt x="748966" y="53390"/>
                  </a:lnTo>
                  <a:lnTo>
                    <a:pt x="745206" y="42110"/>
                  </a:lnTo>
                  <a:lnTo>
                    <a:pt x="748214" y="37599"/>
                  </a:lnTo>
                  <a:lnTo>
                    <a:pt x="751974" y="40606"/>
                  </a:lnTo>
                  <a:lnTo>
                    <a:pt x="753478" y="43614"/>
                  </a:lnTo>
                  <a:lnTo>
                    <a:pt x="754982" y="48126"/>
                  </a:lnTo>
                  <a:lnTo>
                    <a:pt x="756486" y="51886"/>
                  </a:lnTo>
                  <a:lnTo>
                    <a:pt x="759494" y="54142"/>
                  </a:lnTo>
                  <a:lnTo>
                    <a:pt x="765509" y="56398"/>
                  </a:lnTo>
                  <a:lnTo>
                    <a:pt x="770021" y="59406"/>
                  </a:lnTo>
                  <a:lnTo>
                    <a:pt x="771525" y="59406"/>
                  </a:lnTo>
                  <a:lnTo>
                    <a:pt x="773029" y="59406"/>
                  </a:lnTo>
                  <a:lnTo>
                    <a:pt x="775285" y="57902"/>
                  </a:lnTo>
                  <a:lnTo>
                    <a:pt x="776037" y="57150"/>
                  </a:lnTo>
                  <a:lnTo>
                    <a:pt x="776789" y="55646"/>
                  </a:lnTo>
                  <a:lnTo>
                    <a:pt x="777541" y="54894"/>
                  </a:lnTo>
                  <a:lnTo>
                    <a:pt x="778293" y="54894"/>
                  </a:lnTo>
                  <a:lnTo>
                    <a:pt x="780549" y="54142"/>
                  </a:lnTo>
                  <a:lnTo>
                    <a:pt x="781301" y="53390"/>
                  </a:lnTo>
                  <a:lnTo>
                    <a:pt x="782805" y="50382"/>
                  </a:lnTo>
                  <a:lnTo>
                    <a:pt x="783556" y="47374"/>
                  </a:lnTo>
                  <a:lnTo>
                    <a:pt x="783556" y="39855"/>
                  </a:lnTo>
                  <a:lnTo>
                    <a:pt x="785813" y="40606"/>
                  </a:lnTo>
                  <a:lnTo>
                    <a:pt x="787316" y="41359"/>
                  </a:lnTo>
                  <a:lnTo>
                    <a:pt x="788820" y="42863"/>
                  </a:lnTo>
                  <a:lnTo>
                    <a:pt x="790324" y="45118"/>
                  </a:lnTo>
                  <a:lnTo>
                    <a:pt x="790324" y="46622"/>
                  </a:lnTo>
                  <a:lnTo>
                    <a:pt x="790324" y="48878"/>
                  </a:lnTo>
                  <a:lnTo>
                    <a:pt x="791076" y="50382"/>
                  </a:lnTo>
                  <a:lnTo>
                    <a:pt x="791828" y="52638"/>
                  </a:lnTo>
                  <a:lnTo>
                    <a:pt x="793333" y="53390"/>
                  </a:lnTo>
                  <a:lnTo>
                    <a:pt x="794836" y="53390"/>
                  </a:lnTo>
                  <a:lnTo>
                    <a:pt x="796340" y="53390"/>
                  </a:lnTo>
                  <a:lnTo>
                    <a:pt x="797844" y="52638"/>
                  </a:lnTo>
                  <a:lnTo>
                    <a:pt x="800100" y="51134"/>
                  </a:lnTo>
                  <a:lnTo>
                    <a:pt x="801604" y="47374"/>
                  </a:lnTo>
                  <a:lnTo>
                    <a:pt x="802356" y="43614"/>
                  </a:lnTo>
                  <a:lnTo>
                    <a:pt x="802356" y="40606"/>
                  </a:lnTo>
                  <a:lnTo>
                    <a:pt x="800852" y="37599"/>
                  </a:lnTo>
                  <a:lnTo>
                    <a:pt x="800852" y="36095"/>
                  </a:lnTo>
                  <a:lnTo>
                    <a:pt x="802356" y="35343"/>
                  </a:lnTo>
                  <a:lnTo>
                    <a:pt x="803108" y="33839"/>
                  </a:lnTo>
                  <a:lnTo>
                    <a:pt x="804612" y="32335"/>
                  </a:lnTo>
                  <a:lnTo>
                    <a:pt x="806116" y="31583"/>
                  </a:lnTo>
                  <a:lnTo>
                    <a:pt x="825667" y="30831"/>
                  </a:lnTo>
                  <a:lnTo>
                    <a:pt x="827923" y="31583"/>
                  </a:lnTo>
                  <a:lnTo>
                    <a:pt x="830931" y="34591"/>
                  </a:lnTo>
                  <a:lnTo>
                    <a:pt x="834691" y="39855"/>
                  </a:lnTo>
                  <a:lnTo>
                    <a:pt x="837699" y="41359"/>
                  </a:lnTo>
                  <a:lnTo>
                    <a:pt x="840707" y="40606"/>
                  </a:lnTo>
                  <a:lnTo>
                    <a:pt x="842963" y="38350"/>
                  </a:lnTo>
                  <a:lnTo>
                    <a:pt x="844467" y="36095"/>
                  </a:lnTo>
                  <a:lnTo>
                    <a:pt x="845971" y="33839"/>
                  </a:lnTo>
                  <a:lnTo>
                    <a:pt x="849731" y="33087"/>
                  </a:lnTo>
                  <a:lnTo>
                    <a:pt x="853490" y="32335"/>
                  </a:lnTo>
                  <a:lnTo>
                    <a:pt x="856498" y="31583"/>
                  </a:lnTo>
                  <a:lnTo>
                    <a:pt x="860258" y="30079"/>
                  </a:lnTo>
                  <a:lnTo>
                    <a:pt x="862514" y="28575"/>
                  </a:lnTo>
                  <a:lnTo>
                    <a:pt x="864018" y="30079"/>
                  </a:lnTo>
                  <a:lnTo>
                    <a:pt x="867026" y="32335"/>
                  </a:lnTo>
                  <a:lnTo>
                    <a:pt x="867778" y="33087"/>
                  </a:lnTo>
                  <a:lnTo>
                    <a:pt x="868530" y="34591"/>
                  </a:lnTo>
                  <a:lnTo>
                    <a:pt x="868530" y="36095"/>
                  </a:lnTo>
                  <a:lnTo>
                    <a:pt x="867778" y="36846"/>
                  </a:lnTo>
                  <a:lnTo>
                    <a:pt x="867778" y="38350"/>
                  </a:lnTo>
                  <a:lnTo>
                    <a:pt x="867778" y="39855"/>
                  </a:lnTo>
                  <a:lnTo>
                    <a:pt x="867026" y="40606"/>
                  </a:lnTo>
                  <a:lnTo>
                    <a:pt x="867026" y="41359"/>
                  </a:lnTo>
                  <a:lnTo>
                    <a:pt x="870786" y="45118"/>
                  </a:lnTo>
                  <a:lnTo>
                    <a:pt x="873042" y="46622"/>
                  </a:lnTo>
                  <a:lnTo>
                    <a:pt x="874546" y="47374"/>
                  </a:lnTo>
                  <a:lnTo>
                    <a:pt x="876801" y="47374"/>
                  </a:lnTo>
                  <a:lnTo>
                    <a:pt x="887329" y="54894"/>
                  </a:lnTo>
                  <a:lnTo>
                    <a:pt x="888833" y="57150"/>
                  </a:lnTo>
                  <a:lnTo>
                    <a:pt x="894849" y="61662"/>
                  </a:lnTo>
                  <a:lnTo>
                    <a:pt x="896353" y="65422"/>
                  </a:lnTo>
                  <a:lnTo>
                    <a:pt x="897857" y="68429"/>
                  </a:lnTo>
                  <a:lnTo>
                    <a:pt x="897857" y="71438"/>
                  </a:lnTo>
                  <a:lnTo>
                    <a:pt x="897857" y="72189"/>
                  </a:lnTo>
                  <a:lnTo>
                    <a:pt x="897857" y="73693"/>
                  </a:lnTo>
                  <a:lnTo>
                    <a:pt x="897105" y="75949"/>
                  </a:lnTo>
                  <a:lnTo>
                    <a:pt x="896353" y="77453"/>
                  </a:lnTo>
                  <a:lnTo>
                    <a:pt x="896353" y="78205"/>
                  </a:lnTo>
                  <a:lnTo>
                    <a:pt x="895601" y="78957"/>
                  </a:lnTo>
                  <a:lnTo>
                    <a:pt x="893345" y="81213"/>
                  </a:lnTo>
                  <a:lnTo>
                    <a:pt x="892593" y="81213"/>
                  </a:lnTo>
                  <a:lnTo>
                    <a:pt x="892593" y="81965"/>
                  </a:lnTo>
                  <a:lnTo>
                    <a:pt x="891841" y="83469"/>
                  </a:lnTo>
                  <a:lnTo>
                    <a:pt x="891841" y="86477"/>
                  </a:lnTo>
                  <a:lnTo>
                    <a:pt x="891089" y="96253"/>
                  </a:lnTo>
                  <a:lnTo>
                    <a:pt x="890337" y="100012"/>
                  </a:lnTo>
                  <a:lnTo>
                    <a:pt x="890337" y="102268"/>
                  </a:lnTo>
                  <a:lnTo>
                    <a:pt x="889585" y="103772"/>
                  </a:lnTo>
                  <a:lnTo>
                    <a:pt x="889585" y="104524"/>
                  </a:lnTo>
                  <a:lnTo>
                    <a:pt x="889585" y="106028"/>
                  </a:lnTo>
                  <a:lnTo>
                    <a:pt x="890337" y="106780"/>
                  </a:lnTo>
                  <a:lnTo>
                    <a:pt x="894097" y="111292"/>
                  </a:lnTo>
                  <a:lnTo>
                    <a:pt x="895601" y="112796"/>
                  </a:lnTo>
                  <a:lnTo>
                    <a:pt x="910640" y="119564"/>
                  </a:lnTo>
                  <a:lnTo>
                    <a:pt x="911392" y="120316"/>
                  </a:lnTo>
                  <a:lnTo>
                    <a:pt x="911392" y="121068"/>
                  </a:lnTo>
                  <a:lnTo>
                    <a:pt x="912144" y="121820"/>
                  </a:lnTo>
                  <a:lnTo>
                    <a:pt x="912896" y="122572"/>
                  </a:lnTo>
                  <a:lnTo>
                    <a:pt x="913648" y="124076"/>
                  </a:lnTo>
                  <a:lnTo>
                    <a:pt x="917408" y="137611"/>
                  </a:lnTo>
                  <a:lnTo>
                    <a:pt x="917408" y="138363"/>
                  </a:lnTo>
                  <a:lnTo>
                    <a:pt x="917408" y="141371"/>
                  </a:lnTo>
                  <a:lnTo>
                    <a:pt x="916656" y="142875"/>
                  </a:lnTo>
                  <a:lnTo>
                    <a:pt x="916656" y="144379"/>
                  </a:lnTo>
                  <a:lnTo>
                    <a:pt x="915152" y="145883"/>
                  </a:lnTo>
                  <a:lnTo>
                    <a:pt x="914400" y="146635"/>
                  </a:lnTo>
                  <a:lnTo>
                    <a:pt x="912896" y="147387"/>
                  </a:lnTo>
                  <a:lnTo>
                    <a:pt x="911392" y="147387"/>
                  </a:lnTo>
                  <a:lnTo>
                    <a:pt x="910640" y="148139"/>
                  </a:lnTo>
                  <a:lnTo>
                    <a:pt x="909888" y="148891"/>
                  </a:lnTo>
                  <a:lnTo>
                    <a:pt x="909136" y="152651"/>
                  </a:lnTo>
                  <a:lnTo>
                    <a:pt x="909136" y="154155"/>
                  </a:lnTo>
                  <a:lnTo>
                    <a:pt x="908384" y="156410"/>
                  </a:lnTo>
                  <a:lnTo>
                    <a:pt x="906880" y="159419"/>
                  </a:lnTo>
                  <a:lnTo>
                    <a:pt x="906129" y="160170"/>
                  </a:lnTo>
                  <a:lnTo>
                    <a:pt x="905376" y="160922"/>
                  </a:lnTo>
                  <a:lnTo>
                    <a:pt x="903120" y="162426"/>
                  </a:lnTo>
                  <a:lnTo>
                    <a:pt x="901616" y="165434"/>
                  </a:lnTo>
                  <a:lnTo>
                    <a:pt x="900865" y="177466"/>
                  </a:lnTo>
                  <a:lnTo>
                    <a:pt x="899361" y="180474"/>
                  </a:lnTo>
                  <a:lnTo>
                    <a:pt x="900112" y="181978"/>
                  </a:lnTo>
                  <a:lnTo>
                    <a:pt x="900112" y="182730"/>
                  </a:lnTo>
                  <a:lnTo>
                    <a:pt x="901616" y="184234"/>
                  </a:lnTo>
                  <a:lnTo>
                    <a:pt x="902369" y="184985"/>
                  </a:lnTo>
                  <a:lnTo>
                    <a:pt x="903872" y="184985"/>
                  </a:lnTo>
                  <a:lnTo>
                    <a:pt x="904625" y="184985"/>
                  </a:lnTo>
                  <a:lnTo>
                    <a:pt x="905376" y="185738"/>
                  </a:lnTo>
                  <a:lnTo>
                    <a:pt x="906880" y="187241"/>
                  </a:lnTo>
                  <a:lnTo>
                    <a:pt x="908384" y="190249"/>
                  </a:lnTo>
                  <a:lnTo>
                    <a:pt x="909888" y="191753"/>
                  </a:lnTo>
                  <a:lnTo>
                    <a:pt x="911392" y="193257"/>
                  </a:lnTo>
                  <a:lnTo>
                    <a:pt x="912144" y="194009"/>
                  </a:lnTo>
                  <a:lnTo>
                    <a:pt x="911392" y="194761"/>
                  </a:lnTo>
                  <a:lnTo>
                    <a:pt x="910640" y="196265"/>
                  </a:lnTo>
                  <a:lnTo>
                    <a:pt x="910640" y="197017"/>
                  </a:lnTo>
                  <a:lnTo>
                    <a:pt x="910640" y="197769"/>
                  </a:lnTo>
                  <a:lnTo>
                    <a:pt x="910640" y="199273"/>
                  </a:lnTo>
                  <a:lnTo>
                    <a:pt x="913648" y="209800"/>
                  </a:lnTo>
                  <a:lnTo>
                    <a:pt x="913648" y="211304"/>
                  </a:lnTo>
                  <a:lnTo>
                    <a:pt x="913648" y="215817"/>
                  </a:lnTo>
                  <a:lnTo>
                    <a:pt x="914400" y="216568"/>
                  </a:lnTo>
                  <a:lnTo>
                    <a:pt x="915152" y="218072"/>
                  </a:lnTo>
                  <a:lnTo>
                    <a:pt x="921920" y="227096"/>
                  </a:lnTo>
                  <a:lnTo>
                    <a:pt x="923424" y="227848"/>
                  </a:lnTo>
                  <a:lnTo>
                    <a:pt x="924176" y="228600"/>
                  </a:lnTo>
                  <a:lnTo>
                    <a:pt x="925680" y="228600"/>
                  </a:lnTo>
                  <a:lnTo>
                    <a:pt x="925680" y="230104"/>
                  </a:lnTo>
                  <a:lnTo>
                    <a:pt x="927184" y="234616"/>
                  </a:lnTo>
                  <a:lnTo>
                    <a:pt x="929440" y="241383"/>
                  </a:lnTo>
                  <a:lnTo>
                    <a:pt x="930191" y="242887"/>
                  </a:lnTo>
                  <a:lnTo>
                    <a:pt x="930944" y="246647"/>
                  </a:lnTo>
                  <a:lnTo>
                    <a:pt x="931695" y="248151"/>
                  </a:lnTo>
                  <a:lnTo>
                    <a:pt x="934703" y="252663"/>
                  </a:lnTo>
                  <a:lnTo>
                    <a:pt x="934703" y="253415"/>
                  </a:lnTo>
                  <a:lnTo>
                    <a:pt x="934703" y="254167"/>
                  </a:lnTo>
                  <a:lnTo>
                    <a:pt x="935455" y="255671"/>
                  </a:lnTo>
                  <a:lnTo>
                    <a:pt x="934703" y="256423"/>
                  </a:lnTo>
                  <a:lnTo>
                    <a:pt x="933951" y="260183"/>
                  </a:lnTo>
                  <a:lnTo>
                    <a:pt x="933951" y="260935"/>
                  </a:lnTo>
                  <a:lnTo>
                    <a:pt x="933951" y="261687"/>
                  </a:lnTo>
                  <a:lnTo>
                    <a:pt x="933951" y="262439"/>
                  </a:lnTo>
                  <a:lnTo>
                    <a:pt x="935455" y="263191"/>
                  </a:lnTo>
                  <a:lnTo>
                    <a:pt x="937711" y="263943"/>
                  </a:lnTo>
                  <a:lnTo>
                    <a:pt x="949743" y="262439"/>
                  </a:lnTo>
                  <a:lnTo>
                    <a:pt x="950495" y="262439"/>
                  </a:lnTo>
                  <a:lnTo>
                    <a:pt x="951247" y="262439"/>
                  </a:lnTo>
                  <a:lnTo>
                    <a:pt x="951999" y="261687"/>
                  </a:lnTo>
                  <a:lnTo>
                    <a:pt x="953503" y="260935"/>
                  </a:lnTo>
                  <a:lnTo>
                    <a:pt x="954255" y="260183"/>
                  </a:lnTo>
                  <a:lnTo>
                    <a:pt x="955007" y="260183"/>
                  </a:lnTo>
                  <a:lnTo>
                    <a:pt x="956510" y="260183"/>
                  </a:lnTo>
                  <a:lnTo>
                    <a:pt x="957263" y="259431"/>
                  </a:lnTo>
                  <a:lnTo>
                    <a:pt x="958014" y="259431"/>
                  </a:lnTo>
                  <a:lnTo>
                    <a:pt x="958767" y="258679"/>
                  </a:lnTo>
                  <a:lnTo>
                    <a:pt x="959519" y="257927"/>
                  </a:lnTo>
                  <a:lnTo>
                    <a:pt x="960270" y="256423"/>
                  </a:lnTo>
                  <a:lnTo>
                    <a:pt x="960270" y="255671"/>
                  </a:lnTo>
                  <a:lnTo>
                    <a:pt x="961023" y="255671"/>
                  </a:lnTo>
                  <a:lnTo>
                    <a:pt x="961774" y="254919"/>
                  </a:lnTo>
                  <a:lnTo>
                    <a:pt x="966286" y="255671"/>
                  </a:lnTo>
                  <a:lnTo>
                    <a:pt x="967790" y="254919"/>
                  </a:lnTo>
                  <a:lnTo>
                    <a:pt x="968542" y="254919"/>
                  </a:lnTo>
                  <a:lnTo>
                    <a:pt x="969294" y="255671"/>
                  </a:lnTo>
                  <a:lnTo>
                    <a:pt x="973054" y="256423"/>
                  </a:lnTo>
                  <a:lnTo>
                    <a:pt x="976814" y="258679"/>
                  </a:lnTo>
                  <a:lnTo>
                    <a:pt x="979822" y="260935"/>
                  </a:lnTo>
                  <a:lnTo>
                    <a:pt x="980574" y="260935"/>
                  </a:lnTo>
                  <a:lnTo>
                    <a:pt x="981326" y="261687"/>
                  </a:lnTo>
                  <a:lnTo>
                    <a:pt x="982078" y="260935"/>
                  </a:lnTo>
                  <a:lnTo>
                    <a:pt x="982830" y="260935"/>
                  </a:lnTo>
                  <a:lnTo>
                    <a:pt x="984334" y="258679"/>
                  </a:lnTo>
                  <a:lnTo>
                    <a:pt x="985838" y="257175"/>
                  </a:lnTo>
                  <a:lnTo>
                    <a:pt x="986589" y="257175"/>
                  </a:lnTo>
                  <a:lnTo>
                    <a:pt x="987342" y="257175"/>
                  </a:lnTo>
                  <a:lnTo>
                    <a:pt x="988093" y="257175"/>
                  </a:lnTo>
                  <a:lnTo>
                    <a:pt x="988093" y="260183"/>
                  </a:lnTo>
                  <a:lnTo>
                    <a:pt x="988846" y="261687"/>
                  </a:lnTo>
                  <a:lnTo>
                    <a:pt x="989597" y="262439"/>
                  </a:lnTo>
                  <a:lnTo>
                    <a:pt x="991853" y="263191"/>
                  </a:lnTo>
                  <a:lnTo>
                    <a:pt x="992606" y="263191"/>
                  </a:lnTo>
                  <a:lnTo>
                    <a:pt x="993357" y="264695"/>
                  </a:lnTo>
                  <a:lnTo>
                    <a:pt x="993357" y="265447"/>
                  </a:lnTo>
                  <a:lnTo>
                    <a:pt x="994109" y="266951"/>
                  </a:lnTo>
                  <a:lnTo>
                    <a:pt x="994861" y="266951"/>
                  </a:lnTo>
                  <a:lnTo>
                    <a:pt x="995613" y="266951"/>
                  </a:lnTo>
                  <a:lnTo>
                    <a:pt x="996365" y="266951"/>
                  </a:lnTo>
                  <a:lnTo>
                    <a:pt x="997869" y="266951"/>
                  </a:lnTo>
                  <a:lnTo>
                    <a:pt x="998621" y="266198"/>
                  </a:lnTo>
                  <a:lnTo>
                    <a:pt x="999373" y="266198"/>
                  </a:lnTo>
                  <a:lnTo>
                    <a:pt x="1000877" y="266198"/>
                  </a:lnTo>
                  <a:lnTo>
                    <a:pt x="1002381" y="266951"/>
                  </a:lnTo>
                  <a:lnTo>
                    <a:pt x="1004637" y="267702"/>
                  </a:lnTo>
                  <a:lnTo>
                    <a:pt x="1005389" y="267702"/>
                  </a:lnTo>
                  <a:lnTo>
                    <a:pt x="1006141" y="268455"/>
                  </a:lnTo>
                  <a:lnTo>
                    <a:pt x="1006893" y="269207"/>
                  </a:lnTo>
                  <a:lnTo>
                    <a:pt x="1007645" y="269958"/>
                  </a:lnTo>
                  <a:lnTo>
                    <a:pt x="1008397" y="270711"/>
                  </a:lnTo>
                  <a:lnTo>
                    <a:pt x="1008397" y="271462"/>
                  </a:lnTo>
                  <a:lnTo>
                    <a:pt x="1009149" y="278982"/>
                  </a:lnTo>
                  <a:lnTo>
                    <a:pt x="1009901" y="279734"/>
                  </a:lnTo>
                  <a:lnTo>
                    <a:pt x="1009901" y="281238"/>
                  </a:lnTo>
                  <a:lnTo>
                    <a:pt x="1010653" y="281238"/>
                  </a:lnTo>
                  <a:lnTo>
                    <a:pt x="1010653" y="281990"/>
                  </a:lnTo>
                  <a:lnTo>
                    <a:pt x="1009901" y="282742"/>
                  </a:lnTo>
                  <a:lnTo>
                    <a:pt x="1008397" y="284246"/>
                  </a:lnTo>
                  <a:lnTo>
                    <a:pt x="1007645" y="284246"/>
                  </a:lnTo>
                  <a:lnTo>
                    <a:pt x="1007645" y="284998"/>
                  </a:lnTo>
                  <a:lnTo>
                    <a:pt x="1006893" y="286502"/>
                  </a:lnTo>
                  <a:lnTo>
                    <a:pt x="1006141" y="288758"/>
                  </a:lnTo>
                  <a:lnTo>
                    <a:pt x="1006141" y="293270"/>
                  </a:lnTo>
                  <a:lnTo>
                    <a:pt x="1006893" y="294022"/>
                  </a:lnTo>
                  <a:lnTo>
                    <a:pt x="1006893" y="294774"/>
                  </a:lnTo>
                  <a:lnTo>
                    <a:pt x="1006141" y="295526"/>
                  </a:lnTo>
                  <a:lnTo>
                    <a:pt x="1004637" y="297030"/>
                  </a:lnTo>
                  <a:lnTo>
                    <a:pt x="1003885" y="297030"/>
                  </a:lnTo>
                  <a:lnTo>
                    <a:pt x="1003885" y="297781"/>
                  </a:lnTo>
                  <a:lnTo>
                    <a:pt x="1003133" y="298534"/>
                  </a:lnTo>
                  <a:lnTo>
                    <a:pt x="1000125" y="306805"/>
                  </a:lnTo>
                  <a:lnTo>
                    <a:pt x="999373" y="307557"/>
                  </a:lnTo>
                  <a:lnTo>
                    <a:pt x="998621" y="308309"/>
                  </a:lnTo>
                  <a:lnTo>
                    <a:pt x="997869" y="308309"/>
                  </a:lnTo>
                  <a:lnTo>
                    <a:pt x="994109" y="307557"/>
                  </a:lnTo>
                  <a:lnTo>
                    <a:pt x="993357" y="307557"/>
                  </a:lnTo>
                  <a:lnTo>
                    <a:pt x="992606" y="309061"/>
                  </a:lnTo>
                  <a:lnTo>
                    <a:pt x="989597" y="321845"/>
                  </a:lnTo>
                  <a:lnTo>
                    <a:pt x="989597" y="324100"/>
                  </a:lnTo>
                  <a:lnTo>
                    <a:pt x="988846" y="324853"/>
                  </a:lnTo>
                  <a:lnTo>
                    <a:pt x="985838" y="326356"/>
                  </a:lnTo>
                  <a:lnTo>
                    <a:pt x="985086" y="327860"/>
                  </a:lnTo>
                  <a:lnTo>
                    <a:pt x="984334" y="328613"/>
                  </a:lnTo>
                  <a:lnTo>
                    <a:pt x="983582" y="329364"/>
                  </a:lnTo>
                  <a:lnTo>
                    <a:pt x="983582" y="330116"/>
                  </a:lnTo>
                  <a:lnTo>
                    <a:pt x="983582" y="331620"/>
                  </a:lnTo>
                  <a:lnTo>
                    <a:pt x="984334" y="333876"/>
                  </a:lnTo>
                  <a:lnTo>
                    <a:pt x="985086" y="334628"/>
                  </a:lnTo>
                  <a:lnTo>
                    <a:pt x="985838" y="335380"/>
                  </a:lnTo>
                  <a:lnTo>
                    <a:pt x="986589" y="335380"/>
                  </a:lnTo>
                  <a:lnTo>
                    <a:pt x="986589" y="336132"/>
                  </a:lnTo>
                  <a:lnTo>
                    <a:pt x="987342" y="336884"/>
                  </a:lnTo>
                  <a:lnTo>
                    <a:pt x="987342" y="337636"/>
                  </a:lnTo>
                  <a:lnTo>
                    <a:pt x="987342" y="338388"/>
                  </a:lnTo>
                  <a:lnTo>
                    <a:pt x="986589" y="339892"/>
                  </a:lnTo>
                  <a:lnTo>
                    <a:pt x="985086" y="341396"/>
                  </a:lnTo>
                  <a:lnTo>
                    <a:pt x="985086" y="342148"/>
                  </a:lnTo>
                  <a:lnTo>
                    <a:pt x="985086" y="343652"/>
                  </a:lnTo>
                  <a:lnTo>
                    <a:pt x="988846" y="352675"/>
                  </a:lnTo>
                  <a:lnTo>
                    <a:pt x="991853" y="357188"/>
                  </a:lnTo>
                  <a:lnTo>
                    <a:pt x="991853" y="357939"/>
                  </a:lnTo>
                  <a:lnTo>
                    <a:pt x="991102" y="358692"/>
                  </a:lnTo>
                  <a:lnTo>
                    <a:pt x="990349" y="360195"/>
                  </a:lnTo>
                  <a:lnTo>
                    <a:pt x="988846" y="360947"/>
                  </a:lnTo>
                  <a:lnTo>
                    <a:pt x="988093" y="360947"/>
                  </a:lnTo>
                  <a:lnTo>
                    <a:pt x="987342" y="360947"/>
                  </a:lnTo>
                  <a:lnTo>
                    <a:pt x="986589" y="360947"/>
                  </a:lnTo>
                  <a:lnTo>
                    <a:pt x="985838" y="360947"/>
                  </a:lnTo>
                  <a:lnTo>
                    <a:pt x="985086" y="361699"/>
                  </a:lnTo>
                  <a:lnTo>
                    <a:pt x="984334" y="363203"/>
                  </a:lnTo>
                  <a:lnTo>
                    <a:pt x="983582" y="363955"/>
                  </a:lnTo>
                  <a:lnTo>
                    <a:pt x="983582" y="364707"/>
                  </a:lnTo>
                  <a:lnTo>
                    <a:pt x="984334" y="366211"/>
                  </a:lnTo>
                  <a:lnTo>
                    <a:pt x="985086" y="366963"/>
                  </a:lnTo>
                  <a:lnTo>
                    <a:pt x="985086" y="367715"/>
                  </a:lnTo>
                  <a:lnTo>
                    <a:pt x="984334" y="368467"/>
                  </a:lnTo>
                  <a:lnTo>
                    <a:pt x="983582" y="369219"/>
                  </a:lnTo>
                  <a:lnTo>
                    <a:pt x="980574" y="369219"/>
                  </a:lnTo>
                  <a:lnTo>
                    <a:pt x="979822" y="369971"/>
                  </a:lnTo>
                  <a:lnTo>
                    <a:pt x="979070" y="370723"/>
                  </a:lnTo>
                  <a:lnTo>
                    <a:pt x="979822" y="371475"/>
                  </a:lnTo>
                  <a:lnTo>
                    <a:pt x="980574" y="372979"/>
                  </a:lnTo>
                  <a:lnTo>
                    <a:pt x="981326" y="373731"/>
                  </a:lnTo>
                  <a:lnTo>
                    <a:pt x="982078" y="374483"/>
                  </a:lnTo>
                  <a:lnTo>
                    <a:pt x="983582" y="374483"/>
                  </a:lnTo>
                  <a:lnTo>
                    <a:pt x="988093" y="374483"/>
                  </a:lnTo>
                  <a:lnTo>
                    <a:pt x="988846" y="375235"/>
                  </a:lnTo>
                  <a:lnTo>
                    <a:pt x="989597" y="375235"/>
                  </a:lnTo>
                  <a:lnTo>
                    <a:pt x="990349" y="375987"/>
                  </a:lnTo>
                  <a:lnTo>
                    <a:pt x="994109" y="381251"/>
                  </a:lnTo>
                  <a:lnTo>
                    <a:pt x="994109" y="382003"/>
                  </a:lnTo>
                  <a:lnTo>
                    <a:pt x="993357" y="383507"/>
                  </a:lnTo>
                  <a:lnTo>
                    <a:pt x="989597" y="387266"/>
                  </a:lnTo>
                  <a:lnTo>
                    <a:pt x="987342" y="388771"/>
                  </a:lnTo>
                  <a:lnTo>
                    <a:pt x="984334" y="393282"/>
                  </a:lnTo>
                  <a:lnTo>
                    <a:pt x="979070" y="406066"/>
                  </a:lnTo>
                  <a:lnTo>
                    <a:pt x="978318" y="409826"/>
                  </a:lnTo>
                  <a:lnTo>
                    <a:pt x="979070" y="411330"/>
                  </a:lnTo>
                  <a:lnTo>
                    <a:pt x="979822" y="412082"/>
                  </a:lnTo>
                  <a:lnTo>
                    <a:pt x="985086" y="418097"/>
                  </a:lnTo>
                  <a:lnTo>
                    <a:pt x="985086" y="419601"/>
                  </a:lnTo>
                  <a:lnTo>
                    <a:pt x="985838" y="420353"/>
                  </a:lnTo>
                  <a:lnTo>
                    <a:pt x="985086" y="423361"/>
                  </a:lnTo>
                  <a:lnTo>
                    <a:pt x="985086" y="424865"/>
                  </a:lnTo>
                  <a:lnTo>
                    <a:pt x="986589" y="425617"/>
                  </a:lnTo>
                  <a:lnTo>
                    <a:pt x="988093" y="427121"/>
                  </a:lnTo>
                  <a:lnTo>
                    <a:pt x="995613" y="430129"/>
                  </a:lnTo>
                  <a:lnTo>
                    <a:pt x="1000877" y="430881"/>
                  </a:lnTo>
                  <a:lnTo>
                    <a:pt x="1001629" y="430881"/>
                  </a:lnTo>
                  <a:lnTo>
                    <a:pt x="1002381" y="431633"/>
                  </a:lnTo>
                  <a:lnTo>
                    <a:pt x="1002381" y="433137"/>
                  </a:lnTo>
                  <a:lnTo>
                    <a:pt x="1002381" y="435393"/>
                  </a:lnTo>
                  <a:lnTo>
                    <a:pt x="1002381" y="436897"/>
                  </a:lnTo>
                  <a:lnTo>
                    <a:pt x="1003133" y="437649"/>
                  </a:lnTo>
                  <a:lnTo>
                    <a:pt x="1003885" y="438401"/>
                  </a:lnTo>
                  <a:lnTo>
                    <a:pt x="1006893" y="438401"/>
                  </a:lnTo>
                  <a:lnTo>
                    <a:pt x="1009901" y="439905"/>
                  </a:lnTo>
                  <a:lnTo>
                    <a:pt x="1016668" y="444416"/>
                  </a:lnTo>
                  <a:lnTo>
                    <a:pt x="1018172" y="445169"/>
                  </a:lnTo>
                  <a:lnTo>
                    <a:pt x="1021180" y="445920"/>
                  </a:lnTo>
                  <a:lnTo>
                    <a:pt x="1023436" y="445920"/>
                  </a:lnTo>
                  <a:lnTo>
                    <a:pt x="1025692" y="445920"/>
                  </a:lnTo>
                  <a:lnTo>
                    <a:pt x="1026444" y="445920"/>
                  </a:lnTo>
                  <a:lnTo>
                    <a:pt x="1026444" y="446672"/>
                  </a:lnTo>
                  <a:lnTo>
                    <a:pt x="1025692" y="448176"/>
                  </a:lnTo>
                  <a:lnTo>
                    <a:pt x="1025692" y="448928"/>
                  </a:lnTo>
                  <a:lnTo>
                    <a:pt x="1024940" y="449680"/>
                  </a:lnTo>
                  <a:lnTo>
                    <a:pt x="1023436" y="450432"/>
                  </a:lnTo>
                  <a:lnTo>
                    <a:pt x="1022684" y="450432"/>
                  </a:lnTo>
                  <a:lnTo>
                    <a:pt x="1021932" y="451936"/>
                  </a:lnTo>
                  <a:lnTo>
                    <a:pt x="1021932" y="452688"/>
                  </a:lnTo>
                  <a:lnTo>
                    <a:pt x="1021932" y="454944"/>
                  </a:lnTo>
                  <a:lnTo>
                    <a:pt x="1022684" y="456448"/>
                  </a:lnTo>
                  <a:lnTo>
                    <a:pt x="1023436" y="457200"/>
                  </a:lnTo>
                  <a:lnTo>
                    <a:pt x="1025692" y="460208"/>
                  </a:lnTo>
                  <a:lnTo>
                    <a:pt x="1025692" y="460960"/>
                  </a:lnTo>
                  <a:lnTo>
                    <a:pt x="1024940" y="462464"/>
                  </a:lnTo>
                  <a:lnTo>
                    <a:pt x="1024188" y="463216"/>
                  </a:lnTo>
                  <a:lnTo>
                    <a:pt x="1023436" y="463968"/>
                  </a:lnTo>
                  <a:lnTo>
                    <a:pt x="1015917" y="466224"/>
                  </a:lnTo>
                  <a:lnTo>
                    <a:pt x="1014413" y="467728"/>
                  </a:lnTo>
                  <a:lnTo>
                    <a:pt x="1013661" y="467728"/>
                  </a:lnTo>
                  <a:lnTo>
                    <a:pt x="1013661" y="468480"/>
                  </a:lnTo>
                  <a:lnTo>
                    <a:pt x="1012908" y="469231"/>
                  </a:lnTo>
                  <a:lnTo>
                    <a:pt x="1013661" y="470735"/>
                  </a:lnTo>
                  <a:lnTo>
                    <a:pt x="1013661" y="471488"/>
                  </a:lnTo>
                  <a:lnTo>
                    <a:pt x="1018172" y="474495"/>
                  </a:lnTo>
                  <a:lnTo>
                    <a:pt x="1020428" y="476751"/>
                  </a:lnTo>
                  <a:lnTo>
                    <a:pt x="1029452" y="482015"/>
                  </a:lnTo>
                  <a:lnTo>
                    <a:pt x="1030956" y="483519"/>
                  </a:lnTo>
                  <a:lnTo>
                    <a:pt x="1031708" y="485023"/>
                  </a:lnTo>
                  <a:lnTo>
                    <a:pt x="1030204" y="487279"/>
                  </a:lnTo>
                  <a:lnTo>
                    <a:pt x="1030204" y="488031"/>
                  </a:lnTo>
                  <a:lnTo>
                    <a:pt x="1030204" y="488783"/>
                  </a:lnTo>
                  <a:lnTo>
                    <a:pt x="1030204" y="492543"/>
                  </a:lnTo>
                  <a:lnTo>
                    <a:pt x="1030204" y="494047"/>
                  </a:lnTo>
                  <a:lnTo>
                    <a:pt x="1030204" y="496303"/>
                  </a:lnTo>
                  <a:lnTo>
                    <a:pt x="1030956" y="497807"/>
                  </a:lnTo>
                  <a:lnTo>
                    <a:pt x="1031708" y="500063"/>
                  </a:lnTo>
                  <a:lnTo>
                    <a:pt x="1032460" y="500814"/>
                  </a:lnTo>
                  <a:lnTo>
                    <a:pt x="1033212" y="501567"/>
                  </a:lnTo>
                  <a:lnTo>
                    <a:pt x="1033964" y="501567"/>
                  </a:lnTo>
                  <a:lnTo>
                    <a:pt x="1035468" y="502318"/>
                  </a:lnTo>
                  <a:lnTo>
                    <a:pt x="1038476" y="502318"/>
                  </a:lnTo>
                  <a:lnTo>
                    <a:pt x="1039980" y="503070"/>
                  </a:lnTo>
                  <a:lnTo>
                    <a:pt x="1041484" y="503822"/>
                  </a:lnTo>
                  <a:lnTo>
                    <a:pt x="1042987" y="503822"/>
                  </a:lnTo>
                  <a:lnTo>
                    <a:pt x="1044491" y="503822"/>
                  </a:lnTo>
                  <a:lnTo>
                    <a:pt x="1045244" y="503070"/>
                  </a:lnTo>
                  <a:lnTo>
                    <a:pt x="1045995" y="502318"/>
                  </a:lnTo>
                  <a:lnTo>
                    <a:pt x="1046747" y="501567"/>
                  </a:lnTo>
                  <a:lnTo>
                    <a:pt x="1047500" y="501567"/>
                  </a:lnTo>
                  <a:lnTo>
                    <a:pt x="1048251" y="502318"/>
                  </a:lnTo>
                  <a:lnTo>
                    <a:pt x="1049755" y="503070"/>
                  </a:lnTo>
                  <a:lnTo>
                    <a:pt x="1050507" y="503070"/>
                  </a:lnTo>
                  <a:lnTo>
                    <a:pt x="1052011" y="502318"/>
                  </a:lnTo>
                  <a:lnTo>
                    <a:pt x="1053515" y="501567"/>
                  </a:lnTo>
                  <a:lnTo>
                    <a:pt x="1054267" y="500814"/>
                  </a:lnTo>
                  <a:lnTo>
                    <a:pt x="1055019" y="500063"/>
                  </a:lnTo>
                  <a:lnTo>
                    <a:pt x="1055771" y="500063"/>
                  </a:lnTo>
                  <a:lnTo>
                    <a:pt x="1056523" y="499310"/>
                  </a:lnTo>
                  <a:lnTo>
                    <a:pt x="1061787" y="498558"/>
                  </a:lnTo>
                  <a:lnTo>
                    <a:pt x="1062539" y="498558"/>
                  </a:lnTo>
                  <a:lnTo>
                    <a:pt x="1063291" y="499310"/>
                  </a:lnTo>
                  <a:lnTo>
                    <a:pt x="1064043" y="500063"/>
                  </a:lnTo>
                  <a:lnTo>
                    <a:pt x="1064043" y="500814"/>
                  </a:lnTo>
                  <a:lnTo>
                    <a:pt x="1064043" y="501567"/>
                  </a:lnTo>
                  <a:lnTo>
                    <a:pt x="1063291" y="502318"/>
                  </a:lnTo>
                  <a:lnTo>
                    <a:pt x="1062539" y="503070"/>
                  </a:lnTo>
                  <a:lnTo>
                    <a:pt x="1062539" y="503822"/>
                  </a:lnTo>
                  <a:lnTo>
                    <a:pt x="1062539" y="504574"/>
                  </a:lnTo>
                  <a:lnTo>
                    <a:pt x="1063291" y="505326"/>
                  </a:lnTo>
                  <a:lnTo>
                    <a:pt x="1066299" y="506078"/>
                  </a:lnTo>
                  <a:lnTo>
                    <a:pt x="1078330" y="503822"/>
                  </a:lnTo>
                  <a:lnTo>
                    <a:pt x="1082090" y="503070"/>
                  </a:lnTo>
                  <a:lnTo>
                    <a:pt x="1083594" y="502318"/>
                  </a:lnTo>
                  <a:lnTo>
                    <a:pt x="1085098" y="501567"/>
                  </a:lnTo>
                  <a:lnTo>
                    <a:pt x="1086602" y="500814"/>
                  </a:lnTo>
                  <a:lnTo>
                    <a:pt x="1088106" y="499310"/>
                  </a:lnTo>
                  <a:lnTo>
                    <a:pt x="1088106" y="498558"/>
                  </a:lnTo>
                  <a:lnTo>
                    <a:pt x="1089610" y="497054"/>
                  </a:lnTo>
                  <a:lnTo>
                    <a:pt x="1089610" y="496303"/>
                  </a:lnTo>
                  <a:lnTo>
                    <a:pt x="1091114" y="496303"/>
                  </a:lnTo>
                  <a:lnTo>
                    <a:pt x="1092618" y="496303"/>
                  </a:lnTo>
                  <a:lnTo>
                    <a:pt x="1094122" y="497054"/>
                  </a:lnTo>
                  <a:lnTo>
                    <a:pt x="1094874" y="497054"/>
                  </a:lnTo>
                  <a:lnTo>
                    <a:pt x="1095626" y="496303"/>
                  </a:lnTo>
                  <a:lnTo>
                    <a:pt x="1097130" y="494799"/>
                  </a:lnTo>
                  <a:lnTo>
                    <a:pt x="1097130" y="494047"/>
                  </a:lnTo>
                  <a:lnTo>
                    <a:pt x="1097882" y="493295"/>
                  </a:lnTo>
                  <a:lnTo>
                    <a:pt x="1099385" y="494047"/>
                  </a:lnTo>
                  <a:lnTo>
                    <a:pt x="1099385" y="494799"/>
                  </a:lnTo>
                  <a:lnTo>
                    <a:pt x="1100138" y="496303"/>
                  </a:lnTo>
                  <a:lnTo>
                    <a:pt x="1100890" y="497054"/>
                  </a:lnTo>
                  <a:lnTo>
                    <a:pt x="1100890" y="497807"/>
                  </a:lnTo>
                  <a:lnTo>
                    <a:pt x="1102394" y="498558"/>
                  </a:lnTo>
                  <a:lnTo>
                    <a:pt x="1103898" y="499310"/>
                  </a:lnTo>
                  <a:lnTo>
                    <a:pt x="1105402" y="500814"/>
                  </a:lnTo>
                  <a:lnTo>
                    <a:pt x="1106905" y="500814"/>
                  </a:lnTo>
                  <a:lnTo>
                    <a:pt x="1107657" y="499310"/>
                  </a:lnTo>
                  <a:lnTo>
                    <a:pt x="1108409" y="498558"/>
                  </a:lnTo>
                  <a:lnTo>
                    <a:pt x="1109913" y="496303"/>
                  </a:lnTo>
                  <a:lnTo>
                    <a:pt x="1111417" y="495550"/>
                  </a:lnTo>
                  <a:lnTo>
                    <a:pt x="1112169" y="494799"/>
                  </a:lnTo>
                  <a:lnTo>
                    <a:pt x="1113673" y="494799"/>
                  </a:lnTo>
                  <a:lnTo>
                    <a:pt x="1114425" y="495550"/>
                  </a:lnTo>
                  <a:lnTo>
                    <a:pt x="1114425" y="496303"/>
                  </a:lnTo>
                  <a:lnTo>
                    <a:pt x="1115177" y="497054"/>
                  </a:lnTo>
                  <a:lnTo>
                    <a:pt x="1115177" y="497807"/>
                  </a:lnTo>
                  <a:lnTo>
                    <a:pt x="1115929" y="498558"/>
                  </a:lnTo>
                  <a:lnTo>
                    <a:pt x="1116681" y="498558"/>
                  </a:lnTo>
                  <a:lnTo>
                    <a:pt x="1117433" y="498558"/>
                  </a:lnTo>
                  <a:lnTo>
                    <a:pt x="1118185" y="498558"/>
                  </a:lnTo>
                  <a:lnTo>
                    <a:pt x="1119689" y="497054"/>
                  </a:lnTo>
                  <a:lnTo>
                    <a:pt x="1119689" y="496303"/>
                  </a:lnTo>
                  <a:lnTo>
                    <a:pt x="1120441" y="494799"/>
                  </a:lnTo>
                  <a:lnTo>
                    <a:pt x="1120441" y="494047"/>
                  </a:lnTo>
                  <a:lnTo>
                    <a:pt x="1119689" y="493295"/>
                  </a:lnTo>
                  <a:lnTo>
                    <a:pt x="1119689" y="492543"/>
                  </a:lnTo>
                  <a:lnTo>
                    <a:pt x="1119689" y="491791"/>
                  </a:lnTo>
                  <a:lnTo>
                    <a:pt x="1118937" y="490287"/>
                  </a:lnTo>
                  <a:lnTo>
                    <a:pt x="1119689" y="489535"/>
                  </a:lnTo>
                  <a:lnTo>
                    <a:pt x="1119689" y="488783"/>
                  </a:lnTo>
                  <a:lnTo>
                    <a:pt x="1120441" y="488783"/>
                  </a:lnTo>
                  <a:lnTo>
                    <a:pt x="1121945" y="488783"/>
                  </a:lnTo>
                  <a:lnTo>
                    <a:pt x="1123449" y="489535"/>
                  </a:lnTo>
                  <a:lnTo>
                    <a:pt x="1124201" y="490287"/>
                  </a:lnTo>
                  <a:lnTo>
                    <a:pt x="1124953" y="489535"/>
                  </a:lnTo>
                  <a:lnTo>
                    <a:pt x="1125705" y="488031"/>
                  </a:lnTo>
                  <a:lnTo>
                    <a:pt x="1126457" y="487279"/>
                  </a:lnTo>
                  <a:lnTo>
                    <a:pt x="1126457" y="484271"/>
                  </a:lnTo>
                  <a:lnTo>
                    <a:pt x="1126457" y="482767"/>
                  </a:lnTo>
                  <a:lnTo>
                    <a:pt x="1126457" y="481263"/>
                  </a:lnTo>
                  <a:lnTo>
                    <a:pt x="1126457" y="480511"/>
                  </a:lnTo>
                  <a:lnTo>
                    <a:pt x="1126457" y="479759"/>
                  </a:lnTo>
                  <a:lnTo>
                    <a:pt x="1125705" y="479007"/>
                  </a:lnTo>
                  <a:lnTo>
                    <a:pt x="1124953" y="478255"/>
                  </a:lnTo>
                  <a:lnTo>
                    <a:pt x="1124201" y="478255"/>
                  </a:lnTo>
                  <a:lnTo>
                    <a:pt x="1123449" y="478255"/>
                  </a:lnTo>
                  <a:lnTo>
                    <a:pt x="1121193" y="478255"/>
                  </a:lnTo>
                  <a:lnTo>
                    <a:pt x="1117433" y="478255"/>
                  </a:lnTo>
                  <a:lnTo>
                    <a:pt x="1116681" y="478255"/>
                  </a:lnTo>
                  <a:lnTo>
                    <a:pt x="1115929" y="478255"/>
                  </a:lnTo>
                  <a:lnTo>
                    <a:pt x="1115177" y="477503"/>
                  </a:lnTo>
                  <a:lnTo>
                    <a:pt x="1114425" y="477503"/>
                  </a:lnTo>
                  <a:lnTo>
                    <a:pt x="1114425" y="476751"/>
                  </a:lnTo>
                  <a:lnTo>
                    <a:pt x="1114425" y="475247"/>
                  </a:lnTo>
                  <a:lnTo>
                    <a:pt x="1114425" y="474495"/>
                  </a:lnTo>
                  <a:lnTo>
                    <a:pt x="1115177" y="474495"/>
                  </a:lnTo>
                  <a:lnTo>
                    <a:pt x="1127961" y="466224"/>
                  </a:lnTo>
                  <a:lnTo>
                    <a:pt x="1128713" y="465471"/>
                  </a:lnTo>
                  <a:lnTo>
                    <a:pt x="1129464" y="463968"/>
                  </a:lnTo>
                  <a:lnTo>
                    <a:pt x="1128713" y="463216"/>
                  </a:lnTo>
                  <a:lnTo>
                    <a:pt x="1128713" y="462464"/>
                  </a:lnTo>
                  <a:lnTo>
                    <a:pt x="1128713" y="461712"/>
                  </a:lnTo>
                  <a:lnTo>
                    <a:pt x="1126457" y="459456"/>
                  </a:lnTo>
                  <a:lnTo>
                    <a:pt x="1125705" y="458704"/>
                  </a:lnTo>
                  <a:lnTo>
                    <a:pt x="1125705" y="457952"/>
                  </a:lnTo>
                  <a:lnTo>
                    <a:pt x="1124953" y="457200"/>
                  </a:lnTo>
                  <a:lnTo>
                    <a:pt x="1126457" y="455696"/>
                  </a:lnTo>
                  <a:lnTo>
                    <a:pt x="1129464" y="455696"/>
                  </a:lnTo>
                  <a:lnTo>
                    <a:pt x="1135481" y="454944"/>
                  </a:lnTo>
                  <a:lnTo>
                    <a:pt x="1137736" y="454944"/>
                  </a:lnTo>
                  <a:lnTo>
                    <a:pt x="1138488" y="455696"/>
                  </a:lnTo>
                  <a:lnTo>
                    <a:pt x="1137736" y="456448"/>
                  </a:lnTo>
                  <a:lnTo>
                    <a:pt x="1136984" y="457952"/>
                  </a:lnTo>
                  <a:lnTo>
                    <a:pt x="1136232" y="459456"/>
                  </a:lnTo>
                  <a:lnTo>
                    <a:pt x="1134728" y="460960"/>
                  </a:lnTo>
                  <a:lnTo>
                    <a:pt x="1133977" y="461712"/>
                  </a:lnTo>
                  <a:lnTo>
                    <a:pt x="1133224" y="462464"/>
                  </a:lnTo>
                  <a:lnTo>
                    <a:pt x="1133224" y="463216"/>
                  </a:lnTo>
                  <a:lnTo>
                    <a:pt x="1133224" y="464720"/>
                  </a:lnTo>
                  <a:lnTo>
                    <a:pt x="1133977" y="465471"/>
                  </a:lnTo>
                  <a:lnTo>
                    <a:pt x="1134728" y="465471"/>
                  </a:lnTo>
                  <a:lnTo>
                    <a:pt x="1135481" y="466224"/>
                  </a:lnTo>
                  <a:lnTo>
                    <a:pt x="1136232" y="466224"/>
                  </a:lnTo>
                  <a:lnTo>
                    <a:pt x="1136984" y="466224"/>
                  </a:lnTo>
                  <a:lnTo>
                    <a:pt x="1138488" y="466224"/>
                  </a:lnTo>
                  <a:lnTo>
                    <a:pt x="1139992" y="465471"/>
                  </a:lnTo>
                  <a:lnTo>
                    <a:pt x="1143752" y="463216"/>
                  </a:lnTo>
                  <a:lnTo>
                    <a:pt x="1146760" y="460960"/>
                  </a:lnTo>
                  <a:lnTo>
                    <a:pt x="1147512" y="460960"/>
                  </a:lnTo>
                  <a:lnTo>
                    <a:pt x="1148264" y="460960"/>
                  </a:lnTo>
                  <a:lnTo>
                    <a:pt x="1149016" y="460960"/>
                  </a:lnTo>
                  <a:lnTo>
                    <a:pt x="1149768" y="461712"/>
                  </a:lnTo>
                  <a:lnTo>
                    <a:pt x="1149768" y="462464"/>
                  </a:lnTo>
                  <a:lnTo>
                    <a:pt x="1149768" y="463216"/>
                  </a:lnTo>
                  <a:lnTo>
                    <a:pt x="1150520" y="463968"/>
                  </a:lnTo>
                  <a:lnTo>
                    <a:pt x="1150520" y="464720"/>
                  </a:lnTo>
                  <a:lnTo>
                    <a:pt x="1151272" y="465471"/>
                  </a:lnTo>
                  <a:lnTo>
                    <a:pt x="1156536" y="466224"/>
                  </a:lnTo>
                  <a:lnTo>
                    <a:pt x="1158040" y="466224"/>
                  </a:lnTo>
                  <a:lnTo>
                    <a:pt x="1159543" y="465471"/>
                  </a:lnTo>
                  <a:lnTo>
                    <a:pt x="1162551" y="463216"/>
                  </a:lnTo>
                  <a:lnTo>
                    <a:pt x="1164055" y="462464"/>
                  </a:lnTo>
                  <a:lnTo>
                    <a:pt x="1164807" y="461712"/>
                  </a:lnTo>
                  <a:lnTo>
                    <a:pt x="1167063" y="457952"/>
                  </a:lnTo>
                  <a:lnTo>
                    <a:pt x="1167815" y="457200"/>
                  </a:lnTo>
                  <a:lnTo>
                    <a:pt x="1168567" y="457200"/>
                  </a:lnTo>
                  <a:lnTo>
                    <a:pt x="1170071" y="457200"/>
                  </a:lnTo>
                  <a:lnTo>
                    <a:pt x="1170823" y="457952"/>
                  </a:lnTo>
                  <a:lnTo>
                    <a:pt x="1171575" y="457952"/>
                  </a:lnTo>
                  <a:lnTo>
                    <a:pt x="1173079" y="459456"/>
                  </a:lnTo>
                  <a:lnTo>
                    <a:pt x="1173079" y="460208"/>
                  </a:lnTo>
                  <a:lnTo>
                    <a:pt x="1173831" y="460960"/>
                  </a:lnTo>
                  <a:lnTo>
                    <a:pt x="1173831" y="461712"/>
                  </a:lnTo>
                  <a:lnTo>
                    <a:pt x="1173831" y="463968"/>
                  </a:lnTo>
                  <a:lnTo>
                    <a:pt x="1173831" y="464720"/>
                  </a:lnTo>
                  <a:lnTo>
                    <a:pt x="1174583" y="465471"/>
                  </a:lnTo>
                  <a:lnTo>
                    <a:pt x="1175335" y="466224"/>
                  </a:lnTo>
                  <a:lnTo>
                    <a:pt x="1176087" y="466224"/>
                  </a:lnTo>
                  <a:lnTo>
                    <a:pt x="1177591" y="465471"/>
                  </a:lnTo>
                  <a:lnTo>
                    <a:pt x="1184359" y="461712"/>
                  </a:lnTo>
                  <a:lnTo>
                    <a:pt x="1195638" y="458704"/>
                  </a:lnTo>
                  <a:lnTo>
                    <a:pt x="1196390" y="457952"/>
                  </a:lnTo>
                  <a:lnTo>
                    <a:pt x="1197894" y="457200"/>
                  </a:lnTo>
                  <a:lnTo>
                    <a:pt x="1198646" y="455696"/>
                  </a:lnTo>
                  <a:lnTo>
                    <a:pt x="1198646" y="454944"/>
                  </a:lnTo>
                  <a:lnTo>
                    <a:pt x="1198646" y="452688"/>
                  </a:lnTo>
                  <a:lnTo>
                    <a:pt x="1198646" y="451936"/>
                  </a:lnTo>
                  <a:lnTo>
                    <a:pt x="1199398" y="451936"/>
                  </a:lnTo>
                  <a:lnTo>
                    <a:pt x="1200902" y="451936"/>
                  </a:lnTo>
                  <a:lnTo>
                    <a:pt x="1202406" y="451936"/>
                  </a:lnTo>
                  <a:lnTo>
                    <a:pt x="1203158" y="451184"/>
                  </a:lnTo>
                  <a:lnTo>
                    <a:pt x="1205414" y="448928"/>
                  </a:lnTo>
                  <a:lnTo>
                    <a:pt x="1208422" y="446672"/>
                  </a:lnTo>
                  <a:lnTo>
                    <a:pt x="1209174" y="445920"/>
                  </a:lnTo>
                  <a:lnTo>
                    <a:pt x="1217445" y="441409"/>
                  </a:lnTo>
                  <a:lnTo>
                    <a:pt x="1218949" y="439905"/>
                  </a:lnTo>
                  <a:lnTo>
                    <a:pt x="1227973" y="436145"/>
                  </a:lnTo>
                  <a:lnTo>
                    <a:pt x="1229477" y="435393"/>
                  </a:lnTo>
                  <a:lnTo>
                    <a:pt x="1232485" y="436145"/>
                  </a:lnTo>
                  <a:lnTo>
                    <a:pt x="1233989" y="436145"/>
                  </a:lnTo>
                  <a:lnTo>
                    <a:pt x="1235493" y="435393"/>
                  </a:lnTo>
                  <a:lnTo>
                    <a:pt x="1237749" y="433889"/>
                  </a:lnTo>
                  <a:lnTo>
                    <a:pt x="1239253" y="433137"/>
                  </a:lnTo>
                  <a:lnTo>
                    <a:pt x="1240757" y="433137"/>
                  </a:lnTo>
                  <a:lnTo>
                    <a:pt x="1245269" y="433137"/>
                  </a:lnTo>
                  <a:lnTo>
                    <a:pt x="1247524" y="433137"/>
                  </a:lnTo>
                  <a:lnTo>
                    <a:pt x="1248277" y="433137"/>
                  </a:lnTo>
                  <a:lnTo>
                    <a:pt x="1252037" y="431633"/>
                  </a:lnTo>
                  <a:lnTo>
                    <a:pt x="1261812" y="426369"/>
                  </a:lnTo>
                  <a:lnTo>
                    <a:pt x="1264068" y="426369"/>
                  </a:lnTo>
                  <a:lnTo>
                    <a:pt x="1266324" y="426369"/>
                  </a:lnTo>
                  <a:lnTo>
                    <a:pt x="1270836" y="428625"/>
                  </a:lnTo>
                  <a:lnTo>
                    <a:pt x="1273092" y="430129"/>
                  </a:lnTo>
                  <a:lnTo>
                    <a:pt x="1274596" y="431633"/>
                  </a:lnTo>
                  <a:lnTo>
                    <a:pt x="1275348" y="433137"/>
                  </a:lnTo>
                  <a:lnTo>
                    <a:pt x="1279107" y="440656"/>
                  </a:lnTo>
                  <a:lnTo>
                    <a:pt x="1279859" y="442160"/>
                  </a:lnTo>
                  <a:lnTo>
                    <a:pt x="1281363" y="443664"/>
                  </a:lnTo>
                  <a:lnTo>
                    <a:pt x="1283619" y="445169"/>
                  </a:lnTo>
                  <a:lnTo>
                    <a:pt x="1285875" y="448176"/>
                  </a:lnTo>
                  <a:lnTo>
                    <a:pt x="1286627" y="448928"/>
                  </a:lnTo>
                  <a:lnTo>
                    <a:pt x="1286627" y="449680"/>
                  </a:lnTo>
                  <a:lnTo>
                    <a:pt x="1287379" y="450432"/>
                  </a:lnTo>
                  <a:lnTo>
                    <a:pt x="1288131" y="450432"/>
                  </a:lnTo>
                  <a:lnTo>
                    <a:pt x="1289635" y="450432"/>
                  </a:lnTo>
                  <a:lnTo>
                    <a:pt x="1289635" y="451184"/>
                  </a:lnTo>
                  <a:lnTo>
                    <a:pt x="1291139" y="456448"/>
                  </a:lnTo>
                  <a:lnTo>
                    <a:pt x="1291139" y="457200"/>
                  </a:lnTo>
                  <a:lnTo>
                    <a:pt x="1291891" y="457952"/>
                  </a:lnTo>
                  <a:lnTo>
                    <a:pt x="1292643" y="458704"/>
                  </a:lnTo>
                  <a:lnTo>
                    <a:pt x="1296403" y="460208"/>
                  </a:lnTo>
                  <a:lnTo>
                    <a:pt x="1297155" y="460208"/>
                  </a:lnTo>
                  <a:lnTo>
                    <a:pt x="1298659" y="460208"/>
                  </a:lnTo>
                  <a:lnTo>
                    <a:pt x="1300915" y="460208"/>
                  </a:lnTo>
                  <a:lnTo>
                    <a:pt x="1301667" y="459456"/>
                  </a:lnTo>
                  <a:lnTo>
                    <a:pt x="1303171" y="459456"/>
                  </a:lnTo>
                  <a:lnTo>
                    <a:pt x="1303922" y="459456"/>
                  </a:lnTo>
                  <a:lnTo>
                    <a:pt x="1306178" y="460960"/>
                  </a:lnTo>
                  <a:lnTo>
                    <a:pt x="1307682" y="461712"/>
                  </a:lnTo>
                  <a:lnTo>
                    <a:pt x="1308435" y="461712"/>
                  </a:lnTo>
                  <a:lnTo>
                    <a:pt x="1310690" y="461712"/>
                  </a:lnTo>
                  <a:lnTo>
                    <a:pt x="1312194" y="460960"/>
                  </a:lnTo>
                  <a:lnTo>
                    <a:pt x="1312946" y="460960"/>
                  </a:lnTo>
                  <a:lnTo>
                    <a:pt x="1312946" y="460208"/>
                  </a:lnTo>
                  <a:lnTo>
                    <a:pt x="1313698" y="460208"/>
                  </a:lnTo>
                  <a:lnTo>
                    <a:pt x="1314450" y="460208"/>
                  </a:lnTo>
                  <a:lnTo>
                    <a:pt x="1321218" y="459456"/>
                  </a:lnTo>
                  <a:lnTo>
                    <a:pt x="1321970" y="459456"/>
                  </a:lnTo>
                  <a:lnTo>
                    <a:pt x="1322722" y="458704"/>
                  </a:lnTo>
                  <a:lnTo>
                    <a:pt x="1323474" y="457952"/>
                  </a:lnTo>
                  <a:lnTo>
                    <a:pt x="1324978" y="457952"/>
                  </a:lnTo>
                  <a:lnTo>
                    <a:pt x="1327986" y="457952"/>
                  </a:lnTo>
                  <a:lnTo>
                    <a:pt x="1329490" y="457200"/>
                  </a:lnTo>
                  <a:lnTo>
                    <a:pt x="1330241" y="457200"/>
                  </a:lnTo>
                  <a:lnTo>
                    <a:pt x="1330994" y="455696"/>
                  </a:lnTo>
                  <a:lnTo>
                    <a:pt x="1331746" y="454944"/>
                  </a:lnTo>
                  <a:lnTo>
                    <a:pt x="1332497" y="455696"/>
                  </a:lnTo>
                  <a:lnTo>
                    <a:pt x="1334001" y="457200"/>
                  </a:lnTo>
                  <a:lnTo>
                    <a:pt x="1334754" y="457952"/>
                  </a:lnTo>
                  <a:lnTo>
                    <a:pt x="1337009" y="457952"/>
                  </a:lnTo>
                  <a:lnTo>
                    <a:pt x="1338513" y="457200"/>
                  </a:lnTo>
                  <a:lnTo>
                    <a:pt x="1340769" y="456448"/>
                  </a:lnTo>
                  <a:lnTo>
                    <a:pt x="1344529" y="456448"/>
                  </a:lnTo>
                  <a:lnTo>
                    <a:pt x="1349793" y="457200"/>
                  </a:lnTo>
                  <a:lnTo>
                    <a:pt x="1352049" y="457200"/>
                  </a:lnTo>
                  <a:lnTo>
                    <a:pt x="1352801" y="457200"/>
                  </a:lnTo>
                  <a:lnTo>
                    <a:pt x="1353553" y="456448"/>
                  </a:lnTo>
                  <a:lnTo>
                    <a:pt x="1354305" y="456448"/>
                  </a:lnTo>
                  <a:lnTo>
                    <a:pt x="1355057" y="455696"/>
                  </a:lnTo>
                  <a:lnTo>
                    <a:pt x="1355057" y="456448"/>
                  </a:lnTo>
                  <a:lnTo>
                    <a:pt x="1357313" y="459456"/>
                  </a:lnTo>
                  <a:lnTo>
                    <a:pt x="1359569" y="463216"/>
                  </a:lnTo>
                  <a:lnTo>
                    <a:pt x="1362576" y="468480"/>
                  </a:lnTo>
                  <a:lnTo>
                    <a:pt x="1363329" y="469984"/>
                  </a:lnTo>
                  <a:lnTo>
                    <a:pt x="1363329" y="471488"/>
                  </a:lnTo>
                  <a:lnTo>
                    <a:pt x="1363329" y="472239"/>
                  </a:lnTo>
                  <a:lnTo>
                    <a:pt x="1363329" y="472991"/>
                  </a:lnTo>
                  <a:lnTo>
                    <a:pt x="1362576" y="473743"/>
                  </a:lnTo>
                  <a:lnTo>
                    <a:pt x="1361824" y="474495"/>
                  </a:lnTo>
                  <a:lnTo>
                    <a:pt x="1360320" y="475247"/>
                  </a:lnTo>
                  <a:lnTo>
                    <a:pt x="1359569" y="475247"/>
                  </a:lnTo>
                  <a:lnTo>
                    <a:pt x="1357313" y="475999"/>
                  </a:lnTo>
                  <a:lnTo>
                    <a:pt x="1355809" y="476751"/>
                  </a:lnTo>
                  <a:lnTo>
                    <a:pt x="1354305" y="477503"/>
                  </a:lnTo>
                  <a:lnTo>
                    <a:pt x="1350545" y="482015"/>
                  </a:lnTo>
                  <a:lnTo>
                    <a:pt x="1349793" y="483519"/>
                  </a:lnTo>
                  <a:lnTo>
                    <a:pt x="1350545" y="485023"/>
                  </a:lnTo>
                  <a:lnTo>
                    <a:pt x="1350545" y="485775"/>
                  </a:lnTo>
                  <a:lnTo>
                    <a:pt x="1350545" y="486527"/>
                  </a:lnTo>
                  <a:lnTo>
                    <a:pt x="1350545" y="488031"/>
                  </a:lnTo>
                  <a:lnTo>
                    <a:pt x="1348289" y="492543"/>
                  </a:lnTo>
                  <a:lnTo>
                    <a:pt x="1347537" y="493295"/>
                  </a:lnTo>
                  <a:lnTo>
                    <a:pt x="1346785" y="494047"/>
                  </a:lnTo>
                  <a:lnTo>
                    <a:pt x="1341521" y="495550"/>
                  </a:lnTo>
                  <a:lnTo>
                    <a:pt x="1334001" y="500063"/>
                  </a:lnTo>
                  <a:lnTo>
                    <a:pt x="1331746" y="500814"/>
                  </a:lnTo>
                  <a:lnTo>
                    <a:pt x="1330994" y="500814"/>
                  </a:lnTo>
                  <a:lnTo>
                    <a:pt x="1329490" y="500063"/>
                  </a:lnTo>
                  <a:lnTo>
                    <a:pt x="1328737" y="499310"/>
                  </a:lnTo>
                  <a:lnTo>
                    <a:pt x="1327986" y="499310"/>
                  </a:lnTo>
                  <a:lnTo>
                    <a:pt x="1323474" y="501567"/>
                  </a:lnTo>
                  <a:lnTo>
                    <a:pt x="1321970" y="501567"/>
                  </a:lnTo>
                  <a:lnTo>
                    <a:pt x="1320466" y="502318"/>
                  </a:lnTo>
                  <a:lnTo>
                    <a:pt x="1319714" y="501567"/>
                  </a:lnTo>
                  <a:lnTo>
                    <a:pt x="1318962" y="501567"/>
                  </a:lnTo>
                  <a:lnTo>
                    <a:pt x="1318962" y="500814"/>
                  </a:lnTo>
                  <a:lnTo>
                    <a:pt x="1318210" y="500063"/>
                  </a:lnTo>
                  <a:lnTo>
                    <a:pt x="1318210" y="499310"/>
                  </a:lnTo>
                  <a:lnTo>
                    <a:pt x="1317458" y="498558"/>
                  </a:lnTo>
                  <a:lnTo>
                    <a:pt x="1316706" y="498558"/>
                  </a:lnTo>
                  <a:lnTo>
                    <a:pt x="1308435" y="503822"/>
                  </a:lnTo>
                  <a:lnTo>
                    <a:pt x="1306178" y="504574"/>
                  </a:lnTo>
                  <a:lnTo>
                    <a:pt x="1305426" y="504574"/>
                  </a:lnTo>
                  <a:lnTo>
                    <a:pt x="1303171" y="503070"/>
                  </a:lnTo>
                  <a:lnTo>
                    <a:pt x="1302418" y="503070"/>
                  </a:lnTo>
                  <a:lnTo>
                    <a:pt x="1300915" y="503070"/>
                  </a:lnTo>
                  <a:lnTo>
                    <a:pt x="1300163" y="503070"/>
                  </a:lnTo>
                  <a:lnTo>
                    <a:pt x="1299411" y="503070"/>
                  </a:lnTo>
                  <a:lnTo>
                    <a:pt x="1295651" y="505326"/>
                  </a:lnTo>
                  <a:lnTo>
                    <a:pt x="1290387" y="509086"/>
                  </a:lnTo>
                  <a:lnTo>
                    <a:pt x="1287379" y="510590"/>
                  </a:lnTo>
                  <a:lnTo>
                    <a:pt x="1285875" y="511342"/>
                  </a:lnTo>
                  <a:lnTo>
                    <a:pt x="1280611" y="512094"/>
                  </a:lnTo>
                  <a:lnTo>
                    <a:pt x="1279859" y="512094"/>
                  </a:lnTo>
                  <a:lnTo>
                    <a:pt x="1279107" y="512846"/>
                  </a:lnTo>
                  <a:lnTo>
                    <a:pt x="1278356" y="512846"/>
                  </a:lnTo>
                  <a:lnTo>
                    <a:pt x="1276852" y="514350"/>
                  </a:lnTo>
                  <a:lnTo>
                    <a:pt x="1276099" y="515102"/>
                  </a:lnTo>
                  <a:lnTo>
                    <a:pt x="1274596" y="518862"/>
                  </a:lnTo>
                  <a:lnTo>
                    <a:pt x="1273843" y="519614"/>
                  </a:lnTo>
                  <a:lnTo>
                    <a:pt x="1272339" y="519614"/>
                  </a:lnTo>
                  <a:lnTo>
                    <a:pt x="1271588" y="520366"/>
                  </a:lnTo>
                  <a:lnTo>
                    <a:pt x="1268580" y="520366"/>
                  </a:lnTo>
                  <a:lnTo>
                    <a:pt x="1267828" y="521118"/>
                  </a:lnTo>
                  <a:lnTo>
                    <a:pt x="1267828" y="521869"/>
                  </a:lnTo>
                  <a:lnTo>
                    <a:pt x="1267828" y="523374"/>
                  </a:lnTo>
                  <a:lnTo>
                    <a:pt x="1267828" y="524126"/>
                  </a:lnTo>
                  <a:lnTo>
                    <a:pt x="1267828" y="526382"/>
                  </a:lnTo>
                  <a:lnTo>
                    <a:pt x="1267828" y="527133"/>
                  </a:lnTo>
                  <a:lnTo>
                    <a:pt x="1266324" y="536157"/>
                  </a:lnTo>
                  <a:lnTo>
                    <a:pt x="1266324" y="539165"/>
                  </a:lnTo>
                  <a:lnTo>
                    <a:pt x="1266324" y="541421"/>
                  </a:lnTo>
                  <a:lnTo>
                    <a:pt x="1266324" y="542925"/>
                  </a:lnTo>
                  <a:lnTo>
                    <a:pt x="1266324" y="544429"/>
                  </a:lnTo>
                  <a:lnTo>
                    <a:pt x="1266324" y="545933"/>
                  </a:lnTo>
                  <a:lnTo>
                    <a:pt x="1264820" y="548941"/>
                  </a:lnTo>
                  <a:lnTo>
                    <a:pt x="1263316" y="550445"/>
                  </a:lnTo>
                  <a:lnTo>
                    <a:pt x="1262564" y="551197"/>
                  </a:lnTo>
                  <a:lnTo>
                    <a:pt x="1261812" y="551197"/>
                  </a:lnTo>
                  <a:lnTo>
                    <a:pt x="1260308" y="552701"/>
                  </a:lnTo>
                  <a:lnTo>
                    <a:pt x="1257300" y="557212"/>
                  </a:lnTo>
                  <a:lnTo>
                    <a:pt x="1257300" y="558716"/>
                  </a:lnTo>
                  <a:lnTo>
                    <a:pt x="1257300" y="559468"/>
                  </a:lnTo>
                  <a:lnTo>
                    <a:pt x="1257300" y="560220"/>
                  </a:lnTo>
                  <a:lnTo>
                    <a:pt x="1257300" y="560972"/>
                  </a:lnTo>
                  <a:lnTo>
                    <a:pt x="1258052" y="562476"/>
                  </a:lnTo>
                  <a:lnTo>
                    <a:pt x="1261812" y="568492"/>
                  </a:lnTo>
                  <a:lnTo>
                    <a:pt x="1264068" y="572252"/>
                  </a:lnTo>
                  <a:lnTo>
                    <a:pt x="1264820" y="573004"/>
                  </a:lnTo>
                  <a:lnTo>
                    <a:pt x="1266324" y="573004"/>
                  </a:lnTo>
                  <a:lnTo>
                    <a:pt x="1267076" y="572252"/>
                  </a:lnTo>
                  <a:lnTo>
                    <a:pt x="1267076" y="571500"/>
                  </a:lnTo>
                  <a:lnTo>
                    <a:pt x="1267828" y="571500"/>
                  </a:lnTo>
                  <a:lnTo>
                    <a:pt x="1269332" y="572252"/>
                  </a:lnTo>
                  <a:lnTo>
                    <a:pt x="1270084" y="573756"/>
                  </a:lnTo>
                  <a:lnTo>
                    <a:pt x="1271588" y="576764"/>
                  </a:lnTo>
                  <a:lnTo>
                    <a:pt x="1273092" y="578268"/>
                  </a:lnTo>
                  <a:lnTo>
                    <a:pt x="1277603" y="581276"/>
                  </a:lnTo>
                  <a:lnTo>
                    <a:pt x="1276852" y="583531"/>
                  </a:lnTo>
                  <a:lnTo>
                    <a:pt x="1274596" y="584284"/>
                  </a:lnTo>
                  <a:lnTo>
                    <a:pt x="1272339" y="585035"/>
                  </a:lnTo>
                  <a:lnTo>
                    <a:pt x="1269332" y="585787"/>
                  </a:lnTo>
                  <a:lnTo>
                    <a:pt x="1267076" y="585035"/>
                  </a:lnTo>
                  <a:lnTo>
                    <a:pt x="1264820" y="585787"/>
                  </a:lnTo>
                  <a:lnTo>
                    <a:pt x="1262564" y="587291"/>
                  </a:lnTo>
                  <a:lnTo>
                    <a:pt x="1260308" y="587291"/>
                  </a:lnTo>
                  <a:lnTo>
                    <a:pt x="1259556" y="585787"/>
                  </a:lnTo>
                  <a:lnTo>
                    <a:pt x="1258804" y="584284"/>
                  </a:lnTo>
                  <a:lnTo>
                    <a:pt x="1258052" y="582780"/>
                  </a:lnTo>
                  <a:lnTo>
                    <a:pt x="1256548" y="582780"/>
                  </a:lnTo>
                  <a:lnTo>
                    <a:pt x="1255044" y="582780"/>
                  </a:lnTo>
                  <a:lnTo>
                    <a:pt x="1254292" y="582780"/>
                  </a:lnTo>
                  <a:lnTo>
                    <a:pt x="1252037" y="583531"/>
                  </a:lnTo>
                  <a:lnTo>
                    <a:pt x="1252788" y="579772"/>
                  </a:lnTo>
                  <a:lnTo>
                    <a:pt x="1249028" y="581276"/>
                  </a:lnTo>
                  <a:lnTo>
                    <a:pt x="1243765" y="584284"/>
                  </a:lnTo>
                  <a:lnTo>
                    <a:pt x="1242260" y="585787"/>
                  </a:lnTo>
                  <a:lnTo>
                    <a:pt x="1241509" y="586540"/>
                  </a:lnTo>
                  <a:lnTo>
                    <a:pt x="1240005" y="588795"/>
                  </a:lnTo>
                  <a:lnTo>
                    <a:pt x="1239253" y="589547"/>
                  </a:lnTo>
                  <a:lnTo>
                    <a:pt x="1238501" y="589547"/>
                  </a:lnTo>
                  <a:lnTo>
                    <a:pt x="1236245" y="590299"/>
                  </a:lnTo>
                  <a:lnTo>
                    <a:pt x="1235493" y="590299"/>
                  </a:lnTo>
                  <a:lnTo>
                    <a:pt x="1232485" y="591803"/>
                  </a:lnTo>
                  <a:lnTo>
                    <a:pt x="1230981" y="591803"/>
                  </a:lnTo>
                  <a:lnTo>
                    <a:pt x="1230229" y="590299"/>
                  </a:lnTo>
                  <a:lnTo>
                    <a:pt x="1228725" y="594059"/>
                  </a:lnTo>
                  <a:lnTo>
                    <a:pt x="1230981" y="595563"/>
                  </a:lnTo>
                  <a:lnTo>
                    <a:pt x="1233237" y="597067"/>
                  </a:lnTo>
                  <a:lnTo>
                    <a:pt x="1235493" y="599323"/>
                  </a:lnTo>
                  <a:lnTo>
                    <a:pt x="1231733" y="599323"/>
                  </a:lnTo>
                  <a:lnTo>
                    <a:pt x="1228725" y="601579"/>
                  </a:lnTo>
                  <a:lnTo>
                    <a:pt x="1225717" y="608346"/>
                  </a:lnTo>
                  <a:lnTo>
                    <a:pt x="1224213" y="605339"/>
                  </a:lnTo>
                  <a:lnTo>
                    <a:pt x="1222709" y="604587"/>
                  </a:lnTo>
                  <a:lnTo>
                    <a:pt x="1221958" y="605339"/>
                  </a:lnTo>
                  <a:lnTo>
                    <a:pt x="1222709" y="608346"/>
                  </a:lnTo>
                  <a:lnTo>
                    <a:pt x="1221205" y="608346"/>
                  </a:lnTo>
                  <a:lnTo>
                    <a:pt x="1219701" y="607595"/>
                  </a:lnTo>
                  <a:lnTo>
                    <a:pt x="1217445" y="606091"/>
                  </a:lnTo>
                  <a:lnTo>
                    <a:pt x="1215941" y="604587"/>
                  </a:lnTo>
                  <a:lnTo>
                    <a:pt x="1214438" y="603835"/>
                  </a:lnTo>
                  <a:lnTo>
                    <a:pt x="1213686" y="606091"/>
                  </a:lnTo>
                  <a:lnTo>
                    <a:pt x="1213686" y="608346"/>
                  </a:lnTo>
                  <a:lnTo>
                    <a:pt x="1214438" y="610603"/>
                  </a:lnTo>
                  <a:lnTo>
                    <a:pt x="1211430" y="611355"/>
                  </a:lnTo>
                  <a:lnTo>
                    <a:pt x="1209174" y="610603"/>
                  </a:lnTo>
                  <a:lnTo>
                    <a:pt x="1206166" y="609851"/>
                  </a:lnTo>
                  <a:lnTo>
                    <a:pt x="1203910" y="612859"/>
                  </a:lnTo>
                  <a:lnTo>
                    <a:pt x="1206166" y="615866"/>
                  </a:lnTo>
                  <a:lnTo>
                    <a:pt x="1206166" y="618122"/>
                  </a:lnTo>
                  <a:lnTo>
                    <a:pt x="1204662" y="618874"/>
                  </a:lnTo>
                  <a:lnTo>
                    <a:pt x="1203158" y="618874"/>
                  </a:lnTo>
                  <a:lnTo>
                    <a:pt x="1198646" y="621130"/>
                  </a:lnTo>
                  <a:lnTo>
                    <a:pt x="1196390" y="620378"/>
                  </a:lnTo>
                  <a:lnTo>
                    <a:pt x="1194134" y="618122"/>
                  </a:lnTo>
                  <a:lnTo>
                    <a:pt x="1192630" y="617370"/>
                  </a:lnTo>
                  <a:lnTo>
                    <a:pt x="1191126" y="618122"/>
                  </a:lnTo>
                  <a:lnTo>
                    <a:pt x="1189622" y="619626"/>
                  </a:lnTo>
                  <a:lnTo>
                    <a:pt x="1188119" y="621130"/>
                  </a:lnTo>
                  <a:lnTo>
                    <a:pt x="1187366" y="621882"/>
                  </a:lnTo>
                  <a:lnTo>
                    <a:pt x="1183607" y="623386"/>
                  </a:lnTo>
                  <a:lnTo>
                    <a:pt x="1180599" y="624890"/>
                  </a:lnTo>
                  <a:lnTo>
                    <a:pt x="1177591" y="626394"/>
                  </a:lnTo>
                  <a:lnTo>
                    <a:pt x="1173831" y="625642"/>
                  </a:lnTo>
                  <a:lnTo>
                    <a:pt x="1173831" y="627146"/>
                  </a:lnTo>
                  <a:lnTo>
                    <a:pt x="1171575" y="629402"/>
                  </a:lnTo>
                  <a:lnTo>
                    <a:pt x="1170823" y="630906"/>
                  </a:lnTo>
                  <a:lnTo>
                    <a:pt x="1170823" y="633162"/>
                  </a:lnTo>
                  <a:lnTo>
                    <a:pt x="1171575" y="636922"/>
                  </a:lnTo>
                  <a:lnTo>
                    <a:pt x="1172327" y="638425"/>
                  </a:lnTo>
                  <a:lnTo>
                    <a:pt x="1172327" y="640682"/>
                  </a:lnTo>
                  <a:lnTo>
                    <a:pt x="1173831" y="641433"/>
                  </a:lnTo>
                  <a:lnTo>
                    <a:pt x="1175335" y="641433"/>
                  </a:lnTo>
                  <a:lnTo>
                    <a:pt x="1176087" y="642185"/>
                  </a:lnTo>
                  <a:lnTo>
                    <a:pt x="1176087" y="644442"/>
                  </a:lnTo>
                  <a:lnTo>
                    <a:pt x="1175335" y="648201"/>
                  </a:lnTo>
                  <a:lnTo>
                    <a:pt x="1175335" y="649705"/>
                  </a:lnTo>
                  <a:lnTo>
                    <a:pt x="1176839" y="652713"/>
                  </a:lnTo>
                  <a:lnTo>
                    <a:pt x="1176839" y="655721"/>
                  </a:lnTo>
                  <a:lnTo>
                    <a:pt x="1175335" y="658729"/>
                  </a:lnTo>
                  <a:lnTo>
                    <a:pt x="1172327" y="660985"/>
                  </a:lnTo>
                  <a:lnTo>
                    <a:pt x="1170071" y="660985"/>
                  </a:lnTo>
                  <a:lnTo>
                    <a:pt x="1168567" y="660233"/>
                  </a:lnTo>
                  <a:lnTo>
                    <a:pt x="1167815" y="659481"/>
                  </a:lnTo>
                  <a:lnTo>
                    <a:pt x="1166311" y="659481"/>
                  </a:lnTo>
                  <a:lnTo>
                    <a:pt x="1164055" y="660233"/>
                  </a:lnTo>
                  <a:lnTo>
                    <a:pt x="1161047" y="661737"/>
                  </a:lnTo>
                  <a:lnTo>
                    <a:pt x="1159543" y="661737"/>
                  </a:lnTo>
                  <a:lnTo>
                    <a:pt x="1156536" y="660233"/>
                  </a:lnTo>
                  <a:lnTo>
                    <a:pt x="1152776" y="655721"/>
                  </a:lnTo>
                  <a:lnTo>
                    <a:pt x="1149768" y="654969"/>
                  </a:lnTo>
                  <a:lnTo>
                    <a:pt x="1144504" y="655721"/>
                  </a:lnTo>
                  <a:lnTo>
                    <a:pt x="1143000" y="655721"/>
                  </a:lnTo>
                  <a:lnTo>
                    <a:pt x="1142248" y="655721"/>
                  </a:lnTo>
                  <a:lnTo>
                    <a:pt x="1141496" y="654217"/>
                  </a:lnTo>
                  <a:lnTo>
                    <a:pt x="1140744" y="654217"/>
                  </a:lnTo>
                  <a:lnTo>
                    <a:pt x="1137736" y="653465"/>
                  </a:lnTo>
                  <a:lnTo>
                    <a:pt x="1137736" y="654217"/>
                  </a:lnTo>
                  <a:lnTo>
                    <a:pt x="1127961" y="650457"/>
                  </a:lnTo>
                  <a:lnTo>
                    <a:pt x="1118185" y="650457"/>
                  </a:lnTo>
                  <a:lnTo>
                    <a:pt x="1116681" y="649705"/>
                  </a:lnTo>
                  <a:lnTo>
                    <a:pt x="1112921" y="648201"/>
                  </a:lnTo>
                  <a:lnTo>
                    <a:pt x="1112169" y="648201"/>
                  </a:lnTo>
                  <a:lnTo>
                    <a:pt x="1105402" y="648201"/>
                  </a:lnTo>
                  <a:lnTo>
                    <a:pt x="1091866" y="651961"/>
                  </a:lnTo>
                  <a:lnTo>
                    <a:pt x="1086602" y="654217"/>
                  </a:lnTo>
                  <a:lnTo>
                    <a:pt x="1084346" y="655721"/>
                  </a:lnTo>
                  <a:lnTo>
                    <a:pt x="1082090" y="657225"/>
                  </a:lnTo>
                  <a:lnTo>
                    <a:pt x="1081338" y="660233"/>
                  </a:lnTo>
                  <a:lnTo>
                    <a:pt x="1079834" y="660233"/>
                  </a:lnTo>
                  <a:lnTo>
                    <a:pt x="1076074" y="659481"/>
                  </a:lnTo>
                  <a:lnTo>
                    <a:pt x="1073066" y="660233"/>
                  </a:lnTo>
                  <a:lnTo>
                    <a:pt x="1070059" y="661737"/>
                  </a:lnTo>
                  <a:lnTo>
                    <a:pt x="1064795" y="663993"/>
                  </a:lnTo>
                  <a:lnTo>
                    <a:pt x="1064043" y="663993"/>
                  </a:lnTo>
                  <a:lnTo>
                    <a:pt x="1064043" y="663241"/>
                  </a:lnTo>
                  <a:lnTo>
                    <a:pt x="1063291" y="663241"/>
                  </a:lnTo>
                  <a:lnTo>
                    <a:pt x="1061035" y="667001"/>
                  </a:lnTo>
                  <a:lnTo>
                    <a:pt x="1058027" y="670761"/>
                  </a:lnTo>
                  <a:lnTo>
                    <a:pt x="1054267" y="673016"/>
                  </a:lnTo>
                  <a:lnTo>
                    <a:pt x="1049755" y="674521"/>
                  </a:lnTo>
                  <a:lnTo>
                    <a:pt x="1049755" y="675272"/>
                  </a:lnTo>
                  <a:lnTo>
                    <a:pt x="1052763" y="675272"/>
                  </a:lnTo>
                  <a:lnTo>
                    <a:pt x="1055019" y="674521"/>
                  </a:lnTo>
                  <a:lnTo>
                    <a:pt x="1057275" y="673016"/>
                  </a:lnTo>
                  <a:lnTo>
                    <a:pt x="1063291" y="667001"/>
                  </a:lnTo>
                  <a:lnTo>
                    <a:pt x="1065547" y="666249"/>
                  </a:lnTo>
                  <a:lnTo>
                    <a:pt x="1068555" y="666249"/>
                  </a:lnTo>
                  <a:lnTo>
                    <a:pt x="1062539" y="673016"/>
                  </a:lnTo>
                  <a:lnTo>
                    <a:pt x="1061035" y="675272"/>
                  </a:lnTo>
                  <a:lnTo>
                    <a:pt x="1060283" y="678280"/>
                  </a:lnTo>
                  <a:lnTo>
                    <a:pt x="1059531" y="681288"/>
                  </a:lnTo>
                  <a:lnTo>
                    <a:pt x="1059531" y="684296"/>
                  </a:lnTo>
                  <a:lnTo>
                    <a:pt x="1060283" y="685800"/>
                  </a:lnTo>
                  <a:lnTo>
                    <a:pt x="1058779" y="687304"/>
                  </a:lnTo>
                  <a:lnTo>
                    <a:pt x="1057275" y="688056"/>
                  </a:lnTo>
                  <a:lnTo>
                    <a:pt x="1055019" y="687304"/>
                  </a:lnTo>
                  <a:lnTo>
                    <a:pt x="1055019" y="686552"/>
                  </a:lnTo>
                  <a:lnTo>
                    <a:pt x="1053515" y="685048"/>
                  </a:lnTo>
                  <a:lnTo>
                    <a:pt x="1052011" y="685800"/>
                  </a:lnTo>
                  <a:lnTo>
                    <a:pt x="1049755" y="686552"/>
                  </a:lnTo>
                  <a:lnTo>
                    <a:pt x="1046747" y="688056"/>
                  </a:lnTo>
                  <a:lnTo>
                    <a:pt x="1044491" y="690312"/>
                  </a:lnTo>
                  <a:lnTo>
                    <a:pt x="1041484" y="692568"/>
                  </a:lnTo>
                  <a:lnTo>
                    <a:pt x="1036972" y="691064"/>
                  </a:lnTo>
                  <a:lnTo>
                    <a:pt x="1038476" y="688808"/>
                  </a:lnTo>
                  <a:lnTo>
                    <a:pt x="1042236" y="687304"/>
                  </a:lnTo>
                  <a:lnTo>
                    <a:pt x="1042987" y="685800"/>
                  </a:lnTo>
                  <a:lnTo>
                    <a:pt x="1042987" y="683544"/>
                  </a:lnTo>
                  <a:lnTo>
                    <a:pt x="1042236" y="681288"/>
                  </a:lnTo>
                  <a:lnTo>
                    <a:pt x="1040732" y="679784"/>
                  </a:lnTo>
                  <a:lnTo>
                    <a:pt x="1039980" y="678280"/>
                  </a:lnTo>
                  <a:lnTo>
                    <a:pt x="1039980" y="676024"/>
                  </a:lnTo>
                  <a:lnTo>
                    <a:pt x="1038476" y="674521"/>
                  </a:lnTo>
                  <a:lnTo>
                    <a:pt x="1036972" y="673768"/>
                  </a:lnTo>
                  <a:lnTo>
                    <a:pt x="1032460" y="673016"/>
                  </a:lnTo>
                  <a:lnTo>
                    <a:pt x="1030956" y="672264"/>
                  </a:lnTo>
                  <a:lnTo>
                    <a:pt x="1030204" y="671512"/>
                  </a:lnTo>
                  <a:lnTo>
                    <a:pt x="1030956" y="670008"/>
                  </a:lnTo>
                  <a:lnTo>
                    <a:pt x="1030956" y="668504"/>
                  </a:lnTo>
                  <a:lnTo>
                    <a:pt x="1026444" y="667753"/>
                  </a:lnTo>
                  <a:lnTo>
                    <a:pt x="1026444" y="670008"/>
                  </a:lnTo>
                  <a:lnTo>
                    <a:pt x="1026444" y="673016"/>
                  </a:lnTo>
                  <a:lnTo>
                    <a:pt x="1024940" y="674521"/>
                  </a:lnTo>
                  <a:lnTo>
                    <a:pt x="1023436" y="674521"/>
                  </a:lnTo>
                  <a:lnTo>
                    <a:pt x="1022684" y="676024"/>
                  </a:lnTo>
                  <a:lnTo>
                    <a:pt x="1023436" y="677528"/>
                  </a:lnTo>
                  <a:lnTo>
                    <a:pt x="1019676" y="677528"/>
                  </a:lnTo>
                  <a:lnTo>
                    <a:pt x="1016668" y="676776"/>
                  </a:lnTo>
                  <a:lnTo>
                    <a:pt x="1017421" y="678280"/>
                  </a:lnTo>
                  <a:lnTo>
                    <a:pt x="1018172" y="679784"/>
                  </a:lnTo>
                  <a:lnTo>
                    <a:pt x="1019676" y="679784"/>
                  </a:lnTo>
                  <a:lnTo>
                    <a:pt x="1020428" y="680536"/>
                  </a:lnTo>
                  <a:lnTo>
                    <a:pt x="1020428" y="681288"/>
                  </a:lnTo>
                  <a:lnTo>
                    <a:pt x="1021932" y="685048"/>
                  </a:lnTo>
                  <a:lnTo>
                    <a:pt x="1022684" y="685800"/>
                  </a:lnTo>
                  <a:lnTo>
                    <a:pt x="1024188" y="685800"/>
                  </a:lnTo>
                  <a:lnTo>
                    <a:pt x="1026444" y="685800"/>
                  </a:lnTo>
                  <a:lnTo>
                    <a:pt x="1027948" y="686552"/>
                  </a:lnTo>
                  <a:lnTo>
                    <a:pt x="1028700" y="687304"/>
                  </a:lnTo>
                  <a:lnTo>
                    <a:pt x="1028700" y="691064"/>
                  </a:lnTo>
                  <a:lnTo>
                    <a:pt x="1027948" y="692568"/>
                  </a:lnTo>
                  <a:lnTo>
                    <a:pt x="1026444" y="693320"/>
                  </a:lnTo>
                  <a:lnTo>
                    <a:pt x="1026444" y="692568"/>
                  </a:lnTo>
                  <a:lnTo>
                    <a:pt x="1025692" y="691064"/>
                  </a:lnTo>
                  <a:lnTo>
                    <a:pt x="1024940" y="691064"/>
                  </a:lnTo>
                  <a:lnTo>
                    <a:pt x="1023436" y="690312"/>
                  </a:lnTo>
                  <a:lnTo>
                    <a:pt x="1014413" y="695576"/>
                  </a:lnTo>
                  <a:lnTo>
                    <a:pt x="995613" y="703847"/>
                  </a:lnTo>
                  <a:lnTo>
                    <a:pt x="972302" y="718135"/>
                  </a:lnTo>
                  <a:lnTo>
                    <a:pt x="955759" y="726406"/>
                  </a:lnTo>
                  <a:lnTo>
                    <a:pt x="942975" y="733926"/>
                  </a:lnTo>
                  <a:lnTo>
                    <a:pt x="938463" y="738438"/>
                  </a:lnTo>
                  <a:lnTo>
                    <a:pt x="935455" y="743702"/>
                  </a:lnTo>
                  <a:lnTo>
                    <a:pt x="933951" y="749718"/>
                  </a:lnTo>
                  <a:lnTo>
                    <a:pt x="932448" y="750470"/>
                  </a:lnTo>
                  <a:lnTo>
                    <a:pt x="932448" y="751221"/>
                  </a:lnTo>
                  <a:lnTo>
                    <a:pt x="933951" y="754981"/>
                  </a:lnTo>
                  <a:lnTo>
                    <a:pt x="933951" y="756485"/>
                  </a:lnTo>
                  <a:lnTo>
                    <a:pt x="931695" y="758741"/>
                  </a:lnTo>
                  <a:lnTo>
                    <a:pt x="928688" y="760245"/>
                  </a:lnTo>
                  <a:lnTo>
                    <a:pt x="926431" y="759493"/>
                  </a:lnTo>
                  <a:lnTo>
                    <a:pt x="925680" y="756485"/>
                  </a:lnTo>
                  <a:lnTo>
                    <a:pt x="922672" y="763253"/>
                  </a:lnTo>
                  <a:lnTo>
                    <a:pt x="921168" y="764005"/>
                  </a:lnTo>
                  <a:lnTo>
                    <a:pt x="918912" y="764757"/>
                  </a:lnTo>
                  <a:lnTo>
                    <a:pt x="915152" y="769269"/>
                  </a:lnTo>
                  <a:lnTo>
                    <a:pt x="912896" y="770021"/>
                  </a:lnTo>
                  <a:lnTo>
                    <a:pt x="906129" y="777541"/>
                  </a:lnTo>
                  <a:lnTo>
                    <a:pt x="867026" y="801604"/>
                  </a:lnTo>
                  <a:lnTo>
                    <a:pt x="864770" y="800852"/>
                  </a:lnTo>
                  <a:lnTo>
                    <a:pt x="862514" y="801604"/>
                  </a:lnTo>
                  <a:lnTo>
                    <a:pt x="858754" y="803860"/>
                  </a:lnTo>
                  <a:lnTo>
                    <a:pt x="854994" y="803108"/>
                  </a:lnTo>
                  <a:lnTo>
                    <a:pt x="853490" y="803108"/>
                  </a:lnTo>
                  <a:lnTo>
                    <a:pt x="851986" y="805364"/>
                  </a:lnTo>
                  <a:lnTo>
                    <a:pt x="848978" y="806868"/>
                  </a:lnTo>
                  <a:lnTo>
                    <a:pt x="845218" y="810628"/>
                  </a:lnTo>
                  <a:lnTo>
                    <a:pt x="837699" y="814387"/>
                  </a:lnTo>
                  <a:lnTo>
                    <a:pt x="808372" y="837698"/>
                  </a:lnTo>
                  <a:lnTo>
                    <a:pt x="806116" y="839955"/>
                  </a:lnTo>
                  <a:lnTo>
                    <a:pt x="802356" y="845218"/>
                  </a:lnTo>
                  <a:lnTo>
                    <a:pt x="801604" y="845970"/>
                  </a:lnTo>
                  <a:lnTo>
                    <a:pt x="800852" y="846722"/>
                  </a:lnTo>
                  <a:lnTo>
                    <a:pt x="799348" y="847474"/>
                  </a:lnTo>
                  <a:lnTo>
                    <a:pt x="798596" y="848978"/>
                  </a:lnTo>
                  <a:lnTo>
                    <a:pt x="792580" y="861010"/>
                  </a:lnTo>
                  <a:lnTo>
                    <a:pt x="788069" y="863266"/>
                  </a:lnTo>
                  <a:lnTo>
                    <a:pt x="780549" y="862514"/>
                  </a:lnTo>
                  <a:lnTo>
                    <a:pt x="782053" y="859506"/>
                  </a:lnTo>
                  <a:lnTo>
                    <a:pt x="784309" y="859506"/>
                  </a:lnTo>
                  <a:lnTo>
                    <a:pt x="786565" y="859506"/>
                  </a:lnTo>
                  <a:lnTo>
                    <a:pt x="788069" y="858754"/>
                  </a:lnTo>
                  <a:lnTo>
                    <a:pt x="788069" y="857250"/>
                  </a:lnTo>
                  <a:lnTo>
                    <a:pt x="786565" y="856498"/>
                  </a:lnTo>
                  <a:lnTo>
                    <a:pt x="779797" y="857250"/>
                  </a:lnTo>
                  <a:lnTo>
                    <a:pt x="779045" y="857250"/>
                  </a:lnTo>
                  <a:lnTo>
                    <a:pt x="778293" y="858754"/>
                  </a:lnTo>
                  <a:lnTo>
                    <a:pt x="779045" y="861010"/>
                  </a:lnTo>
                  <a:lnTo>
                    <a:pt x="778293" y="862514"/>
                  </a:lnTo>
                  <a:lnTo>
                    <a:pt x="776789" y="863266"/>
                  </a:lnTo>
                  <a:lnTo>
                    <a:pt x="775285" y="862514"/>
                  </a:lnTo>
                  <a:lnTo>
                    <a:pt x="774533" y="861010"/>
                  </a:lnTo>
                  <a:lnTo>
                    <a:pt x="774533" y="864018"/>
                  </a:lnTo>
                  <a:lnTo>
                    <a:pt x="777541" y="865522"/>
                  </a:lnTo>
                  <a:lnTo>
                    <a:pt x="781301" y="867026"/>
                  </a:lnTo>
                  <a:lnTo>
                    <a:pt x="784309" y="867026"/>
                  </a:lnTo>
                  <a:lnTo>
                    <a:pt x="788069" y="868530"/>
                  </a:lnTo>
                  <a:lnTo>
                    <a:pt x="789573" y="868530"/>
                  </a:lnTo>
                  <a:lnTo>
                    <a:pt x="791828" y="867777"/>
                  </a:lnTo>
                  <a:lnTo>
                    <a:pt x="793333" y="866274"/>
                  </a:lnTo>
                  <a:lnTo>
                    <a:pt x="794836" y="864770"/>
                  </a:lnTo>
                  <a:lnTo>
                    <a:pt x="797092" y="864770"/>
                  </a:lnTo>
                  <a:lnTo>
                    <a:pt x="799348" y="864770"/>
                  </a:lnTo>
                  <a:lnTo>
                    <a:pt x="794084" y="881313"/>
                  </a:lnTo>
                  <a:lnTo>
                    <a:pt x="789573" y="888833"/>
                  </a:lnTo>
                  <a:lnTo>
                    <a:pt x="782053" y="891089"/>
                  </a:lnTo>
                  <a:lnTo>
                    <a:pt x="779045" y="892593"/>
                  </a:lnTo>
                  <a:lnTo>
                    <a:pt x="772277" y="901616"/>
                  </a:lnTo>
                  <a:lnTo>
                    <a:pt x="770773" y="903872"/>
                  </a:lnTo>
                  <a:lnTo>
                    <a:pt x="770021" y="906880"/>
                  </a:lnTo>
                  <a:lnTo>
                    <a:pt x="770021" y="904624"/>
                  </a:lnTo>
                  <a:lnTo>
                    <a:pt x="770773" y="903120"/>
                  </a:lnTo>
                  <a:lnTo>
                    <a:pt x="772277" y="900864"/>
                  </a:lnTo>
                  <a:lnTo>
                    <a:pt x="776037" y="895601"/>
                  </a:lnTo>
                  <a:lnTo>
                    <a:pt x="777541" y="893345"/>
                  </a:lnTo>
                  <a:lnTo>
                    <a:pt x="776789" y="891841"/>
                  </a:lnTo>
                  <a:lnTo>
                    <a:pt x="776037" y="891841"/>
                  </a:lnTo>
                  <a:lnTo>
                    <a:pt x="775285" y="891841"/>
                  </a:lnTo>
                  <a:lnTo>
                    <a:pt x="773781" y="891841"/>
                  </a:lnTo>
                  <a:lnTo>
                    <a:pt x="773781" y="892593"/>
                  </a:lnTo>
                  <a:lnTo>
                    <a:pt x="773029" y="892593"/>
                  </a:lnTo>
                  <a:lnTo>
                    <a:pt x="772277" y="893345"/>
                  </a:lnTo>
                  <a:lnTo>
                    <a:pt x="771525" y="894096"/>
                  </a:lnTo>
                  <a:lnTo>
                    <a:pt x="771525" y="894849"/>
                  </a:lnTo>
                  <a:lnTo>
                    <a:pt x="770021" y="894849"/>
                  </a:lnTo>
                  <a:lnTo>
                    <a:pt x="769269" y="894849"/>
                  </a:lnTo>
                  <a:lnTo>
                    <a:pt x="768517" y="894849"/>
                  </a:lnTo>
                  <a:lnTo>
                    <a:pt x="759494" y="892593"/>
                  </a:lnTo>
                  <a:lnTo>
                    <a:pt x="758741" y="891841"/>
                  </a:lnTo>
                  <a:lnTo>
                    <a:pt x="757237" y="891089"/>
                  </a:lnTo>
                  <a:lnTo>
                    <a:pt x="754982" y="889585"/>
                  </a:lnTo>
                  <a:lnTo>
                    <a:pt x="754230" y="888081"/>
                  </a:lnTo>
                  <a:lnTo>
                    <a:pt x="754230" y="886577"/>
                  </a:lnTo>
                  <a:lnTo>
                    <a:pt x="754230" y="885825"/>
                  </a:lnTo>
                  <a:lnTo>
                    <a:pt x="754982" y="884321"/>
                  </a:lnTo>
                  <a:lnTo>
                    <a:pt x="754230" y="882065"/>
                  </a:lnTo>
                  <a:lnTo>
                    <a:pt x="754230" y="879809"/>
                  </a:lnTo>
                  <a:lnTo>
                    <a:pt x="751222" y="871537"/>
                  </a:lnTo>
                  <a:lnTo>
                    <a:pt x="751222" y="870785"/>
                  </a:lnTo>
                  <a:lnTo>
                    <a:pt x="750470" y="867026"/>
                  </a:lnTo>
                  <a:lnTo>
                    <a:pt x="747462" y="857250"/>
                  </a:lnTo>
                  <a:lnTo>
                    <a:pt x="742198" y="861010"/>
                  </a:lnTo>
                  <a:lnTo>
                    <a:pt x="741446" y="861010"/>
                  </a:lnTo>
                  <a:lnTo>
                    <a:pt x="740694" y="861010"/>
                  </a:lnTo>
                  <a:lnTo>
                    <a:pt x="739942" y="859506"/>
                  </a:lnTo>
                  <a:lnTo>
                    <a:pt x="739942" y="858754"/>
                  </a:lnTo>
                  <a:lnTo>
                    <a:pt x="739942" y="858002"/>
                  </a:lnTo>
                  <a:lnTo>
                    <a:pt x="738438" y="857250"/>
                  </a:lnTo>
                  <a:lnTo>
                    <a:pt x="736934" y="857250"/>
                  </a:lnTo>
                  <a:lnTo>
                    <a:pt x="733926" y="858002"/>
                  </a:lnTo>
                  <a:lnTo>
                    <a:pt x="732422" y="857250"/>
                  </a:lnTo>
                  <a:lnTo>
                    <a:pt x="731671" y="857250"/>
                  </a:lnTo>
                  <a:lnTo>
                    <a:pt x="730918" y="856498"/>
                  </a:lnTo>
                  <a:lnTo>
                    <a:pt x="730918" y="855746"/>
                  </a:lnTo>
                  <a:lnTo>
                    <a:pt x="730918" y="854994"/>
                  </a:lnTo>
                  <a:lnTo>
                    <a:pt x="730918" y="854242"/>
                  </a:lnTo>
                  <a:lnTo>
                    <a:pt x="730167" y="853490"/>
                  </a:lnTo>
                  <a:lnTo>
                    <a:pt x="729415" y="852738"/>
                  </a:lnTo>
                  <a:lnTo>
                    <a:pt x="728663" y="851986"/>
                  </a:lnTo>
                  <a:lnTo>
                    <a:pt x="727911" y="851234"/>
                  </a:lnTo>
                  <a:lnTo>
                    <a:pt x="726407" y="851234"/>
                  </a:lnTo>
                  <a:lnTo>
                    <a:pt x="723399" y="850482"/>
                  </a:lnTo>
                  <a:lnTo>
                    <a:pt x="721895" y="850482"/>
                  </a:lnTo>
                  <a:lnTo>
                    <a:pt x="719639" y="848226"/>
                  </a:lnTo>
                  <a:lnTo>
                    <a:pt x="718887" y="848226"/>
                  </a:lnTo>
                  <a:lnTo>
                    <a:pt x="718135" y="848226"/>
                  </a:lnTo>
                  <a:lnTo>
                    <a:pt x="718135" y="849730"/>
                  </a:lnTo>
                  <a:lnTo>
                    <a:pt x="717383" y="850482"/>
                  </a:lnTo>
                  <a:lnTo>
                    <a:pt x="714375" y="851986"/>
                  </a:lnTo>
                  <a:lnTo>
                    <a:pt x="712871" y="852738"/>
                  </a:lnTo>
                  <a:lnTo>
                    <a:pt x="712871" y="853490"/>
                  </a:lnTo>
                  <a:lnTo>
                    <a:pt x="712119" y="854242"/>
                  </a:lnTo>
                  <a:lnTo>
                    <a:pt x="712119" y="854994"/>
                  </a:lnTo>
                  <a:lnTo>
                    <a:pt x="712119" y="856498"/>
                  </a:lnTo>
                  <a:lnTo>
                    <a:pt x="712871" y="858754"/>
                  </a:lnTo>
                  <a:lnTo>
                    <a:pt x="712871" y="860258"/>
                  </a:lnTo>
                  <a:lnTo>
                    <a:pt x="712119" y="861010"/>
                  </a:lnTo>
                  <a:lnTo>
                    <a:pt x="712119" y="861762"/>
                  </a:lnTo>
                  <a:lnTo>
                    <a:pt x="711367" y="862514"/>
                  </a:lnTo>
                  <a:lnTo>
                    <a:pt x="709863" y="863266"/>
                  </a:lnTo>
                  <a:lnTo>
                    <a:pt x="709111" y="864018"/>
                  </a:lnTo>
                  <a:lnTo>
                    <a:pt x="709111" y="864770"/>
                  </a:lnTo>
                  <a:lnTo>
                    <a:pt x="708359" y="865522"/>
                  </a:lnTo>
                  <a:lnTo>
                    <a:pt x="707607" y="867026"/>
                  </a:lnTo>
                  <a:lnTo>
                    <a:pt x="707607" y="867777"/>
                  </a:lnTo>
                  <a:lnTo>
                    <a:pt x="706856" y="869281"/>
                  </a:lnTo>
                  <a:lnTo>
                    <a:pt x="706103" y="869281"/>
                  </a:lnTo>
                  <a:lnTo>
                    <a:pt x="704599" y="869281"/>
                  </a:lnTo>
                  <a:lnTo>
                    <a:pt x="700088" y="867026"/>
                  </a:lnTo>
                  <a:lnTo>
                    <a:pt x="696328" y="864770"/>
                  </a:lnTo>
                  <a:lnTo>
                    <a:pt x="695576" y="864018"/>
                  </a:lnTo>
                  <a:lnTo>
                    <a:pt x="695576" y="863266"/>
                  </a:lnTo>
                  <a:lnTo>
                    <a:pt x="693320" y="858002"/>
                  </a:lnTo>
                  <a:lnTo>
                    <a:pt x="692568" y="856498"/>
                  </a:lnTo>
                  <a:lnTo>
                    <a:pt x="692568" y="855746"/>
                  </a:lnTo>
                  <a:lnTo>
                    <a:pt x="692568" y="854994"/>
                  </a:lnTo>
                  <a:lnTo>
                    <a:pt x="693320" y="854242"/>
                  </a:lnTo>
                  <a:lnTo>
                    <a:pt x="696328" y="852738"/>
                  </a:lnTo>
                  <a:lnTo>
                    <a:pt x="696328" y="851986"/>
                  </a:lnTo>
                  <a:lnTo>
                    <a:pt x="697080" y="851234"/>
                  </a:lnTo>
                  <a:lnTo>
                    <a:pt x="697832" y="849730"/>
                  </a:lnTo>
                  <a:lnTo>
                    <a:pt x="697832" y="845970"/>
                  </a:lnTo>
                  <a:lnTo>
                    <a:pt x="697080" y="840707"/>
                  </a:lnTo>
                  <a:lnTo>
                    <a:pt x="697832" y="838451"/>
                  </a:lnTo>
                  <a:lnTo>
                    <a:pt x="697832" y="837698"/>
                  </a:lnTo>
                  <a:lnTo>
                    <a:pt x="699336" y="836195"/>
                  </a:lnTo>
                  <a:lnTo>
                    <a:pt x="700839" y="834691"/>
                  </a:lnTo>
                  <a:lnTo>
                    <a:pt x="700088" y="833187"/>
                  </a:lnTo>
                  <a:lnTo>
                    <a:pt x="700088" y="831683"/>
                  </a:lnTo>
                  <a:lnTo>
                    <a:pt x="699336" y="827171"/>
                  </a:lnTo>
                  <a:lnTo>
                    <a:pt x="699336" y="824915"/>
                  </a:lnTo>
                  <a:lnTo>
                    <a:pt x="700088" y="823411"/>
                  </a:lnTo>
                  <a:lnTo>
                    <a:pt x="701592" y="822659"/>
                  </a:lnTo>
                  <a:lnTo>
                    <a:pt x="704599" y="821155"/>
                  </a:lnTo>
                  <a:lnTo>
                    <a:pt x="705351" y="819651"/>
                  </a:lnTo>
                  <a:lnTo>
                    <a:pt x="706103" y="818147"/>
                  </a:lnTo>
                  <a:lnTo>
                    <a:pt x="708359" y="814387"/>
                  </a:lnTo>
                  <a:lnTo>
                    <a:pt x="708359" y="812883"/>
                  </a:lnTo>
                  <a:lnTo>
                    <a:pt x="708359" y="811379"/>
                  </a:lnTo>
                  <a:lnTo>
                    <a:pt x="707607" y="811379"/>
                  </a:lnTo>
                  <a:lnTo>
                    <a:pt x="699336" y="808372"/>
                  </a:lnTo>
                  <a:lnTo>
                    <a:pt x="698584" y="807619"/>
                  </a:lnTo>
                  <a:lnTo>
                    <a:pt x="697832" y="807619"/>
                  </a:lnTo>
                  <a:lnTo>
                    <a:pt x="697080" y="806868"/>
                  </a:lnTo>
                  <a:lnTo>
                    <a:pt x="696328" y="805364"/>
                  </a:lnTo>
                  <a:lnTo>
                    <a:pt x="696328" y="804612"/>
                  </a:lnTo>
                  <a:lnTo>
                    <a:pt x="695576" y="803860"/>
                  </a:lnTo>
                  <a:lnTo>
                    <a:pt x="694824" y="803108"/>
                  </a:lnTo>
                  <a:lnTo>
                    <a:pt x="694072" y="802356"/>
                  </a:lnTo>
                  <a:lnTo>
                    <a:pt x="693320" y="801604"/>
                  </a:lnTo>
                  <a:lnTo>
                    <a:pt x="692568" y="801604"/>
                  </a:lnTo>
                  <a:lnTo>
                    <a:pt x="691064" y="801604"/>
                  </a:lnTo>
                  <a:lnTo>
                    <a:pt x="690312" y="801604"/>
                  </a:lnTo>
                  <a:lnTo>
                    <a:pt x="689560" y="801604"/>
                  </a:lnTo>
                  <a:lnTo>
                    <a:pt x="686552" y="803108"/>
                  </a:lnTo>
                  <a:lnTo>
                    <a:pt x="685048" y="804612"/>
                  </a:lnTo>
                  <a:lnTo>
                    <a:pt x="684296" y="805364"/>
                  </a:lnTo>
                  <a:lnTo>
                    <a:pt x="683544" y="806116"/>
                  </a:lnTo>
                  <a:lnTo>
                    <a:pt x="682040" y="806116"/>
                  </a:lnTo>
                  <a:lnTo>
                    <a:pt x="681288" y="805364"/>
                  </a:lnTo>
                  <a:lnTo>
                    <a:pt x="681288" y="803860"/>
                  </a:lnTo>
                  <a:lnTo>
                    <a:pt x="679784" y="800852"/>
                  </a:lnTo>
                  <a:lnTo>
                    <a:pt x="678280" y="800852"/>
                  </a:lnTo>
                  <a:lnTo>
                    <a:pt x="677528" y="802356"/>
                  </a:lnTo>
                  <a:lnTo>
                    <a:pt x="675273" y="803108"/>
                  </a:lnTo>
                  <a:lnTo>
                    <a:pt x="670009" y="803860"/>
                  </a:lnTo>
                  <a:lnTo>
                    <a:pt x="669257" y="803860"/>
                  </a:lnTo>
                  <a:lnTo>
                    <a:pt x="667001" y="803108"/>
                  </a:lnTo>
                  <a:lnTo>
                    <a:pt x="666249" y="803108"/>
                  </a:lnTo>
                  <a:lnTo>
                    <a:pt x="665497" y="803860"/>
                  </a:lnTo>
                  <a:lnTo>
                    <a:pt x="664745" y="804612"/>
                  </a:lnTo>
                  <a:lnTo>
                    <a:pt x="663993" y="804612"/>
                  </a:lnTo>
                  <a:lnTo>
                    <a:pt x="661737" y="802356"/>
                  </a:lnTo>
                  <a:lnTo>
                    <a:pt x="659481" y="800100"/>
                  </a:lnTo>
                  <a:lnTo>
                    <a:pt x="656473" y="798596"/>
                  </a:lnTo>
                  <a:lnTo>
                    <a:pt x="653465" y="798596"/>
                  </a:lnTo>
                  <a:lnTo>
                    <a:pt x="653465" y="799348"/>
                  </a:lnTo>
                  <a:lnTo>
                    <a:pt x="654217" y="800100"/>
                  </a:lnTo>
                  <a:lnTo>
                    <a:pt x="650458" y="800100"/>
                  </a:lnTo>
                  <a:lnTo>
                    <a:pt x="638426" y="800852"/>
                  </a:lnTo>
                  <a:lnTo>
                    <a:pt x="633914" y="800100"/>
                  </a:lnTo>
                  <a:lnTo>
                    <a:pt x="630154" y="794836"/>
                  </a:lnTo>
                  <a:lnTo>
                    <a:pt x="626394" y="794084"/>
                  </a:lnTo>
                  <a:lnTo>
                    <a:pt x="627146" y="799348"/>
                  </a:lnTo>
                  <a:lnTo>
                    <a:pt x="622634" y="802356"/>
                  </a:lnTo>
                  <a:lnTo>
                    <a:pt x="617370" y="803108"/>
                  </a:lnTo>
                  <a:lnTo>
                    <a:pt x="609099" y="801604"/>
                  </a:lnTo>
                  <a:lnTo>
                    <a:pt x="605339" y="801604"/>
                  </a:lnTo>
                  <a:lnTo>
                    <a:pt x="603083" y="803860"/>
                  </a:lnTo>
                  <a:lnTo>
                    <a:pt x="600827" y="803860"/>
                  </a:lnTo>
                  <a:lnTo>
                    <a:pt x="597819" y="803108"/>
                  </a:lnTo>
                  <a:lnTo>
                    <a:pt x="588043" y="800100"/>
                  </a:lnTo>
                  <a:lnTo>
                    <a:pt x="585787" y="799348"/>
                  </a:lnTo>
                  <a:lnTo>
                    <a:pt x="585787" y="798596"/>
                  </a:lnTo>
                  <a:lnTo>
                    <a:pt x="585036" y="797844"/>
                  </a:lnTo>
                  <a:lnTo>
                    <a:pt x="585036" y="797092"/>
                  </a:lnTo>
                  <a:lnTo>
                    <a:pt x="585036" y="794836"/>
                  </a:lnTo>
                  <a:lnTo>
                    <a:pt x="585036" y="794084"/>
                  </a:lnTo>
                  <a:lnTo>
                    <a:pt x="585787" y="788820"/>
                  </a:lnTo>
                  <a:lnTo>
                    <a:pt x="585787" y="788068"/>
                  </a:lnTo>
                  <a:lnTo>
                    <a:pt x="585036" y="787317"/>
                  </a:lnTo>
                  <a:lnTo>
                    <a:pt x="582780" y="782804"/>
                  </a:lnTo>
                  <a:lnTo>
                    <a:pt x="582780" y="782053"/>
                  </a:lnTo>
                  <a:lnTo>
                    <a:pt x="582780" y="780549"/>
                  </a:lnTo>
                  <a:lnTo>
                    <a:pt x="582780" y="779797"/>
                  </a:lnTo>
                  <a:lnTo>
                    <a:pt x="582780" y="779045"/>
                  </a:lnTo>
                  <a:lnTo>
                    <a:pt x="582780" y="778293"/>
                  </a:lnTo>
                  <a:lnTo>
                    <a:pt x="583532" y="776789"/>
                  </a:lnTo>
                  <a:lnTo>
                    <a:pt x="588043" y="776789"/>
                  </a:lnTo>
                  <a:lnTo>
                    <a:pt x="588796" y="775285"/>
                  </a:lnTo>
                  <a:lnTo>
                    <a:pt x="588796" y="774533"/>
                  </a:lnTo>
                  <a:lnTo>
                    <a:pt x="588796" y="773781"/>
                  </a:lnTo>
                  <a:lnTo>
                    <a:pt x="588796" y="771525"/>
                  </a:lnTo>
                  <a:lnTo>
                    <a:pt x="589547" y="767013"/>
                  </a:lnTo>
                  <a:lnTo>
                    <a:pt x="586540" y="764757"/>
                  </a:lnTo>
                  <a:lnTo>
                    <a:pt x="586540" y="764005"/>
                  </a:lnTo>
                  <a:lnTo>
                    <a:pt x="586540" y="763253"/>
                  </a:lnTo>
                  <a:lnTo>
                    <a:pt x="586540" y="762501"/>
                  </a:lnTo>
                  <a:lnTo>
                    <a:pt x="587292" y="761749"/>
                  </a:lnTo>
                  <a:lnTo>
                    <a:pt x="588043" y="761749"/>
                  </a:lnTo>
                  <a:lnTo>
                    <a:pt x="592555" y="760245"/>
                  </a:lnTo>
                  <a:lnTo>
                    <a:pt x="593307" y="759493"/>
                  </a:lnTo>
                  <a:lnTo>
                    <a:pt x="594811" y="757989"/>
                  </a:lnTo>
                  <a:lnTo>
                    <a:pt x="594811" y="757238"/>
                  </a:lnTo>
                  <a:lnTo>
                    <a:pt x="594811" y="756485"/>
                  </a:lnTo>
                  <a:lnTo>
                    <a:pt x="593307" y="754981"/>
                  </a:lnTo>
                  <a:lnTo>
                    <a:pt x="593307" y="753478"/>
                  </a:lnTo>
                  <a:lnTo>
                    <a:pt x="593307" y="752726"/>
                  </a:lnTo>
                  <a:lnTo>
                    <a:pt x="594059" y="751974"/>
                  </a:lnTo>
                  <a:lnTo>
                    <a:pt x="594811" y="751974"/>
                  </a:lnTo>
                  <a:lnTo>
                    <a:pt x="595563" y="750470"/>
                  </a:lnTo>
                  <a:lnTo>
                    <a:pt x="597067" y="748966"/>
                  </a:lnTo>
                  <a:lnTo>
                    <a:pt x="597067" y="746710"/>
                  </a:lnTo>
                  <a:lnTo>
                    <a:pt x="597067" y="745958"/>
                  </a:lnTo>
                  <a:lnTo>
                    <a:pt x="596315" y="745206"/>
                  </a:lnTo>
                  <a:lnTo>
                    <a:pt x="595563" y="744454"/>
                  </a:lnTo>
                  <a:lnTo>
                    <a:pt x="594811" y="743702"/>
                  </a:lnTo>
                  <a:lnTo>
                    <a:pt x="594059" y="743702"/>
                  </a:lnTo>
                  <a:lnTo>
                    <a:pt x="593307" y="742950"/>
                  </a:lnTo>
                  <a:lnTo>
                    <a:pt x="592555" y="742950"/>
                  </a:lnTo>
                  <a:lnTo>
                    <a:pt x="591051" y="741446"/>
                  </a:lnTo>
                  <a:lnTo>
                    <a:pt x="590300" y="741446"/>
                  </a:lnTo>
                  <a:lnTo>
                    <a:pt x="589547" y="740694"/>
                  </a:lnTo>
                  <a:lnTo>
                    <a:pt x="588043" y="739942"/>
                  </a:lnTo>
                  <a:lnTo>
                    <a:pt x="587292" y="737686"/>
                  </a:lnTo>
                  <a:lnTo>
                    <a:pt x="585036" y="730919"/>
                  </a:lnTo>
                  <a:lnTo>
                    <a:pt x="584283" y="729415"/>
                  </a:lnTo>
                  <a:lnTo>
                    <a:pt x="584283" y="728662"/>
                  </a:lnTo>
                  <a:lnTo>
                    <a:pt x="582780" y="727910"/>
                  </a:lnTo>
                  <a:lnTo>
                    <a:pt x="582028" y="727910"/>
                  </a:lnTo>
                  <a:lnTo>
                    <a:pt x="581276" y="727159"/>
                  </a:lnTo>
                  <a:lnTo>
                    <a:pt x="579772" y="725655"/>
                  </a:lnTo>
                  <a:lnTo>
                    <a:pt x="579772" y="724902"/>
                  </a:lnTo>
                  <a:lnTo>
                    <a:pt x="579772" y="724151"/>
                  </a:lnTo>
                  <a:lnTo>
                    <a:pt x="580524" y="721895"/>
                  </a:lnTo>
                  <a:lnTo>
                    <a:pt x="580524" y="719639"/>
                  </a:lnTo>
                  <a:lnTo>
                    <a:pt x="580524" y="713623"/>
                  </a:lnTo>
                  <a:lnTo>
                    <a:pt x="580524" y="712119"/>
                  </a:lnTo>
                  <a:lnTo>
                    <a:pt x="579772" y="710615"/>
                  </a:lnTo>
                  <a:lnTo>
                    <a:pt x="579020" y="709863"/>
                  </a:lnTo>
                  <a:lnTo>
                    <a:pt x="577516" y="707607"/>
                  </a:lnTo>
                  <a:lnTo>
                    <a:pt x="576764" y="706855"/>
                  </a:lnTo>
                  <a:lnTo>
                    <a:pt x="576012" y="706103"/>
                  </a:lnTo>
                  <a:lnTo>
                    <a:pt x="574508" y="705351"/>
                  </a:lnTo>
                  <a:lnTo>
                    <a:pt x="573756" y="705351"/>
                  </a:lnTo>
                  <a:lnTo>
                    <a:pt x="570748" y="703847"/>
                  </a:lnTo>
                  <a:lnTo>
                    <a:pt x="569244" y="703847"/>
                  </a:lnTo>
                  <a:lnTo>
                    <a:pt x="568492" y="703095"/>
                  </a:lnTo>
                  <a:lnTo>
                    <a:pt x="567740" y="701591"/>
                  </a:lnTo>
                  <a:lnTo>
                    <a:pt x="566988" y="700087"/>
                  </a:lnTo>
                  <a:lnTo>
                    <a:pt x="566236" y="699336"/>
                  </a:lnTo>
                  <a:lnTo>
                    <a:pt x="565484" y="698583"/>
                  </a:lnTo>
                  <a:lnTo>
                    <a:pt x="563981" y="697832"/>
                  </a:lnTo>
                  <a:lnTo>
                    <a:pt x="563228" y="697080"/>
                  </a:lnTo>
                  <a:lnTo>
                    <a:pt x="562476" y="697080"/>
                  </a:lnTo>
                  <a:lnTo>
                    <a:pt x="560972" y="694072"/>
                  </a:lnTo>
                  <a:lnTo>
                    <a:pt x="558717" y="691064"/>
                  </a:lnTo>
                  <a:lnTo>
                    <a:pt x="555709" y="687304"/>
                  </a:lnTo>
                  <a:lnTo>
                    <a:pt x="554957" y="685048"/>
                  </a:lnTo>
                  <a:lnTo>
                    <a:pt x="554205" y="683544"/>
                  </a:lnTo>
                  <a:lnTo>
                    <a:pt x="554205" y="682040"/>
                  </a:lnTo>
                  <a:lnTo>
                    <a:pt x="553453" y="681288"/>
                  </a:lnTo>
                  <a:lnTo>
                    <a:pt x="552701" y="680536"/>
                  </a:lnTo>
                  <a:lnTo>
                    <a:pt x="553453" y="678280"/>
                  </a:lnTo>
                  <a:lnTo>
                    <a:pt x="552701" y="677528"/>
                  </a:lnTo>
                  <a:lnTo>
                    <a:pt x="551949" y="677528"/>
                  </a:lnTo>
                  <a:lnTo>
                    <a:pt x="551197" y="678280"/>
                  </a:lnTo>
                  <a:lnTo>
                    <a:pt x="550445" y="678280"/>
                  </a:lnTo>
                  <a:lnTo>
                    <a:pt x="549693" y="678280"/>
                  </a:lnTo>
                  <a:lnTo>
                    <a:pt x="547437" y="676776"/>
                  </a:lnTo>
                  <a:lnTo>
                    <a:pt x="545181" y="672264"/>
                  </a:lnTo>
                  <a:lnTo>
                    <a:pt x="544429" y="671512"/>
                  </a:lnTo>
                  <a:lnTo>
                    <a:pt x="542925" y="671512"/>
                  </a:lnTo>
                  <a:lnTo>
                    <a:pt x="542173" y="670761"/>
                  </a:lnTo>
                  <a:lnTo>
                    <a:pt x="541421" y="670008"/>
                  </a:lnTo>
                  <a:lnTo>
                    <a:pt x="540669" y="669257"/>
                  </a:lnTo>
                  <a:lnTo>
                    <a:pt x="539917" y="666249"/>
                  </a:lnTo>
                  <a:lnTo>
                    <a:pt x="539917" y="665497"/>
                  </a:lnTo>
                  <a:lnTo>
                    <a:pt x="539917" y="663993"/>
                  </a:lnTo>
                  <a:lnTo>
                    <a:pt x="540669" y="663993"/>
                  </a:lnTo>
                  <a:lnTo>
                    <a:pt x="542925" y="663241"/>
                  </a:lnTo>
                  <a:lnTo>
                    <a:pt x="543677" y="663241"/>
                  </a:lnTo>
                  <a:lnTo>
                    <a:pt x="543677" y="662489"/>
                  </a:lnTo>
                  <a:lnTo>
                    <a:pt x="544429" y="660985"/>
                  </a:lnTo>
                  <a:lnTo>
                    <a:pt x="545181" y="659481"/>
                  </a:lnTo>
                  <a:lnTo>
                    <a:pt x="545181" y="657225"/>
                  </a:lnTo>
                  <a:lnTo>
                    <a:pt x="545933" y="649705"/>
                  </a:lnTo>
                  <a:lnTo>
                    <a:pt x="547437" y="640682"/>
                  </a:lnTo>
                  <a:lnTo>
                    <a:pt x="546685" y="639178"/>
                  </a:lnTo>
                  <a:lnTo>
                    <a:pt x="546685" y="638425"/>
                  </a:lnTo>
                  <a:lnTo>
                    <a:pt x="545181" y="637674"/>
                  </a:lnTo>
                  <a:lnTo>
                    <a:pt x="543677" y="635418"/>
                  </a:lnTo>
                  <a:lnTo>
                    <a:pt x="542173" y="633914"/>
                  </a:lnTo>
                  <a:lnTo>
                    <a:pt x="539165" y="629402"/>
                  </a:lnTo>
                  <a:lnTo>
                    <a:pt x="536909" y="624890"/>
                  </a:lnTo>
                  <a:lnTo>
                    <a:pt x="536157" y="621882"/>
                  </a:lnTo>
                  <a:lnTo>
                    <a:pt x="536157" y="615114"/>
                  </a:lnTo>
                  <a:lnTo>
                    <a:pt x="535405" y="612859"/>
                  </a:lnTo>
                  <a:lnTo>
                    <a:pt x="535405" y="611355"/>
                  </a:lnTo>
                  <a:lnTo>
                    <a:pt x="534653" y="610603"/>
                  </a:lnTo>
                  <a:lnTo>
                    <a:pt x="532398" y="609099"/>
                  </a:lnTo>
                  <a:lnTo>
                    <a:pt x="531645" y="608346"/>
                  </a:lnTo>
                  <a:lnTo>
                    <a:pt x="531645" y="606843"/>
                  </a:lnTo>
                  <a:lnTo>
                    <a:pt x="532398" y="606091"/>
                  </a:lnTo>
                  <a:lnTo>
                    <a:pt x="532398" y="605339"/>
                  </a:lnTo>
                  <a:lnTo>
                    <a:pt x="532398" y="604587"/>
                  </a:lnTo>
                  <a:lnTo>
                    <a:pt x="533149" y="603835"/>
                  </a:lnTo>
                  <a:lnTo>
                    <a:pt x="533902" y="601579"/>
                  </a:lnTo>
                  <a:lnTo>
                    <a:pt x="537661" y="591051"/>
                  </a:lnTo>
                  <a:lnTo>
                    <a:pt x="537661" y="588044"/>
                  </a:lnTo>
                  <a:lnTo>
                    <a:pt x="536909" y="580524"/>
                  </a:lnTo>
                  <a:lnTo>
                    <a:pt x="533902" y="566236"/>
                  </a:lnTo>
                  <a:lnTo>
                    <a:pt x="529389" y="555708"/>
                  </a:lnTo>
                  <a:lnTo>
                    <a:pt x="525630" y="549693"/>
                  </a:lnTo>
                  <a:lnTo>
                    <a:pt x="521870" y="546685"/>
                  </a:lnTo>
                  <a:lnTo>
                    <a:pt x="521118" y="545933"/>
                  </a:lnTo>
                  <a:lnTo>
                    <a:pt x="521118" y="544429"/>
                  </a:lnTo>
                  <a:lnTo>
                    <a:pt x="521118" y="542925"/>
                  </a:lnTo>
                  <a:lnTo>
                    <a:pt x="520366" y="540669"/>
                  </a:lnTo>
                  <a:lnTo>
                    <a:pt x="519614" y="539917"/>
                  </a:lnTo>
                  <a:lnTo>
                    <a:pt x="518862" y="539165"/>
                  </a:lnTo>
                  <a:lnTo>
                    <a:pt x="518110" y="539165"/>
                  </a:lnTo>
                  <a:lnTo>
                    <a:pt x="515854" y="539165"/>
                  </a:lnTo>
                  <a:lnTo>
                    <a:pt x="515102" y="539917"/>
                  </a:lnTo>
                  <a:lnTo>
                    <a:pt x="514350" y="539165"/>
                  </a:lnTo>
                  <a:lnTo>
                    <a:pt x="510590" y="537661"/>
                  </a:lnTo>
                  <a:lnTo>
                    <a:pt x="509838" y="536909"/>
                  </a:lnTo>
                  <a:lnTo>
                    <a:pt x="505326" y="534653"/>
                  </a:lnTo>
                  <a:lnTo>
                    <a:pt x="503823" y="533901"/>
                  </a:lnTo>
                  <a:lnTo>
                    <a:pt x="499311" y="533149"/>
                  </a:lnTo>
                  <a:lnTo>
                    <a:pt x="497806" y="533149"/>
                  </a:lnTo>
                  <a:lnTo>
                    <a:pt x="495551" y="531646"/>
                  </a:lnTo>
                  <a:lnTo>
                    <a:pt x="493295" y="529389"/>
                  </a:lnTo>
                  <a:lnTo>
                    <a:pt x="492543" y="527886"/>
                  </a:lnTo>
                  <a:lnTo>
                    <a:pt x="493295" y="523374"/>
                  </a:lnTo>
                  <a:lnTo>
                    <a:pt x="492543" y="521118"/>
                  </a:lnTo>
                  <a:lnTo>
                    <a:pt x="490287" y="519614"/>
                  </a:lnTo>
                  <a:lnTo>
                    <a:pt x="485775" y="517358"/>
                  </a:lnTo>
                  <a:lnTo>
                    <a:pt x="484271" y="515854"/>
                  </a:lnTo>
                  <a:lnTo>
                    <a:pt x="484271" y="511342"/>
                  </a:lnTo>
                  <a:lnTo>
                    <a:pt x="484271" y="509086"/>
                  </a:lnTo>
                  <a:lnTo>
                    <a:pt x="482767" y="507582"/>
                  </a:lnTo>
                  <a:lnTo>
                    <a:pt x="481263" y="506830"/>
                  </a:lnTo>
                  <a:lnTo>
                    <a:pt x="479759" y="507582"/>
                  </a:lnTo>
                  <a:lnTo>
                    <a:pt x="479759" y="510590"/>
                  </a:lnTo>
                  <a:lnTo>
                    <a:pt x="476751" y="509086"/>
                  </a:lnTo>
                  <a:lnTo>
                    <a:pt x="475247" y="509086"/>
                  </a:lnTo>
                  <a:lnTo>
                    <a:pt x="464720" y="512094"/>
                  </a:lnTo>
                  <a:lnTo>
                    <a:pt x="463216" y="512846"/>
                  </a:lnTo>
                  <a:lnTo>
                    <a:pt x="460208" y="513598"/>
                  </a:lnTo>
                  <a:lnTo>
                    <a:pt x="448176" y="515102"/>
                  </a:lnTo>
                  <a:lnTo>
                    <a:pt x="443665" y="514350"/>
                  </a:lnTo>
                  <a:lnTo>
                    <a:pt x="442161" y="513598"/>
                  </a:lnTo>
                  <a:lnTo>
                    <a:pt x="439905" y="512846"/>
                  </a:lnTo>
                  <a:lnTo>
                    <a:pt x="437649" y="512846"/>
                  </a:lnTo>
                  <a:lnTo>
                    <a:pt x="436145" y="514350"/>
                  </a:lnTo>
                  <a:lnTo>
                    <a:pt x="435393" y="515854"/>
                  </a:lnTo>
                  <a:lnTo>
                    <a:pt x="433137" y="515854"/>
                  </a:lnTo>
                  <a:lnTo>
                    <a:pt x="430881" y="514350"/>
                  </a:lnTo>
                  <a:lnTo>
                    <a:pt x="428625" y="513598"/>
                  </a:lnTo>
                  <a:lnTo>
                    <a:pt x="425617" y="510590"/>
                  </a:lnTo>
                  <a:lnTo>
                    <a:pt x="424113" y="509838"/>
                  </a:lnTo>
                  <a:lnTo>
                    <a:pt x="421106" y="509086"/>
                  </a:lnTo>
                  <a:lnTo>
                    <a:pt x="418849" y="509838"/>
                  </a:lnTo>
                  <a:lnTo>
                    <a:pt x="417346" y="511342"/>
                  </a:lnTo>
                  <a:lnTo>
                    <a:pt x="414338" y="515102"/>
                  </a:lnTo>
                  <a:lnTo>
                    <a:pt x="412834" y="514350"/>
                  </a:lnTo>
                  <a:lnTo>
                    <a:pt x="403810" y="515102"/>
                  </a:lnTo>
                  <a:lnTo>
                    <a:pt x="402306" y="514350"/>
                  </a:lnTo>
                  <a:lnTo>
                    <a:pt x="401554" y="514350"/>
                  </a:lnTo>
                  <a:lnTo>
                    <a:pt x="400802" y="513598"/>
                  </a:lnTo>
                  <a:lnTo>
                    <a:pt x="400050" y="513598"/>
                  </a:lnTo>
                  <a:lnTo>
                    <a:pt x="397042" y="512094"/>
                  </a:lnTo>
                  <a:lnTo>
                    <a:pt x="384259" y="510590"/>
                  </a:lnTo>
                  <a:lnTo>
                    <a:pt x="380499" y="510590"/>
                  </a:lnTo>
                  <a:lnTo>
                    <a:pt x="377491" y="511342"/>
                  </a:lnTo>
                  <a:lnTo>
                    <a:pt x="373731" y="513598"/>
                  </a:lnTo>
                  <a:lnTo>
                    <a:pt x="372227" y="514350"/>
                  </a:lnTo>
                  <a:lnTo>
                    <a:pt x="369971" y="515854"/>
                  </a:lnTo>
                  <a:lnTo>
                    <a:pt x="366211" y="515854"/>
                  </a:lnTo>
                  <a:lnTo>
                    <a:pt x="363955" y="515854"/>
                  </a:lnTo>
                  <a:lnTo>
                    <a:pt x="361699" y="515102"/>
                  </a:lnTo>
                  <a:lnTo>
                    <a:pt x="360195" y="514350"/>
                  </a:lnTo>
                  <a:lnTo>
                    <a:pt x="359444" y="512846"/>
                  </a:lnTo>
                  <a:lnTo>
                    <a:pt x="358691" y="511342"/>
                  </a:lnTo>
                  <a:lnTo>
                    <a:pt x="357188" y="506830"/>
                  </a:lnTo>
                  <a:lnTo>
                    <a:pt x="355684" y="504574"/>
                  </a:lnTo>
                  <a:lnTo>
                    <a:pt x="349668" y="496303"/>
                  </a:lnTo>
                  <a:lnTo>
                    <a:pt x="348164" y="495550"/>
                  </a:lnTo>
                  <a:lnTo>
                    <a:pt x="345908" y="494047"/>
                  </a:lnTo>
                  <a:lnTo>
                    <a:pt x="327861" y="489535"/>
                  </a:lnTo>
                  <a:lnTo>
                    <a:pt x="311317" y="485023"/>
                  </a:lnTo>
                  <a:lnTo>
                    <a:pt x="300789" y="480511"/>
                  </a:lnTo>
                  <a:lnTo>
                    <a:pt x="288006" y="472239"/>
                  </a:lnTo>
                  <a:lnTo>
                    <a:pt x="284246" y="470735"/>
                  </a:lnTo>
                  <a:lnTo>
                    <a:pt x="280486" y="468480"/>
                  </a:lnTo>
                  <a:lnTo>
                    <a:pt x="277478" y="466975"/>
                  </a:lnTo>
                  <a:lnTo>
                    <a:pt x="275222" y="466224"/>
                  </a:lnTo>
                  <a:lnTo>
                    <a:pt x="274470" y="466224"/>
                  </a:lnTo>
                  <a:lnTo>
                    <a:pt x="272967" y="466224"/>
                  </a:lnTo>
                  <a:lnTo>
                    <a:pt x="272215" y="466224"/>
                  </a:lnTo>
                  <a:lnTo>
                    <a:pt x="270711" y="466975"/>
                  </a:lnTo>
                  <a:lnTo>
                    <a:pt x="269207" y="466975"/>
                  </a:lnTo>
                  <a:lnTo>
                    <a:pt x="267703" y="466975"/>
                  </a:lnTo>
                  <a:lnTo>
                    <a:pt x="264695" y="466975"/>
                  </a:lnTo>
                  <a:lnTo>
                    <a:pt x="263191" y="466975"/>
                  </a:lnTo>
                  <a:lnTo>
                    <a:pt x="261687" y="466975"/>
                  </a:lnTo>
                  <a:lnTo>
                    <a:pt x="260935" y="467728"/>
                  </a:lnTo>
                  <a:lnTo>
                    <a:pt x="257927" y="469984"/>
                  </a:lnTo>
                  <a:lnTo>
                    <a:pt x="257175" y="469984"/>
                  </a:lnTo>
                  <a:lnTo>
                    <a:pt x="256423" y="470735"/>
                  </a:lnTo>
                  <a:lnTo>
                    <a:pt x="254167" y="471488"/>
                  </a:lnTo>
                  <a:lnTo>
                    <a:pt x="251159" y="472239"/>
                  </a:lnTo>
                  <a:lnTo>
                    <a:pt x="245143" y="471488"/>
                  </a:lnTo>
                  <a:lnTo>
                    <a:pt x="242136" y="471488"/>
                  </a:lnTo>
                  <a:lnTo>
                    <a:pt x="239128" y="469984"/>
                  </a:lnTo>
                  <a:lnTo>
                    <a:pt x="233864" y="467728"/>
                  </a:lnTo>
                  <a:lnTo>
                    <a:pt x="230856" y="466224"/>
                  </a:lnTo>
                  <a:lnTo>
                    <a:pt x="227848" y="466224"/>
                  </a:lnTo>
                  <a:lnTo>
                    <a:pt x="224840" y="467728"/>
                  </a:lnTo>
                  <a:lnTo>
                    <a:pt x="222584" y="468480"/>
                  </a:lnTo>
                  <a:lnTo>
                    <a:pt x="219576" y="465471"/>
                  </a:lnTo>
                  <a:lnTo>
                    <a:pt x="215065" y="460960"/>
                  </a:lnTo>
                  <a:lnTo>
                    <a:pt x="212057" y="459456"/>
                  </a:lnTo>
                  <a:lnTo>
                    <a:pt x="202281" y="460960"/>
                  </a:lnTo>
                  <a:lnTo>
                    <a:pt x="198521" y="460208"/>
                  </a:lnTo>
                  <a:lnTo>
                    <a:pt x="195513" y="459456"/>
                  </a:lnTo>
                  <a:lnTo>
                    <a:pt x="178970" y="449680"/>
                  </a:lnTo>
                  <a:lnTo>
                    <a:pt x="172954" y="446672"/>
                  </a:lnTo>
                  <a:lnTo>
                    <a:pt x="166186" y="445169"/>
                  </a:lnTo>
                  <a:lnTo>
                    <a:pt x="163178" y="445169"/>
                  </a:lnTo>
                  <a:lnTo>
                    <a:pt x="158667" y="445920"/>
                  </a:lnTo>
                  <a:lnTo>
                    <a:pt x="155659" y="448176"/>
                  </a:lnTo>
                  <a:lnTo>
                    <a:pt x="154155" y="451184"/>
                  </a:lnTo>
                  <a:lnTo>
                    <a:pt x="153403" y="454192"/>
                  </a:lnTo>
                  <a:lnTo>
                    <a:pt x="151899" y="458704"/>
                  </a:lnTo>
                  <a:lnTo>
                    <a:pt x="150395" y="461712"/>
                  </a:lnTo>
                  <a:lnTo>
                    <a:pt x="147387" y="463968"/>
                  </a:lnTo>
                  <a:lnTo>
                    <a:pt x="143627" y="464720"/>
                  </a:lnTo>
                  <a:lnTo>
                    <a:pt x="142123" y="463216"/>
                  </a:lnTo>
                  <a:lnTo>
                    <a:pt x="141371" y="460960"/>
                  </a:lnTo>
                  <a:lnTo>
                    <a:pt x="139867" y="459456"/>
                  </a:lnTo>
                  <a:lnTo>
                    <a:pt x="139115" y="459456"/>
                  </a:lnTo>
                  <a:lnTo>
                    <a:pt x="138363" y="458704"/>
                  </a:lnTo>
                  <a:lnTo>
                    <a:pt x="136859" y="457952"/>
                  </a:lnTo>
                  <a:lnTo>
                    <a:pt x="134603" y="457200"/>
                  </a:lnTo>
                  <a:lnTo>
                    <a:pt x="133099" y="457952"/>
                  </a:lnTo>
                  <a:lnTo>
                    <a:pt x="129340" y="460960"/>
                  </a:lnTo>
                  <a:lnTo>
                    <a:pt x="125580" y="460960"/>
                  </a:lnTo>
                  <a:lnTo>
                    <a:pt x="118812" y="458704"/>
                  </a:lnTo>
                  <a:lnTo>
                    <a:pt x="115052" y="458704"/>
                  </a:lnTo>
                  <a:lnTo>
                    <a:pt x="109036" y="457952"/>
                  </a:lnTo>
                  <a:lnTo>
                    <a:pt x="106780" y="458704"/>
                  </a:lnTo>
                  <a:lnTo>
                    <a:pt x="103773" y="459456"/>
                  </a:lnTo>
                  <a:lnTo>
                    <a:pt x="97757" y="460208"/>
                  </a:lnTo>
                  <a:lnTo>
                    <a:pt x="93245" y="457200"/>
                  </a:lnTo>
                  <a:lnTo>
                    <a:pt x="88733" y="453440"/>
                  </a:lnTo>
                  <a:lnTo>
                    <a:pt x="83469" y="452688"/>
                  </a:lnTo>
                  <a:lnTo>
                    <a:pt x="75197" y="457952"/>
                  </a:lnTo>
                  <a:lnTo>
                    <a:pt x="71438" y="458704"/>
                  </a:lnTo>
                  <a:lnTo>
                    <a:pt x="56398" y="455696"/>
                  </a:lnTo>
                  <a:lnTo>
                    <a:pt x="49630" y="456448"/>
                  </a:lnTo>
                  <a:lnTo>
                    <a:pt x="47374" y="455696"/>
                  </a:lnTo>
                  <a:lnTo>
                    <a:pt x="43615" y="453440"/>
                  </a:lnTo>
                  <a:lnTo>
                    <a:pt x="41359" y="452688"/>
                  </a:lnTo>
                  <a:lnTo>
                    <a:pt x="33087" y="452688"/>
                  </a:lnTo>
                  <a:lnTo>
                    <a:pt x="30079" y="454192"/>
                  </a:lnTo>
                  <a:lnTo>
                    <a:pt x="26319" y="456448"/>
                  </a:lnTo>
                  <a:lnTo>
                    <a:pt x="24063" y="457952"/>
                  </a:lnTo>
                  <a:lnTo>
                    <a:pt x="16544" y="463216"/>
                  </a:lnTo>
                  <a:lnTo>
                    <a:pt x="9024" y="470735"/>
                  </a:lnTo>
                  <a:lnTo>
                    <a:pt x="7520" y="472239"/>
                  </a:lnTo>
                  <a:lnTo>
                    <a:pt x="2256" y="473743"/>
                  </a:lnTo>
                  <a:lnTo>
                    <a:pt x="0" y="474495"/>
                  </a:lnTo>
                  <a:close/>
                  <a:moveTo>
                    <a:pt x="855746" y="805364"/>
                  </a:moveTo>
                  <a:lnTo>
                    <a:pt x="857250" y="805364"/>
                  </a:lnTo>
                  <a:lnTo>
                    <a:pt x="860258" y="805364"/>
                  </a:lnTo>
                  <a:lnTo>
                    <a:pt x="861762" y="804612"/>
                  </a:lnTo>
                  <a:lnTo>
                    <a:pt x="864018" y="803108"/>
                  </a:lnTo>
                  <a:lnTo>
                    <a:pt x="865522" y="803108"/>
                  </a:lnTo>
                  <a:lnTo>
                    <a:pt x="865522" y="803860"/>
                  </a:lnTo>
                  <a:lnTo>
                    <a:pt x="858754" y="809124"/>
                  </a:lnTo>
                  <a:lnTo>
                    <a:pt x="853490" y="810628"/>
                  </a:lnTo>
                  <a:lnTo>
                    <a:pt x="850482" y="812132"/>
                  </a:lnTo>
                  <a:lnTo>
                    <a:pt x="815139" y="842211"/>
                  </a:lnTo>
                  <a:lnTo>
                    <a:pt x="809124" y="845218"/>
                  </a:lnTo>
                  <a:lnTo>
                    <a:pt x="806868" y="848226"/>
                  </a:lnTo>
                  <a:lnTo>
                    <a:pt x="803860" y="853490"/>
                  </a:lnTo>
                  <a:lnTo>
                    <a:pt x="800852" y="859506"/>
                  </a:lnTo>
                  <a:lnTo>
                    <a:pt x="799348" y="861762"/>
                  </a:lnTo>
                  <a:lnTo>
                    <a:pt x="797092" y="861010"/>
                  </a:lnTo>
                  <a:lnTo>
                    <a:pt x="797844" y="858002"/>
                  </a:lnTo>
                  <a:lnTo>
                    <a:pt x="800100" y="851986"/>
                  </a:lnTo>
                  <a:lnTo>
                    <a:pt x="800852" y="848978"/>
                  </a:lnTo>
                  <a:lnTo>
                    <a:pt x="801604" y="848226"/>
                  </a:lnTo>
                  <a:lnTo>
                    <a:pt x="807620" y="840707"/>
                  </a:lnTo>
                  <a:lnTo>
                    <a:pt x="824915" y="826419"/>
                  </a:lnTo>
                  <a:lnTo>
                    <a:pt x="831683" y="823411"/>
                  </a:lnTo>
                  <a:lnTo>
                    <a:pt x="840707" y="814387"/>
                  </a:lnTo>
                  <a:lnTo>
                    <a:pt x="848978" y="811379"/>
                  </a:lnTo>
                  <a:lnTo>
                    <a:pt x="852738" y="806868"/>
                  </a:lnTo>
                  <a:lnTo>
                    <a:pt x="855746" y="805364"/>
                  </a:lnTo>
                  <a:close/>
                  <a:moveTo>
                    <a:pt x="1035468" y="676776"/>
                  </a:moveTo>
                  <a:lnTo>
                    <a:pt x="1036972" y="676776"/>
                  </a:lnTo>
                  <a:lnTo>
                    <a:pt x="1036972" y="677528"/>
                  </a:lnTo>
                  <a:lnTo>
                    <a:pt x="1036972" y="678280"/>
                  </a:lnTo>
                  <a:lnTo>
                    <a:pt x="1036972" y="679032"/>
                  </a:lnTo>
                  <a:lnTo>
                    <a:pt x="1039228" y="682040"/>
                  </a:lnTo>
                  <a:lnTo>
                    <a:pt x="1040732" y="685048"/>
                  </a:lnTo>
                  <a:lnTo>
                    <a:pt x="1040732" y="687304"/>
                  </a:lnTo>
                  <a:lnTo>
                    <a:pt x="1033212" y="683544"/>
                  </a:lnTo>
                  <a:lnTo>
                    <a:pt x="1031708" y="683544"/>
                  </a:lnTo>
                  <a:lnTo>
                    <a:pt x="1029452" y="685800"/>
                  </a:lnTo>
                  <a:lnTo>
                    <a:pt x="1028700" y="685048"/>
                  </a:lnTo>
                  <a:lnTo>
                    <a:pt x="1025692" y="685048"/>
                  </a:lnTo>
                  <a:lnTo>
                    <a:pt x="1024940" y="684296"/>
                  </a:lnTo>
                  <a:lnTo>
                    <a:pt x="1024188" y="683544"/>
                  </a:lnTo>
                  <a:lnTo>
                    <a:pt x="1021180" y="679784"/>
                  </a:lnTo>
                  <a:lnTo>
                    <a:pt x="1023436" y="679032"/>
                  </a:lnTo>
                  <a:lnTo>
                    <a:pt x="1024188" y="679032"/>
                  </a:lnTo>
                  <a:lnTo>
                    <a:pt x="1025692" y="679784"/>
                  </a:lnTo>
                  <a:lnTo>
                    <a:pt x="1026444" y="679032"/>
                  </a:lnTo>
                  <a:lnTo>
                    <a:pt x="1026444" y="678280"/>
                  </a:lnTo>
                  <a:lnTo>
                    <a:pt x="1026444" y="676776"/>
                  </a:lnTo>
                  <a:lnTo>
                    <a:pt x="1025692" y="675272"/>
                  </a:lnTo>
                  <a:lnTo>
                    <a:pt x="1027196" y="675272"/>
                  </a:lnTo>
                  <a:lnTo>
                    <a:pt x="1032460" y="676776"/>
                  </a:lnTo>
                  <a:lnTo>
                    <a:pt x="1035468" y="676776"/>
                  </a:lnTo>
                  <a:close/>
                  <a:moveTo>
                    <a:pt x="1203910" y="673016"/>
                  </a:moveTo>
                  <a:lnTo>
                    <a:pt x="1202406" y="673768"/>
                  </a:lnTo>
                  <a:lnTo>
                    <a:pt x="1202406" y="674521"/>
                  </a:lnTo>
                  <a:lnTo>
                    <a:pt x="1203158" y="676776"/>
                  </a:lnTo>
                  <a:lnTo>
                    <a:pt x="1203158" y="679032"/>
                  </a:lnTo>
                  <a:lnTo>
                    <a:pt x="1203910" y="679784"/>
                  </a:lnTo>
                  <a:lnTo>
                    <a:pt x="1203910" y="680536"/>
                  </a:lnTo>
                  <a:lnTo>
                    <a:pt x="1202406" y="682040"/>
                  </a:lnTo>
                  <a:lnTo>
                    <a:pt x="1201654" y="682040"/>
                  </a:lnTo>
                  <a:lnTo>
                    <a:pt x="1200150" y="683544"/>
                  </a:lnTo>
                  <a:lnTo>
                    <a:pt x="1199398" y="682792"/>
                  </a:lnTo>
                  <a:lnTo>
                    <a:pt x="1198646" y="682040"/>
                  </a:lnTo>
                  <a:lnTo>
                    <a:pt x="1197894" y="682040"/>
                  </a:lnTo>
                  <a:lnTo>
                    <a:pt x="1197142" y="682040"/>
                  </a:lnTo>
                  <a:lnTo>
                    <a:pt x="1195638" y="679784"/>
                  </a:lnTo>
                  <a:lnTo>
                    <a:pt x="1194134" y="676024"/>
                  </a:lnTo>
                  <a:lnTo>
                    <a:pt x="1192630" y="673768"/>
                  </a:lnTo>
                  <a:lnTo>
                    <a:pt x="1190375" y="675272"/>
                  </a:lnTo>
                  <a:lnTo>
                    <a:pt x="1189622" y="674521"/>
                  </a:lnTo>
                  <a:lnTo>
                    <a:pt x="1184359" y="676776"/>
                  </a:lnTo>
                  <a:lnTo>
                    <a:pt x="1178343" y="678280"/>
                  </a:lnTo>
                  <a:lnTo>
                    <a:pt x="1173079" y="678280"/>
                  </a:lnTo>
                  <a:lnTo>
                    <a:pt x="1168567" y="674521"/>
                  </a:lnTo>
                  <a:lnTo>
                    <a:pt x="1167815" y="670761"/>
                  </a:lnTo>
                  <a:lnTo>
                    <a:pt x="1168567" y="668504"/>
                  </a:lnTo>
                  <a:lnTo>
                    <a:pt x="1170823" y="667001"/>
                  </a:lnTo>
                  <a:lnTo>
                    <a:pt x="1173079" y="665497"/>
                  </a:lnTo>
                  <a:lnTo>
                    <a:pt x="1182855" y="655721"/>
                  </a:lnTo>
                  <a:lnTo>
                    <a:pt x="1184359" y="652713"/>
                  </a:lnTo>
                  <a:lnTo>
                    <a:pt x="1185111" y="647449"/>
                  </a:lnTo>
                  <a:lnTo>
                    <a:pt x="1185862" y="646697"/>
                  </a:lnTo>
                  <a:lnTo>
                    <a:pt x="1186615" y="645193"/>
                  </a:lnTo>
                  <a:lnTo>
                    <a:pt x="1187366" y="644442"/>
                  </a:lnTo>
                  <a:lnTo>
                    <a:pt x="1187366" y="642938"/>
                  </a:lnTo>
                  <a:lnTo>
                    <a:pt x="1188871" y="642185"/>
                  </a:lnTo>
                  <a:lnTo>
                    <a:pt x="1189622" y="642185"/>
                  </a:lnTo>
                  <a:lnTo>
                    <a:pt x="1191879" y="642938"/>
                  </a:lnTo>
                  <a:lnTo>
                    <a:pt x="1193382" y="643689"/>
                  </a:lnTo>
                  <a:lnTo>
                    <a:pt x="1200902" y="648953"/>
                  </a:lnTo>
                  <a:lnTo>
                    <a:pt x="1202406" y="651209"/>
                  </a:lnTo>
                  <a:lnTo>
                    <a:pt x="1200902" y="663241"/>
                  </a:lnTo>
                  <a:lnTo>
                    <a:pt x="1196390" y="661737"/>
                  </a:lnTo>
                  <a:lnTo>
                    <a:pt x="1195638" y="667001"/>
                  </a:lnTo>
                  <a:lnTo>
                    <a:pt x="1197894" y="671512"/>
                  </a:lnTo>
                  <a:lnTo>
                    <a:pt x="1203158" y="670761"/>
                  </a:lnTo>
                  <a:lnTo>
                    <a:pt x="1203910" y="672264"/>
                  </a:lnTo>
                  <a:lnTo>
                    <a:pt x="1203910" y="673016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4" name="Forma Livre: Forma 233">
              <a:extLst>
                <a:ext uri="{FF2B5EF4-FFF2-40B4-BE49-F238E27FC236}">
                  <a16:creationId xmlns:a16="http://schemas.microsoft.com/office/drawing/2014/main" id="{4A4EB789-6296-26F8-5C33-75257995292C}"/>
                </a:ext>
              </a:extLst>
            </p:cNvPr>
            <p:cNvSpPr/>
            <p:nvPr/>
          </p:nvSpPr>
          <p:spPr>
            <a:xfrm>
              <a:off x="7001676" y="4103520"/>
              <a:ext cx="1110665" cy="1116681"/>
            </a:xfrm>
            <a:custGeom>
              <a:avLst/>
              <a:gdLst>
                <a:gd name="csX0" fmla="*/ 345908 w 1110665"/>
                <a:gd name="csY0" fmla="*/ 1114425 h 1116681"/>
                <a:gd name="csX1" fmla="*/ 334628 w 1110665"/>
                <a:gd name="csY1" fmla="*/ 1097882 h 1116681"/>
                <a:gd name="csX2" fmla="*/ 327109 w 1110665"/>
                <a:gd name="csY2" fmla="*/ 1088858 h 1116681"/>
                <a:gd name="csX3" fmla="*/ 324853 w 1110665"/>
                <a:gd name="csY3" fmla="*/ 1087354 h 1116681"/>
                <a:gd name="csX4" fmla="*/ 322597 w 1110665"/>
                <a:gd name="csY4" fmla="*/ 1085850 h 1116681"/>
                <a:gd name="csX5" fmla="*/ 321093 w 1110665"/>
                <a:gd name="csY5" fmla="*/ 1084346 h 1116681"/>
                <a:gd name="csX6" fmla="*/ 318837 w 1110665"/>
                <a:gd name="csY6" fmla="*/ 1084346 h 1116681"/>
                <a:gd name="csX7" fmla="*/ 317333 w 1110665"/>
                <a:gd name="csY7" fmla="*/ 1084346 h 1116681"/>
                <a:gd name="csX8" fmla="*/ 313573 w 1110665"/>
                <a:gd name="csY8" fmla="*/ 1084346 h 1116681"/>
                <a:gd name="csX9" fmla="*/ 312069 w 1110665"/>
                <a:gd name="csY9" fmla="*/ 1084346 h 1116681"/>
                <a:gd name="csX10" fmla="*/ 306805 w 1110665"/>
                <a:gd name="csY10" fmla="*/ 1082090 h 1116681"/>
                <a:gd name="csX11" fmla="*/ 305301 w 1110665"/>
                <a:gd name="csY11" fmla="*/ 1081338 h 1116681"/>
                <a:gd name="csX12" fmla="*/ 299286 w 1110665"/>
                <a:gd name="csY12" fmla="*/ 1081338 h 1116681"/>
                <a:gd name="csX13" fmla="*/ 297030 w 1110665"/>
                <a:gd name="csY13" fmla="*/ 1080586 h 1116681"/>
                <a:gd name="csX14" fmla="*/ 295526 w 1110665"/>
                <a:gd name="csY14" fmla="*/ 1079834 h 1116681"/>
                <a:gd name="csX15" fmla="*/ 293270 w 1110665"/>
                <a:gd name="csY15" fmla="*/ 1079083 h 1116681"/>
                <a:gd name="csX16" fmla="*/ 291766 w 1110665"/>
                <a:gd name="csY16" fmla="*/ 1077578 h 1116681"/>
                <a:gd name="csX17" fmla="*/ 288006 w 1110665"/>
                <a:gd name="csY17" fmla="*/ 1074570 h 1116681"/>
                <a:gd name="csX18" fmla="*/ 278230 w 1110665"/>
                <a:gd name="csY18" fmla="*/ 1065547 h 1116681"/>
                <a:gd name="csX19" fmla="*/ 276726 w 1110665"/>
                <a:gd name="csY19" fmla="*/ 1064795 h 1116681"/>
                <a:gd name="csX20" fmla="*/ 275222 w 1110665"/>
                <a:gd name="csY20" fmla="*/ 1064043 h 1116681"/>
                <a:gd name="csX21" fmla="*/ 269207 w 1110665"/>
                <a:gd name="csY21" fmla="*/ 1063291 h 1116681"/>
                <a:gd name="csX22" fmla="*/ 259431 w 1110665"/>
                <a:gd name="csY22" fmla="*/ 1060283 h 1116681"/>
                <a:gd name="csX23" fmla="*/ 257927 w 1110665"/>
                <a:gd name="csY23" fmla="*/ 1060283 h 1116681"/>
                <a:gd name="csX24" fmla="*/ 251911 w 1110665"/>
                <a:gd name="csY24" fmla="*/ 1061035 h 1116681"/>
                <a:gd name="csX25" fmla="*/ 244391 w 1110665"/>
                <a:gd name="csY25" fmla="*/ 1059531 h 1116681"/>
                <a:gd name="csX26" fmla="*/ 242888 w 1110665"/>
                <a:gd name="csY26" fmla="*/ 1059531 h 1116681"/>
                <a:gd name="csX27" fmla="*/ 212809 w 1110665"/>
                <a:gd name="csY27" fmla="*/ 1045995 h 1116681"/>
                <a:gd name="csX28" fmla="*/ 210553 w 1110665"/>
                <a:gd name="csY28" fmla="*/ 1045244 h 1116681"/>
                <a:gd name="csX29" fmla="*/ 206793 w 1110665"/>
                <a:gd name="csY29" fmla="*/ 1040732 h 1116681"/>
                <a:gd name="csX30" fmla="*/ 201529 w 1110665"/>
                <a:gd name="csY30" fmla="*/ 1036972 h 1116681"/>
                <a:gd name="csX31" fmla="*/ 196265 w 1110665"/>
                <a:gd name="csY31" fmla="*/ 1034716 h 1116681"/>
                <a:gd name="csX32" fmla="*/ 187993 w 1110665"/>
                <a:gd name="csY32" fmla="*/ 1033212 h 1116681"/>
                <a:gd name="csX33" fmla="*/ 182730 w 1110665"/>
                <a:gd name="csY33" fmla="*/ 1030956 h 1116681"/>
                <a:gd name="csX34" fmla="*/ 179722 w 1110665"/>
                <a:gd name="csY34" fmla="*/ 1029452 h 1116681"/>
                <a:gd name="csX35" fmla="*/ 178218 w 1110665"/>
                <a:gd name="csY35" fmla="*/ 1027948 h 1116681"/>
                <a:gd name="csX36" fmla="*/ 177466 w 1110665"/>
                <a:gd name="csY36" fmla="*/ 1027196 h 1116681"/>
                <a:gd name="csX37" fmla="*/ 176714 w 1110665"/>
                <a:gd name="csY37" fmla="*/ 1025692 h 1116681"/>
                <a:gd name="csX38" fmla="*/ 175962 w 1110665"/>
                <a:gd name="csY38" fmla="*/ 1024188 h 1116681"/>
                <a:gd name="csX39" fmla="*/ 173706 w 1110665"/>
                <a:gd name="csY39" fmla="*/ 1021932 h 1116681"/>
                <a:gd name="csX40" fmla="*/ 162426 w 1110665"/>
                <a:gd name="csY40" fmla="*/ 1014412 h 1116681"/>
                <a:gd name="csX41" fmla="*/ 153403 w 1110665"/>
                <a:gd name="csY41" fmla="*/ 1009901 h 1116681"/>
                <a:gd name="csX42" fmla="*/ 149643 w 1110665"/>
                <a:gd name="csY42" fmla="*/ 1009149 h 1116681"/>
                <a:gd name="csX43" fmla="*/ 147387 w 1110665"/>
                <a:gd name="csY43" fmla="*/ 1008397 h 1116681"/>
                <a:gd name="csX44" fmla="*/ 139867 w 1110665"/>
                <a:gd name="csY44" fmla="*/ 1009149 h 1116681"/>
                <a:gd name="csX45" fmla="*/ 136859 w 1110665"/>
                <a:gd name="csY45" fmla="*/ 1009149 h 1116681"/>
                <a:gd name="csX46" fmla="*/ 134603 w 1110665"/>
                <a:gd name="csY46" fmla="*/ 1008397 h 1116681"/>
                <a:gd name="csX47" fmla="*/ 133099 w 1110665"/>
                <a:gd name="csY47" fmla="*/ 1006893 h 1116681"/>
                <a:gd name="csX48" fmla="*/ 121820 w 1110665"/>
                <a:gd name="csY48" fmla="*/ 995613 h 1116681"/>
                <a:gd name="csX49" fmla="*/ 117308 w 1110665"/>
                <a:gd name="csY49" fmla="*/ 992606 h 1116681"/>
                <a:gd name="csX50" fmla="*/ 115804 w 1110665"/>
                <a:gd name="csY50" fmla="*/ 991853 h 1116681"/>
                <a:gd name="csX51" fmla="*/ 113548 w 1110665"/>
                <a:gd name="csY51" fmla="*/ 991101 h 1116681"/>
                <a:gd name="csX52" fmla="*/ 95501 w 1110665"/>
                <a:gd name="csY52" fmla="*/ 994109 h 1116681"/>
                <a:gd name="csX53" fmla="*/ 90989 w 1110665"/>
                <a:gd name="csY53" fmla="*/ 994109 h 1116681"/>
                <a:gd name="csX54" fmla="*/ 84221 w 1110665"/>
                <a:gd name="csY54" fmla="*/ 991853 h 1116681"/>
                <a:gd name="csX55" fmla="*/ 73694 w 1110665"/>
                <a:gd name="csY55" fmla="*/ 991853 h 1116681"/>
                <a:gd name="csX56" fmla="*/ 57150 w 1110665"/>
                <a:gd name="csY56" fmla="*/ 987342 h 1116681"/>
                <a:gd name="csX57" fmla="*/ 52638 w 1110665"/>
                <a:gd name="csY57" fmla="*/ 985086 h 1116681"/>
                <a:gd name="csX58" fmla="*/ 52638 w 1110665"/>
                <a:gd name="csY58" fmla="*/ 984334 h 1116681"/>
                <a:gd name="csX59" fmla="*/ 52638 w 1110665"/>
                <a:gd name="csY59" fmla="*/ 983582 h 1116681"/>
                <a:gd name="csX60" fmla="*/ 53390 w 1110665"/>
                <a:gd name="csY60" fmla="*/ 980574 h 1116681"/>
                <a:gd name="csX61" fmla="*/ 58654 w 1110665"/>
                <a:gd name="csY61" fmla="*/ 967790 h 1116681"/>
                <a:gd name="csX62" fmla="*/ 60910 w 1110665"/>
                <a:gd name="csY62" fmla="*/ 964030 h 1116681"/>
                <a:gd name="csX63" fmla="*/ 69182 w 1110665"/>
                <a:gd name="csY63" fmla="*/ 952751 h 1116681"/>
                <a:gd name="csX64" fmla="*/ 70686 w 1110665"/>
                <a:gd name="csY64" fmla="*/ 950495 h 1116681"/>
                <a:gd name="csX65" fmla="*/ 71438 w 1110665"/>
                <a:gd name="csY65" fmla="*/ 948239 h 1116681"/>
                <a:gd name="csX66" fmla="*/ 72190 w 1110665"/>
                <a:gd name="csY66" fmla="*/ 944479 h 1116681"/>
                <a:gd name="csX67" fmla="*/ 71438 w 1110665"/>
                <a:gd name="csY67" fmla="*/ 942975 h 1116681"/>
                <a:gd name="csX68" fmla="*/ 69934 w 1110665"/>
                <a:gd name="csY68" fmla="*/ 941471 h 1116681"/>
                <a:gd name="csX69" fmla="*/ 56398 w 1110665"/>
                <a:gd name="csY69" fmla="*/ 935455 h 1116681"/>
                <a:gd name="csX70" fmla="*/ 53390 w 1110665"/>
                <a:gd name="csY70" fmla="*/ 933951 h 1116681"/>
                <a:gd name="csX71" fmla="*/ 51886 w 1110665"/>
                <a:gd name="csY71" fmla="*/ 933951 h 1116681"/>
                <a:gd name="csX72" fmla="*/ 51134 w 1110665"/>
                <a:gd name="csY72" fmla="*/ 933951 h 1116681"/>
                <a:gd name="csX73" fmla="*/ 49630 w 1110665"/>
                <a:gd name="csY73" fmla="*/ 933951 h 1116681"/>
                <a:gd name="csX74" fmla="*/ 48127 w 1110665"/>
                <a:gd name="csY74" fmla="*/ 934703 h 1116681"/>
                <a:gd name="csX75" fmla="*/ 42111 w 1110665"/>
                <a:gd name="csY75" fmla="*/ 939215 h 1116681"/>
                <a:gd name="csX76" fmla="*/ 40607 w 1110665"/>
                <a:gd name="csY76" fmla="*/ 939967 h 1116681"/>
                <a:gd name="csX77" fmla="*/ 39103 w 1110665"/>
                <a:gd name="csY77" fmla="*/ 940719 h 1116681"/>
                <a:gd name="csX78" fmla="*/ 36847 w 1110665"/>
                <a:gd name="csY78" fmla="*/ 940719 h 1116681"/>
                <a:gd name="csX79" fmla="*/ 35343 w 1110665"/>
                <a:gd name="csY79" fmla="*/ 939215 h 1116681"/>
                <a:gd name="csX80" fmla="*/ 32335 w 1110665"/>
                <a:gd name="csY80" fmla="*/ 936207 h 1116681"/>
                <a:gd name="csX81" fmla="*/ 30831 w 1110665"/>
                <a:gd name="csY81" fmla="*/ 933199 h 1116681"/>
                <a:gd name="csX82" fmla="*/ 29327 w 1110665"/>
                <a:gd name="csY82" fmla="*/ 930944 h 1116681"/>
                <a:gd name="csX83" fmla="*/ 28575 w 1110665"/>
                <a:gd name="csY83" fmla="*/ 928688 h 1116681"/>
                <a:gd name="csX84" fmla="*/ 28575 w 1110665"/>
                <a:gd name="csY84" fmla="*/ 925680 h 1116681"/>
                <a:gd name="csX85" fmla="*/ 30831 w 1110665"/>
                <a:gd name="csY85" fmla="*/ 894097 h 1116681"/>
                <a:gd name="csX86" fmla="*/ 30831 w 1110665"/>
                <a:gd name="csY86" fmla="*/ 889585 h 1116681"/>
                <a:gd name="csX87" fmla="*/ 29327 w 1110665"/>
                <a:gd name="csY87" fmla="*/ 885825 h 1116681"/>
                <a:gd name="csX88" fmla="*/ 29327 w 1110665"/>
                <a:gd name="csY88" fmla="*/ 881313 h 1116681"/>
                <a:gd name="csX89" fmla="*/ 26319 w 1110665"/>
                <a:gd name="csY89" fmla="*/ 875297 h 1116681"/>
                <a:gd name="csX90" fmla="*/ 20303 w 1110665"/>
                <a:gd name="csY90" fmla="*/ 862514 h 1116681"/>
                <a:gd name="csX91" fmla="*/ 17296 w 1110665"/>
                <a:gd name="csY91" fmla="*/ 851234 h 1116681"/>
                <a:gd name="csX92" fmla="*/ 15791 w 1110665"/>
                <a:gd name="csY92" fmla="*/ 846722 h 1116681"/>
                <a:gd name="csX93" fmla="*/ 15039 w 1110665"/>
                <a:gd name="csY93" fmla="*/ 845218 h 1116681"/>
                <a:gd name="csX94" fmla="*/ 14288 w 1110665"/>
                <a:gd name="csY94" fmla="*/ 843715 h 1116681"/>
                <a:gd name="csX95" fmla="*/ 10528 w 1110665"/>
                <a:gd name="csY95" fmla="*/ 837699 h 1116681"/>
                <a:gd name="csX96" fmla="*/ 2256 w 1110665"/>
                <a:gd name="csY96" fmla="*/ 823411 h 1116681"/>
                <a:gd name="csX97" fmla="*/ 752 w 1110665"/>
                <a:gd name="csY97" fmla="*/ 818899 h 1116681"/>
                <a:gd name="csX98" fmla="*/ 0 w 1110665"/>
                <a:gd name="csY98" fmla="*/ 814388 h 1116681"/>
                <a:gd name="csX99" fmla="*/ 0 w 1110665"/>
                <a:gd name="csY99" fmla="*/ 809124 h 1116681"/>
                <a:gd name="csX100" fmla="*/ 2256 w 1110665"/>
                <a:gd name="csY100" fmla="*/ 801604 h 1116681"/>
                <a:gd name="csX101" fmla="*/ 3760 w 1110665"/>
                <a:gd name="csY101" fmla="*/ 799348 h 1116681"/>
                <a:gd name="csX102" fmla="*/ 3008 w 1110665"/>
                <a:gd name="csY102" fmla="*/ 797844 h 1116681"/>
                <a:gd name="csX103" fmla="*/ 3760 w 1110665"/>
                <a:gd name="csY103" fmla="*/ 791828 h 1116681"/>
                <a:gd name="csX104" fmla="*/ 5264 w 1110665"/>
                <a:gd name="csY104" fmla="*/ 785061 h 1116681"/>
                <a:gd name="csX105" fmla="*/ 6016 w 1110665"/>
                <a:gd name="csY105" fmla="*/ 782053 h 1116681"/>
                <a:gd name="csX106" fmla="*/ 6768 w 1110665"/>
                <a:gd name="csY106" fmla="*/ 780549 h 1116681"/>
                <a:gd name="csX107" fmla="*/ 7520 w 1110665"/>
                <a:gd name="csY107" fmla="*/ 779045 h 1116681"/>
                <a:gd name="csX108" fmla="*/ 8272 w 1110665"/>
                <a:gd name="csY108" fmla="*/ 777541 h 1116681"/>
                <a:gd name="csX109" fmla="*/ 8272 w 1110665"/>
                <a:gd name="csY109" fmla="*/ 776037 h 1116681"/>
                <a:gd name="csX110" fmla="*/ 7520 w 1110665"/>
                <a:gd name="csY110" fmla="*/ 774533 h 1116681"/>
                <a:gd name="csX111" fmla="*/ 6768 w 1110665"/>
                <a:gd name="csY111" fmla="*/ 772277 h 1116681"/>
                <a:gd name="csX112" fmla="*/ 6016 w 1110665"/>
                <a:gd name="csY112" fmla="*/ 764757 h 1116681"/>
                <a:gd name="csX113" fmla="*/ 6768 w 1110665"/>
                <a:gd name="csY113" fmla="*/ 762501 h 1116681"/>
                <a:gd name="csX114" fmla="*/ 8272 w 1110665"/>
                <a:gd name="csY114" fmla="*/ 760997 h 1116681"/>
                <a:gd name="csX115" fmla="*/ 12032 w 1110665"/>
                <a:gd name="csY115" fmla="*/ 757238 h 1116681"/>
                <a:gd name="csX116" fmla="*/ 12784 w 1110665"/>
                <a:gd name="csY116" fmla="*/ 755734 h 1116681"/>
                <a:gd name="csX117" fmla="*/ 14288 w 1110665"/>
                <a:gd name="csY117" fmla="*/ 751974 h 1116681"/>
                <a:gd name="csX118" fmla="*/ 15791 w 1110665"/>
                <a:gd name="csY118" fmla="*/ 749718 h 1116681"/>
                <a:gd name="csX119" fmla="*/ 16544 w 1110665"/>
                <a:gd name="csY119" fmla="*/ 745958 h 1116681"/>
                <a:gd name="csX120" fmla="*/ 17296 w 1110665"/>
                <a:gd name="csY120" fmla="*/ 745206 h 1116681"/>
                <a:gd name="csX121" fmla="*/ 19551 w 1110665"/>
                <a:gd name="csY121" fmla="*/ 742950 h 1116681"/>
                <a:gd name="csX122" fmla="*/ 25567 w 1110665"/>
                <a:gd name="csY122" fmla="*/ 733926 h 1116681"/>
                <a:gd name="csX123" fmla="*/ 26319 w 1110665"/>
                <a:gd name="csY123" fmla="*/ 733174 h 1116681"/>
                <a:gd name="csX124" fmla="*/ 28575 w 1110665"/>
                <a:gd name="csY124" fmla="*/ 731671 h 1116681"/>
                <a:gd name="csX125" fmla="*/ 30079 w 1110665"/>
                <a:gd name="csY125" fmla="*/ 729415 h 1116681"/>
                <a:gd name="csX126" fmla="*/ 31583 w 1110665"/>
                <a:gd name="csY126" fmla="*/ 726407 h 1116681"/>
                <a:gd name="csX127" fmla="*/ 32335 w 1110665"/>
                <a:gd name="csY127" fmla="*/ 723399 h 1116681"/>
                <a:gd name="csX128" fmla="*/ 32335 w 1110665"/>
                <a:gd name="csY128" fmla="*/ 721895 h 1116681"/>
                <a:gd name="csX129" fmla="*/ 31583 w 1110665"/>
                <a:gd name="csY129" fmla="*/ 718887 h 1116681"/>
                <a:gd name="csX130" fmla="*/ 30831 w 1110665"/>
                <a:gd name="csY130" fmla="*/ 717383 h 1116681"/>
                <a:gd name="csX131" fmla="*/ 31583 w 1110665"/>
                <a:gd name="csY131" fmla="*/ 715879 h 1116681"/>
                <a:gd name="csX132" fmla="*/ 33087 w 1110665"/>
                <a:gd name="csY132" fmla="*/ 712119 h 1116681"/>
                <a:gd name="csX133" fmla="*/ 35343 w 1110665"/>
                <a:gd name="csY133" fmla="*/ 701592 h 1116681"/>
                <a:gd name="csX134" fmla="*/ 33839 w 1110665"/>
                <a:gd name="csY134" fmla="*/ 699336 h 1116681"/>
                <a:gd name="csX135" fmla="*/ 38351 w 1110665"/>
                <a:gd name="csY135" fmla="*/ 694824 h 1116681"/>
                <a:gd name="csX136" fmla="*/ 42863 w 1110665"/>
                <a:gd name="csY136" fmla="*/ 691816 h 1116681"/>
                <a:gd name="csX137" fmla="*/ 52638 w 1110665"/>
                <a:gd name="csY137" fmla="*/ 686552 h 1116681"/>
                <a:gd name="csX138" fmla="*/ 59406 w 1110665"/>
                <a:gd name="csY138" fmla="*/ 684296 h 1116681"/>
                <a:gd name="csX139" fmla="*/ 60910 w 1110665"/>
                <a:gd name="csY139" fmla="*/ 683544 h 1116681"/>
                <a:gd name="csX140" fmla="*/ 63166 w 1110665"/>
                <a:gd name="csY140" fmla="*/ 681288 h 1116681"/>
                <a:gd name="csX141" fmla="*/ 66174 w 1110665"/>
                <a:gd name="csY141" fmla="*/ 679784 h 1116681"/>
                <a:gd name="csX142" fmla="*/ 71438 w 1110665"/>
                <a:gd name="csY142" fmla="*/ 673016 h 1116681"/>
                <a:gd name="csX143" fmla="*/ 78205 w 1110665"/>
                <a:gd name="csY143" fmla="*/ 667753 h 1116681"/>
                <a:gd name="csX144" fmla="*/ 80461 w 1110665"/>
                <a:gd name="csY144" fmla="*/ 664745 h 1116681"/>
                <a:gd name="csX145" fmla="*/ 81965 w 1110665"/>
                <a:gd name="csY145" fmla="*/ 661737 h 1116681"/>
                <a:gd name="csX146" fmla="*/ 81965 w 1110665"/>
                <a:gd name="csY146" fmla="*/ 657977 h 1116681"/>
                <a:gd name="csX147" fmla="*/ 83469 w 1110665"/>
                <a:gd name="csY147" fmla="*/ 654969 h 1116681"/>
                <a:gd name="csX148" fmla="*/ 84973 w 1110665"/>
                <a:gd name="csY148" fmla="*/ 652713 h 1116681"/>
                <a:gd name="csX149" fmla="*/ 87229 w 1110665"/>
                <a:gd name="csY149" fmla="*/ 650457 h 1116681"/>
                <a:gd name="csX150" fmla="*/ 90989 w 1110665"/>
                <a:gd name="csY150" fmla="*/ 647449 h 1116681"/>
                <a:gd name="csX151" fmla="*/ 92493 w 1110665"/>
                <a:gd name="csY151" fmla="*/ 645945 h 1116681"/>
                <a:gd name="csX152" fmla="*/ 93245 w 1110665"/>
                <a:gd name="csY152" fmla="*/ 642186 h 1116681"/>
                <a:gd name="csX153" fmla="*/ 93997 w 1110665"/>
                <a:gd name="csY153" fmla="*/ 635418 h 1116681"/>
                <a:gd name="csX154" fmla="*/ 95501 w 1110665"/>
                <a:gd name="csY154" fmla="*/ 629402 h 1116681"/>
                <a:gd name="csX155" fmla="*/ 93245 w 1110665"/>
                <a:gd name="csY155" fmla="*/ 627898 h 1116681"/>
                <a:gd name="csX156" fmla="*/ 92493 w 1110665"/>
                <a:gd name="csY156" fmla="*/ 627898 h 1116681"/>
                <a:gd name="csX157" fmla="*/ 92493 w 1110665"/>
                <a:gd name="csY157" fmla="*/ 627146 h 1116681"/>
                <a:gd name="csX158" fmla="*/ 89485 w 1110665"/>
                <a:gd name="csY158" fmla="*/ 625642 h 1116681"/>
                <a:gd name="csX159" fmla="*/ 87981 w 1110665"/>
                <a:gd name="csY159" fmla="*/ 624890 h 1116681"/>
                <a:gd name="csX160" fmla="*/ 87229 w 1110665"/>
                <a:gd name="csY160" fmla="*/ 624138 h 1116681"/>
                <a:gd name="csX161" fmla="*/ 86477 w 1110665"/>
                <a:gd name="csY161" fmla="*/ 623386 h 1116681"/>
                <a:gd name="csX162" fmla="*/ 86477 w 1110665"/>
                <a:gd name="csY162" fmla="*/ 622634 h 1116681"/>
                <a:gd name="csX163" fmla="*/ 85725 w 1110665"/>
                <a:gd name="csY163" fmla="*/ 620378 h 1116681"/>
                <a:gd name="csX164" fmla="*/ 84973 w 1110665"/>
                <a:gd name="csY164" fmla="*/ 618875 h 1116681"/>
                <a:gd name="csX165" fmla="*/ 84973 w 1110665"/>
                <a:gd name="csY165" fmla="*/ 615866 h 1116681"/>
                <a:gd name="csX166" fmla="*/ 85725 w 1110665"/>
                <a:gd name="csY166" fmla="*/ 611355 h 1116681"/>
                <a:gd name="csX167" fmla="*/ 86477 w 1110665"/>
                <a:gd name="csY167" fmla="*/ 609851 h 1116681"/>
                <a:gd name="csX168" fmla="*/ 87229 w 1110665"/>
                <a:gd name="csY168" fmla="*/ 608347 h 1116681"/>
                <a:gd name="csX169" fmla="*/ 87981 w 1110665"/>
                <a:gd name="csY169" fmla="*/ 607595 h 1116681"/>
                <a:gd name="csX170" fmla="*/ 90989 w 1110665"/>
                <a:gd name="csY170" fmla="*/ 605339 h 1116681"/>
                <a:gd name="csX171" fmla="*/ 94749 w 1110665"/>
                <a:gd name="csY171" fmla="*/ 603835 h 1116681"/>
                <a:gd name="csX172" fmla="*/ 102268 w 1110665"/>
                <a:gd name="csY172" fmla="*/ 601579 h 1116681"/>
                <a:gd name="csX173" fmla="*/ 104525 w 1110665"/>
                <a:gd name="csY173" fmla="*/ 600827 h 1116681"/>
                <a:gd name="csX174" fmla="*/ 106028 w 1110665"/>
                <a:gd name="csY174" fmla="*/ 600075 h 1116681"/>
                <a:gd name="csX175" fmla="*/ 106780 w 1110665"/>
                <a:gd name="csY175" fmla="*/ 598571 h 1116681"/>
                <a:gd name="csX176" fmla="*/ 107532 w 1110665"/>
                <a:gd name="csY176" fmla="*/ 597819 h 1116681"/>
                <a:gd name="csX177" fmla="*/ 107532 w 1110665"/>
                <a:gd name="csY177" fmla="*/ 597067 h 1116681"/>
                <a:gd name="csX178" fmla="*/ 107532 w 1110665"/>
                <a:gd name="csY178" fmla="*/ 595563 h 1116681"/>
                <a:gd name="csX179" fmla="*/ 106780 w 1110665"/>
                <a:gd name="csY179" fmla="*/ 588796 h 1116681"/>
                <a:gd name="csX180" fmla="*/ 107532 w 1110665"/>
                <a:gd name="csY180" fmla="*/ 587292 h 1116681"/>
                <a:gd name="csX181" fmla="*/ 108284 w 1110665"/>
                <a:gd name="csY181" fmla="*/ 585787 h 1116681"/>
                <a:gd name="csX182" fmla="*/ 109036 w 1110665"/>
                <a:gd name="csY182" fmla="*/ 585036 h 1116681"/>
                <a:gd name="csX183" fmla="*/ 110540 w 1110665"/>
                <a:gd name="csY183" fmla="*/ 584284 h 1116681"/>
                <a:gd name="csX184" fmla="*/ 118812 w 1110665"/>
                <a:gd name="csY184" fmla="*/ 580524 h 1116681"/>
                <a:gd name="csX185" fmla="*/ 120316 w 1110665"/>
                <a:gd name="csY185" fmla="*/ 579772 h 1116681"/>
                <a:gd name="csX186" fmla="*/ 121068 w 1110665"/>
                <a:gd name="csY186" fmla="*/ 576764 h 1116681"/>
                <a:gd name="csX187" fmla="*/ 123324 w 1110665"/>
                <a:gd name="csY187" fmla="*/ 575260 h 1116681"/>
                <a:gd name="csX188" fmla="*/ 129340 w 1110665"/>
                <a:gd name="csY188" fmla="*/ 573004 h 1116681"/>
                <a:gd name="csX189" fmla="*/ 133851 w 1110665"/>
                <a:gd name="csY189" fmla="*/ 569996 h 1116681"/>
                <a:gd name="csX190" fmla="*/ 135355 w 1110665"/>
                <a:gd name="csY190" fmla="*/ 569996 h 1116681"/>
                <a:gd name="csX191" fmla="*/ 136859 w 1110665"/>
                <a:gd name="csY191" fmla="*/ 569996 h 1116681"/>
                <a:gd name="csX192" fmla="*/ 137611 w 1110665"/>
                <a:gd name="csY192" fmla="*/ 569244 h 1116681"/>
                <a:gd name="csX193" fmla="*/ 139115 w 1110665"/>
                <a:gd name="csY193" fmla="*/ 568492 h 1116681"/>
                <a:gd name="csX194" fmla="*/ 142123 w 1110665"/>
                <a:gd name="csY194" fmla="*/ 560220 h 1116681"/>
                <a:gd name="csX195" fmla="*/ 148891 w 1110665"/>
                <a:gd name="csY195" fmla="*/ 552701 h 1116681"/>
                <a:gd name="csX196" fmla="*/ 150395 w 1110665"/>
                <a:gd name="csY196" fmla="*/ 549693 h 1116681"/>
                <a:gd name="csX197" fmla="*/ 150395 w 1110665"/>
                <a:gd name="csY197" fmla="*/ 548189 h 1116681"/>
                <a:gd name="csX198" fmla="*/ 151899 w 1110665"/>
                <a:gd name="csY198" fmla="*/ 547437 h 1116681"/>
                <a:gd name="csX199" fmla="*/ 153403 w 1110665"/>
                <a:gd name="csY199" fmla="*/ 545933 h 1116681"/>
                <a:gd name="csX200" fmla="*/ 157163 w 1110665"/>
                <a:gd name="csY200" fmla="*/ 544429 h 1116681"/>
                <a:gd name="csX201" fmla="*/ 164682 w 1110665"/>
                <a:gd name="csY201" fmla="*/ 543677 h 1116681"/>
                <a:gd name="csX202" fmla="*/ 180474 w 1110665"/>
                <a:gd name="csY202" fmla="*/ 542173 h 1116681"/>
                <a:gd name="csX203" fmla="*/ 184234 w 1110665"/>
                <a:gd name="csY203" fmla="*/ 541421 h 1116681"/>
                <a:gd name="csX204" fmla="*/ 187242 w 1110665"/>
                <a:gd name="csY204" fmla="*/ 539165 h 1116681"/>
                <a:gd name="csX205" fmla="*/ 192505 w 1110665"/>
                <a:gd name="csY205" fmla="*/ 533901 h 1116681"/>
                <a:gd name="csX206" fmla="*/ 193257 w 1110665"/>
                <a:gd name="csY206" fmla="*/ 532398 h 1116681"/>
                <a:gd name="csX207" fmla="*/ 193257 w 1110665"/>
                <a:gd name="csY207" fmla="*/ 531646 h 1116681"/>
                <a:gd name="csX208" fmla="*/ 193257 w 1110665"/>
                <a:gd name="csY208" fmla="*/ 530893 h 1116681"/>
                <a:gd name="csX209" fmla="*/ 195513 w 1110665"/>
                <a:gd name="csY209" fmla="*/ 530141 h 1116681"/>
                <a:gd name="csX210" fmla="*/ 197769 w 1110665"/>
                <a:gd name="csY210" fmla="*/ 530893 h 1116681"/>
                <a:gd name="csX211" fmla="*/ 200025 w 1110665"/>
                <a:gd name="csY211" fmla="*/ 532398 h 1116681"/>
                <a:gd name="csX212" fmla="*/ 201529 w 1110665"/>
                <a:gd name="csY212" fmla="*/ 532398 h 1116681"/>
                <a:gd name="csX213" fmla="*/ 203785 w 1110665"/>
                <a:gd name="csY213" fmla="*/ 532398 h 1116681"/>
                <a:gd name="csX214" fmla="*/ 206041 w 1110665"/>
                <a:gd name="csY214" fmla="*/ 531646 h 1116681"/>
                <a:gd name="csX215" fmla="*/ 208297 w 1110665"/>
                <a:gd name="csY215" fmla="*/ 529389 h 1116681"/>
                <a:gd name="csX216" fmla="*/ 209049 w 1110665"/>
                <a:gd name="csY216" fmla="*/ 524126 h 1116681"/>
                <a:gd name="csX217" fmla="*/ 215065 w 1110665"/>
                <a:gd name="csY217" fmla="*/ 517358 h 1116681"/>
                <a:gd name="csX218" fmla="*/ 219576 w 1110665"/>
                <a:gd name="csY218" fmla="*/ 507582 h 1116681"/>
                <a:gd name="csX219" fmla="*/ 221832 w 1110665"/>
                <a:gd name="csY219" fmla="*/ 503822 h 1116681"/>
                <a:gd name="csX220" fmla="*/ 222584 w 1110665"/>
                <a:gd name="csY220" fmla="*/ 500815 h 1116681"/>
                <a:gd name="csX221" fmla="*/ 222584 w 1110665"/>
                <a:gd name="csY221" fmla="*/ 497055 h 1116681"/>
                <a:gd name="csX222" fmla="*/ 221832 w 1110665"/>
                <a:gd name="csY222" fmla="*/ 492543 h 1116681"/>
                <a:gd name="csX223" fmla="*/ 219576 w 1110665"/>
                <a:gd name="csY223" fmla="*/ 489535 h 1116681"/>
                <a:gd name="csX224" fmla="*/ 221080 w 1110665"/>
                <a:gd name="csY224" fmla="*/ 487279 h 1116681"/>
                <a:gd name="csX225" fmla="*/ 224840 w 1110665"/>
                <a:gd name="csY225" fmla="*/ 489535 h 1116681"/>
                <a:gd name="csX226" fmla="*/ 226344 w 1110665"/>
                <a:gd name="csY226" fmla="*/ 488031 h 1116681"/>
                <a:gd name="csX227" fmla="*/ 230104 w 1110665"/>
                <a:gd name="csY227" fmla="*/ 482767 h 1116681"/>
                <a:gd name="csX228" fmla="*/ 232360 w 1110665"/>
                <a:gd name="csY228" fmla="*/ 479759 h 1116681"/>
                <a:gd name="csX229" fmla="*/ 233112 w 1110665"/>
                <a:gd name="csY229" fmla="*/ 476751 h 1116681"/>
                <a:gd name="csX230" fmla="*/ 234616 w 1110665"/>
                <a:gd name="csY230" fmla="*/ 469232 h 1116681"/>
                <a:gd name="csX231" fmla="*/ 235368 w 1110665"/>
                <a:gd name="csY231" fmla="*/ 467728 h 1116681"/>
                <a:gd name="csX232" fmla="*/ 236872 w 1110665"/>
                <a:gd name="csY232" fmla="*/ 464720 h 1116681"/>
                <a:gd name="csX233" fmla="*/ 237624 w 1110665"/>
                <a:gd name="csY233" fmla="*/ 462464 h 1116681"/>
                <a:gd name="csX234" fmla="*/ 237624 w 1110665"/>
                <a:gd name="csY234" fmla="*/ 460960 h 1116681"/>
                <a:gd name="csX235" fmla="*/ 236872 w 1110665"/>
                <a:gd name="csY235" fmla="*/ 457200 h 1116681"/>
                <a:gd name="csX236" fmla="*/ 236872 w 1110665"/>
                <a:gd name="csY236" fmla="*/ 455696 h 1116681"/>
                <a:gd name="csX237" fmla="*/ 236872 w 1110665"/>
                <a:gd name="csY237" fmla="*/ 454192 h 1116681"/>
                <a:gd name="csX238" fmla="*/ 237624 w 1110665"/>
                <a:gd name="csY238" fmla="*/ 451936 h 1116681"/>
                <a:gd name="csX239" fmla="*/ 237624 w 1110665"/>
                <a:gd name="csY239" fmla="*/ 450432 h 1116681"/>
                <a:gd name="csX240" fmla="*/ 238376 w 1110665"/>
                <a:gd name="csY240" fmla="*/ 448928 h 1116681"/>
                <a:gd name="csX241" fmla="*/ 240632 w 1110665"/>
                <a:gd name="csY241" fmla="*/ 447424 h 1116681"/>
                <a:gd name="csX242" fmla="*/ 241384 w 1110665"/>
                <a:gd name="csY242" fmla="*/ 446672 h 1116681"/>
                <a:gd name="csX243" fmla="*/ 241384 w 1110665"/>
                <a:gd name="csY243" fmla="*/ 442912 h 1116681"/>
                <a:gd name="csX244" fmla="*/ 240632 w 1110665"/>
                <a:gd name="csY244" fmla="*/ 440657 h 1116681"/>
                <a:gd name="csX245" fmla="*/ 240632 w 1110665"/>
                <a:gd name="csY245" fmla="*/ 437649 h 1116681"/>
                <a:gd name="csX246" fmla="*/ 241384 w 1110665"/>
                <a:gd name="csY246" fmla="*/ 434641 h 1116681"/>
                <a:gd name="csX247" fmla="*/ 242888 w 1110665"/>
                <a:gd name="csY247" fmla="*/ 433137 h 1116681"/>
                <a:gd name="csX248" fmla="*/ 245143 w 1110665"/>
                <a:gd name="csY248" fmla="*/ 430881 h 1116681"/>
                <a:gd name="csX249" fmla="*/ 248151 w 1110665"/>
                <a:gd name="csY249" fmla="*/ 429377 h 1116681"/>
                <a:gd name="csX250" fmla="*/ 250407 w 1110665"/>
                <a:gd name="csY250" fmla="*/ 428625 h 1116681"/>
                <a:gd name="csX251" fmla="*/ 252663 w 1110665"/>
                <a:gd name="csY251" fmla="*/ 427121 h 1116681"/>
                <a:gd name="csX252" fmla="*/ 259431 w 1110665"/>
                <a:gd name="csY252" fmla="*/ 417345 h 1116681"/>
                <a:gd name="csX253" fmla="*/ 262439 w 1110665"/>
                <a:gd name="csY253" fmla="*/ 415090 h 1116681"/>
                <a:gd name="csX254" fmla="*/ 268455 w 1110665"/>
                <a:gd name="csY254" fmla="*/ 412834 h 1116681"/>
                <a:gd name="csX255" fmla="*/ 271463 w 1110665"/>
                <a:gd name="csY255" fmla="*/ 410578 h 1116681"/>
                <a:gd name="csX256" fmla="*/ 275222 w 1110665"/>
                <a:gd name="csY256" fmla="*/ 406066 h 1116681"/>
                <a:gd name="csX257" fmla="*/ 277478 w 1110665"/>
                <a:gd name="csY257" fmla="*/ 404562 h 1116681"/>
                <a:gd name="csX258" fmla="*/ 280486 w 1110665"/>
                <a:gd name="csY258" fmla="*/ 403810 h 1116681"/>
                <a:gd name="csX259" fmla="*/ 284246 w 1110665"/>
                <a:gd name="csY259" fmla="*/ 403058 h 1116681"/>
                <a:gd name="csX260" fmla="*/ 287254 w 1110665"/>
                <a:gd name="csY260" fmla="*/ 402306 h 1116681"/>
                <a:gd name="csX261" fmla="*/ 291766 w 1110665"/>
                <a:gd name="csY261" fmla="*/ 397794 h 1116681"/>
                <a:gd name="csX262" fmla="*/ 293270 w 1110665"/>
                <a:gd name="csY262" fmla="*/ 400802 h 1116681"/>
                <a:gd name="csX263" fmla="*/ 294022 w 1110665"/>
                <a:gd name="csY263" fmla="*/ 403810 h 1116681"/>
                <a:gd name="csX264" fmla="*/ 294774 w 1110665"/>
                <a:gd name="csY264" fmla="*/ 406818 h 1116681"/>
                <a:gd name="csX265" fmla="*/ 298534 w 1110665"/>
                <a:gd name="csY265" fmla="*/ 407570 h 1116681"/>
                <a:gd name="csX266" fmla="*/ 301542 w 1110665"/>
                <a:gd name="csY266" fmla="*/ 407570 h 1116681"/>
                <a:gd name="csX267" fmla="*/ 303798 w 1110665"/>
                <a:gd name="csY267" fmla="*/ 406066 h 1116681"/>
                <a:gd name="csX268" fmla="*/ 308309 w 1110665"/>
                <a:gd name="csY268" fmla="*/ 403810 h 1116681"/>
                <a:gd name="csX269" fmla="*/ 313573 w 1110665"/>
                <a:gd name="csY269" fmla="*/ 401554 h 1116681"/>
                <a:gd name="csX270" fmla="*/ 315829 w 1110665"/>
                <a:gd name="csY270" fmla="*/ 399298 h 1116681"/>
                <a:gd name="csX271" fmla="*/ 317333 w 1110665"/>
                <a:gd name="csY271" fmla="*/ 397794 h 1116681"/>
                <a:gd name="csX272" fmla="*/ 317333 w 1110665"/>
                <a:gd name="csY272" fmla="*/ 397042 h 1116681"/>
                <a:gd name="csX273" fmla="*/ 317333 w 1110665"/>
                <a:gd name="csY273" fmla="*/ 396290 h 1116681"/>
                <a:gd name="csX274" fmla="*/ 318837 w 1110665"/>
                <a:gd name="csY274" fmla="*/ 392530 h 1116681"/>
                <a:gd name="csX275" fmla="*/ 318837 w 1110665"/>
                <a:gd name="csY275" fmla="*/ 391026 h 1116681"/>
                <a:gd name="csX276" fmla="*/ 320341 w 1110665"/>
                <a:gd name="csY276" fmla="*/ 390274 h 1116681"/>
                <a:gd name="csX277" fmla="*/ 324101 w 1110665"/>
                <a:gd name="csY277" fmla="*/ 388018 h 1116681"/>
                <a:gd name="csX278" fmla="*/ 324853 w 1110665"/>
                <a:gd name="csY278" fmla="*/ 387266 h 1116681"/>
                <a:gd name="csX279" fmla="*/ 326357 w 1110665"/>
                <a:gd name="csY279" fmla="*/ 377491 h 1116681"/>
                <a:gd name="csX280" fmla="*/ 327109 w 1110665"/>
                <a:gd name="csY280" fmla="*/ 375235 h 1116681"/>
                <a:gd name="csX281" fmla="*/ 329365 w 1110665"/>
                <a:gd name="csY281" fmla="*/ 374483 h 1116681"/>
                <a:gd name="csX282" fmla="*/ 330117 w 1110665"/>
                <a:gd name="csY282" fmla="*/ 371475 h 1116681"/>
                <a:gd name="csX283" fmla="*/ 330117 w 1110665"/>
                <a:gd name="csY283" fmla="*/ 364707 h 1116681"/>
                <a:gd name="csX284" fmla="*/ 330868 w 1110665"/>
                <a:gd name="csY284" fmla="*/ 361699 h 1116681"/>
                <a:gd name="csX285" fmla="*/ 333877 w 1110665"/>
                <a:gd name="csY285" fmla="*/ 355684 h 1116681"/>
                <a:gd name="csX286" fmla="*/ 333877 w 1110665"/>
                <a:gd name="csY286" fmla="*/ 351172 h 1116681"/>
                <a:gd name="csX287" fmla="*/ 334628 w 1110665"/>
                <a:gd name="csY287" fmla="*/ 349668 h 1116681"/>
                <a:gd name="csX288" fmla="*/ 338388 w 1110665"/>
                <a:gd name="csY288" fmla="*/ 346660 h 1116681"/>
                <a:gd name="csX289" fmla="*/ 339140 w 1110665"/>
                <a:gd name="csY289" fmla="*/ 345156 h 1116681"/>
                <a:gd name="csX290" fmla="*/ 339892 w 1110665"/>
                <a:gd name="csY290" fmla="*/ 343652 h 1116681"/>
                <a:gd name="csX291" fmla="*/ 340644 w 1110665"/>
                <a:gd name="csY291" fmla="*/ 340644 h 1116681"/>
                <a:gd name="csX292" fmla="*/ 341396 w 1110665"/>
                <a:gd name="csY292" fmla="*/ 338388 h 1116681"/>
                <a:gd name="csX293" fmla="*/ 342148 w 1110665"/>
                <a:gd name="csY293" fmla="*/ 337636 h 1116681"/>
                <a:gd name="csX294" fmla="*/ 342148 w 1110665"/>
                <a:gd name="csY294" fmla="*/ 336884 h 1116681"/>
                <a:gd name="csX295" fmla="*/ 342148 w 1110665"/>
                <a:gd name="csY295" fmla="*/ 335380 h 1116681"/>
                <a:gd name="csX296" fmla="*/ 342900 w 1110665"/>
                <a:gd name="csY296" fmla="*/ 333876 h 1116681"/>
                <a:gd name="csX297" fmla="*/ 343652 w 1110665"/>
                <a:gd name="csY297" fmla="*/ 331620 h 1116681"/>
                <a:gd name="csX298" fmla="*/ 344404 w 1110665"/>
                <a:gd name="csY298" fmla="*/ 329365 h 1116681"/>
                <a:gd name="csX299" fmla="*/ 344404 w 1110665"/>
                <a:gd name="csY299" fmla="*/ 327109 h 1116681"/>
                <a:gd name="csX300" fmla="*/ 344404 w 1110665"/>
                <a:gd name="csY300" fmla="*/ 324853 h 1116681"/>
                <a:gd name="csX301" fmla="*/ 342900 w 1110665"/>
                <a:gd name="csY301" fmla="*/ 318837 h 1116681"/>
                <a:gd name="csX302" fmla="*/ 342148 w 1110665"/>
                <a:gd name="csY302" fmla="*/ 318085 h 1116681"/>
                <a:gd name="csX303" fmla="*/ 342148 w 1110665"/>
                <a:gd name="csY303" fmla="*/ 316581 h 1116681"/>
                <a:gd name="csX304" fmla="*/ 341396 w 1110665"/>
                <a:gd name="csY304" fmla="*/ 314325 h 1116681"/>
                <a:gd name="csX305" fmla="*/ 340644 w 1110665"/>
                <a:gd name="csY305" fmla="*/ 312821 h 1116681"/>
                <a:gd name="csX306" fmla="*/ 340644 w 1110665"/>
                <a:gd name="csY306" fmla="*/ 312069 h 1116681"/>
                <a:gd name="csX307" fmla="*/ 340644 w 1110665"/>
                <a:gd name="csY307" fmla="*/ 311317 h 1116681"/>
                <a:gd name="csX308" fmla="*/ 341396 w 1110665"/>
                <a:gd name="csY308" fmla="*/ 308309 h 1116681"/>
                <a:gd name="csX309" fmla="*/ 341396 w 1110665"/>
                <a:gd name="csY309" fmla="*/ 307557 h 1116681"/>
                <a:gd name="csX310" fmla="*/ 342148 w 1110665"/>
                <a:gd name="csY310" fmla="*/ 304549 h 1116681"/>
                <a:gd name="csX311" fmla="*/ 343652 w 1110665"/>
                <a:gd name="csY311" fmla="*/ 300789 h 1116681"/>
                <a:gd name="csX312" fmla="*/ 344404 w 1110665"/>
                <a:gd name="csY312" fmla="*/ 299286 h 1116681"/>
                <a:gd name="csX313" fmla="*/ 344404 w 1110665"/>
                <a:gd name="csY313" fmla="*/ 297782 h 1116681"/>
                <a:gd name="csX314" fmla="*/ 344404 w 1110665"/>
                <a:gd name="csY314" fmla="*/ 295526 h 1116681"/>
                <a:gd name="csX315" fmla="*/ 343652 w 1110665"/>
                <a:gd name="csY315" fmla="*/ 294022 h 1116681"/>
                <a:gd name="csX316" fmla="*/ 344404 w 1110665"/>
                <a:gd name="csY316" fmla="*/ 293270 h 1116681"/>
                <a:gd name="csX317" fmla="*/ 345908 w 1110665"/>
                <a:gd name="csY317" fmla="*/ 285750 h 1116681"/>
                <a:gd name="csX318" fmla="*/ 351172 w 1110665"/>
                <a:gd name="csY318" fmla="*/ 274470 h 1116681"/>
                <a:gd name="csX319" fmla="*/ 351924 w 1110665"/>
                <a:gd name="csY319" fmla="*/ 272967 h 1116681"/>
                <a:gd name="csX320" fmla="*/ 352676 w 1110665"/>
                <a:gd name="csY320" fmla="*/ 271463 h 1116681"/>
                <a:gd name="csX321" fmla="*/ 351924 w 1110665"/>
                <a:gd name="csY321" fmla="*/ 270711 h 1116681"/>
                <a:gd name="csX322" fmla="*/ 351924 w 1110665"/>
                <a:gd name="csY322" fmla="*/ 269207 h 1116681"/>
                <a:gd name="csX323" fmla="*/ 351172 w 1110665"/>
                <a:gd name="csY323" fmla="*/ 268455 h 1116681"/>
                <a:gd name="csX324" fmla="*/ 351172 w 1110665"/>
                <a:gd name="csY324" fmla="*/ 267703 h 1116681"/>
                <a:gd name="csX325" fmla="*/ 351924 w 1110665"/>
                <a:gd name="csY325" fmla="*/ 266951 h 1116681"/>
                <a:gd name="csX326" fmla="*/ 352676 w 1110665"/>
                <a:gd name="csY326" fmla="*/ 266951 h 1116681"/>
                <a:gd name="csX327" fmla="*/ 353428 w 1110665"/>
                <a:gd name="csY327" fmla="*/ 266951 h 1116681"/>
                <a:gd name="csX328" fmla="*/ 354932 w 1110665"/>
                <a:gd name="csY328" fmla="*/ 266951 h 1116681"/>
                <a:gd name="csX329" fmla="*/ 360196 w 1110665"/>
                <a:gd name="csY329" fmla="*/ 265447 h 1116681"/>
                <a:gd name="csX330" fmla="*/ 361699 w 1110665"/>
                <a:gd name="csY330" fmla="*/ 264695 h 1116681"/>
                <a:gd name="csX331" fmla="*/ 362451 w 1110665"/>
                <a:gd name="csY331" fmla="*/ 263943 h 1116681"/>
                <a:gd name="csX332" fmla="*/ 362451 w 1110665"/>
                <a:gd name="csY332" fmla="*/ 263191 h 1116681"/>
                <a:gd name="csX333" fmla="*/ 363203 w 1110665"/>
                <a:gd name="csY333" fmla="*/ 262439 h 1116681"/>
                <a:gd name="csX334" fmla="*/ 363203 w 1110665"/>
                <a:gd name="csY334" fmla="*/ 261687 h 1116681"/>
                <a:gd name="csX335" fmla="*/ 363203 w 1110665"/>
                <a:gd name="csY335" fmla="*/ 260183 h 1116681"/>
                <a:gd name="csX336" fmla="*/ 363203 w 1110665"/>
                <a:gd name="csY336" fmla="*/ 259431 h 1116681"/>
                <a:gd name="csX337" fmla="*/ 363203 w 1110665"/>
                <a:gd name="csY337" fmla="*/ 257927 h 1116681"/>
                <a:gd name="csX338" fmla="*/ 361699 w 1110665"/>
                <a:gd name="csY338" fmla="*/ 256423 h 1116681"/>
                <a:gd name="csX339" fmla="*/ 361699 w 1110665"/>
                <a:gd name="csY339" fmla="*/ 255671 h 1116681"/>
                <a:gd name="csX340" fmla="*/ 361699 w 1110665"/>
                <a:gd name="csY340" fmla="*/ 254919 h 1116681"/>
                <a:gd name="csX341" fmla="*/ 360947 w 1110665"/>
                <a:gd name="csY341" fmla="*/ 252663 h 1116681"/>
                <a:gd name="csX342" fmla="*/ 361699 w 1110665"/>
                <a:gd name="csY342" fmla="*/ 248903 h 1116681"/>
                <a:gd name="csX343" fmla="*/ 360947 w 1110665"/>
                <a:gd name="csY343" fmla="*/ 245895 h 1116681"/>
                <a:gd name="csX344" fmla="*/ 360196 w 1110665"/>
                <a:gd name="csY344" fmla="*/ 245143 h 1116681"/>
                <a:gd name="csX345" fmla="*/ 360196 w 1110665"/>
                <a:gd name="csY345" fmla="*/ 242888 h 1116681"/>
                <a:gd name="csX346" fmla="*/ 360947 w 1110665"/>
                <a:gd name="csY346" fmla="*/ 241384 h 1116681"/>
                <a:gd name="csX347" fmla="*/ 362451 w 1110665"/>
                <a:gd name="csY347" fmla="*/ 236120 h 1116681"/>
                <a:gd name="csX348" fmla="*/ 363203 w 1110665"/>
                <a:gd name="csY348" fmla="*/ 230104 h 1116681"/>
                <a:gd name="csX349" fmla="*/ 363203 w 1110665"/>
                <a:gd name="csY349" fmla="*/ 227848 h 1116681"/>
                <a:gd name="csX350" fmla="*/ 363203 w 1110665"/>
                <a:gd name="csY350" fmla="*/ 226344 h 1116681"/>
                <a:gd name="csX351" fmla="*/ 362451 w 1110665"/>
                <a:gd name="csY351" fmla="*/ 223336 h 1116681"/>
                <a:gd name="csX352" fmla="*/ 361699 w 1110665"/>
                <a:gd name="csY352" fmla="*/ 221080 h 1116681"/>
                <a:gd name="csX353" fmla="*/ 361699 w 1110665"/>
                <a:gd name="csY353" fmla="*/ 219576 h 1116681"/>
                <a:gd name="csX354" fmla="*/ 361699 w 1110665"/>
                <a:gd name="csY354" fmla="*/ 211305 h 1116681"/>
                <a:gd name="csX355" fmla="*/ 361699 w 1110665"/>
                <a:gd name="csY355" fmla="*/ 209801 h 1116681"/>
                <a:gd name="csX356" fmla="*/ 360947 w 1110665"/>
                <a:gd name="csY356" fmla="*/ 209049 h 1116681"/>
                <a:gd name="csX357" fmla="*/ 360196 w 1110665"/>
                <a:gd name="csY357" fmla="*/ 206793 h 1116681"/>
                <a:gd name="csX358" fmla="*/ 360196 w 1110665"/>
                <a:gd name="csY358" fmla="*/ 205289 h 1116681"/>
                <a:gd name="csX359" fmla="*/ 360196 w 1110665"/>
                <a:gd name="csY359" fmla="*/ 204537 h 1116681"/>
                <a:gd name="csX360" fmla="*/ 360947 w 1110665"/>
                <a:gd name="csY360" fmla="*/ 203785 h 1116681"/>
                <a:gd name="csX361" fmla="*/ 361699 w 1110665"/>
                <a:gd name="csY361" fmla="*/ 203033 h 1116681"/>
                <a:gd name="csX362" fmla="*/ 363955 w 1110665"/>
                <a:gd name="csY362" fmla="*/ 202281 h 1116681"/>
                <a:gd name="csX363" fmla="*/ 365460 w 1110665"/>
                <a:gd name="csY363" fmla="*/ 202281 h 1116681"/>
                <a:gd name="csX364" fmla="*/ 366211 w 1110665"/>
                <a:gd name="csY364" fmla="*/ 202281 h 1116681"/>
                <a:gd name="csX365" fmla="*/ 366963 w 1110665"/>
                <a:gd name="csY365" fmla="*/ 201529 h 1116681"/>
                <a:gd name="csX366" fmla="*/ 369219 w 1110665"/>
                <a:gd name="csY366" fmla="*/ 199273 h 1116681"/>
                <a:gd name="csX367" fmla="*/ 370723 w 1110665"/>
                <a:gd name="csY367" fmla="*/ 198521 h 1116681"/>
                <a:gd name="csX368" fmla="*/ 370723 w 1110665"/>
                <a:gd name="csY368" fmla="*/ 197769 h 1116681"/>
                <a:gd name="csX369" fmla="*/ 371475 w 1110665"/>
                <a:gd name="csY369" fmla="*/ 197017 h 1116681"/>
                <a:gd name="csX370" fmla="*/ 372227 w 1110665"/>
                <a:gd name="csY370" fmla="*/ 196265 h 1116681"/>
                <a:gd name="csX371" fmla="*/ 375235 w 1110665"/>
                <a:gd name="csY371" fmla="*/ 186490 h 1116681"/>
                <a:gd name="csX372" fmla="*/ 376739 w 1110665"/>
                <a:gd name="csY372" fmla="*/ 176714 h 1116681"/>
                <a:gd name="csX373" fmla="*/ 376739 w 1110665"/>
                <a:gd name="csY373" fmla="*/ 175962 h 1116681"/>
                <a:gd name="csX374" fmla="*/ 378995 w 1110665"/>
                <a:gd name="csY374" fmla="*/ 172954 h 1116681"/>
                <a:gd name="csX375" fmla="*/ 379747 w 1110665"/>
                <a:gd name="csY375" fmla="*/ 172202 h 1116681"/>
                <a:gd name="csX376" fmla="*/ 380499 w 1110665"/>
                <a:gd name="csY376" fmla="*/ 171450 h 1116681"/>
                <a:gd name="csX377" fmla="*/ 382755 w 1110665"/>
                <a:gd name="csY377" fmla="*/ 170698 h 1116681"/>
                <a:gd name="csX378" fmla="*/ 383507 w 1110665"/>
                <a:gd name="csY378" fmla="*/ 169946 h 1116681"/>
                <a:gd name="csX379" fmla="*/ 385011 w 1110665"/>
                <a:gd name="csY379" fmla="*/ 167690 h 1116681"/>
                <a:gd name="csX380" fmla="*/ 385011 w 1110665"/>
                <a:gd name="csY380" fmla="*/ 166938 h 1116681"/>
                <a:gd name="csX381" fmla="*/ 385762 w 1110665"/>
                <a:gd name="csY381" fmla="*/ 166186 h 1116681"/>
                <a:gd name="csX382" fmla="*/ 387266 w 1110665"/>
                <a:gd name="csY382" fmla="*/ 164682 h 1116681"/>
                <a:gd name="csX383" fmla="*/ 388771 w 1110665"/>
                <a:gd name="csY383" fmla="*/ 162426 h 1116681"/>
                <a:gd name="csX384" fmla="*/ 390275 w 1110665"/>
                <a:gd name="csY384" fmla="*/ 160922 h 1116681"/>
                <a:gd name="csX385" fmla="*/ 391026 w 1110665"/>
                <a:gd name="csY385" fmla="*/ 159419 h 1116681"/>
                <a:gd name="csX386" fmla="*/ 391026 w 1110665"/>
                <a:gd name="csY386" fmla="*/ 158667 h 1116681"/>
                <a:gd name="csX387" fmla="*/ 391779 w 1110665"/>
                <a:gd name="csY387" fmla="*/ 154155 h 1116681"/>
                <a:gd name="csX388" fmla="*/ 391779 w 1110665"/>
                <a:gd name="csY388" fmla="*/ 152651 h 1116681"/>
                <a:gd name="csX389" fmla="*/ 392530 w 1110665"/>
                <a:gd name="csY389" fmla="*/ 151899 h 1116681"/>
                <a:gd name="csX390" fmla="*/ 394034 w 1110665"/>
                <a:gd name="csY390" fmla="*/ 149643 h 1116681"/>
                <a:gd name="csX391" fmla="*/ 396290 w 1110665"/>
                <a:gd name="csY391" fmla="*/ 147387 h 1116681"/>
                <a:gd name="csX392" fmla="*/ 398546 w 1110665"/>
                <a:gd name="csY392" fmla="*/ 144379 h 1116681"/>
                <a:gd name="csX393" fmla="*/ 400802 w 1110665"/>
                <a:gd name="csY393" fmla="*/ 139867 h 1116681"/>
                <a:gd name="csX394" fmla="*/ 404562 w 1110665"/>
                <a:gd name="csY394" fmla="*/ 130843 h 1116681"/>
                <a:gd name="csX395" fmla="*/ 405314 w 1110665"/>
                <a:gd name="csY395" fmla="*/ 129340 h 1116681"/>
                <a:gd name="csX396" fmla="*/ 405314 w 1110665"/>
                <a:gd name="csY396" fmla="*/ 128588 h 1116681"/>
                <a:gd name="csX397" fmla="*/ 405314 w 1110665"/>
                <a:gd name="csY397" fmla="*/ 127084 h 1116681"/>
                <a:gd name="csX398" fmla="*/ 405314 w 1110665"/>
                <a:gd name="csY398" fmla="*/ 126332 h 1116681"/>
                <a:gd name="csX399" fmla="*/ 403810 w 1110665"/>
                <a:gd name="csY399" fmla="*/ 124076 h 1116681"/>
                <a:gd name="csX400" fmla="*/ 403810 w 1110665"/>
                <a:gd name="csY400" fmla="*/ 123324 h 1116681"/>
                <a:gd name="csX401" fmla="*/ 403810 w 1110665"/>
                <a:gd name="csY401" fmla="*/ 120316 h 1116681"/>
                <a:gd name="csX402" fmla="*/ 403810 w 1110665"/>
                <a:gd name="csY402" fmla="*/ 118060 h 1116681"/>
                <a:gd name="csX403" fmla="*/ 404562 w 1110665"/>
                <a:gd name="csY403" fmla="*/ 112044 h 1116681"/>
                <a:gd name="csX404" fmla="*/ 404562 w 1110665"/>
                <a:gd name="csY404" fmla="*/ 109788 h 1116681"/>
                <a:gd name="csX405" fmla="*/ 403810 w 1110665"/>
                <a:gd name="csY405" fmla="*/ 108284 h 1116681"/>
                <a:gd name="csX406" fmla="*/ 403058 w 1110665"/>
                <a:gd name="csY406" fmla="*/ 106028 h 1116681"/>
                <a:gd name="csX407" fmla="*/ 402306 w 1110665"/>
                <a:gd name="csY407" fmla="*/ 105276 h 1116681"/>
                <a:gd name="csX408" fmla="*/ 402306 w 1110665"/>
                <a:gd name="csY408" fmla="*/ 104524 h 1116681"/>
                <a:gd name="csX409" fmla="*/ 403058 w 1110665"/>
                <a:gd name="csY409" fmla="*/ 103773 h 1116681"/>
                <a:gd name="csX410" fmla="*/ 403810 w 1110665"/>
                <a:gd name="csY410" fmla="*/ 103020 h 1116681"/>
                <a:gd name="csX411" fmla="*/ 404562 w 1110665"/>
                <a:gd name="csY411" fmla="*/ 103020 h 1116681"/>
                <a:gd name="csX412" fmla="*/ 406818 w 1110665"/>
                <a:gd name="csY412" fmla="*/ 101516 h 1116681"/>
                <a:gd name="csX413" fmla="*/ 407570 w 1110665"/>
                <a:gd name="csY413" fmla="*/ 101516 h 1116681"/>
                <a:gd name="csX414" fmla="*/ 408322 w 1110665"/>
                <a:gd name="csY414" fmla="*/ 100764 h 1116681"/>
                <a:gd name="csX415" fmla="*/ 408322 w 1110665"/>
                <a:gd name="csY415" fmla="*/ 100013 h 1116681"/>
                <a:gd name="csX416" fmla="*/ 408322 w 1110665"/>
                <a:gd name="csY416" fmla="*/ 99261 h 1116681"/>
                <a:gd name="csX417" fmla="*/ 408322 w 1110665"/>
                <a:gd name="csY417" fmla="*/ 98509 h 1116681"/>
                <a:gd name="csX418" fmla="*/ 407570 w 1110665"/>
                <a:gd name="csY418" fmla="*/ 97757 h 1116681"/>
                <a:gd name="csX419" fmla="*/ 406066 w 1110665"/>
                <a:gd name="csY419" fmla="*/ 97005 h 1116681"/>
                <a:gd name="csX420" fmla="*/ 406066 w 1110665"/>
                <a:gd name="csY420" fmla="*/ 95501 h 1116681"/>
                <a:gd name="csX421" fmla="*/ 406066 w 1110665"/>
                <a:gd name="csY421" fmla="*/ 94749 h 1116681"/>
                <a:gd name="csX422" fmla="*/ 406818 w 1110665"/>
                <a:gd name="csY422" fmla="*/ 94749 h 1116681"/>
                <a:gd name="csX423" fmla="*/ 407570 w 1110665"/>
                <a:gd name="csY423" fmla="*/ 93245 h 1116681"/>
                <a:gd name="csX424" fmla="*/ 412834 w 1110665"/>
                <a:gd name="csY424" fmla="*/ 90237 h 1116681"/>
                <a:gd name="csX425" fmla="*/ 413586 w 1110665"/>
                <a:gd name="csY425" fmla="*/ 89485 h 1116681"/>
                <a:gd name="csX426" fmla="*/ 415090 w 1110665"/>
                <a:gd name="csY426" fmla="*/ 87981 h 1116681"/>
                <a:gd name="csX427" fmla="*/ 415841 w 1110665"/>
                <a:gd name="csY427" fmla="*/ 86477 h 1116681"/>
                <a:gd name="csX428" fmla="*/ 416594 w 1110665"/>
                <a:gd name="csY428" fmla="*/ 84973 h 1116681"/>
                <a:gd name="csX429" fmla="*/ 418849 w 1110665"/>
                <a:gd name="csY429" fmla="*/ 73694 h 1116681"/>
                <a:gd name="csX430" fmla="*/ 418849 w 1110665"/>
                <a:gd name="csY430" fmla="*/ 71438 h 1116681"/>
                <a:gd name="csX431" fmla="*/ 418849 w 1110665"/>
                <a:gd name="csY431" fmla="*/ 69934 h 1116681"/>
                <a:gd name="csX432" fmla="*/ 418098 w 1110665"/>
                <a:gd name="csY432" fmla="*/ 68430 h 1116681"/>
                <a:gd name="csX433" fmla="*/ 421105 w 1110665"/>
                <a:gd name="csY433" fmla="*/ 62414 h 1116681"/>
                <a:gd name="csX434" fmla="*/ 421858 w 1110665"/>
                <a:gd name="csY434" fmla="*/ 58654 h 1116681"/>
                <a:gd name="csX435" fmla="*/ 421858 w 1110665"/>
                <a:gd name="csY435" fmla="*/ 57150 h 1116681"/>
                <a:gd name="csX436" fmla="*/ 421858 w 1110665"/>
                <a:gd name="csY436" fmla="*/ 55646 h 1116681"/>
                <a:gd name="csX437" fmla="*/ 422609 w 1110665"/>
                <a:gd name="csY437" fmla="*/ 52638 h 1116681"/>
                <a:gd name="csX438" fmla="*/ 423361 w 1110665"/>
                <a:gd name="csY438" fmla="*/ 51134 h 1116681"/>
                <a:gd name="csX439" fmla="*/ 422609 w 1110665"/>
                <a:gd name="csY439" fmla="*/ 49630 h 1116681"/>
                <a:gd name="csX440" fmla="*/ 424113 w 1110665"/>
                <a:gd name="csY440" fmla="*/ 46622 h 1116681"/>
                <a:gd name="csX441" fmla="*/ 424865 w 1110665"/>
                <a:gd name="csY441" fmla="*/ 45118 h 1116681"/>
                <a:gd name="csX442" fmla="*/ 426369 w 1110665"/>
                <a:gd name="csY442" fmla="*/ 44366 h 1116681"/>
                <a:gd name="csX443" fmla="*/ 427873 w 1110665"/>
                <a:gd name="csY443" fmla="*/ 42863 h 1116681"/>
                <a:gd name="csX444" fmla="*/ 428625 w 1110665"/>
                <a:gd name="csY444" fmla="*/ 40607 h 1116681"/>
                <a:gd name="csX445" fmla="*/ 429377 w 1110665"/>
                <a:gd name="csY445" fmla="*/ 39103 h 1116681"/>
                <a:gd name="csX446" fmla="*/ 429377 w 1110665"/>
                <a:gd name="csY446" fmla="*/ 37599 h 1116681"/>
                <a:gd name="csX447" fmla="*/ 430129 w 1110665"/>
                <a:gd name="csY447" fmla="*/ 35343 h 1116681"/>
                <a:gd name="csX448" fmla="*/ 430881 w 1110665"/>
                <a:gd name="csY448" fmla="*/ 33087 h 1116681"/>
                <a:gd name="csX449" fmla="*/ 435393 w 1110665"/>
                <a:gd name="csY449" fmla="*/ 27823 h 1116681"/>
                <a:gd name="csX450" fmla="*/ 436897 w 1110665"/>
                <a:gd name="csY450" fmla="*/ 26319 h 1116681"/>
                <a:gd name="csX451" fmla="*/ 437649 w 1110665"/>
                <a:gd name="csY451" fmla="*/ 24815 h 1116681"/>
                <a:gd name="csX452" fmla="*/ 437649 w 1110665"/>
                <a:gd name="csY452" fmla="*/ 23311 h 1116681"/>
                <a:gd name="csX453" fmla="*/ 438401 w 1110665"/>
                <a:gd name="csY453" fmla="*/ 21807 h 1116681"/>
                <a:gd name="csX454" fmla="*/ 439905 w 1110665"/>
                <a:gd name="csY454" fmla="*/ 20303 h 1116681"/>
                <a:gd name="csX455" fmla="*/ 441409 w 1110665"/>
                <a:gd name="csY455" fmla="*/ 20303 h 1116681"/>
                <a:gd name="csX456" fmla="*/ 442160 w 1110665"/>
                <a:gd name="csY456" fmla="*/ 19551 h 1116681"/>
                <a:gd name="csX457" fmla="*/ 442160 w 1110665"/>
                <a:gd name="csY457" fmla="*/ 18047 h 1116681"/>
                <a:gd name="csX458" fmla="*/ 442913 w 1110665"/>
                <a:gd name="csY458" fmla="*/ 17296 h 1116681"/>
                <a:gd name="csX459" fmla="*/ 443664 w 1110665"/>
                <a:gd name="csY459" fmla="*/ 16544 h 1116681"/>
                <a:gd name="csX460" fmla="*/ 445169 w 1110665"/>
                <a:gd name="csY460" fmla="*/ 16544 h 1116681"/>
                <a:gd name="csX461" fmla="*/ 445920 w 1110665"/>
                <a:gd name="csY461" fmla="*/ 15039 h 1116681"/>
                <a:gd name="csX462" fmla="*/ 446673 w 1110665"/>
                <a:gd name="csY462" fmla="*/ 14287 h 1116681"/>
                <a:gd name="csX463" fmla="*/ 448928 w 1110665"/>
                <a:gd name="csY463" fmla="*/ 12032 h 1116681"/>
                <a:gd name="csX464" fmla="*/ 452688 w 1110665"/>
                <a:gd name="csY464" fmla="*/ 10528 h 1116681"/>
                <a:gd name="csX465" fmla="*/ 455696 w 1110665"/>
                <a:gd name="csY465" fmla="*/ 7520 h 1116681"/>
                <a:gd name="csX466" fmla="*/ 468480 w 1110665"/>
                <a:gd name="csY466" fmla="*/ 0 h 1116681"/>
                <a:gd name="csX467" fmla="*/ 470736 w 1110665"/>
                <a:gd name="csY467" fmla="*/ 1504 h 1116681"/>
                <a:gd name="csX468" fmla="*/ 471488 w 1110665"/>
                <a:gd name="csY468" fmla="*/ 2256 h 1116681"/>
                <a:gd name="csX469" fmla="*/ 472239 w 1110665"/>
                <a:gd name="csY469" fmla="*/ 3760 h 1116681"/>
                <a:gd name="csX470" fmla="*/ 472239 w 1110665"/>
                <a:gd name="csY470" fmla="*/ 6016 h 1116681"/>
                <a:gd name="csX471" fmla="*/ 472239 w 1110665"/>
                <a:gd name="csY471" fmla="*/ 8272 h 1116681"/>
                <a:gd name="csX472" fmla="*/ 471488 w 1110665"/>
                <a:gd name="csY472" fmla="*/ 10528 h 1116681"/>
                <a:gd name="csX473" fmla="*/ 470736 w 1110665"/>
                <a:gd name="csY473" fmla="*/ 12032 h 1116681"/>
                <a:gd name="csX474" fmla="*/ 463216 w 1110665"/>
                <a:gd name="csY474" fmla="*/ 20303 h 1116681"/>
                <a:gd name="csX475" fmla="*/ 461712 w 1110665"/>
                <a:gd name="csY475" fmla="*/ 21807 h 1116681"/>
                <a:gd name="csX476" fmla="*/ 460960 w 1110665"/>
                <a:gd name="csY476" fmla="*/ 23311 h 1116681"/>
                <a:gd name="csX477" fmla="*/ 460960 w 1110665"/>
                <a:gd name="csY477" fmla="*/ 24815 h 1116681"/>
                <a:gd name="csX478" fmla="*/ 460960 w 1110665"/>
                <a:gd name="csY478" fmla="*/ 26319 h 1116681"/>
                <a:gd name="csX479" fmla="*/ 461712 w 1110665"/>
                <a:gd name="csY479" fmla="*/ 33839 h 1116681"/>
                <a:gd name="csX480" fmla="*/ 461712 w 1110665"/>
                <a:gd name="csY480" fmla="*/ 36095 h 1116681"/>
                <a:gd name="csX481" fmla="*/ 460960 w 1110665"/>
                <a:gd name="csY481" fmla="*/ 39103 h 1116681"/>
                <a:gd name="csX482" fmla="*/ 460208 w 1110665"/>
                <a:gd name="csY482" fmla="*/ 41359 h 1116681"/>
                <a:gd name="csX483" fmla="*/ 451936 w 1110665"/>
                <a:gd name="csY483" fmla="*/ 52638 h 1116681"/>
                <a:gd name="csX484" fmla="*/ 451184 w 1110665"/>
                <a:gd name="csY484" fmla="*/ 55646 h 1116681"/>
                <a:gd name="csX485" fmla="*/ 450432 w 1110665"/>
                <a:gd name="csY485" fmla="*/ 57902 h 1116681"/>
                <a:gd name="csX486" fmla="*/ 449680 w 1110665"/>
                <a:gd name="csY486" fmla="*/ 60158 h 1116681"/>
                <a:gd name="csX487" fmla="*/ 450432 w 1110665"/>
                <a:gd name="csY487" fmla="*/ 75949 h 1116681"/>
                <a:gd name="csX488" fmla="*/ 451184 w 1110665"/>
                <a:gd name="csY488" fmla="*/ 78957 h 1116681"/>
                <a:gd name="csX489" fmla="*/ 452688 w 1110665"/>
                <a:gd name="csY489" fmla="*/ 80461 h 1116681"/>
                <a:gd name="csX490" fmla="*/ 454944 w 1110665"/>
                <a:gd name="csY490" fmla="*/ 82717 h 1116681"/>
                <a:gd name="csX491" fmla="*/ 483519 w 1110665"/>
                <a:gd name="csY491" fmla="*/ 96253 h 1116681"/>
                <a:gd name="csX492" fmla="*/ 491039 w 1110665"/>
                <a:gd name="csY492" fmla="*/ 96253 h 1116681"/>
                <a:gd name="csX493" fmla="*/ 492543 w 1110665"/>
                <a:gd name="csY493" fmla="*/ 95501 h 1116681"/>
                <a:gd name="csX494" fmla="*/ 494047 w 1110665"/>
                <a:gd name="csY494" fmla="*/ 96253 h 1116681"/>
                <a:gd name="csX495" fmla="*/ 496303 w 1110665"/>
                <a:gd name="csY495" fmla="*/ 97005 h 1116681"/>
                <a:gd name="csX496" fmla="*/ 504575 w 1110665"/>
                <a:gd name="csY496" fmla="*/ 103773 h 1116681"/>
                <a:gd name="csX497" fmla="*/ 539165 w 1110665"/>
                <a:gd name="csY497" fmla="*/ 120316 h 1116681"/>
                <a:gd name="csX498" fmla="*/ 557213 w 1110665"/>
                <a:gd name="csY498" fmla="*/ 121820 h 1116681"/>
                <a:gd name="csX499" fmla="*/ 564733 w 1110665"/>
                <a:gd name="csY499" fmla="*/ 124076 h 1116681"/>
                <a:gd name="csX500" fmla="*/ 579772 w 1110665"/>
                <a:gd name="csY500" fmla="*/ 130843 h 1116681"/>
                <a:gd name="csX501" fmla="*/ 582780 w 1110665"/>
                <a:gd name="csY501" fmla="*/ 131595 h 1116681"/>
                <a:gd name="csX502" fmla="*/ 585035 w 1110665"/>
                <a:gd name="csY502" fmla="*/ 131595 h 1116681"/>
                <a:gd name="csX503" fmla="*/ 585788 w 1110665"/>
                <a:gd name="csY503" fmla="*/ 130092 h 1116681"/>
                <a:gd name="csX504" fmla="*/ 586540 w 1110665"/>
                <a:gd name="csY504" fmla="*/ 128588 h 1116681"/>
                <a:gd name="csX505" fmla="*/ 586540 w 1110665"/>
                <a:gd name="csY505" fmla="*/ 127836 h 1116681"/>
                <a:gd name="csX506" fmla="*/ 587292 w 1110665"/>
                <a:gd name="csY506" fmla="*/ 126332 h 1116681"/>
                <a:gd name="csX507" fmla="*/ 586540 w 1110665"/>
                <a:gd name="csY507" fmla="*/ 121820 h 1116681"/>
                <a:gd name="csX508" fmla="*/ 587292 w 1110665"/>
                <a:gd name="csY508" fmla="*/ 118812 h 1116681"/>
                <a:gd name="csX509" fmla="*/ 588795 w 1110665"/>
                <a:gd name="csY509" fmla="*/ 113548 h 1116681"/>
                <a:gd name="csX510" fmla="*/ 597819 w 1110665"/>
                <a:gd name="csY510" fmla="*/ 93245 h 1116681"/>
                <a:gd name="csX511" fmla="*/ 621882 w 1110665"/>
                <a:gd name="csY511" fmla="*/ 51886 h 1116681"/>
                <a:gd name="csX512" fmla="*/ 633914 w 1110665"/>
                <a:gd name="csY512" fmla="*/ 42863 h 1116681"/>
                <a:gd name="csX513" fmla="*/ 639930 w 1110665"/>
                <a:gd name="csY513" fmla="*/ 39103 h 1116681"/>
                <a:gd name="csX514" fmla="*/ 641434 w 1110665"/>
                <a:gd name="csY514" fmla="*/ 39103 h 1116681"/>
                <a:gd name="csX515" fmla="*/ 642186 w 1110665"/>
                <a:gd name="csY515" fmla="*/ 39103 h 1116681"/>
                <a:gd name="csX516" fmla="*/ 642186 w 1110665"/>
                <a:gd name="csY516" fmla="*/ 39855 h 1116681"/>
                <a:gd name="csX517" fmla="*/ 640682 w 1110665"/>
                <a:gd name="csY517" fmla="*/ 47374 h 1116681"/>
                <a:gd name="csX518" fmla="*/ 640682 w 1110665"/>
                <a:gd name="csY518" fmla="*/ 48878 h 1116681"/>
                <a:gd name="csX519" fmla="*/ 640682 w 1110665"/>
                <a:gd name="csY519" fmla="*/ 50382 h 1116681"/>
                <a:gd name="csX520" fmla="*/ 641434 w 1110665"/>
                <a:gd name="csY520" fmla="*/ 51134 h 1116681"/>
                <a:gd name="csX521" fmla="*/ 641434 w 1110665"/>
                <a:gd name="csY521" fmla="*/ 52638 h 1116681"/>
                <a:gd name="csX522" fmla="*/ 642186 w 1110665"/>
                <a:gd name="csY522" fmla="*/ 53390 h 1116681"/>
                <a:gd name="csX523" fmla="*/ 643690 w 1110665"/>
                <a:gd name="csY523" fmla="*/ 54142 h 1116681"/>
                <a:gd name="csX524" fmla="*/ 654217 w 1110665"/>
                <a:gd name="csY524" fmla="*/ 59406 h 1116681"/>
                <a:gd name="csX525" fmla="*/ 663993 w 1110665"/>
                <a:gd name="csY525" fmla="*/ 66926 h 1116681"/>
                <a:gd name="csX526" fmla="*/ 667001 w 1110665"/>
                <a:gd name="csY526" fmla="*/ 69934 h 1116681"/>
                <a:gd name="csX527" fmla="*/ 669257 w 1110665"/>
                <a:gd name="csY527" fmla="*/ 72942 h 1116681"/>
                <a:gd name="csX528" fmla="*/ 671512 w 1110665"/>
                <a:gd name="csY528" fmla="*/ 77453 h 1116681"/>
                <a:gd name="csX529" fmla="*/ 673769 w 1110665"/>
                <a:gd name="csY529" fmla="*/ 81965 h 1116681"/>
                <a:gd name="csX530" fmla="*/ 673769 w 1110665"/>
                <a:gd name="csY530" fmla="*/ 84221 h 1116681"/>
                <a:gd name="csX531" fmla="*/ 673769 w 1110665"/>
                <a:gd name="csY531" fmla="*/ 85725 h 1116681"/>
                <a:gd name="csX532" fmla="*/ 673016 w 1110665"/>
                <a:gd name="csY532" fmla="*/ 92493 h 1116681"/>
                <a:gd name="csX533" fmla="*/ 673016 w 1110665"/>
                <a:gd name="csY533" fmla="*/ 93245 h 1116681"/>
                <a:gd name="csX534" fmla="*/ 673016 w 1110665"/>
                <a:gd name="csY534" fmla="*/ 94749 h 1116681"/>
                <a:gd name="csX535" fmla="*/ 673016 w 1110665"/>
                <a:gd name="csY535" fmla="*/ 96253 h 1116681"/>
                <a:gd name="csX536" fmla="*/ 673769 w 1110665"/>
                <a:gd name="csY536" fmla="*/ 98509 h 1116681"/>
                <a:gd name="csX537" fmla="*/ 676776 w 1110665"/>
                <a:gd name="csY537" fmla="*/ 104524 h 1116681"/>
                <a:gd name="csX538" fmla="*/ 678280 w 1110665"/>
                <a:gd name="csY538" fmla="*/ 108284 h 1116681"/>
                <a:gd name="csX539" fmla="*/ 679032 w 1110665"/>
                <a:gd name="csY539" fmla="*/ 125580 h 1116681"/>
                <a:gd name="csX540" fmla="*/ 676776 w 1110665"/>
                <a:gd name="csY540" fmla="*/ 137611 h 1116681"/>
                <a:gd name="csX541" fmla="*/ 676025 w 1110665"/>
                <a:gd name="csY541" fmla="*/ 139867 h 1116681"/>
                <a:gd name="csX542" fmla="*/ 676025 w 1110665"/>
                <a:gd name="csY542" fmla="*/ 142123 h 1116681"/>
                <a:gd name="csX543" fmla="*/ 676776 w 1110665"/>
                <a:gd name="csY543" fmla="*/ 143627 h 1116681"/>
                <a:gd name="csX544" fmla="*/ 677529 w 1110665"/>
                <a:gd name="csY544" fmla="*/ 147387 h 1116681"/>
                <a:gd name="csX545" fmla="*/ 678280 w 1110665"/>
                <a:gd name="csY545" fmla="*/ 149643 h 1116681"/>
                <a:gd name="csX546" fmla="*/ 679032 w 1110665"/>
                <a:gd name="csY546" fmla="*/ 151147 h 1116681"/>
                <a:gd name="csX547" fmla="*/ 679784 w 1110665"/>
                <a:gd name="csY547" fmla="*/ 151899 h 1116681"/>
                <a:gd name="csX548" fmla="*/ 680536 w 1110665"/>
                <a:gd name="csY548" fmla="*/ 152651 h 1116681"/>
                <a:gd name="csX549" fmla="*/ 681288 w 1110665"/>
                <a:gd name="csY549" fmla="*/ 152651 h 1116681"/>
                <a:gd name="csX550" fmla="*/ 682040 w 1110665"/>
                <a:gd name="csY550" fmla="*/ 152651 h 1116681"/>
                <a:gd name="csX551" fmla="*/ 687304 w 1110665"/>
                <a:gd name="csY551" fmla="*/ 148891 h 1116681"/>
                <a:gd name="csX552" fmla="*/ 689560 w 1110665"/>
                <a:gd name="csY552" fmla="*/ 147387 h 1116681"/>
                <a:gd name="csX553" fmla="*/ 690312 w 1110665"/>
                <a:gd name="csY553" fmla="*/ 145883 h 1116681"/>
                <a:gd name="csX554" fmla="*/ 690312 w 1110665"/>
                <a:gd name="csY554" fmla="*/ 145131 h 1116681"/>
                <a:gd name="csX555" fmla="*/ 691064 w 1110665"/>
                <a:gd name="csY555" fmla="*/ 144379 h 1116681"/>
                <a:gd name="csX556" fmla="*/ 691816 w 1110665"/>
                <a:gd name="csY556" fmla="*/ 142123 h 1116681"/>
                <a:gd name="csX557" fmla="*/ 693320 w 1110665"/>
                <a:gd name="csY557" fmla="*/ 134603 h 1116681"/>
                <a:gd name="csX558" fmla="*/ 693320 w 1110665"/>
                <a:gd name="csY558" fmla="*/ 125580 h 1116681"/>
                <a:gd name="csX559" fmla="*/ 694072 w 1110665"/>
                <a:gd name="csY559" fmla="*/ 121820 h 1116681"/>
                <a:gd name="csX560" fmla="*/ 694824 w 1110665"/>
                <a:gd name="csY560" fmla="*/ 120316 h 1116681"/>
                <a:gd name="csX561" fmla="*/ 695576 w 1110665"/>
                <a:gd name="csY561" fmla="*/ 118812 h 1116681"/>
                <a:gd name="csX562" fmla="*/ 697080 w 1110665"/>
                <a:gd name="csY562" fmla="*/ 118060 h 1116681"/>
                <a:gd name="csX563" fmla="*/ 698584 w 1110665"/>
                <a:gd name="csY563" fmla="*/ 117308 h 1116681"/>
                <a:gd name="csX564" fmla="*/ 700088 w 1110665"/>
                <a:gd name="csY564" fmla="*/ 116556 h 1116681"/>
                <a:gd name="csX565" fmla="*/ 703095 w 1110665"/>
                <a:gd name="csY565" fmla="*/ 116556 h 1116681"/>
                <a:gd name="csX566" fmla="*/ 705351 w 1110665"/>
                <a:gd name="csY566" fmla="*/ 117308 h 1116681"/>
                <a:gd name="csX567" fmla="*/ 707608 w 1110665"/>
                <a:gd name="csY567" fmla="*/ 118060 h 1116681"/>
                <a:gd name="csX568" fmla="*/ 716631 w 1110665"/>
                <a:gd name="csY568" fmla="*/ 121820 h 1116681"/>
                <a:gd name="csX569" fmla="*/ 721143 w 1110665"/>
                <a:gd name="csY569" fmla="*/ 123324 h 1116681"/>
                <a:gd name="csX570" fmla="*/ 733174 w 1110665"/>
                <a:gd name="csY570" fmla="*/ 123324 h 1116681"/>
                <a:gd name="csX571" fmla="*/ 736182 w 1110665"/>
                <a:gd name="csY571" fmla="*/ 122572 h 1116681"/>
                <a:gd name="csX572" fmla="*/ 738438 w 1110665"/>
                <a:gd name="csY572" fmla="*/ 121820 h 1116681"/>
                <a:gd name="csX573" fmla="*/ 741446 w 1110665"/>
                <a:gd name="csY573" fmla="*/ 121068 h 1116681"/>
                <a:gd name="csX574" fmla="*/ 745206 w 1110665"/>
                <a:gd name="csY574" fmla="*/ 119564 h 1116681"/>
                <a:gd name="csX575" fmla="*/ 760246 w 1110665"/>
                <a:gd name="csY575" fmla="*/ 107532 h 1116681"/>
                <a:gd name="csX576" fmla="*/ 764006 w 1110665"/>
                <a:gd name="csY576" fmla="*/ 105276 h 1116681"/>
                <a:gd name="csX577" fmla="*/ 769269 w 1110665"/>
                <a:gd name="csY577" fmla="*/ 103020 h 1116681"/>
                <a:gd name="csX578" fmla="*/ 771525 w 1110665"/>
                <a:gd name="csY578" fmla="*/ 103020 h 1116681"/>
                <a:gd name="csX579" fmla="*/ 772277 w 1110665"/>
                <a:gd name="csY579" fmla="*/ 103773 h 1116681"/>
                <a:gd name="csX580" fmla="*/ 773029 w 1110665"/>
                <a:gd name="csY580" fmla="*/ 104524 h 1116681"/>
                <a:gd name="csX581" fmla="*/ 773029 w 1110665"/>
                <a:gd name="csY581" fmla="*/ 105276 h 1116681"/>
                <a:gd name="csX582" fmla="*/ 773029 w 1110665"/>
                <a:gd name="csY582" fmla="*/ 106028 h 1116681"/>
                <a:gd name="csX583" fmla="*/ 772277 w 1110665"/>
                <a:gd name="csY583" fmla="*/ 107532 h 1116681"/>
                <a:gd name="csX584" fmla="*/ 769269 w 1110665"/>
                <a:gd name="csY584" fmla="*/ 115804 h 1116681"/>
                <a:gd name="csX585" fmla="*/ 767765 w 1110665"/>
                <a:gd name="csY585" fmla="*/ 119564 h 1116681"/>
                <a:gd name="csX586" fmla="*/ 768517 w 1110665"/>
                <a:gd name="csY586" fmla="*/ 120316 h 1116681"/>
                <a:gd name="csX587" fmla="*/ 768517 w 1110665"/>
                <a:gd name="csY587" fmla="*/ 121068 h 1116681"/>
                <a:gd name="csX588" fmla="*/ 772277 w 1110665"/>
                <a:gd name="csY588" fmla="*/ 120316 h 1116681"/>
                <a:gd name="csX589" fmla="*/ 775285 w 1110665"/>
                <a:gd name="csY589" fmla="*/ 121068 h 1116681"/>
                <a:gd name="csX590" fmla="*/ 779045 w 1110665"/>
                <a:gd name="csY590" fmla="*/ 121820 h 1116681"/>
                <a:gd name="csX591" fmla="*/ 782805 w 1110665"/>
                <a:gd name="csY591" fmla="*/ 123324 h 1116681"/>
                <a:gd name="csX592" fmla="*/ 788068 w 1110665"/>
                <a:gd name="csY592" fmla="*/ 127084 h 1116681"/>
                <a:gd name="csX593" fmla="*/ 794085 w 1110665"/>
                <a:gd name="csY593" fmla="*/ 131595 h 1116681"/>
                <a:gd name="csX594" fmla="*/ 797092 w 1110665"/>
                <a:gd name="csY594" fmla="*/ 133099 h 1116681"/>
                <a:gd name="csX595" fmla="*/ 798596 w 1110665"/>
                <a:gd name="csY595" fmla="*/ 133099 h 1116681"/>
                <a:gd name="csX596" fmla="*/ 800100 w 1110665"/>
                <a:gd name="csY596" fmla="*/ 132347 h 1116681"/>
                <a:gd name="csX597" fmla="*/ 801604 w 1110665"/>
                <a:gd name="csY597" fmla="*/ 130843 h 1116681"/>
                <a:gd name="csX598" fmla="*/ 802356 w 1110665"/>
                <a:gd name="csY598" fmla="*/ 130092 h 1116681"/>
                <a:gd name="csX599" fmla="*/ 803860 w 1110665"/>
                <a:gd name="csY599" fmla="*/ 130843 h 1116681"/>
                <a:gd name="csX600" fmla="*/ 806116 w 1110665"/>
                <a:gd name="csY600" fmla="*/ 131595 h 1116681"/>
                <a:gd name="csX601" fmla="*/ 809876 w 1110665"/>
                <a:gd name="csY601" fmla="*/ 134603 h 1116681"/>
                <a:gd name="csX602" fmla="*/ 815891 w 1110665"/>
                <a:gd name="csY602" fmla="*/ 138363 h 1116681"/>
                <a:gd name="csX603" fmla="*/ 842963 w 1110665"/>
                <a:gd name="csY603" fmla="*/ 148139 h 1116681"/>
                <a:gd name="csX604" fmla="*/ 844466 w 1110665"/>
                <a:gd name="csY604" fmla="*/ 148139 h 1116681"/>
                <a:gd name="csX605" fmla="*/ 845970 w 1110665"/>
                <a:gd name="csY605" fmla="*/ 147387 h 1116681"/>
                <a:gd name="csX606" fmla="*/ 846723 w 1110665"/>
                <a:gd name="csY606" fmla="*/ 146635 h 1116681"/>
                <a:gd name="csX607" fmla="*/ 846723 w 1110665"/>
                <a:gd name="csY607" fmla="*/ 144379 h 1116681"/>
                <a:gd name="csX608" fmla="*/ 845970 w 1110665"/>
                <a:gd name="csY608" fmla="*/ 142875 h 1116681"/>
                <a:gd name="csX609" fmla="*/ 836947 w 1110665"/>
                <a:gd name="csY609" fmla="*/ 123324 h 1116681"/>
                <a:gd name="csX610" fmla="*/ 836195 w 1110665"/>
                <a:gd name="csY610" fmla="*/ 120316 h 1116681"/>
                <a:gd name="csX611" fmla="*/ 836195 w 1110665"/>
                <a:gd name="csY611" fmla="*/ 118812 h 1116681"/>
                <a:gd name="csX612" fmla="*/ 836195 w 1110665"/>
                <a:gd name="csY612" fmla="*/ 118060 h 1116681"/>
                <a:gd name="csX613" fmla="*/ 836947 w 1110665"/>
                <a:gd name="csY613" fmla="*/ 116556 h 1116681"/>
                <a:gd name="csX614" fmla="*/ 836947 w 1110665"/>
                <a:gd name="csY614" fmla="*/ 115804 h 1116681"/>
                <a:gd name="csX615" fmla="*/ 838451 w 1110665"/>
                <a:gd name="csY615" fmla="*/ 115052 h 1116681"/>
                <a:gd name="csX616" fmla="*/ 844466 w 1110665"/>
                <a:gd name="csY616" fmla="*/ 109788 h 1116681"/>
                <a:gd name="csX617" fmla="*/ 845219 w 1110665"/>
                <a:gd name="csY617" fmla="*/ 109036 h 1116681"/>
                <a:gd name="csX618" fmla="*/ 846723 w 1110665"/>
                <a:gd name="csY618" fmla="*/ 109036 h 1116681"/>
                <a:gd name="csX619" fmla="*/ 847474 w 1110665"/>
                <a:gd name="csY619" fmla="*/ 109036 h 1116681"/>
                <a:gd name="csX620" fmla="*/ 848226 w 1110665"/>
                <a:gd name="csY620" fmla="*/ 109036 h 1116681"/>
                <a:gd name="csX621" fmla="*/ 848226 w 1110665"/>
                <a:gd name="csY621" fmla="*/ 109788 h 1116681"/>
                <a:gd name="csX622" fmla="*/ 848979 w 1110665"/>
                <a:gd name="csY622" fmla="*/ 110540 h 1116681"/>
                <a:gd name="csX623" fmla="*/ 849730 w 1110665"/>
                <a:gd name="csY623" fmla="*/ 113548 h 1116681"/>
                <a:gd name="csX624" fmla="*/ 851234 w 1110665"/>
                <a:gd name="csY624" fmla="*/ 115804 h 1116681"/>
                <a:gd name="csX625" fmla="*/ 855746 w 1110665"/>
                <a:gd name="csY625" fmla="*/ 119564 h 1116681"/>
                <a:gd name="csX626" fmla="*/ 855746 w 1110665"/>
                <a:gd name="csY626" fmla="*/ 120316 h 1116681"/>
                <a:gd name="csX627" fmla="*/ 856498 w 1110665"/>
                <a:gd name="csY627" fmla="*/ 121068 h 1116681"/>
                <a:gd name="csX628" fmla="*/ 856498 w 1110665"/>
                <a:gd name="csY628" fmla="*/ 121820 h 1116681"/>
                <a:gd name="csX629" fmla="*/ 856498 w 1110665"/>
                <a:gd name="csY629" fmla="*/ 124076 h 1116681"/>
                <a:gd name="csX630" fmla="*/ 856498 w 1110665"/>
                <a:gd name="csY630" fmla="*/ 124828 h 1116681"/>
                <a:gd name="csX631" fmla="*/ 857250 w 1110665"/>
                <a:gd name="csY631" fmla="*/ 125580 h 1116681"/>
                <a:gd name="csX632" fmla="*/ 861762 w 1110665"/>
                <a:gd name="csY632" fmla="*/ 130843 h 1116681"/>
                <a:gd name="csX633" fmla="*/ 861762 w 1110665"/>
                <a:gd name="csY633" fmla="*/ 131595 h 1116681"/>
                <a:gd name="csX634" fmla="*/ 862514 w 1110665"/>
                <a:gd name="csY634" fmla="*/ 131595 h 1116681"/>
                <a:gd name="csX635" fmla="*/ 862514 w 1110665"/>
                <a:gd name="csY635" fmla="*/ 132347 h 1116681"/>
                <a:gd name="csX636" fmla="*/ 862514 w 1110665"/>
                <a:gd name="csY636" fmla="*/ 133099 h 1116681"/>
                <a:gd name="csX637" fmla="*/ 862514 w 1110665"/>
                <a:gd name="csY637" fmla="*/ 133851 h 1116681"/>
                <a:gd name="csX638" fmla="*/ 864018 w 1110665"/>
                <a:gd name="csY638" fmla="*/ 138363 h 1116681"/>
                <a:gd name="csX639" fmla="*/ 864018 w 1110665"/>
                <a:gd name="csY639" fmla="*/ 139115 h 1116681"/>
                <a:gd name="csX640" fmla="*/ 864770 w 1110665"/>
                <a:gd name="csY640" fmla="*/ 139115 h 1116681"/>
                <a:gd name="csX641" fmla="*/ 865522 w 1110665"/>
                <a:gd name="csY641" fmla="*/ 139115 h 1116681"/>
                <a:gd name="csX642" fmla="*/ 866274 w 1110665"/>
                <a:gd name="csY642" fmla="*/ 136859 h 1116681"/>
                <a:gd name="csX643" fmla="*/ 867026 w 1110665"/>
                <a:gd name="csY643" fmla="*/ 136107 h 1116681"/>
                <a:gd name="csX644" fmla="*/ 867778 w 1110665"/>
                <a:gd name="csY644" fmla="*/ 135355 h 1116681"/>
                <a:gd name="csX645" fmla="*/ 867778 w 1110665"/>
                <a:gd name="csY645" fmla="*/ 134603 h 1116681"/>
                <a:gd name="csX646" fmla="*/ 868530 w 1110665"/>
                <a:gd name="csY646" fmla="*/ 133851 h 1116681"/>
                <a:gd name="csX647" fmla="*/ 868530 w 1110665"/>
                <a:gd name="csY647" fmla="*/ 133099 h 1116681"/>
                <a:gd name="csX648" fmla="*/ 879057 w 1110665"/>
                <a:gd name="csY648" fmla="*/ 131595 h 1116681"/>
                <a:gd name="csX649" fmla="*/ 882817 w 1110665"/>
                <a:gd name="csY649" fmla="*/ 130092 h 1116681"/>
                <a:gd name="csX650" fmla="*/ 885073 w 1110665"/>
                <a:gd name="csY650" fmla="*/ 127836 h 1116681"/>
                <a:gd name="csX651" fmla="*/ 895601 w 1110665"/>
                <a:gd name="csY651" fmla="*/ 124076 h 1116681"/>
                <a:gd name="csX652" fmla="*/ 897857 w 1110665"/>
                <a:gd name="csY652" fmla="*/ 123324 h 1116681"/>
                <a:gd name="csX653" fmla="*/ 898609 w 1110665"/>
                <a:gd name="csY653" fmla="*/ 123324 h 1116681"/>
                <a:gd name="csX654" fmla="*/ 901617 w 1110665"/>
                <a:gd name="csY654" fmla="*/ 123324 h 1116681"/>
                <a:gd name="csX655" fmla="*/ 902368 w 1110665"/>
                <a:gd name="csY655" fmla="*/ 123324 h 1116681"/>
                <a:gd name="csX656" fmla="*/ 903121 w 1110665"/>
                <a:gd name="csY656" fmla="*/ 122572 h 1116681"/>
                <a:gd name="csX657" fmla="*/ 904624 w 1110665"/>
                <a:gd name="csY657" fmla="*/ 121820 h 1116681"/>
                <a:gd name="csX658" fmla="*/ 931696 w 1110665"/>
                <a:gd name="csY658" fmla="*/ 107532 h 1116681"/>
                <a:gd name="csX659" fmla="*/ 938463 w 1110665"/>
                <a:gd name="csY659" fmla="*/ 106028 h 1116681"/>
                <a:gd name="csX660" fmla="*/ 949743 w 1110665"/>
                <a:gd name="csY660" fmla="*/ 103773 h 1116681"/>
                <a:gd name="csX661" fmla="*/ 951247 w 1110665"/>
                <a:gd name="csY661" fmla="*/ 103773 h 1116681"/>
                <a:gd name="csX662" fmla="*/ 953503 w 1110665"/>
                <a:gd name="csY662" fmla="*/ 103773 h 1116681"/>
                <a:gd name="csX663" fmla="*/ 957262 w 1110665"/>
                <a:gd name="csY663" fmla="*/ 104524 h 1116681"/>
                <a:gd name="csX664" fmla="*/ 964030 w 1110665"/>
                <a:gd name="csY664" fmla="*/ 104524 h 1116681"/>
                <a:gd name="csX665" fmla="*/ 971550 w 1110665"/>
                <a:gd name="csY665" fmla="*/ 103773 h 1116681"/>
                <a:gd name="csX666" fmla="*/ 976062 w 1110665"/>
                <a:gd name="csY666" fmla="*/ 102268 h 1116681"/>
                <a:gd name="csX667" fmla="*/ 979070 w 1110665"/>
                <a:gd name="csY667" fmla="*/ 101516 h 1116681"/>
                <a:gd name="csX668" fmla="*/ 981326 w 1110665"/>
                <a:gd name="csY668" fmla="*/ 100013 h 1116681"/>
                <a:gd name="csX669" fmla="*/ 983582 w 1110665"/>
                <a:gd name="csY669" fmla="*/ 98509 h 1116681"/>
                <a:gd name="csX670" fmla="*/ 999373 w 1110665"/>
                <a:gd name="csY670" fmla="*/ 81213 h 1116681"/>
                <a:gd name="csX671" fmla="*/ 1000877 w 1110665"/>
                <a:gd name="csY671" fmla="*/ 79709 h 1116681"/>
                <a:gd name="csX672" fmla="*/ 1003885 w 1110665"/>
                <a:gd name="csY672" fmla="*/ 78205 h 1116681"/>
                <a:gd name="csX673" fmla="*/ 1007645 w 1110665"/>
                <a:gd name="csY673" fmla="*/ 76701 h 1116681"/>
                <a:gd name="csX674" fmla="*/ 1017420 w 1110665"/>
                <a:gd name="csY674" fmla="*/ 74445 h 1116681"/>
                <a:gd name="csX675" fmla="*/ 1023437 w 1110665"/>
                <a:gd name="csY675" fmla="*/ 72942 h 1116681"/>
                <a:gd name="csX676" fmla="*/ 1027948 w 1110665"/>
                <a:gd name="csY676" fmla="*/ 69934 h 1116681"/>
                <a:gd name="csX677" fmla="*/ 1029452 w 1110665"/>
                <a:gd name="csY677" fmla="*/ 69182 h 1116681"/>
                <a:gd name="csX678" fmla="*/ 1031708 w 1110665"/>
                <a:gd name="csY678" fmla="*/ 69182 h 1116681"/>
                <a:gd name="csX679" fmla="*/ 1044492 w 1110665"/>
                <a:gd name="csY679" fmla="*/ 68430 h 1116681"/>
                <a:gd name="csX680" fmla="*/ 1052011 w 1110665"/>
                <a:gd name="csY680" fmla="*/ 66926 h 1116681"/>
                <a:gd name="csX681" fmla="*/ 1061787 w 1110665"/>
                <a:gd name="csY681" fmla="*/ 60910 h 1116681"/>
                <a:gd name="csX682" fmla="*/ 1064043 w 1110665"/>
                <a:gd name="csY682" fmla="*/ 64670 h 1116681"/>
                <a:gd name="csX683" fmla="*/ 1065547 w 1110665"/>
                <a:gd name="csY683" fmla="*/ 66926 h 1116681"/>
                <a:gd name="csX684" fmla="*/ 1084346 w 1110665"/>
                <a:gd name="csY684" fmla="*/ 79709 h 1116681"/>
                <a:gd name="csX685" fmla="*/ 1086602 w 1110665"/>
                <a:gd name="csY685" fmla="*/ 82717 h 1116681"/>
                <a:gd name="csX686" fmla="*/ 1087354 w 1110665"/>
                <a:gd name="csY686" fmla="*/ 84221 h 1116681"/>
                <a:gd name="csX687" fmla="*/ 1087354 w 1110665"/>
                <a:gd name="csY687" fmla="*/ 84973 h 1116681"/>
                <a:gd name="csX688" fmla="*/ 1088106 w 1110665"/>
                <a:gd name="csY688" fmla="*/ 85725 h 1116681"/>
                <a:gd name="csX689" fmla="*/ 1088106 w 1110665"/>
                <a:gd name="csY689" fmla="*/ 86477 h 1116681"/>
                <a:gd name="csX690" fmla="*/ 1087354 w 1110665"/>
                <a:gd name="csY690" fmla="*/ 87981 h 1116681"/>
                <a:gd name="csX691" fmla="*/ 1086602 w 1110665"/>
                <a:gd name="csY691" fmla="*/ 88733 h 1116681"/>
                <a:gd name="csX692" fmla="*/ 1085098 w 1110665"/>
                <a:gd name="csY692" fmla="*/ 89485 h 1116681"/>
                <a:gd name="csX693" fmla="*/ 1084346 w 1110665"/>
                <a:gd name="csY693" fmla="*/ 90237 h 1116681"/>
                <a:gd name="csX694" fmla="*/ 1082842 w 1110665"/>
                <a:gd name="csY694" fmla="*/ 90989 h 1116681"/>
                <a:gd name="csX695" fmla="*/ 1074571 w 1110665"/>
                <a:gd name="csY695" fmla="*/ 97005 h 1116681"/>
                <a:gd name="csX696" fmla="*/ 1073818 w 1110665"/>
                <a:gd name="csY696" fmla="*/ 97757 h 1116681"/>
                <a:gd name="csX697" fmla="*/ 1073818 w 1110665"/>
                <a:gd name="csY697" fmla="*/ 98509 h 1116681"/>
                <a:gd name="csX698" fmla="*/ 1073067 w 1110665"/>
                <a:gd name="csY698" fmla="*/ 100013 h 1116681"/>
                <a:gd name="csX699" fmla="*/ 1070059 w 1110665"/>
                <a:gd name="csY699" fmla="*/ 117308 h 1116681"/>
                <a:gd name="csX700" fmla="*/ 1070059 w 1110665"/>
                <a:gd name="csY700" fmla="*/ 122572 h 1116681"/>
                <a:gd name="csX701" fmla="*/ 1070059 w 1110665"/>
                <a:gd name="csY701" fmla="*/ 125580 h 1116681"/>
                <a:gd name="csX702" fmla="*/ 1070811 w 1110665"/>
                <a:gd name="csY702" fmla="*/ 126332 h 1116681"/>
                <a:gd name="csX703" fmla="*/ 1073818 w 1110665"/>
                <a:gd name="csY703" fmla="*/ 128588 h 1116681"/>
                <a:gd name="csX704" fmla="*/ 1084346 w 1110665"/>
                <a:gd name="csY704" fmla="*/ 131595 h 1116681"/>
                <a:gd name="csX705" fmla="*/ 1085098 w 1110665"/>
                <a:gd name="csY705" fmla="*/ 132347 h 1116681"/>
                <a:gd name="csX706" fmla="*/ 1085850 w 1110665"/>
                <a:gd name="csY706" fmla="*/ 133099 h 1116681"/>
                <a:gd name="csX707" fmla="*/ 1085850 w 1110665"/>
                <a:gd name="csY707" fmla="*/ 133851 h 1116681"/>
                <a:gd name="csX708" fmla="*/ 1085850 w 1110665"/>
                <a:gd name="csY708" fmla="*/ 134603 h 1116681"/>
                <a:gd name="csX709" fmla="*/ 1085850 w 1110665"/>
                <a:gd name="csY709" fmla="*/ 138363 h 1116681"/>
                <a:gd name="csX710" fmla="*/ 1085850 w 1110665"/>
                <a:gd name="csY710" fmla="*/ 140619 h 1116681"/>
                <a:gd name="csX711" fmla="*/ 1085098 w 1110665"/>
                <a:gd name="csY711" fmla="*/ 143627 h 1116681"/>
                <a:gd name="csX712" fmla="*/ 1084346 w 1110665"/>
                <a:gd name="csY712" fmla="*/ 145131 h 1116681"/>
                <a:gd name="csX713" fmla="*/ 1083594 w 1110665"/>
                <a:gd name="csY713" fmla="*/ 145883 h 1116681"/>
                <a:gd name="csX714" fmla="*/ 1082090 w 1110665"/>
                <a:gd name="csY714" fmla="*/ 147387 h 1116681"/>
                <a:gd name="csX715" fmla="*/ 1077578 w 1110665"/>
                <a:gd name="csY715" fmla="*/ 151147 h 1116681"/>
                <a:gd name="csX716" fmla="*/ 1074571 w 1110665"/>
                <a:gd name="csY716" fmla="*/ 153403 h 1116681"/>
                <a:gd name="csX717" fmla="*/ 1069307 w 1110665"/>
                <a:gd name="csY717" fmla="*/ 155659 h 1116681"/>
                <a:gd name="csX718" fmla="*/ 1067803 w 1110665"/>
                <a:gd name="csY718" fmla="*/ 157914 h 1116681"/>
                <a:gd name="csX719" fmla="*/ 1064795 w 1110665"/>
                <a:gd name="csY719" fmla="*/ 165434 h 1116681"/>
                <a:gd name="csX720" fmla="*/ 1061787 w 1110665"/>
                <a:gd name="csY720" fmla="*/ 176714 h 1116681"/>
                <a:gd name="csX721" fmla="*/ 1058779 w 1110665"/>
                <a:gd name="csY721" fmla="*/ 184986 h 1116681"/>
                <a:gd name="csX722" fmla="*/ 1057275 w 1110665"/>
                <a:gd name="csY722" fmla="*/ 191753 h 1116681"/>
                <a:gd name="csX723" fmla="*/ 1056523 w 1110665"/>
                <a:gd name="csY723" fmla="*/ 194009 h 1116681"/>
                <a:gd name="csX724" fmla="*/ 1055771 w 1110665"/>
                <a:gd name="csY724" fmla="*/ 194761 h 1116681"/>
                <a:gd name="csX725" fmla="*/ 1055771 w 1110665"/>
                <a:gd name="csY725" fmla="*/ 209801 h 1116681"/>
                <a:gd name="csX726" fmla="*/ 1058027 w 1110665"/>
                <a:gd name="csY726" fmla="*/ 227848 h 1116681"/>
                <a:gd name="csX727" fmla="*/ 1063291 w 1110665"/>
                <a:gd name="csY727" fmla="*/ 248151 h 1116681"/>
                <a:gd name="csX728" fmla="*/ 1070811 w 1110665"/>
                <a:gd name="csY728" fmla="*/ 258679 h 1116681"/>
                <a:gd name="csX729" fmla="*/ 1071563 w 1110665"/>
                <a:gd name="csY729" fmla="*/ 260183 h 1116681"/>
                <a:gd name="csX730" fmla="*/ 1077578 w 1110665"/>
                <a:gd name="csY730" fmla="*/ 277478 h 1116681"/>
                <a:gd name="csX731" fmla="*/ 1078331 w 1110665"/>
                <a:gd name="csY731" fmla="*/ 278230 h 1116681"/>
                <a:gd name="csX732" fmla="*/ 1079082 w 1110665"/>
                <a:gd name="csY732" fmla="*/ 278982 h 1116681"/>
                <a:gd name="csX733" fmla="*/ 1087354 w 1110665"/>
                <a:gd name="csY733" fmla="*/ 283494 h 1116681"/>
                <a:gd name="csX734" fmla="*/ 1088106 w 1110665"/>
                <a:gd name="csY734" fmla="*/ 284246 h 1116681"/>
                <a:gd name="csX735" fmla="*/ 1091114 w 1110665"/>
                <a:gd name="csY735" fmla="*/ 288006 h 1116681"/>
                <a:gd name="csX736" fmla="*/ 1095626 w 1110665"/>
                <a:gd name="csY736" fmla="*/ 295526 h 1116681"/>
                <a:gd name="csX737" fmla="*/ 1096378 w 1110665"/>
                <a:gd name="csY737" fmla="*/ 296278 h 1116681"/>
                <a:gd name="csX738" fmla="*/ 1103146 w 1110665"/>
                <a:gd name="csY738" fmla="*/ 300037 h 1116681"/>
                <a:gd name="csX739" fmla="*/ 1106905 w 1110665"/>
                <a:gd name="csY739" fmla="*/ 301542 h 1116681"/>
                <a:gd name="csX740" fmla="*/ 1107657 w 1110665"/>
                <a:gd name="csY740" fmla="*/ 301542 h 1116681"/>
                <a:gd name="csX741" fmla="*/ 1108409 w 1110665"/>
                <a:gd name="csY741" fmla="*/ 302294 h 1116681"/>
                <a:gd name="csX742" fmla="*/ 1109161 w 1110665"/>
                <a:gd name="csY742" fmla="*/ 303046 h 1116681"/>
                <a:gd name="csX743" fmla="*/ 1109161 w 1110665"/>
                <a:gd name="csY743" fmla="*/ 304549 h 1116681"/>
                <a:gd name="csX744" fmla="*/ 1109161 w 1110665"/>
                <a:gd name="csY744" fmla="*/ 306805 h 1116681"/>
                <a:gd name="csX745" fmla="*/ 1106905 w 1110665"/>
                <a:gd name="csY745" fmla="*/ 313573 h 1116681"/>
                <a:gd name="csX746" fmla="*/ 1103146 w 1110665"/>
                <a:gd name="csY746" fmla="*/ 321845 h 1116681"/>
                <a:gd name="csX747" fmla="*/ 1102394 w 1110665"/>
                <a:gd name="csY747" fmla="*/ 323349 h 1116681"/>
                <a:gd name="csX748" fmla="*/ 1102394 w 1110665"/>
                <a:gd name="csY748" fmla="*/ 324853 h 1116681"/>
                <a:gd name="csX749" fmla="*/ 1102394 w 1110665"/>
                <a:gd name="csY749" fmla="*/ 328613 h 1116681"/>
                <a:gd name="csX750" fmla="*/ 1102394 w 1110665"/>
                <a:gd name="csY750" fmla="*/ 332372 h 1116681"/>
                <a:gd name="csX751" fmla="*/ 1103897 w 1110665"/>
                <a:gd name="csY751" fmla="*/ 335380 h 1116681"/>
                <a:gd name="csX752" fmla="*/ 1103897 w 1110665"/>
                <a:gd name="csY752" fmla="*/ 336132 h 1116681"/>
                <a:gd name="csX753" fmla="*/ 1105401 w 1110665"/>
                <a:gd name="csY753" fmla="*/ 339140 h 1116681"/>
                <a:gd name="csX754" fmla="*/ 1108409 w 1110665"/>
                <a:gd name="csY754" fmla="*/ 345156 h 1116681"/>
                <a:gd name="csX755" fmla="*/ 1109161 w 1110665"/>
                <a:gd name="csY755" fmla="*/ 348916 h 1116681"/>
                <a:gd name="csX756" fmla="*/ 1109914 w 1110665"/>
                <a:gd name="csY756" fmla="*/ 351924 h 1116681"/>
                <a:gd name="csX757" fmla="*/ 1110665 w 1110665"/>
                <a:gd name="csY757" fmla="*/ 356435 h 1116681"/>
                <a:gd name="csX758" fmla="*/ 1109914 w 1110665"/>
                <a:gd name="csY758" fmla="*/ 359444 h 1116681"/>
                <a:gd name="csX759" fmla="*/ 1109161 w 1110665"/>
                <a:gd name="csY759" fmla="*/ 361699 h 1116681"/>
                <a:gd name="csX760" fmla="*/ 1108409 w 1110665"/>
                <a:gd name="csY760" fmla="*/ 363955 h 1116681"/>
                <a:gd name="csX761" fmla="*/ 1107657 w 1110665"/>
                <a:gd name="csY761" fmla="*/ 365459 h 1116681"/>
                <a:gd name="csX762" fmla="*/ 1103897 w 1110665"/>
                <a:gd name="csY762" fmla="*/ 369219 h 1116681"/>
                <a:gd name="csX763" fmla="*/ 1101642 w 1110665"/>
                <a:gd name="csY763" fmla="*/ 372227 h 1116681"/>
                <a:gd name="csX764" fmla="*/ 1093370 w 1110665"/>
                <a:gd name="csY764" fmla="*/ 384259 h 1116681"/>
                <a:gd name="csX765" fmla="*/ 1089610 w 1110665"/>
                <a:gd name="csY765" fmla="*/ 386514 h 1116681"/>
                <a:gd name="csX766" fmla="*/ 1088106 w 1110665"/>
                <a:gd name="csY766" fmla="*/ 388018 h 1116681"/>
                <a:gd name="csX767" fmla="*/ 1086602 w 1110665"/>
                <a:gd name="csY767" fmla="*/ 391026 h 1116681"/>
                <a:gd name="csX768" fmla="*/ 1085850 w 1110665"/>
                <a:gd name="csY768" fmla="*/ 392530 h 1116681"/>
                <a:gd name="csX769" fmla="*/ 1083594 w 1110665"/>
                <a:gd name="csY769" fmla="*/ 394034 h 1116681"/>
                <a:gd name="csX770" fmla="*/ 1082842 w 1110665"/>
                <a:gd name="csY770" fmla="*/ 394786 h 1116681"/>
                <a:gd name="csX771" fmla="*/ 1082090 w 1110665"/>
                <a:gd name="csY771" fmla="*/ 394034 h 1116681"/>
                <a:gd name="csX772" fmla="*/ 1079835 w 1110665"/>
                <a:gd name="csY772" fmla="*/ 393282 h 1116681"/>
                <a:gd name="csX773" fmla="*/ 1078331 w 1110665"/>
                <a:gd name="csY773" fmla="*/ 393282 h 1116681"/>
                <a:gd name="csX774" fmla="*/ 1076075 w 1110665"/>
                <a:gd name="csY774" fmla="*/ 393282 h 1116681"/>
                <a:gd name="csX775" fmla="*/ 1069307 w 1110665"/>
                <a:gd name="csY775" fmla="*/ 394786 h 1116681"/>
                <a:gd name="csX776" fmla="*/ 1067803 w 1110665"/>
                <a:gd name="csY776" fmla="*/ 394786 h 1116681"/>
                <a:gd name="csX777" fmla="*/ 1064795 w 1110665"/>
                <a:gd name="csY777" fmla="*/ 392530 h 1116681"/>
                <a:gd name="csX778" fmla="*/ 1064795 w 1110665"/>
                <a:gd name="csY778" fmla="*/ 391778 h 1116681"/>
                <a:gd name="csX779" fmla="*/ 1064043 w 1110665"/>
                <a:gd name="csY779" fmla="*/ 391778 h 1116681"/>
                <a:gd name="csX780" fmla="*/ 1060283 w 1110665"/>
                <a:gd name="csY780" fmla="*/ 391778 h 1116681"/>
                <a:gd name="csX781" fmla="*/ 1055771 w 1110665"/>
                <a:gd name="csY781" fmla="*/ 391778 h 1116681"/>
                <a:gd name="csX782" fmla="*/ 1053515 w 1110665"/>
                <a:gd name="csY782" fmla="*/ 391026 h 1116681"/>
                <a:gd name="csX783" fmla="*/ 1052011 w 1110665"/>
                <a:gd name="csY783" fmla="*/ 391026 h 1116681"/>
                <a:gd name="csX784" fmla="*/ 1052011 w 1110665"/>
                <a:gd name="csY784" fmla="*/ 390274 h 1116681"/>
                <a:gd name="csX785" fmla="*/ 1049003 w 1110665"/>
                <a:gd name="csY785" fmla="*/ 381251 h 1116681"/>
                <a:gd name="csX786" fmla="*/ 1048252 w 1110665"/>
                <a:gd name="csY786" fmla="*/ 379747 h 1116681"/>
                <a:gd name="csX787" fmla="*/ 1048252 w 1110665"/>
                <a:gd name="csY787" fmla="*/ 378995 h 1116681"/>
                <a:gd name="csX788" fmla="*/ 1043739 w 1110665"/>
                <a:gd name="csY788" fmla="*/ 373731 h 1116681"/>
                <a:gd name="csX789" fmla="*/ 1040732 w 1110665"/>
                <a:gd name="csY789" fmla="*/ 371475 h 1116681"/>
                <a:gd name="csX790" fmla="*/ 1038476 w 1110665"/>
                <a:gd name="csY790" fmla="*/ 369219 h 1116681"/>
                <a:gd name="csX791" fmla="*/ 1026444 w 1110665"/>
                <a:gd name="csY791" fmla="*/ 363203 h 1116681"/>
                <a:gd name="csX792" fmla="*/ 1023437 w 1110665"/>
                <a:gd name="csY792" fmla="*/ 360947 h 1116681"/>
                <a:gd name="csX793" fmla="*/ 1021180 w 1110665"/>
                <a:gd name="csY793" fmla="*/ 360195 h 1116681"/>
                <a:gd name="csX794" fmla="*/ 1019677 w 1110665"/>
                <a:gd name="csY794" fmla="*/ 359444 h 1116681"/>
                <a:gd name="csX795" fmla="*/ 1018924 w 1110665"/>
                <a:gd name="csY795" fmla="*/ 360195 h 1116681"/>
                <a:gd name="csX796" fmla="*/ 1011405 w 1110665"/>
                <a:gd name="csY796" fmla="*/ 369219 h 1116681"/>
                <a:gd name="csX797" fmla="*/ 1009901 w 1110665"/>
                <a:gd name="csY797" fmla="*/ 372227 h 1116681"/>
                <a:gd name="csX798" fmla="*/ 1009149 w 1110665"/>
                <a:gd name="csY798" fmla="*/ 372979 h 1116681"/>
                <a:gd name="csX799" fmla="*/ 1009149 w 1110665"/>
                <a:gd name="csY799" fmla="*/ 373731 h 1116681"/>
                <a:gd name="csX800" fmla="*/ 1009149 w 1110665"/>
                <a:gd name="csY800" fmla="*/ 374483 h 1116681"/>
                <a:gd name="csX801" fmla="*/ 1009149 w 1110665"/>
                <a:gd name="csY801" fmla="*/ 377491 h 1116681"/>
                <a:gd name="csX802" fmla="*/ 1009901 w 1110665"/>
                <a:gd name="csY802" fmla="*/ 378243 h 1116681"/>
                <a:gd name="csX803" fmla="*/ 1009901 w 1110665"/>
                <a:gd name="csY803" fmla="*/ 378995 h 1116681"/>
                <a:gd name="csX804" fmla="*/ 1012157 w 1110665"/>
                <a:gd name="csY804" fmla="*/ 382003 h 1116681"/>
                <a:gd name="csX805" fmla="*/ 1012909 w 1110665"/>
                <a:gd name="csY805" fmla="*/ 382755 h 1116681"/>
                <a:gd name="csX806" fmla="*/ 1012909 w 1110665"/>
                <a:gd name="csY806" fmla="*/ 383507 h 1116681"/>
                <a:gd name="csX807" fmla="*/ 1012909 w 1110665"/>
                <a:gd name="csY807" fmla="*/ 384259 h 1116681"/>
                <a:gd name="csX808" fmla="*/ 1012909 w 1110665"/>
                <a:gd name="csY808" fmla="*/ 385011 h 1116681"/>
                <a:gd name="csX809" fmla="*/ 1012157 w 1110665"/>
                <a:gd name="csY809" fmla="*/ 385763 h 1116681"/>
                <a:gd name="csX810" fmla="*/ 1009901 w 1110665"/>
                <a:gd name="csY810" fmla="*/ 389523 h 1116681"/>
                <a:gd name="csX811" fmla="*/ 1009901 w 1110665"/>
                <a:gd name="csY811" fmla="*/ 390274 h 1116681"/>
                <a:gd name="csX812" fmla="*/ 1009901 w 1110665"/>
                <a:gd name="csY812" fmla="*/ 391026 h 1116681"/>
                <a:gd name="csX813" fmla="*/ 1009901 w 1110665"/>
                <a:gd name="csY813" fmla="*/ 391778 h 1116681"/>
                <a:gd name="csX814" fmla="*/ 1009901 w 1110665"/>
                <a:gd name="csY814" fmla="*/ 392530 h 1116681"/>
                <a:gd name="csX815" fmla="*/ 1010653 w 1110665"/>
                <a:gd name="csY815" fmla="*/ 394034 h 1116681"/>
                <a:gd name="csX816" fmla="*/ 1012157 w 1110665"/>
                <a:gd name="csY816" fmla="*/ 395538 h 1116681"/>
                <a:gd name="csX817" fmla="*/ 1012909 w 1110665"/>
                <a:gd name="csY817" fmla="*/ 396290 h 1116681"/>
                <a:gd name="csX818" fmla="*/ 1012909 w 1110665"/>
                <a:gd name="csY818" fmla="*/ 397042 h 1116681"/>
                <a:gd name="csX819" fmla="*/ 1012909 w 1110665"/>
                <a:gd name="csY819" fmla="*/ 397794 h 1116681"/>
                <a:gd name="csX820" fmla="*/ 1012909 w 1110665"/>
                <a:gd name="csY820" fmla="*/ 401554 h 1116681"/>
                <a:gd name="csX821" fmla="*/ 1013660 w 1110665"/>
                <a:gd name="csY821" fmla="*/ 406066 h 1116681"/>
                <a:gd name="csX822" fmla="*/ 1014413 w 1110665"/>
                <a:gd name="csY822" fmla="*/ 409826 h 1116681"/>
                <a:gd name="csX823" fmla="*/ 1014413 w 1110665"/>
                <a:gd name="csY823" fmla="*/ 410578 h 1116681"/>
                <a:gd name="csX824" fmla="*/ 1014413 w 1110665"/>
                <a:gd name="csY824" fmla="*/ 411330 h 1116681"/>
                <a:gd name="csX825" fmla="*/ 1011405 w 1110665"/>
                <a:gd name="csY825" fmla="*/ 413586 h 1116681"/>
                <a:gd name="csX826" fmla="*/ 1007645 w 1110665"/>
                <a:gd name="csY826" fmla="*/ 416593 h 1116681"/>
                <a:gd name="csX827" fmla="*/ 1006141 w 1110665"/>
                <a:gd name="csY827" fmla="*/ 416593 h 1116681"/>
                <a:gd name="csX828" fmla="*/ 1004637 w 1110665"/>
                <a:gd name="csY828" fmla="*/ 417345 h 1116681"/>
                <a:gd name="csX829" fmla="*/ 1003885 w 1110665"/>
                <a:gd name="csY829" fmla="*/ 417345 h 1116681"/>
                <a:gd name="csX830" fmla="*/ 1000877 w 1110665"/>
                <a:gd name="csY830" fmla="*/ 415842 h 1116681"/>
                <a:gd name="csX831" fmla="*/ 985838 w 1110665"/>
                <a:gd name="csY831" fmla="*/ 408322 h 1116681"/>
                <a:gd name="csX832" fmla="*/ 984334 w 1110665"/>
                <a:gd name="csY832" fmla="*/ 407570 h 1116681"/>
                <a:gd name="csX833" fmla="*/ 980574 w 1110665"/>
                <a:gd name="csY833" fmla="*/ 406818 h 1116681"/>
                <a:gd name="csX834" fmla="*/ 976814 w 1110665"/>
                <a:gd name="csY834" fmla="*/ 406066 h 1116681"/>
                <a:gd name="csX835" fmla="*/ 970798 w 1110665"/>
                <a:gd name="csY835" fmla="*/ 406818 h 1116681"/>
                <a:gd name="csX836" fmla="*/ 969294 w 1110665"/>
                <a:gd name="csY836" fmla="*/ 407570 h 1116681"/>
                <a:gd name="csX837" fmla="*/ 966286 w 1110665"/>
                <a:gd name="csY837" fmla="*/ 408322 h 1116681"/>
                <a:gd name="csX838" fmla="*/ 965534 w 1110665"/>
                <a:gd name="csY838" fmla="*/ 409074 h 1116681"/>
                <a:gd name="csX839" fmla="*/ 964030 w 1110665"/>
                <a:gd name="csY839" fmla="*/ 410578 h 1116681"/>
                <a:gd name="csX840" fmla="*/ 963279 w 1110665"/>
                <a:gd name="csY840" fmla="*/ 411330 h 1116681"/>
                <a:gd name="csX841" fmla="*/ 962526 w 1110665"/>
                <a:gd name="csY841" fmla="*/ 412082 h 1116681"/>
                <a:gd name="csX842" fmla="*/ 962526 w 1110665"/>
                <a:gd name="csY842" fmla="*/ 412834 h 1116681"/>
                <a:gd name="csX843" fmla="*/ 961775 w 1110665"/>
                <a:gd name="csY843" fmla="*/ 414338 h 1116681"/>
                <a:gd name="csX844" fmla="*/ 961775 w 1110665"/>
                <a:gd name="csY844" fmla="*/ 415090 h 1116681"/>
                <a:gd name="csX845" fmla="*/ 956511 w 1110665"/>
                <a:gd name="csY845" fmla="*/ 440657 h 1116681"/>
                <a:gd name="csX846" fmla="*/ 956511 w 1110665"/>
                <a:gd name="csY846" fmla="*/ 442912 h 1116681"/>
                <a:gd name="csX847" fmla="*/ 957262 w 1110665"/>
                <a:gd name="csY847" fmla="*/ 442912 h 1116681"/>
                <a:gd name="csX848" fmla="*/ 960271 w 1110665"/>
                <a:gd name="csY848" fmla="*/ 442161 h 1116681"/>
                <a:gd name="csX849" fmla="*/ 961775 w 1110665"/>
                <a:gd name="csY849" fmla="*/ 442161 h 1116681"/>
                <a:gd name="csX850" fmla="*/ 962526 w 1110665"/>
                <a:gd name="csY850" fmla="*/ 442161 h 1116681"/>
                <a:gd name="csX851" fmla="*/ 963279 w 1110665"/>
                <a:gd name="csY851" fmla="*/ 442912 h 1116681"/>
                <a:gd name="csX852" fmla="*/ 964030 w 1110665"/>
                <a:gd name="csY852" fmla="*/ 443664 h 1116681"/>
                <a:gd name="csX853" fmla="*/ 964782 w 1110665"/>
                <a:gd name="csY853" fmla="*/ 446672 h 1116681"/>
                <a:gd name="csX854" fmla="*/ 967038 w 1110665"/>
                <a:gd name="csY854" fmla="*/ 451184 h 1116681"/>
                <a:gd name="csX855" fmla="*/ 967790 w 1110665"/>
                <a:gd name="csY855" fmla="*/ 453440 h 1116681"/>
                <a:gd name="csX856" fmla="*/ 967790 w 1110665"/>
                <a:gd name="csY856" fmla="*/ 454944 h 1116681"/>
                <a:gd name="csX857" fmla="*/ 967790 w 1110665"/>
                <a:gd name="csY857" fmla="*/ 455696 h 1116681"/>
                <a:gd name="csX858" fmla="*/ 966286 w 1110665"/>
                <a:gd name="csY858" fmla="*/ 458704 h 1116681"/>
                <a:gd name="csX859" fmla="*/ 964782 w 1110665"/>
                <a:gd name="csY859" fmla="*/ 460208 h 1116681"/>
                <a:gd name="csX860" fmla="*/ 962526 w 1110665"/>
                <a:gd name="csY860" fmla="*/ 463216 h 1116681"/>
                <a:gd name="csX861" fmla="*/ 961775 w 1110665"/>
                <a:gd name="csY861" fmla="*/ 464720 h 1116681"/>
                <a:gd name="csX862" fmla="*/ 960271 w 1110665"/>
                <a:gd name="csY862" fmla="*/ 466224 h 1116681"/>
                <a:gd name="csX863" fmla="*/ 958015 w 1110665"/>
                <a:gd name="csY863" fmla="*/ 468480 h 1116681"/>
                <a:gd name="csX864" fmla="*/ 957262 w 1110665"/>
                <a:gd name="csY864" fmla="*/ 469232 h 1116681"/>
                <a:gd name="csX865" fmla="*/ 956511 w 1110665"/>
                <a:gd name="csY865" fmla="*/ 469984 h 1116681"/>
                <a:gd name="csX866" fmla="*/ 955759 w 1110665"/>
                <a:gd name="csY866" fmla="*/ 471488 h 1116681"/>
                <a:gd name="csX867" fmla="*/ 955007 w 1110665"/>
                <a:gd name="csY867" fmla="*/ 472991 h 1116681"/>
                <a:gd name="csX868" fmla="*/ 956511 w 1110665"/>
                <a:gd name="csY868" fmla="*/ 491039 h 1116681"/>
                <a:gd name="csX869" fmla="*/ 956511 w 1110665"/>
                <a:gd name="csY869" fmla="*/ 491791 h 1116681"/>
                <a:gd name="csX870" fmla="*/ 957262 w 1110665"/>
                <a:gd name="csY870" fmla="*/ 491791 h 1116681"/>
                <a:gd name="csX871" fmla="*/ 957262 w 1110665"/>
                <a:gd name="csY871" fmla="*/ 492543 h 1116681"/>
                <a:gd name="csX872" fmla="*/ 958015 w 1110665"/>
                <a:gd name="csY872" fmla="*/ 493295 h 1116681"/>
                <a:gd name="csX873" fmla="*/ 959519 w 1110665"/>
                <a:gd name="csY873" fmla="*/ 494799 h 1116681"/>
                <a:gd name="csX874" fmla="*/ 960271 w 1110665"/>
                <a:gd name="csY874" fmla="*/ 494799 h 1116681"/>
                <a:gd name="csX875" fmla="*/ 964030 w 1110665"/>
                <a:gd name="csY875" fmla="*/ 495551 h 1116681"/>
                <a:gd name="csX876" fmla="*/ 964782 w 1110665"/>
                <a:gd name="csY876" fmla="*/ 496303 h 1116681"/>
                <a:gd name="csX877" fmla="*/ 965534 w 1110665"/>
                <a:gd name="csY877" fmla="*/ 496303 h 1116681"/>
                <a:gd name="csX878" fmla="*/ 965534 w 1110665"/>
                <a:gd name="csY878" fmla="*/ 497807 h 1116681"/>
                <a:gd name="csX879" fmla="*/ 967790 w 1110665"/>
                <a:gd name="csY879" fmla="*/ 518110 h 1116681"/>
                <a:gd name="csX880" fmla="*/ 968542 w 1110665"/>
                <a:gd name="csY880" fmla="*/ 519614 h 1116681"/>
                <a:gd name="csX881" fmla="*/ 970046 w 1110665"/>
                <a:gd name="csY881" fmla="*/ 524126 h 1116681"/>
                <a:gd name="csX882" fmla="*/ 970798 w 1110665"/>
                <a:gd name="csY882" fmla="*/ 525630 h 1116681"/>
                <a:gd name="csX883" fmla="*/ 970798 w 1110665"/>
                <a:gd name="csY883" fmla="*/ 527134 h 1116681"/>
                <a:gd name="csX884" fmla="*/ 970046 w 1110665"/>
                <a:gd name="csY884" fmla="*/ 530893 h 1116681"/>
                <a:gd name="csX885" fmla="*/ 971550 w 1110665"/>
                <a:gd name="csY885" fmla="*/ 537661 h 1116681"/>
                <a:gd name="csX886" fmla="*/ 970798 w 1110665"/>
                <a:gd name="csY886" fmla="*/ 539165 h 1116681"/>
                <a:gd name="csX887" fmla="*/ 970798 w 1110665"/>
                <a:gd name="csY887" fmla="*/ 540669 h 1116681"/>
                <a:gd name="csX888" fmla="*/ 970046 w 1110665"/>
                <a:gd name="csY888" fmla="*/ 541421 h 1116681"/>
                <a:gd name="csX889" fmla="*/ 966286 w 1110665"/>
                <a:gd name="csY889" fmla="*/ 543677 h 1116681"/>
                <a:gd name="csX890" fmla="*/ 964030 w 1110665"/>
                <a:gd name="csY890" fmla="*/ 543677 h 1116681"/>
                <a:gd name="csX891" fmla="*/ 963279 w 1110665"/>
                <a:gd name="csY891" fmla="*/ 544429 h 1116681"/>
                <a:gd name="csX892" fmla="*/ 960271 w 1110665"/>
                <a:gd name="csY892" fmla="*/ 545933 h 1116681"/>
                <a:gd name="csX893" fmla="*/ 958766 w 1110665"/>
                <a:gd name="csY893" fmla="*/ 546685 h 1116681"/>
                <a:gd name="csX894" fmla="*/ 958015 w 1110665"/>
                <a:gd name="csY894" fmla="*/ 546685 h 1116681"/>
                <a:gd name="csX895" fmla="*/ 955007 w 1110665"/>
                <a:gd name="csY895" fmla="*/ 546685 h 1116681"/>
                <a:gd name="csX896" fmla="*/ 954255 w 1110665"/>
                <a:gd name="csY896" fmla="*/ 546685 h 1116681"/>
                <a:gd name="csX897" fmla="*/ 953503 w 1110665"/>
                <a:gd name="csY897" fmla="*/ 547437 h 1116681"/>
                <a:gd name="csX898" fmla="*/ 951247 w 1110665"/>
                <a:gd name="csY898" fmla="*/ 548189 h 1116681"/>
                <a:gd name="csX899" fmla="*/ 950495 w 1110665"/>
                <a:gd name="csY899" fmla="*/ 548941 h 1116681"/>
                <a:gd name="csX900" fmla="*/ 949743 w 1110665"/>
                <a:gd name="csY900" fmla="*/ 548941 h 1116681"/>
                <a:gd name="csX901" fmla="*/ 942975 w 1110665"/>
                <a:gd name="csY901" fmla="*/ 548189 h 1116681"/>
                <a:gd name="csX902" fmla="*/ 941471 w 1110665"/>
                <a:gd name="csY902" fmla="*/ 548189 h 1116681"/>
                <a:gd name="csX903" fmla="*/ 940719 w 1110665"/>
                <a:gd name="csY903" fmla="*/ 548941 h 1116681"/>
                <a:gd name="csX904" fmla="*/ 939967 w 1110665"/>
                <a:gd name="csY904" fmla="*/ 548941 h 1116681"/>
                <a:gd name="csX905" fmla="*/ 939215 w 1110665"/>
                <a:gd name="csY905" fmla="*/ 549693 h 1116681"/>
                <a:gd name="csX906" fmla="*/ 937711 w 1110665"/>
                <a:gd name="csY906" fmla="*/ 550445 h 1116681"/>
                <a:gd name="csX907" fmla="*/ 936207 w 1110665"/>
                <a:gd name="csY907" fmla="*/ 551197 h 1116681"/>
                <a:gd name="csX908" fmla="*/ 933951 w 1110665"/>
                <a:gd name="csY908" fmla="*/ 552701 h 1116681"/>
                <a:gd name="csX909" fmla="*/ 933200 w 1110665"/>
                <a:gd name="csY909" fmla="*/ 552701 h 1116681"/>
                <a:gd name="csX910" fmla="*/ 932447 w 1110665"/>
                <a:gd name="csY910" fmla="*/ 552701 h 1116681"/>
                <a:gd name="csX911" fmla="*/ 930943 w 1110665"/>
                <a:gd name="csY911" fmla="*/ 552701 h 1116681"/>
                <a:gd name="csX912" fmla="*/ 930192 w 1110665"/>
                <a:gd name="csY912" fmla="*/ 551949 h 1116681"/>
                <a:gd name="csX913" fmla="*/ 928688 w 1110665"/>
                <a:gd name="csY913" fmla="*/ 551949 h 1116681"/>
                <a:gd name="csX914" fmla="*/ 928688 w 1110665"/>
                <a:gd name="csY914" fmla="*/ 551197 h 1116681"/>
                <a:gd name="csX915" fmla="*/ 927936 w 1110665"/>
                <a:gd name="csY915" fmla="*/ 551197 h 1116681"/>
                <a:gd name="csX916" fmla="*/ 927936 w 1110665"/>
                <a:gd name="csY916" fmla="*/ 550445 h 1116681"/>
                <a:gd name="csX917" fmla="*/ 927184 w 1110665"/>
                <a:gd name="csY917" fmla="*/ 549693 h 1116681"/>
                <a:gd name="csX918" fmla="*/ 926432 w 1110665"/>
                <a:gd name="csY918" fmla="*/ 549693 h 1116681"/>
                <a:gd name="csX919" fmla="*/ 925680 w 1110665"/>
                <a:gd name="csY919" fmla="*/ 550445 h 1116681"/>
                <a:gd name="csX920" fmla="*/ 924928 w 1110665"/>
                <a:gd name="csY920" fmla="*/ 550445 h 1116681"/>
                <a:gd name="csX921" fmla="*/ 924176 w 1110665"/>
                <a:gd name="csY921" fmla="*/ 551949 h 1116681"/>
                <a:gd name="csX922" fmla="*/ 921168 w 1110665"/>
                <a:gd name="csY922" fmla="*/ 558717 h 1116681"/>
                <a:gd name="csX923" fmla="*/ 920416 w 1110665"/>
                <a:gd name="csY923" fmla="*/ 559468 h 1116681"/>
                <a:gd name="csX924" fmla="*/ 919664 w 1110665"/>
                <a:gd name="csY924" fmla="*/ 559468 h 1116681"/>
                <a:gd name="csX925" fmla="*/ 917408 w 1110665"/>
                <a:gd name="csY925" fmla="*/ 560972 h 1116681"/>
                <a:gd name="csX926" fmla="*/ 917408 w 1110665"/>
                <a:gd name="csY926" fmla="*/ 561724 h 1116681"/>
                <a:gd name="csX927" fmla="*/ 916656 w 1110665"/>
                <a:gd name="csY927" fmla="*/ 562476 h 1116681"/>
                <a:gd name="csX928" fmla="*/ 915152 w 1110665"/>
                <a:gd name="csY928" fmla="*/ 563980 h 1116681"/>
                <a:gd name="csX929" fmla="*/ 914400 w 1110665"/>
                <a:gd name="csY929" fmla="*/ 565484 h 1116681"/>
                <a:gd name="csX930" fmla="*/ 912896 w 1110665"/>
                <a:gd name="csY930" fmla="*/ 566236 h 1116681"/>
                <a:gd name="csX931" fmla="*/ 912896 w 1110665"/>
                <a:gd name="csY931" fmla="*/ 566988 h 1116681"/>
                <a:gd name="csX932" fmla="*/ 912144 w 1110665"/>
                <a:gd name="csY932" fmla="*/ 566988 h 1116681"/>
                <a:gd name="csX933" fmla="*/ 910640 w 1110665"/>
                <a:gd name="csY933" fmla="*/ 566988 h 1116681"/>
                <a:gd name="csX934" fmla="*/ 909888 w 1110665"/>
                <a:gd name="csY934" fmla="*/ 566988 h 1116681"/>
                <a:gd name="csX935" fmla="*/ 909136 w 1110665"/>
                <a:gd name="csY935" fmla="*/ 566988 h 1116681"/>
                <a:gd name="csX936" fmla="*/ 905377 w 1110665"/>
                <a:gd name="csY936" fmla="*/ 566236 h 1116681"/>
                <a:gd name="csX937" fmla="*/ 904624 w 1110665"/>
                <a:gd name="csY937" fmla="*/ 566236 h 1116681"/>
                <a:gd name="csX938" fmla="*/ 900113 w 1110665"/>
                <a:gd name="csY938" fmla="*/ 568492 h 1116681"/>
                <a:gd name="csX939" fmla="*/ 899361 w 1110665"/>
                <a:gd name="csY939" fmla="*/ 573756 h 1116681"/>
                <a:gd name="csX940" fmla="*/ 895601 w 1110665"/>
                <a:gd name="csY940" fmla="*/ 582028 h 1116681"/>
                <a:gd name="csX941" fmla="*/ 894849 w 1110665"/>
                <a:gd name="csY941" fmla="*/ 583532 h 1116681"/>
                <a:gd name="csX942" fmla="*/ 894849 w 1110665"/>
                <a:gd name="csY942" fmla="*/ 585036 h 1116681"/>
                <a:gd name="csX943" fmla="*/ 897105 w 1110665"/>
                <a:gd name="csY943" fmla="*/ 597819 h 1116681"/>
                <a:gd name="csX944" fmla="*/ 896353 w 1110665"/>
                <a:gd name="csY944" fmla="*/ 600075 h 1116681"/>
                <a:gd name="csX945" fmla="*/ 896353 w 1110665"/>
                <a:gd name="csY945" fmla="*/ 600827 h 1116681"/>
                <a:gd name="csX946" fmla="*/ 892593 w 1110665"/>
                <a:gd name="csY946" fmla="*/ 609851 h 1116681"/>
                <a:gd name="csX947" fmla="*/ 890337 w 1110665"/>
                <a:gd name="csY947" fmla="*/ 614363 h 1116681"/>
                <a:gd name="csX948" fmla="*/ 889585 w 1110665"/>
                <a:gd name="csY948" fmla="*/ 615115 h 1116681"/>
                <a:gd name="csX949" fmla="*/ 889585 w 1110665"/>
                <a:gd name="csY949" fmla="*/ 615866 h 1116681"/>
                <a:gd name="csX950" fmla="*/ 888833 w 1110665"/>
                <a:gd name="csY950" fmla="*/ 616618 h 1116681"/>
                <a:gd name="csX951" fmla="*/ 888081 w 1110665"/>
                <a:gd name="csY951" fmla="*/ 617370 h 1116681"/>
                <a:gd name="csX952" fmla="*/ 886577 w 1110665"/>
                <a:gd name="csY952" fmla="*/ 621130 h 1116681"/>
                <a:gd name="csX953" fmla="*/ 885825 w 1110665"/>
                <a:gd name="csY953" fmla="*/ 621882 h 1116681"/>
                <a:gd name="csX954" fmla="*/ 879809 w 1110665"/>
                <a:gd name="csY954" fmla="*/ 627146 h 1116681"/>
                <a:gd name="csX955" fmla="*/ 879809 w 1110665"/>
                <a:gd name="csY955" fmla="*/ 627898 h 1116681"/>
                <a:gd name="csX956" fmla="*/ 876802 w 1110665"/>
                <a:gd name="csY956" fmla="*/ 639930 h 1116681"/>
                <a:gd name="csX957" fmla="*/ 876802 w 1110665"/>
                <a:gd name="csY957" fmla="*/ 640682 h 1116681"/>
                <a:gd name="csX958" fmla="*/ 877553 w 1110665"/>
                <a:gd name="csY958" fmla="*/ 640682 h 1116681"/>
                <a:gd name="csX959" fmla="*/ 877553 w 1110665"/>
                <a:gd name="csY959" fmla="*/ 641434 h 1116681"/>
                <a:gd name="csX960" fmla="*/ 879057 w 1110665"/>
                <a:gd name="csY960" fmla="*/ 644442 h 1116681"/>
                <a:gd name="csX961" fmla="*/ 879809 w 1110665"/>
                <a:gd name="csY961" fmla="*/ 645945 h 1116681"/>
                <a:gd name="csX962" fmla="*/ 884321 w 1110665"/>
                <a:gd name="csY962" fmla="*/ 651961 h 1116681"/>
                <a:gd name="csX963" fmla="*/ 885825 w 1110665"/>
                <a:gd name="csY963" fmla="*/ 652713 h 1116681"/>
                <a:gd name="csX964" fmla="*/ 888833 w 1110665"/>
                <a:gd name="csY964" fmla="*/ 654217 h 1116681"/>
                <a:gd name="csX965" fmla="*/ 891841 w 1110665"/>
                <a:gd name="csY965" fmla="*/ 654969 h 1116681"/>
                <a:gd name="csX966" fmla="*/ 893345 w 1110665"/>
                <a:gd name="csY966" fmla="*/ 655721 h 1116681"/>
                <a:gd name="csX967" fmla="*/ 894097 w 1110665"/>
                <a:gd name="csY967" fmla="*/ 656473 h 1116681"/>
                <a:gd name="csX968" fmla="*/ 894849 w 1110665"/>
                <a:gd name="csY968" fmla="*/ 657225 h 1116681"/>
                <a:gd name="csX969" fmla="*/ 895601 w 1110665"/>
                <a:gd name="csY969" fmla="*/ 658729 h 1116681"/>
                <a:gd name="csX970" fmla="*/ 896353 w 1110665"/>
                <a:gd name="csY970" fmla="*/ 659481 h 1116681"/>
                <a:gd name="csX971" fmla="*/ 897105 w 1110665"/>
                <a:gd name="csY971" fmla="*/ 659481 h 1116681"/>
                <a:gd name="csX972" fmla="*/ 899361 w 1110665"/>
                <a:gd name="csY972" fmla="*/ 660233 h 1116681"/>
                <a:gd name="csX973" fmla="*/ 900113 w 1110665"/>
                <a:gd name="csY973" fmla="*/ 660985 h 1116681"/>
                <a:gd name="csX974" fmla="*/ 900864 w 1110665"/>
                <a:gd name="csY974" fmla="*/ 661737 h 1116681"/>
                <a:gd name="csX975" fmla="*/ 902368 w 1110665"/>
                <a:gd name="csY975" fmla="*/ 663993 h 1116681"/>
                <a:gd name="csX976" fmla="*/ 902368 w 1110665"/>
                <a:gd name="csY976" fmla="*/ 664745 h 1116681"/>
                <a:gd name="csX977" fmla="*/ 903121 w 1110665"/>
                <a:gd name="csY977" fmla="*/ 664745 h 1116681"/>
                <a:gd name="csX978" fmla="*/ 904624 w 1110665"/>
                <a:gd name="csY978" fmla="*/ 665497 h 1116681"/>
                <a:gd name="csX979" fmla="*/ 905377 w 1110665"/>
                <a:gd name="csY979" fmla="*/ 666249 h 1116681"/>
                <a:gd name="csX980" fmla="*/ 907632 w 1110665"/>
                <a:gd name="csY980" fmla="*/ 671513 h 1116681"/>
                <a:gd name="csX981" fmla="*/ 908384 w 1110665"/>
                <a:gd name="csY981" fmla="*/ 673016 h 1116681"/>
                <a:gd name="csX982" fmla="*/ 910640 w 1110665"/>
                <a:gd name="csY982" fmla="*/ 678280 h 1116681"/>
                <a:gd name="csX983" fmla="*/ 913648 w 1110665"/>
                <a:gd name="csY983" fmla="*/ 688808 h 1116681"/>
                <a:gd name="csX984" fmla="*/ 914400 w 1110665"/>
                <a:gd name="csY984" fmla="*/ 690312 h 1116681"/>
                <a:gd name="csX985" fmla="*/ 915904 w 1110665"/>
                <a:gd name="csY985" fmla="*/ 692568 h 1116681"/>
                <a:gd name="csX986" fmla="*/ 916656 w 1110665"/>
                <a:gd name="csY986" fmla="*/ 694072 h 1116681"/>
                <a:gd name="csX987" fmla="*/ 917408 w 1110665"/>
                <a:gd name="csY987" fmla="*/ 694824 h 1116681"/>
                <a:gd name="csX988" fmla="*/ 918160 w 1110665"/>
                <a:gd name="csY988" fmla="*/ 700840 h 1116681"/>
                <a:gd name="csX989" fmla="*/ 918912 w 1110665"/>
                <a:gd name="csY989" fmla="*/ 702343 h 1116681"/>
                <a:gd name="csX990" fmla="*/ 919664 w 1110665"/>
                <a:gd name="csY990" fmla="*/ 703847 h 1116681"/>
                <a:gd name="csX991" fmla="*/ 921168 w 1110665"/>
                <a:gd name="csY991" fmla="*/ 707607 h 1116681"/>
                <a:gd name="csX992" fmla="*/ 922672 w 1110665"/>
                <a:gd name="csY992" fmla="*/ 712119 h 1116681"/>
                <a:gd name="csX993" fmla="*/ 922672 w 1110665"/>
                <a:gd name="csY993" fmla="*/ 715127 h 1116681"/>
                <a:gd name="csX994" fmla="*/ 922672 w 1110665"/>
                <a:gd name="csY994" fmla="*/ 716631 h 1116681"/>
                <a:gd name="csX995" fmla="*/ 922672 w 1110665"/>
                <a:gd name="csY995" fmla="*/ 717383 h 1116681"/>
                <a:gd name="csX996" fmla="*/ 921920 w 1110665"/>
                <a:gd name="csY996" fmla="*/ 718135 h 1116681"/>
                <a:gd name="csX997" fmla="*/ 921168 w 1110665"/>
                <a:gd name="csY997" fmla="*/ 718135 h 1116681"/>
                <a:gd name="csX998" fmla="*/ 920416 w 1110665"/>
                <a:gd name="csY998" fmla="*/ 718887 h 1116681"/>
                <a:gd name="csX999" fmla="*/ 919664 w 1110665"/>
                <a:gd name="csY999" fmla="*/ 718887 h 1116681"/>
                <a:gd name="csX1000" fmla="*/ 918912 w 1110665"/>
                <a:gd name="csY1000" fmla="*/ 718887 h 1116681"/>
                <a:gd name="csX1001" fmla="*/ 918160 w 1110665"/>
                <a:gd name="csY1001" fmla="*/ 718135 h 1116681"/>
                <a:gd name="csX1002" fmla="*/ 917408 w 1110665"/>
                <a:gd name="csY1002" fmla="*/ 718135 h 1116681"/>
                <a:gd name="csX1003" fmla="*/ 916656 w 1110665"/>
                <a:gd name="csY1003" fmla="*/ 718135 h 1116681"/>
                <a:gd name="csX1004" fmla="*/ 915904 w 1110665"/>
                <a:gd name="csY1004" fmla="*/ 718135 h 1116681"/>
                <a:gd name="csX1005" fmla="*/ 915152 w 1110665"/>
                <a:gd name="csY1005" fmla="*/ 718887 h 1116681"/>
                <a:gd name="csX1006" fmla="*/ 913648 w 1110665"/>
                <a:gd name="csY1006" fmla="*/ 720391 h 1116681"/>
                <a:gd name="csX1007" fmla="*/ 912896 w 1110665"/>
                <a:gd name="csY1007" fmla="*/ 721143 h 1116681"/>
                <a:gd name="csX1008" fmla="*/ 912144 w 1110665"/>
                <a:gd name="csY1008" fmla="*/ 721895 h 1116681"/>
                <a:gd name="csX1009" fmla="*/ 911392 w 1110665"/>
                <a:gd name="csY1009" fmla="*/ 722647 h 1116681"/>
                <a:gd name="csX1010" fmla="*/ 911392 w 1110665"/>
                <a:gd name="csY1010" fmla="*/ 723399 h 1116681"/>
                <a:gd name="csX1011" fmla="*/ 910640 w 1110665"/>
                <a:gd name="csY1011" fmla="*/ 724151 h 1116681"/>
                <a:gd name="csX1012" fmla="*/ 910640 w 1110665"/>
                <a:gd name="csY1012" fmla="*/ 725655 h 1116681"/>
                <a:gd name="csX1013" fmla="*/ 910640 w 1110665"/>
                <a:gd name="csY1013" fmla="*/ 726407 h 1116681"/>
                <a:gd name="csX1014" fmla="*/ 911392 w 1110665"/>
                <a:gd name="csY1014" fmla="*/ 727159 h 1116681"/>
                <a:gd name="csX1015" fmla="*/ 913648 w 1110665"/>
                <a:gd name="csY1015" fmla="*/ 730167 h 1116681"/>
                <a:gd name="csX1016" fmla="*/ 914400 w 1110665"/>
                <a:gd name="csY1016" fmla="*/ 731671 h 1116681"/>
                <a:gd name="csX1017" fmla="*/ 913648 w 1110665"/>
                <a:gd name="csY1017" fmla="*/ 732422 h 1116681"/>
                <a:gd name="csX1018" fmla="*/ 912144 w 1110665"/>
                <a:gd name="csY1018" fmla="*/ 732422 h 1116681"/>
                <a:gd name="csX1019" fmla="*/ 910640 w 1110665"/>
                <a:gd name="csY1019" fmla="*/ 732422 h 1116681"/>
                <a:gd name="csX1020" fmla="*/ 909888 w 1110665"/>
                <a:gd name="csY1020" fmla="*/ 733174 h 1116681"/>
                <a:gd name="csX1021" fmla="*/ 909136 w 1110665"/>
                <a:gd name="csY1021" fmla="*/ 733926 h 1116681"/>
                <a:gd name="csX1022" fmla="*/ 906881 w 1110665"/>
                <a:gd name="csY1022" fmla="*/ 736182 h 1116681"/>
                <a:gd name="csX1023" fmla="*/ 906128 w 1110665"/>
                <a:gd name="csY1023" fmla="*/ 736934 h 1116681"/>
                <a:gd name="csX1024" fmla="*/ 905377 w 1110665"/>
                <a:gd name="csY1024" fmla="*/ 737686 h 1116681"/>
                <a:gd name="csX1025" fmla="*/ 904624 w 1110665"/>
                <a:gd name="csY1025" fmla="*/ 740694 h 1116681"/>
                <a:gd name="csX1026" fmla="*/ 903873 w 1110665"/>
                <a:gd name="csY1026" fmla="*/ 741446 h 1116681"/>
                <a:gd name="csX1027" fmla="*/ 903121 w 1110665"/>
                <a:gd name="csY1027" fmla="*/ 742198 h 1116681"/>
                <a:gd name="csX1028" fmla="*/ 902368 w 1110665"/>
                <a:gd name="csY1028" fmla="*/ 742950 h 1116681"/>
                <a:gd name="csX1029" fmla="*/ 901617 w 1110665"/>
                <a:gd name="csY1029" fmla="*/ 742950 h 1116681"/>
                <a:gd name="csX1030" fmla="*/ 900864 w 1110665"/>
                <a:gd name="csY1030" fmla="*/ 742950 h 1116681"/>
                <a:gd name="csX1031" fmla="*/ 900113 w 1110665"/>
                <a:gd name="csY1031" fmla="*/ 742950 h 1116681"/>
                <a:gd name="csX1032" fmla="*/ 900113 w 1110665"/>
                <a:gd name="csY1032" fmla="*/ 742198 h 1116681"/>
                <a:gd name="csX1033" fmla="*/ 899361 w 1110665"/>
                <a:gd name="csY1033" fmla="*/ 742198 h 1116681"/>
                <a:gd name="csX1034" fmla="*/ 898609 w 1110665"/>
                <a:gd name="csY1034" fmla="*/ 742950 h 1116681"/>
                <a:gd name="csX1035" fmla="*/ 897857 w 1110665"/>
                <a:gd name="csY1035" fmla="*/ 742950 h 1116681"/>
                <a:gd name="csX1036" fmla="*/ 897105 w 1110665"/>
                <a:gd name="csY1036" fmla="*/ 743702 h 1116681"/>
                <a:gd name="csX1037" fmla="*/ 897105 w 1110665"/>
                <a:gd name="csY1037" fmla="*/ 744454 h 1116681"/>
                <a:gd name="csX1038" fmla="*/ 895601 w 1110665"/>
                <a:gd name="csY1038" fmla="*/ 745206 h 1116681"/>
                <a:gd name="csX1039" fmla="*/ 894849 w 1110665"/>
                <a:gd name="csY1039" fmla="*/ 745958 h 1116681"/>
                <a:gd name="csX1040" fmla="*/ 894849 w 1110665"/>
                <a:gd name="csY1040" fmla="*/ 746710 h 1116681"/>
                <a:gd name="csX1041" fmla="*/ 894849 w 1110665"/>
                <a:gd name="csY1041" fmla="*/ 747462 h 1116681"/>
                <a:gd name="csX1042" fmla="*/ 894849 w 1110665"/>
                <a:gd name="csY1042" fmla="*/ 748214 h 1116681"/>
                <a:gd name="csX1043" fmla="*/ 893345 w 1110665"/>
                <a:gd name="csY1043" fmla="*/ 748214 h 1116681"/>
                <a:gd name="csX1044" fmla="*/ 893345 w 1110665"/>
                <a:gd name="csY1044" fmla="*/ 748966 h 1116681"/>
                <a:gd name="csX1045" fmla="*/ 894097 w 1110665"/>
                <a:gd name="csY1045" fmla="*/ 750470 h 1116681"/>
                <a:gd name="csX1046" fmla="*/ 893345 w 1110665"/>
                <a:gd name="csY1046" fmla="*/ 751222 h 1116681"/>
                <a:gd name="csX1047" fmla="*/ 893345 w 1110665"/>
                <a:gd name="csY1047" fmla="*/ 751974 h 1116681"/>
                <a:gd name="csX1048" fmla="*/ 892593 w 1110665"/>
                <a:gd name="csY1048" fmla="*/ 753478 h 1116681"/>
                <a:gd name="csX1049" fmla="*/ 890337 w 1110665"/>
                <a:gd name="csY1049" fmla="*/ 754982 h 1116681"/>
                <a:gd name="csX1050" fmla="*/ 888833 w 1110665"/>
                <a:gd name="csY1050" fmla="*/ 757238 h 1116681"/>
                <a:gd name="csX1051" fmla="*/ 888081 w 1110665"/>
                <a:gd name="csY1051" fmla="*/ 757990 h 1116681"/>
                <a:gd name="csX1052" fmla="*/ 887329 w 1110665"/>
                <a:gd name="csY1052" fmla="*/ 757990 h 1116681"/>
                <a:gd name="csX1053" fmla="*/ 886577 w 1110665"/>
                <a:gd name="csY1053" fmla="*/ 757990 h 1116681"/>
                <a:gd name="csX1054" fmla="*/ 885825 w 1110665"/>
                <a:gd name="csY1054" fmla="*/ 757990 h 1116681"/>
                <a:gd name="csX1055" fmla="*/ 885073 w 1110665"/>
                <a:gd name="csY1055" fmla="*/ 758741 h 1116681"/>
                <a:gd name="csX1056" fmla="*/ 884321 w 1110665"/>
                <a:gd name="csY1056" fmla="*/ 759493 h 1116681"/>
                <a:gd name="csX1057" fmla="*/ 883569 w 1110665"/>
                <a:gd name="csY1057" fmla="*/ 760245 h 1116681"/>
                <a:gd name="csX1058" fmla="*/ 882817 w 1110665"/>
                <a:gd name="csY1058" fmla="*/ 761750 h 1116681"/>
                <a:gd name="csX1059" fmla="*/ 882065 w 1110665"/>
                <a:gd name="csY1059" fmla="*/ 763253 h 1116681"/>
                <a:gd name="csX1060" fmla="*/ 882065 w 1110665"/>
                <a:gd name="csY1060" fmla="*/ 764005 h 1116681"/>
                <a:gd name="csX1061" fmla="*/ 882065 w 1110665"/>
                <a:gd name="csY1061" fmla="*/ 764757 h 1116681"/>
                <a:gd name="csX1062" fmla="*/ 882817 w 1110665"/>
                <a:gd name="csY1062" fmla="*/ 766261 h 1116681"/>
                <a:gd name="csX1063" fmla="*/ 882817 w 1110665"/>
                <a:gd name="csY1063" fmla="*/ 767013 h 1116681"/>
                <a:gd name="csX1064" fmla="*/ 882065 w 1110665"/>
                <a:gd name="csY1064" fmla="*/ 769269 h 1116681"/>
                <a:gd name="csX1065" fmla="*/ 881313 w 1110665"/>
                <a:gd name="csY1065" fmla="*/ 769269 h 1116681"/>
                <a:gd name="csX1066" fmla="*/ 880562 w 1110665"/>
                <a:gd name="csY1066" fmla="*/ 770021 h 1116681"/>
                <a:gd name="csX1067" fmla="*/ 879809 w 1110665"/>
                <a:gd name="csY1067" fmla="*/ 770773 h 1116681"/>
                <a:gd name="csX1068" fmla="*/ 879057 w 1110665"/>
                <a:gd name="csY1068" fmla="*/ 771525 h 1116681"/>
                <a:gd name="csX1069" fmla="*/ 879057 w 1110665"/>
                <a:gd name="csY1069" fmla="*/ 772277 h 1116681"/>
                <a:gd name="csX1070" fmla="*/ 879809 w 1110665"/>
                <a:gd name="csY1070" fmla="*/ 773029 h 1116681"/>
                <a:gd name="csX1071" fmla="*/ 879809 w 1110665"/>
                <a:gd name="csY1071" fmla="*/ 773781 h 1116681"/>
                <a:gd name="csX1072" fmla="*/ 879057 w 1110665"/>
                <a:gd name="csY1072" fmla="*/ 774533 h 1116681"/>
                <a:gd name="csX1073" fmla="*/ 878305 w 1110665"/>
                <a:gd name="csY1073" fmla="*/ 774533 h 1116681"/>
                <a:gd name="csX1074" fmla="*/ 877553 w 1110665"/>
                <a:gd name="csY1074" fmla="*/ 774533 h 1116681"/>
                <a:gd name="csX1075" fmla="*/ 876802 w 1110665"/>
                <a:gd name="csY1075" fmla="*/ 775285 h 1116681"/>
                <a:gd name="csX1076" fmla="*/ 876049 w 1110665"/>
                <a:gd name="csY1076" fmla="*/ 774533 h 1116681"/>
                <a:gd name="csX1077" fmla="*/ 875298 w 1110665"/>
                <a:gd name="csY1077" fmla="*/ 773781 h 1116681"/>
                <a:gd name="csX1078" fmla="*/ 873794 w 1110665"/>
                <a:gd name="csY1078" fmla="*/ 773781 h 1116681"/>
                <a:gd name="csX1079" fmla="*/ 871538 w 1110665"/>
                <a:gd name="csY1079" fmla="*/ 772277 h 1116681"/>
                <a:gd name="csX1080" fmla="*/ 870785 w 1110665"/>
                <a:gd name="csY1080" fmla="*/ 772277 h 1116681"/>
                <a:gd name="csX1081" fmla="*/ 870034 w 1110665"/>
                <a:gd name="csY1081" fmla="*/ 772277 h 1116681"/>
                <a:gd name="csX1082" fmla="*/ 868530 w 1110665"/>
                <a:gd name="csY1082" fmla="*/ 776037 h 1116681"/>
                <a:gd name="csX1083" fmla="*/ 868530 w 1110665"/>
                <a:gd name="csY1083" fmla="*/ 777541 h 1116681"/>
                <a:gd name="csX1084" fmla="*/ 867026 w 1110665"/>
                <a:gd name="csY1084" fmla="*/ 780549 h 1116681"/>
                <a:gd name="csX1085" fmla="*/ 866274 w 1110665"/>
                <a:gd name="csY1085" fmla="*/ 782053 h 1116681"/>
                <a:gd name="csX1086" fmla="*/ 866274 w 1110665"/>
                <a:gd name="csY1086" fmla="*/ 783557 h 1116681"/>
                <a:gd name="csX1087" fmla="*/ 866274 w 1110665"/>
                <a:gd name="csY1087" fmla="*/ 784309 h 1116681"/>
                <a:gd name="csX1088" fmla="*/ 865522 w 1110665"/>
                <a:gd name="csY1088" fmla="*/ 785813 h 1116681"/>
                <a:gd name="csX1089" fmla="*/ 865522 w 1110665"/>
                <a:gd name="csY1089" fmla="*/ 788069 h 1116681"/>
                <a:gd name="csX1090" fmla="*/ 865522 w 1110665"/>
                <a:gd name="csY1090" fmla="*/ 792580 h 1116681"/>
                <a:gd name="csX1091" fmla="*/ 866274 w 1110665"/>
                <a:gd name="csY1091" fmla="*/ 794084 h 1116681"/>
                <a:gd name="csX1092" fmla="*/ 866274 w 1110665"/>
                <a:gd name="csY1092" fmla="*/ 795588 h 1116681"/>
                <a:gd name="csX1093" fmla="*/ 872290 w 1110665"/>
                <a:gd name="csY1093" fmla="*/ 802356 h 1116681"/>
                <a:gd name="csX1094" fmla="*/ 873042 w 1110665"/>
                <a:gd name="csY1094" fmla="*/ 803108 h 1116681"/>
                <a:gd name="csX1095" fmla="*/ 873794 w 1110665"/>
                <a:gd name="csY1095" fmla="*/ 803860 h 1116681"/>
                <a:gd name="csX1096" fmla="*/ 874545 w 1110665"/>
                <a:gd name="csY1096" fmla="*/ 803860 h 1116681"/>
                <a:gd name="csX1097" fmla="*/ 876049 w 1110665"/>
                <a:gd name="csY1097" fmla="*/ 803860 h 1116681"/>
                <a:gd name="csX1098" fmla="*/ 876802 w 1110665"/>
                <a:gd name="csY1098" fmla="*/ 803860 h 1116681"/>
                <a:gd name="csX1099" fmla="*/ 876802 w 1110665"/>
                <a:gd name="csY1099" fmla="*/ 803108 h 1116681"/>
                <a:gd name="csX1100" fmla="*/ 878305 w 1110665"/>
                <a:gd name="csY1100" fmla="*/ 801604 h 1116681"/>
                <a:gd name="csX1101" fmla="*/ 879057 w 1110665"/>
                <a:gd name="csY1101" fmla="*/ 800852 h 1116681"/>
                <a:gd name="csX1102" fmla="*/ 879809 w 1110665"/>
                <a:gd name="csY1102" fmla="*/ 800852 h 1116681"/>
                <a:gd name="csX1103" fmla="*/ 880562 w 1110665"/>
                <a:gd name="csY1103" fmla="*/ 800100 h 1116681"/>
                <a:gd name="csX1104" fmla="*/ 882817 w 1110665"/>
                <a:gd name="csY1104" fmla="*/ 799348 h 1116681"/>
                <a:gd name="csX1105" fmla="*/ 883569 w 1110665"/>
                <a:gd name="csY1105" fmla="*/ 799348 h 1116681"/>
                <a:gd name="csX1106" fmla="*/ 884321 w 1110665"/>
                <a:gd name="csY1106" fmla="*/ 799348 h 1116681"/>
                <a:gd name="csX1107" fmla="*/ 885073 w 1110665"/>
                <a:gd name="csY1107" fmla="*/ 799348 h 1116681"/>
                <a:gd name="csX1108" fmla="*/ 885825 w 1110665"/>
                <a:gd name="csY1108" fmla="*/ 799348 h 1116681"/>
                <a:gd name="csX1109" fmla="*/ 888081 w 1110665"/>
                <a:gd name="csY1109" fmla="*/ 800852 h 1116681"/>
                <a:gd name="csX1110" fmla="*/ 888833 w 1110665"/>
                <a:gd name="csY1110" fmla="*/ 801604 h 1116681"/>
                <a:gd name="csX1111" fmla="*/ 890337 w 1110665"/>
                <a:gd name="csY1111" fmla="*/ 801604 h 1116681"/>
                <a:gd name="csX1112" fmla="*/ 891841 w 1110665"/>
                <a:gd name="csY1112" fmla="*/ 801604 h 1116681"/>
                <a:gd name="csX1113" fmla="*/ 893345 w 1110665"/>
                <a:gd name="csY1113" fmla="*/ 801604 h 1116681"/>
                <a:gd name="csX1114" fmla="*/ 894097 w 1110665"/>
                <a:gd name="csY1114" fmla="*/ 802356 h 1116681"/>
                <a:gd name="csX1115" fmla="*/ 899361 w 1110665"/>
                <a:gd name="csY1115" fmla="*/ 805364 h 1116681"/>
                <a:gd name="csX1116" fmla="*/ 900864 w 1110665"/>
                <a:gd name="csY1116" fmla="*/ 806116 h 1116681"/>
                <a:gd name="csX1117" fmla="*/ 902368 w 1110665"/>
                <a:gd name="csY1117" fmla="*/ 806868 h 1116681"/>
                <a:gd name="csX1118" fmla="*/ 903121 w 1110665"/>
                <a:gd name="csY1118" fmla="*/ 808372 h 1116681"/>
                <a:gd name="csX1119" fmla="*/ 904624 w 1110665"/>
                <a:gd name="csY1119" fmla="*/ 812132 h 1116681"/>
                <a:gd name="csX1120" fmla="*/ 905377 w 1110665"/>
                <a:gd name="csY1120" fmla="*/ 814388 h 1116681"/>
                <a:gd name="csX1121" fmla="*/ 905377 w 1110665"/>
                <a:gd name="csY1121" fmla="*/ 818148 h 1116681"/>
                <a:gd name="csX1122" fmla="*/ 905377 w 1110665"/>
                <a:gd name="csY1122" fmla="*/ 824915 h 1116681"/>
                <a:gd name="csX1123" fmla="*/ 905377 w 1110665"/>
                <a:gd name="csY1123" fmla="*/ 825667 h 1116681"/>
                <a:gd name="csX1124" fmla="*/ 904624 w 1110665"/>
                <a:gd name="csY1124" fmla="*/ 826419 h 1116681"/>
                <a:gd name="csX1125" fmla="*/ 903873 w 1110665"/>
                <a:gd name="csY1125" fmla="*/ 827171 h 1116681"/>
                <a:gd name="csX1126" fmla="*/ 903121 w 1110665"/>
                <a:gd name="csY1126" fmla="*/ 827923 h 1116681"/>
                <a:gd name="csX1127" fmla="*/ 901617 w 1110665"/>
                <a:gd name="csY1127" fmla="*/ 828675 h 1116681"/>
                <a:gd name="csX1128" fmla="*/ 900864 w 1110665"/>
                <a:gd name="csY1128" fmla="*/ 829427 h 1116681"/>
                <a:gd name="csX1129" fmla="*/ 899361 w 1110665"/>
                <a:gd name="csY1129" fmla="*/ 832435 h 1116681"/>
                <a:gd name="csX1130" fmla="*/ 897857 w 1110665"/>
                <a:gd name="csY1130" fmla="*/ 834691 h 1116681"/>
                <a:gd name="csX1131" fmla="*/ 897105 w 1110665"/>
                <a:gd name="csY1131" fmla="*/ 836195 h 1116681"/>
                <a:gd name="csX1132" fmla="*/ 896353 w 1110665"/>
                <a:gd name="csY1132" fmla="*/ 836947 h 1116681"/>
                <a:gd name="csX1133" fmla="*/ 896353 w 1110665"/>
                <a:gd name="csY1133" fmla="*/ 838451 h 1116681"/>
                <a:gd name="csX1134" fmla="*/ 895601 w 1110665"/>
                <a:gd name="csY1134" fmla="*/ 841459 h 1116681"/>
                <a:gd name="csX1135" fmla="*/ 895601 w 1110665"/>
                <a:gd name="csY1135" fmla="*/ 842211 h 1116681"/>
                <a:gd name="csX1136" fmla="*/ 894097 w 1110665"/>
                <a:gd name="csY1136" fmla="*/ 843715 h 1116681"/>
                <a:gd name="csX1137" fmla="*/ 894097 w 1110665"/>
                <a:gd name="csY1137" fmla="*/ 844467 h 1116681"/>
                <a:gd name="csX1138" fmla="*/ 893345 w 1110665"/>
                <a:gd name="csY1138" fmla="*/ 845970 h 1116681"/>
                <a:gd name="csX1139" fmla="*/ 893345 w 1110665"/>
                <a:gd name="csY1139" fmla="*/ 847474 h 1116681"/>
                <a:gd name="csX1140" fmla="*/ 893345 w 1110665"/>
                <a:gd name="csY1140" fmla="*/ 848226 h 1116681"/>
                <a:gd name="csX1141" fmla="*/ 893345 w 1110665"/>
                <a:gd name="csY1141" fmla="*/ 848978 h 1116681"/>
                <a:gd name="csX1142" fmla="*/ 891841 w 1110665"/>
                <a:gd name="csY1142" fmla="*/ 850482 h 1116681"/>
                <a:gd name="csX1143" fmla="*/ 891841 w 1110665"/>
                <a:gd name="csY1143" fmla="*/ 851986 h 1116681"/>
                <a:gd name="csX1144" fmla="*/ 891841 w 1110665"/>
                <a:gd name="csY1144" fmla="*/ 854242 h 1116681"/>
                <a:gd name="csX1145" fmla="*/ 892593 w 1110665"/>
                <a:gd name="csY1145" fmla="*/ 855746 h 1116681"/>
                <a:gd name="csX1146" fmla="*/ 893345 w 1110665"/>
                <a:gd name="csY1146" fmla="*/ 859506 h 1116681"/>
                <a:gd name="csX1147" fmla="*/ 894097 w 1110665"/>
                <a:gd name="csY1147" fmla="*/ 861010 h 1116681"/>
                <a:gd name="csX1148" fmla="*/ 894849 w 1110665"/>
                <a:gd name="csY1148" fmla="*/ 863266 h 1116681"/>
                <a:gd name="csX1149" fmla="*/ 895601 w 1110665"/>
                <a:gd name="csY1149" fmla="*/ 864770 h 1116681"/>
                <a:gd name="csX1150" fmla="*/ 895601 w 1110665"/>
                <a:gd name="csY1150" fmla="*/ 867026 h 1116681"/>
                <a:gd name="csX1151" fmla="*/ 896353 w 1110665"/>
                <a:gd name="csY1151" fmla="*/ 869282 h 1116681"/>
                <a:gd name="csX1152" fmla="*/ 897105 w 1110665"/>
                <a:gd name="csY1152" fmla="*/ 870033 h 1116681"/>
                <a:gd name="csX1153" fmla="*/ 898609 w 1110665"/>
                <a:gd name="csY1153" fmla="*/ 872290 h 1116681"/>
                <a:gd name="csX1154" fmla="*/ 899361 w 1110665"/>
                <a:gd name="csY1154" fmla="*/ 873042 h 1116681"/>
                <a:gd name="csX1155" fmla="*/ 899361 w 1110665"/>
                <a:gd name="csY1155" fmla="*/ 873793 h 1116681"/>
                <a:gd name="csX1156" fmla="*/ 899361 w 1110665"/>
                <a:gd name="csY1156" fmla="*/ 876801 h 1116681"/>
                <a:gd name="csX1157" fmla="*/ 900113 w 1110665"/>
                <a:gd name="csY1157" fmla="*/ 880561 h 1116681"/>
                <a:gd name="csX1158" fmla="*/ 903873 w 1110665"/>
                <a:gd name="csY1158" fmla="*/ 888081 h 1116681"/>
                <a:gd name="csX1159" fmla="*/ 900864 w 1110665"/>
                <a:gd name="csY1159" fmla="*/ 888833 h 1116681"/>
                <a:gd name="csX1160" fmla="*/ 900113 w 1110665"/>
                <a:gd name="csY1160" fmla="*/ 888833 h 1116681"/>
                <a:gd name="csX1161" fmla="*/ 899361 w 1110665"/>
                <a:gd name="csY1161" fmla="*/ 890337 h 1116681"/>
                <a:gd name="csX1162" fmla="*/ 897105 w 1110665"/>
                <a:gd name="csY1162" fmla="*/ 891089 h 1116681"/>
                <a:gd name="csX1163" fmla="*/ 894849 w 1110665"/>
                <a:gd name="csY1163" fmla="*/ 892593 h 1116681"/>
                <a:gd name="csX1164" fmla="*/ 894097 w 1110665"/>
                <a:gd name="csY1164" fmla="*/ 893345 h 1116681"/>
                <a:gd name="csX1165" fmla="*/ 892593 w 1110665"/>
                <a:gd name="csY1165" fmla="*/ 895601 h 1116681"/>
                <a:gd name="csX1166" fmla="*/ 891841 w 1110665"/>
                <a:gd name="csY1166" fmla="*/ 896353 h 1116681"/>
                <a:gd name="csX1167" fmla="*/ 890337 w 1110665"/>
                <a:gd name="csY1167" fmla="*/ 897105 h 1116681"/>
                <a:gd name="csX1168" fmla="*/ 888081 w 1110665"/>
                <a:gd name="csY1168" fmla="*/ 897857 h 1116681"/>
                <a:gd name="csX1169" fmla="*/ 887329 w 1110665"/>
                <a:gd name="csY1169" fmla="*/ 898609 h 1116681"/>
                <a:gd name="csX1170" fmla="*/ 886577 w 1110665"/>
                <a:gd name="csY1170" fmla="*/ 900112 h 1116681"/>
                <a:gd name="csX1171" fmla="*/ 885825 w 1110665"/>
                <a:gd name="csY1171" fmla="*/ 900865 h 1116681"/>
                <a:gd name="csX1172" fmla="*/ 885073 w 1110665"/>
                <a:gd name="csY1172" fmla="*/ 901616 h 1116681"/>
                <a:gd name="csX1173" fmla="*/ 884321 w 1110665"/>
                <a:gd name="csY1173" fmla="*/ 901616 h 1116681"/>
                <a:gd name="csX1174" fmla="*/ 883569 w 1110665"/>
                <a:gd name="csY1174" fmla="*/ 901616 h 1116681"/>
                <a:gd name="csX1175" fmla="*/ 882817 w 1110665"/>
                <a:gd name="csY1175" fmla="*/ 902369 h 1116681"/>
                <a:gd name="csX1176" fmla="*/ 882065 w 1110665"/>
                <a:gd name="csY1176" fmla="*/ 903120 h 1116681"/>
                <a:gd name="csX1177" fmla="*/ 881313 w 1110665"/>
                <a:gd name="csY1177" fmla="*/ 904625 h 1116681"/>
                <a:gd name="csX1178" fmla="*/ 880562 w 1110665"/>
                <a:gd name="csY1178" fmla="*/ 905376 h 1116681"/>
                <a:gd name="csX1179" fmla="*/ 862514 w 1110665"/>
                <a:gd name="csY1179" fmla="*/ 912144 h 1116681"/>
                <a:gd name="csX1180" fmla="*/ 858754 w 1110665"/>
                <a:gd name="csY1180" fmla="*/ 914400 h 1116681"/>
                <a:gd name="csX1181" fmla="*/ 855746 w 1110665"/>
                <a:gd name="csY1181" fmla="*/ 917408 h 1116681"/>
                <a:gd name="csX1182" fmla="*/ 854242 w 1110665"/>
                <a:gd name="csY1182" fmla="*/ 919664 h 1116681"/>
                <a:gd name="csX1183" fmla="*/ 851986 w 1110665"/>
                <a:gd name="csY1183" fmla="*/ 924928 h 1116681"/>
                <a:gd name="csX1184" fmla="*/ 849730 w 1110665"/>
                <a:gd name="csY1184" fmla="*/ 927936 h 1116681"/>
                <a:gd name="csX1185" fmla="*/ 847474 w 1110665"/>
                <a:gd name="csY1185" fmla="*/ 930191 h 1116681"/>
                <a:gd name="csX1186" fmla="*/ 809876 w 1110665"/>
                <a:gd name="csY1186" fmla="*/ 950495 h 1116681"/>
                <a:gd name="csX1187" fmla="*/ 806868 w 1110665"/>
                <a:gd name="csY1187" fmla="*/ 951247 h 1116681"/>
                <a:gd name="csX1188" fmla="*/ 805364 w 1110665"/>
                <a:gd name="csY1188" fmla="*/ 951247 h 1116681"/>
                <a:gd name="csX1189" fmla="*/ 803860 w 1110665"/>
                <a:gd name="csY1189" fmla="*/ 951247 h 1116681"/>
                <a:gd name="csX1190" fmla="*/ 803108 w 1110665"/>
                <a:gd name="csY1190" fmla="*/ 950495 h 1116681"/>
                <a:gd name="csX1191" fmla="*/ 798596 w 1110665"/>
                <a:gd name="csY1191" fmla="*/ 948991 h 1116681"/>
                <a:gd name="csX1192" fmla="*/ 793332 w 1110665"/>
                <a:gd name="csY1192" fmla="*/ 948239 h 1116681"/>
                <a:gd name="csX1193" fmla="*/ 791076 w 1110665"/>
                <a:gd name="csY1193" fmla="*/ 948239 h 1116681"/>
                <a:gd name="csX1194" fmla="*/ 789572 w 1110665"/>
                <a:gd name="csY1194" fmla="*/ 947487 h 1116681"/>
                <a:gd name="csX1195" fmla="*/ 788068 w 1110665"/>
                <a:gd name="csY1195" fmla="*/ 946735 h 1116681"/>
                <a:gd name="csX1196" fmla="*/ 787317 w 1110665"/>
                <a:gd name="csY1196" fmla="*/ 945983 h 1116681"/>
                <a:gd name="csX1197" fmla="*/ 786565 w 1110665"/>
                <a:gd name="csY1197" fmla="*/ 945231 h 1116681"/>
                <a:gd name="csX1198" fmla="*/ 786565 w 1110665"/>
                <a:gd name="csY1198" fmla="*/ 944479 h 1116681"/>
                <a:gd name="csX1199" fmla="*/ 785813 w 1110665"/>
                <a:gd name="csY1199" fmla="*/ 943727 h 1116681"/>
                <a:gd name="csX1200" fmla="*/ 785061 w 1110665"/>
                <a:gd name="csY1200" fmla="*/ 943727 h 1116681"/>
                <a:gd name="csX1201" fmla="*/ 782805 w 1110665"/>
                <a:gd name="csY1201" fmla="*/ 944479 h 1116681"/>
                <a:gd name="csX1202" fmla="*/ 781301 w 1110665"/>
                <a:gd name="csY1202" fmla="*/ 944479 h 1116681"/>
                <a:gd name="csX1203" fmla="*/ 777541 w 1110665"/>
                <a:gd name="csY1203" fmla="*/ 944479 h 1116681"/>
                <a:gd name="csX1204" fmla="*/ 776037 w 1110665"/>
                <a:gd name="csY1204" fmla="*/ 944479 h 1116681"/>
                <a:gd name="csX1205" fmla="*/ 774533 w 1110665"/>
                <a:gd name="csY1205" fmla="*/ 943727 h 1116681"/>
                <a:gd name="csX1206" fmla="*/ 774533 w 1110665"/>
                <a:gd name="csY1206" fmla="*/ 942975 h 1116681"/>
                <a:gd name="csX1207" fmla="*/ 772277 w 1110665"/>
                <a:gd name="csY1207" fmla="*/ 942223 h 1116681"/>
                <a:gd name="csX1208" fmla="*/ 768517 w 1110665"/>
                <a:gd name="csY1208" fmla="*/ 939215 h 1116681"/>
                <a:gd name="csX1209" fmla="*/ 761749 w 1110665"/>
                <a:gd name="csY1209" fmla="*/ 936207 h 1116681"/>
                <a:gd name="csX1210" fmla="*/ 754982 w 1110665"/>
                <a:gd name="csY1210" fmla="*/ 934703 h 1116681"/>
                <a:gd name="csX1211" fmla="*/ 748966 w 1110665"/>
                <a:gd name="csY1211" fmla="*/ 933951 h 1116681"/>
                <a:gd name="csX1212" fmla="*/ 739190 w 1110665"/>
                <a:gd name="csY1212" fmla="*/ 934703 h 1116681"/>
                <a:gd name="csX1213" fmla="*/ 701591 w 1110665"/>
                <a:gd name="csY1213" fmla="*/ 933199 h 1116681"/>
                <a:gd name="csX1214" fmla="*/ 670761 w 1110665"/>
                <a:gd name="csY1214" fmla="*/ 934703 h 1116681"/>
                <a:gd name="csX1215" fmla="*/ 664745 w 1110665"/>
                <a:gd name="csY1215" fmla="*/ 933951 h 1116681"/>
                <a:gd name="csX1216" fmla="*/ 655721 w 1110665"/>
                <a:gd name="csY1216" fmla="*/ 931695 h 1116681"/>
                <a:gd name="csX1217" fmla="*/ 650457 w 1110665"/>
                <a:gd name="csY1217" fmla="*/ 930944 h 1116681"/>
                <a:gd name="csX1218" fmla="*/ 639930 w 1110665"/>
                <a:gd name="csY1218" fmla="*/ 936959 h 1116681"/>
                <a:gd name="csX1219" fmla="*/ 622634 w 1110665"/>
                <a:gd name="csY1219" fmla="*/ 943727 h 1116681"/>
                <a:gd name="csX1220" fmla="*/ 619627 w 1110665"/>
                <a:gd name="csY1220" fmla="*/ 945983 h 1116681"/>
                <a:gd name="csX1221" fmla="*/ 617371 w 1110665"/>
                <a:gd name="csY1221" fmla="*/ 948239 h 1116681"/>
                <a:gd name="csX1222" fmla="*/ 612859 w 1110665"/>
                <a:gd name="csY1222" fmla="*/ 953503 h 1116681"/>
                <a:gd name="csX1223" fmla="*/ 588044 w 1110665"/>
                <a:gd name="csY1223" fmla="*/ 978318 h 1116681"/>
                <a:gd name="csX1224" fmla="*/ 585788 w 1110665"/>
                <a:gd name="csY1224" fmla="*/ 979822 h 1116681"/>
                <a:gd name="csX1225" fmla="*/ 583532 w 1110665"/>
                <a:gd name="csY1225" fmla="*/ 979822 h 1116681"/>
                <a:gd name="csX1226" fmla="*/ 581276 w 1110665"/>
                <a:gd name="csY1226" fmla="*/ 978318 h 1116681"/>
                <a:gd name="csX1227" fmla="*/ 579020 w 1110665"/>
                <a:gd name="csY1227" fmla="*/ 975310 h 1116681"/>
                <a:gd name="csX1228" fmla="*/ 573756 w 1110665"/>
                <a:gd name="csY1228" fmla="*/ 969294 h 1116681"/>
                <a:gd name="csX1229" fmla="*/ 572252 w 1110665"/>
                <a:gd name="csY1229" fmla="*/ 966286 h 1116681"/>
                <a:gd name="csX1230" fmla="*/ 569996 w 1110665"/>
                <a:gd name="csY1230" fmla="*/ 960270 h 1116681"/>
                <a:gd name="csX1231" fmla="*/ 569244 w 1110665"/>
                <a:gd name="csY1231" fmla="*/ 959518 h 1116681"/>
                <a:gd name="csX1232" fmla="*/ 569244 w 1110665"/>
                <a:gd name="csY1232" fmla="*/ 958767 h 1116681"/>
                <a:gd name="csX1233" fmla="*/ 568492 w 1110665"/>
                <a:gd name="csY1233" fmla="*/ 958014 h 1116681"/>
                <a:gd name="csX1234" fmla="*/ 567740 w 1110665"/>
                <a:gd name="csY1234" fmla="*/ 958014 h 1116681"/>
                <a:gd name="csX1235" fmla="*/ 566988 w 1110665"/>
                <a:gd name="csY1235" fmla="*/ 958014 h 1116681"/>
                <a:gd name="csX1236" fmla="*/ 565484 w 1110665"/>
                <a:gd name="csY1236" fmla="*/ 958014 h 1116681"/>
                <a:gd name="csX1237" fmla="*/ 563980 w 1110665"/>
                <a:gd name="csY1237" fmla="*/ 958767 h 1116681"/>
                <a:gd name="csX1238" fmla="*/ 563229 w 1110665"/>
                <a:gd name="csY1238" fmla="*/ 958767 h 1116681"/>
                <a:gd name="csX1239" fmla="*/ 560973 w 1110665"/>
                <a:gd name="csY1239" fmla="*/ 961774 h 1116681"/>
                <a:gd name="csX1240" fmla="*/ 558716 w 1110665"/>
                <a:gd name="csY1240" fmla="*/ 963278 h 1116681"/>
                <a:gd name="csX1241" fmla="*/ 556461 w 1110665"/>
                <a:gd name="csY1241" fmla="*/ 964782 h 1116681"/>
                <a:gd name="csX1242" fmla="*/ 553453 w 1110665"/>
                <a:gd name="csY1242" fmla="*/ 965534 h 1116681"/>
                <a:gd name="csX1243" fmla="*/ 521870 w 1110665"/>
                <a:gd name="csY1243" fmla="*/ 978318 h 1116681"/>
                <a:gd name="csX1244" fmla="*/ 516606 w 1110665"/>
                <a:gd name="csY1244" fmla="*/ 979070 h 1116681"/>
                <a:gd name="csX1245" fmla="*/ 506830 w 1110665"/>
                <a:gd name="csY1245" fmla="*/ 977566 h 1116681"/>
                <a:gd name="csX1246" fmla="*/ 492543 w 1110665"/>
                <a:gd name="csY1246" fmla="*/ 976814 h 1116681"/>
                <a:gd name="csX1247" fmla="*/ 488783 w 1110665"/>
                <a:gd name="csY1247" fmla="*/ 977566 h 1116681"/>
                <a:gd name="csX1248" fmla="*/ 485775 w 1110665"/>
                <a:gd name="csY1248" fmla="*/ 979070 h 1116681"/>
                <a:gd name="csX1249" fmla="*/ 482767 w 1110665"/>
                <a:gd name="csY1249" fmla="*/ 980574 h 1116681"/>
                <a:gd name="csX1250" fmla="*/ 478256 w 1110665"/>
                <a:gd name="csY1250" fmla="*/ 983582 h 1116681"/>
                <a:gd name="csX1251" fmla="*/ 474496 w 1110665"/>
                <a:gd name="csY1251" fmla="*/ 984334 h 1116681"/>
                <a:gd name="csX1252" fmla="*/ 451184 w 1110665"/>
                <a:gd name="csY1252" fmla="*/ 988846 h 1116681"/>
                <a:gd name="csX1253" fmla="*/ 446673 w 1110665"/>
                <a:gd name="csY1253" fmla="*/ 990349 h 1116681"/>
                <a:gd name="csX1254" fmla="*/ 442160 w 1110665"/>
                <a:gd name="csY1254" fmla="*/ 992606 h 1116681"/>
                <a:gd name="csX1255" fmla="*/ 423361 w 1110665"/>
                <a:gd name="csY1255" fmla="*/ 1019676 h 1116681"/>
                <a:gd name="csX1256" fmla="*/ 419601 w 1110665"/>
                <a:gd name="csY1256" fmla="*/ 1024188 h 1116681"/>
                <a:gd name="csX1257" fmla="*/ 415841 w 1110665"/>
                <a:gd name="csY1257" fmla="*/ 1027196 h 1116681"/>
                <a:gd name="csX1258" fmla="*/ 415090 w 1110665"/>
                <a:gd name="csY1258" fmla="*/ 1027196 h 1116681"/>
                <a:gd name="csX1259" fmla="*/ 415090 w 1110665"/>
                <a:gd name="csY1259" fmla="*/ 1028700 h 1116681"/>
                <a:gd name="csX1260" fmla="*/ 415090 w 1110665"/>
                <a:gd name="csY1260" fmla="*/ 1029452 h 1116681"/>
                <a:gd name="csX1261" fmla="*/ 415090 w 1110665"/>
                <a:gd name="csY1261" fmla="*/ 1030204 h 1116681"/>
                <a:gd name="csX1262" fmla="*/ 415090 w 1110665"/>
                <a:gd name="csY1262" fmla="*/ 1030956 h 1116681"/>
                <a:gd name="csX1263" fmla="*/ 415090 w 1110665"/>
                <a:gd name="csY1263" fmla="*/ 1031708 h 1116681"/>
                <a:gd name="csX1264" fmla="*/ 416594 w 1110665"/>
                <a:gd name="csY1264" fmla="*/ 1033964 h 1116681"/>
                <a:gd name="csX1265" fmla="*/ 417345 w 1110665"/>
                <a:gd name="csY1265" fmla="*/ 1036220 h 1116681"/>
                <a:gd name="csX1266" fmla="*/ 417345 w 1110665"/>
                <a:gd name="csY1266" fmla="*/ 1039228 h 1116681"/>
                <a:gd name="csX1267" fmla="*/ 418098 w 1110665"/>
                <a:gd name="csY1267" fmla="*/ 1040732 h 1116681"/>
                <a:gd name="csX1268" fmla="*/ 417345 w 1110665"/>
                <a:gd name="csY1268" fmla="*/ 1041484 h 1116681"/>
                <a:gd name="csX1269" fmla="*/ 417345 w 1110665"/>
                <a:gd name="csY1269" fmla="*/ 1042987 h 1116681"/>
                <a:gd name="csX1270" fmla="*/ 416594 w 1110665"/>
                <a:gd name="csY1270" fmla="*/ 1044491 h 1116681"/>
                <a:gd name="csX1271" fmla="*/ 416594 w 1110665"/>
                <a:gd name="csY1271" fmla="*/ 1045995 h 1116681"/>
                <a:gd name="csX1272" fmla="*/ 415841 w 1110665"/>
                <a:gd name="csY1272" fmla="*/ 1045995 h 1116681"/>
                <a:gd name="csX1273" fmla="*/ 414338 w 1110665"/>
                <a:gd name="csY1273" fmla="*/ 1047500 h 1116681"/>
                <a:gd name="csX1274" fmla="*/ 410578 w 1110665"/>
                <a:gd name="csY1274" fmla="*/ 1053515 h 1116681"/>
                <a:gd name="csX1275" fmla="*/ 409074 w 1110665"/>
                <a:gd name="csY1275" fmla="*/ 1055771 h 1116681"/>
                <a:gd name="csX1276" fmla="*/ 406066 w 1110665"/>
                <a:gd name="csY1276" fmla="*/ 1057275 h 1116681"/>
                <a:gd name="csX1277" fmla="*/ 402306 w 1110665"/>
                <a:gd name="csY1277" fmla="*/ 1058779 h 1116681"/>
                <a:gd name="csX1278" fmla="*/ 398546 w 1110665"/>
                <a:gd name="csY1278" fmla="*/ 1058779 h 1116681"/>
                <a:gd name="csX1279" fmla="*/ 392530 w 1110665"/>
                <a:gd name="csY1279" fmla="*/ 1056523 h 1116681"/>
                <a:gd name="csX1280" fmla="*/ 389522 w 1110665"/>
                <a:gd name="csY1280" fmla="*/ 1058027 h 1116681"/>
                <a:gd name="csX1281" fmla="*/ 385762 w 1110665"/>
                <a:gd name="csY1281" fmla="*/ 1062539 h 1116681"/>
                <a:gd name="csX1282" fmla="*/ 382755 w 1110665"/>
                <a:gd name="csY1282" fmla="*/ 1064795 h 1116681"/>
                <a:gd name="csX1283" fmla="*/ 380499 w 1110665"/>
                <a:gd name="csY1283" fmla="*/ 1065547 h 1116681"/>
                <a:gd name="csX1284" fmla="*/ 378243 w 1110665"/>
                <a:gd name="csY1284" fmla="*/ 1067803 h 1116681"/>
                <a:gd name="csX1285" fmla="*/ 377491 w 1110665"/>
                <a:gd name="csY1285" fmla="*/ 1072315 h 1116681"/>
                <a:gd name="csX1286" fmla="*/ 376739 w 1110665"/>
                <a:gd name="csY1286" fmla="*/ 1074570 h 1116681"/>
                <a:gd name="csX1287" fmla="*/ 373731 w 1110665"/>
                <a:gd name="csY1287" fmla="*/ 1076826 h 1116681"/>
                <a:gd name="csX1288" fmla="*/ 368467 w 1110665"/>
                <a:gd name="csY1288" fmla="*/ 1080586 h 1116681"/>
                <a:gd name="csX1289" fmla="*/ 365460 w 1110665"/>
                <a:gd name="csY1289" fmla="*/ 1082842 h 1116681"/>
                <a:gd name="csX1290" fmla="*/ 363955 w 1110665"/>
                <a:gd name="csY1290" fmla="*/ 1085850 h 1116681"/>
                <a:gd name="csX1291" fmla="*/ 362451 w 1110665"/>
                <a:gd name="csY1291" fmla="*/ 1088858 h 1116681"/>
                <a:gd name="csX1292" fmla="*/ 362451 w 1110665"/>
                <a:gd name="csY1292" fmla="*/ 1092618 h 1116681"/>
                <a:gd name="csX1293" fmla="*/ 361699 w 1110665"/>
                <a:gd name="csY1293" fmla="*/ 1096378 h 1116681"/>
                <a:gd name="csX1294" fmla="*/ 357940 w 1110665"/>
                <a:gd name="csY1294" fmla="*/ 1101642 h 1116681"/>
                <a:gd name="csX1295" fmla="*/ 357940 w 1110665"/>
                <a:gd name="csY1295" fmla="*/ 1104649 h 1116681"/>
                <a:gd name="csX1296" fmla="*/ 362451 w 1110665"/>
                <a:gd name="csY1296" fmla="*/ 1109913 h 1116681"/>
                <a:gd name="csX1297" fmla="*/ 364707 w 1110665"/>
                <a:gd name="csY1297" fmla="*/ 1112921 h 1116681"/>
                <a:gd name="csX1298" fmla="*/ 362451 w 1110665"/>
                <a:gd name="csY1298" fmla="*/ 1114425 h 1116681"/>
                <a:gd name="csX1299" fmla="*/ 361699 w 1110665"/>
                <a:gd name="csY1299" fmla="*/ 1114425 h 1116681"/>
                <a:gd name="csX1300" fmla="*/ 360196 w 1110665"/>
                <a:gd name="csY1300" fmla="*/ 1115929 h 1116681"/>
                <a:gd name="csX1301" fmla="*/ 359444 w 1110665"/>
                <a:gd name="csY1301" fmla="*/ 1116681 h 1116681"/>
                <a:gd name="csX1302" fmla="*/ 358692 w 1110665"/>
                <a:gd name="csY1302" fmla="*/ 1116681 h 1116681"/>
                <a:gd name="csX1303" fmla="*/ 357940 w 1110665"/>
                <a:gd name="csY1303" fmla="*/ 1115929 h 1116681"/>
                <a:gd name="csX1304" fmla="*/ 356436 w 1110665"/>
                <a:gd name="csY1304" fmla="*/ 1115177 h 1116681"/>
                <a:gd name="csX1305" fmla="*/ 354180 w 1110665"/>
                <a:gd name="csY1305" fmla="*/ 1112921 h 1116681"/>
                <a:gd name="csX1306" fmla="*/ 352676 w 1110665"/>
                <a:gd name="csY1306" fmla="*/ 1112169 h 1116681"/>
                <a:gd name="csX1307" fmla="*/ 349668 w 1110665"/>
                <a:gd name="csY1307" fmla="*/ 1111417 h 1116681"/>
                <a:gd name="csX1308" fmla="*/ 347412 w 1110665"/>
                <a:gd name="csY1308" fmla="*/ 1112169 h 1116681"/>
                <a:gd name="csX1309" fmla="*/ 345908 w 1110665"/>
                <a:gd name="csY1309" fmla="*/ 1114425 h 1116681"/>
                <a:gd name="csX1310" fmla="*/ 900113 w 1110665"/>
                <a:gd name="csY1310" fmla="*/ 568492 h 1116681"/>
                <a:gd name="csX1311" fmla="*/ 899361 w 1110665"/>
                <a:gd name="csY1311" fmla="*/ 566236 h 1116681"/>
                <a:gd name="csX1312" fmla="*/ 897857 w 1110665"/>
                <a:gd name="csY1312" fmla="*/ 565484 h 1116681"/>
                <a:gd name="csX1313" fmla="*/ 894097 w 1110665"/>
                <a:gd name="csY1313" fmla="*/ 563228 h 1116681"/>
                <a:gd name="csX1314" fmla="*/ 892593 w 1110665"/>
                <a:gd name="csY1314" fmla="*/ 562476 h 1116681"/>
                <a:gd name="csX1315" fmla="*/ 892593 w 1110665"/>
                <a:gd name="csY1315" fmla="*/ 561724 h 1116681"/>
                <a:gd name="csX1316" fmla="*/ 891841 w 1110665"/>
                <a:gd name="csY1316" fmla="*/ 560220 h 1116681"/>
                <a:gd name="csX1317" fmla="*/ 891089 w 1110665"/>
                <a:gd name="csY1317" fmla="*/ 559468 h 1116681"/>
                <a:gd name="csX1318" fmla="*/ 891089 w 1110665"/>
                <a:gd name="csY1318" fmla="*/ 557965 h 1116681"/>
                <a:gd name="csX1319" fmla="*/ 891841 w 1110665"/>
                <a:gd name="csY1319" fmla="*/ 556461 h 1116681"/>
                <a:gd name="csX1320" fmla="*/ 892593 w 1110665"/>
                <a:gd name="csY1320" fmla="*/ 551949 h 1116681"/>
                <a:gd name="csX1321" fmla="*/ 892593 w 1110665"/>
                <a:gd name="csY1321" fmla="*/ 548941 h 1116681"/>
                <a:gd name="csX1322" fmla="*/ 892593 w 1110665"/>
                <a:gd name="csY1322" fmla="*/ 547437 h 1116681"/>
                <a:gd name="csX1323" fmla="*/ 891841 w 1110665"/>
                <a:gd name="csY1323" fmla="*/ 545181 h 1116681"/>
                <a:gd name="csX1324" fmla="*/ 891841 w 1110665"/>
                <a:gd name="csY1324" fmla="*/ 544429 h 1116681"/>
                <a:gd name="csX1325" fmla="*/ 891841 w 1110665"/>
                <a:gd name="csY1325" fmla="*/ 539165 h 1116681"/>
                <a:gd name="csX1326" fmla="*/ 892593 w 1110665"/>
                <a:gd name="csY1326" fmla="*/ 535405 h 1116681"/>
                <a:gd name="csX1327" fmla="*/ 895601 w 1110665"/>
                <a:gd name="csY1327" fmla="*/ 531646 h 1116681"/>
                <a:gd name="csX1328" fmla="*/ 896353 w 1110665"/>
                <a:gd name="csY1328" fmla="*/ 529389 h 1116681"/>
                <a:gd name="csX1329" fmla="*/ 897857 w 1110665"/>
                <a:gd name="csY1329" fmla="*/ 524126 h 1116681"/>
                <a:gd name="csX1330" fmla="*/ 899361 w 1110665"/>
                <a:gd name="csY1330" fmla="*/ 516606 h 1116681"/>
                <a:gd name="csX1331" fmla="*/ 899361 w 1110665"/>
                <a:gd name="csY1331" fmla="*/ 515102 h 1116681"/>
                <a:gd name="csX1332" fmla="*/ 897857 w 1110665"/>
                <a:gd name="csY1332" fmla="*/ 512846 h 1116681"/>
                <a:gd name="csX1333" fmla="*/ 897857 w 1110665"/>
                <a:gd name="csY1333" fmla="*/ 512094 h 1116681"/>
                <a:gd name="csX1334" fmla="*/ 897857 w 1110665"/>
                <a:gd name="csY1334" fmla="*/ 509838 h 1116681"/>
                <a:gd name="csX1335" fmla="*/ 897857 w 1110665"/>
                <a:gd name="csY1335" fmla="*/ 503070 h 1116681"/>
                <a:gd name="csX1336" fmla="*/ 898609 w 1110665"/>
                <a:gd name="csY1336" fmla="*/ 501567 h 1116681"/>
                <a:gd name="csX1337" fmla="*/ 899361 w 1110665"/>
                <a:gd name="csY1337" fmla="*/ 499310 h 1116681"/>
                <a:gd name="csX1338" fmla="*/ 899361 w 1110665"/>
                <a:gd name="csY1338" fmla="*/ 498559 h 1116681"/>
                <a:gd name="csX1339" fmla="*/ 899361 w 1110665"/>
                <a:gd name="csY1339" fmla="*/ 497807 h 1116681"/>
                <a:gd name="csX1340" fmla="*/ 897857 w 1110665"/>
                <a:gd name="csY1340" fmla="*/ 497055 h 1116681"/>
                <a:gd name="csX1341" fmla="*/ 895601 w 1110665"/>
                <a:gd name="csY1341" fmla="*/ 495551 h 1116681"/>
                <a:gd name="csX1342" fmla="*/ 891089 w 1110665"/>
                <a:gd name="csY1342" fmla="*/ 494047 h 1116681"/>
                <a:gd name="csX1343" fmla="*/ 887329 w 1110665"/>
                <a:gd name="csY1343" fmla="*/ 491791 h 1116681"/>
                <a:gd name="csX1344" fmla="*/ 886577 w 1110665"/>
                <a:gd name="csY1344" fmla="*/ 491039 h 1116681"/>
                <a:gd name="csX1345" fmla="*/ 884321 w 1110665"/>
                <a:gd name="csY1345" fmla="*/ 490287 h 1116681"/>
                <a:gd name="csX1346" fmla="*/ 883569 w 1110665"/>
                <a:gd name="csY1346" fmla="*/ 489535 h 1116681"/>
                <a:gd name="csX1347" fmla="*/ 882817 w 1110665"/>
                <a:gd name="csY1347" fmla="*/ 488031 h 1116681"/>
                <a:gd name="csX1348" fmla="*/ 882065 w 1110665"/>
                <a:gd name="csY1348" fmla="*/ 486527 h 1116681"/>
                <a:gd name="csX1349" fmla="*/ 882065 w 1110665"/>
                <a:gd name="csY1349" fmla="*/ 484271 h 1116681"/>
                <a:gd name="csX1350" fmla="*/ 882065 w 1110665"/>
                <a:gd name="csY1350" fmla="*/ 483519 h 1116681"/>
                <a:gd name="csX1351" fmla="*/ 829427 w 1110665"/>
                <a:gd name="csY1351" fmla="*/ 482015 h 1116681"/>
                <a:gd name="csX1352" fmla="*/ 789572 w 1110665"/>
                <a:gd name="csY1352" fmla="*/ 482015 h 1116681"/>
                <a:gd name="csX1353" fmla="*/ 767013 w 1110665"/>
                <a:gd name="csY1353" fmla="*/ 482015 h 1116681"/>
                <a:gd name="csX1354" fmla="*/ 765509 w 1110665"/>
                <a:gd name="csY1354" fmla="*/ 484271 h 1116681"/>
                <a:gd name="csX1355" fmla="*/ 764006 w 1110665"/>
                <a:gd name="csY1355" fmla="*/ 488031 h 1116681"/>
                <a:gd name="csX1356" fmla="*/ 762502 w 1110665"/>
                <a:gd name="csY1356" fmla="*/ 502319 h 1116681"/>
                <a:gd name="csX1357" fmla="*/ 761749 w 1110665"/>
                <a:gd name="csY1357" fmla="*/ 504574 h 1116681"/>
                <a:gd name="csX1358" fmla="*/ 760246 w 1110665"/>
                <a:gd name="csY1358" fmla="*/ 505326 h 1116681"/>
                <a:gd name="csX1359" fmla="*/ 759493 w 1110665"/>
                <a:gd name="csY1359" fmla="*/ 505326 h 1116681"/>
                <a:gd name="csX1360" fmla="*/ 759493 w 1110665"/>
                <a:gd name="csY1360" fmla="*/ 506078 h 1116681"/>
                <a:gd name="csX1361" fmla="*/ 758742 w 1110665"/>
                <a:gd name="csY1361" fmla="*/ 506830 h 1116681"/>
                <a:gd name="csX1362" fmla="*/ 758742 w 1110665"/>
                <a:gd name="csY1362" fmla="*/ 508334 h 1116681"/>
                <a:gd name="csX1363" fmla="*/ 757989 w 1110665"/>
                <a:gd name="csY1363" fmla="*/ 513598 h 1116681"/>
                <a:gd name="csX1364" fmla="*/ 758742 w 1110665"/>
                <a:gd name="csY1364" fmla="*/ 515102 h 1116681"/>
                <a:gd name="csX1365" fmla="*/ 759493 w 1110665"/>
                <a:gd name="csY1365" fmla="*/ 516606 h 1116681"/>
                <a:gd name="csX1366" fmla="*/ 761749 w 1110665"/>
                <a:gd name="csY1366" fmla="*/ 518110 h 1116681"/>
                <a:gd name="csX1367" fmla="*/ 764006 w 1110665"/>
                <a:gd name="csY1367" fmla="*/ 520366 h 1116681"/>
                <a:gd name="csX1368" fmla="*/ 761749 w 1110665"/>
                <a:gd name="csY1368" fmla="*/ 525630 h 1116681"/>
                <a:gd name="csX1369" fmla="*/ 760246 w 1110665"/>
                <a:gd name="csY1369" fmla="*/ 528638 h 1116681"/>
                <a:gd name="csX1370" fmla="*/ 759493 w 1110665"/>
                <a:gd name="csY1370" fmla="*/ 530141 h 1116681"/>
                <a:gd name="csX1371" fmla="*/ 757989 w 1110665"/>
                <a:gd name="csY1371" fmla="*/ 530893 h 1116681"/>
                <a:gd name="csX1372" fmla="*/ 757238 w 1110665"/>
                <a:gd name="csY1372" fmla="*/ 532398 h 1116681"/>
                <a:gd name="csX1373" fmla="*/ 755734 w 1110665"/>
                <a:gd name="csY1373" fmla="*/ 533149 h 1116681"/>
                <a:gd name="csX1374" fmla="*/ 753478 w 1110665"/>
                <a:gd name="csY1374" fmla="*/ 533901 h 1116681"/>
                <a:gd name="csX1375" fmla="*/ 752726 w 1110665"/>
                <a:gd name="csY1375" fmla="*/ 534653 h 1116681"/>
                <a:gd name="csX1376" fmla="*/ 752726 w 1110665"/>
                <a:gd name="csY1376" fmla="*/ 535405 h 1116681"/>
                <a:gd name="csX1377" fmla="*/ 751974 w 1110665"/>
                <a:gd name="csY1377" fmla="*/ 536909 h 1116681"/>
                <a:gd name="csX1378" fmla="*/ 754230 w 1110665"/>
                <a:gd name="csY1378" fmla="*/ 546685 h 1116681"/>
                <a:gd name="csX1379" fmla="*/ 754982 w 1110665"/>
                <a:gd name="csY1379" fmla="*/ 551197 h 1116681"/>
                <a:gd name="csX1380" fmla="*/ 754982 w 1110665"/>
                <a:gd name="csY1380" fmla="*/ 551949 h 1116681"/>
                <a:gd name="csX1381" fmla="*/ 755734 w 1110665"/>
                <a:gd name="csY1381" fmla="*/ 552701 h 1116681"/>
                <a:gd name="csX1382" fmla="*/ 757989 w 1110665"/>
                <a:gd name="csY1382" fmla="*/ 553453 h 1116681"/>
                <a:gd name="csX1383" fmla="*/ 758742 w 1110665"/>
                <a:gd name="csY1383" fmla="*/ 555709 h 1116681"/>
                <a:gd name="csX1384" fmla="*/ 758742 w 1110665"/>
                <a:gd name="csY1384" fmla="*/ 557213 h 1116681"/>
                <a:gd name="csX1385" fmla="*/ 757989 w 1110665"/>
                <a:gd name="csY1385" fmla="*/ 560220 h 1116681"/>
                <a:gd name="csX1386" fmla="*/ 756486 w 1110665"/>
                <a:gd name="csY1386" fmla="*/ 562476 h 1116681"/>
                <a:gd name="csX1387" fmla="*/ 756486 w 1110665"/>
                <a:gd name="csY1387" fmla="*/ 564732 h 1116681"/>
                <a:gd name="csX1388" fmla="*/ 755734 w 1110665"/>
                <a:gd name="csY1388" fmla="*/ 565484 h 1116681"/>
                <a:gd name="csX1389" fmla="*/ 755734 w 1110665"/>
                <a:gd name="csY1389" fmla="*/ 566236 h 1116681"/>
                <a:gd name="csX1390" fmla="*/ 756486 w 1110665"/>
                <a:gd name="csY1390" fmla="*/ 566988 h 1116681"/>
                <a:gd name="csX1391" fmla="*/ 767013 w 1110665"/>
                <a:gd name="csY1391" fmla="*/ 568492 h 1116681"/>
                <a:gd name="csX1392" fmla="*/ 815891 w 1110665"/>
                <a:gd name="csY1392" fmla="*/ 568492 h 1116681"/>
                <a:gd name="csX1393" fmla="*/ 854242 w 1110665"/>
                <a:gd name="csY1393" fmla="*/ 568492 h 1116681"/>
                <a:gd name="csX1394" fmla="*/ 900113 w 1110665"/>
                <a:gd name="csY1394" fmla="*/ 568492 h 1116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</a:cxnLst>
              <a:rect l="l" t="t" r="r" b="b"/>
              <a:pathLst>
                <a:path w="1110665" h="1116681">
                  <a:moveTo>
                    <a:pt x="345908" y="1114425"/>
                  </a:moveTo>
                  <a:lnTo>
                    <a:pt x="334628" y="1097882"/>
                  </a:lnTo>
                  <a:lnTo>
                    <a:pt x="327109" y="1088858"/>
                  </a:lnTo>
                  <a:lnTo>
                    <a:pt x="324853" y="1087354"/>
                  </a:lnTo>
                  <a:lnTo>
                    <a:pt x="322597" y="1085850"/>
                  </a:lnTo>
                  <a:lnTo>
                    <a:pt x="321093" y="1084346"/>
                  </a:lnTo>
                  <a:lnTo>
                    <a:pt x="318837" y="1084346"/>
                  </a:lnTo>
                  <a:lnTo>
                    <a:pt x="317333" y="1084346"/>
                  </a:lnTo>
                  <a:lnTo>
                    <a:pt x="313573" y="1084346"/>
                  </a:lnTo>
                  <a:lnTo>
                    <a:pt x="312069" y="1084346"/>
                  </a:lnTo>
                  <a:lnTo>
                    <a:pt x="306805" y="1082090"/>
                  </a:lnTo>
                  <a:lnTo>
                    <a:pt x="305301" y="1081338"/>
                  </a:lnTo>
                  <a:lnTo>
                    <a:pt x="299286" y="1081338"/>
                  </a:lnTo>
                  <a:lnTo>
                    <a:pt x="297030" y="1080586"/>
                  </a:lnTo>
                  <a:lnTo>
                    <a:pt x="295526" y="1079834"/>
                  </a:lnTo>
                  <a:lnTo>
                    <a:pt x="293270" y="1079083"/>
                  </a:lnTo>
                  <a:lnTo>
                    <a:pt x="291766" y="1077578"/>
                  </a:lnTo>
                  <a:lnTo>
                    <a:pt x="288006" y="1074570"/>
                  </a:lnTo>
                  <a:lnTo>
                    <a:pt x="278230" y="1065547"/>
                  </a:lnTo>
                  <a:lnTo>
                    <a:pt x="276726" y="1064795"/>
                  </a:lnTo>
                  <a:lnTo>
                    <a:pt x="275222" y="1064043"/>
                  </a:lnTo>
                  <a:lnTo>
                    <a:pt x="269207" y="1063291"/>
                  </a:lnTo>
                  <a:lnTo>
                    <a:pt x="259431" y="1060283"/>
                  </a:lnTo>
                  <a:lnTo>
                    <a:pt x="257927" y="1060283"/>
                  </a:lnTo>
                  <a:lnTo>
                    <a:pt x="251911" y="1061035"/>
                  </a:lnTo>
                  <a:lnTo>
                    <a:pt x="244391" y="1059531"/>
                  </a:lnTo>
                  <a:lnTo>
                    <a:pt x="242888" y="1059531"/>
                  </a:lnTo>
                  <a:lnTo>
                    <a:pt x="212809" y="1045995"/>
                  </a:lnTo>
                  <a:lnTo>
                    <a:pt x="210553" y="1045244"/>
                  </a:lnTo>
                  <a:lnTo>
                    <a:pt x="206793" y="1040732"/>
                  </a:lnTo>
                  <a:lnTo>
                    <a:pt x="201529" y="1036972"/>
                  </a:lnTo>
                  <a:lnTo>
                    <a:pt x="196265" y="1034716"/>
                  </a:lnTo>
                  <a:lnTo>
                    <a:pt x="187993" y="1033212"/>
                  </a:lnTo>
                  <a:lnTo>
                    <a:pt x="182730" y="1030956"/>
                  </a:lnTo>
                  <a:lnTo>
                    <a:pt x="179722" y="1029452"/>
                  </a:lnTo>
                  <a:lnTo>
                    <a:pt x="178218" y="1027948"/>
                  </a:lnTo>
                  <a:lnTo>
                    <a:pt x="177466" y="1027196"/>
                  </a:lnTo>
                  <a:lnTo>
                    <a:pt x="176714" y="1025692"/>
                  </a:lnTo>
                  <a:lnTo>
                    <a:pt x="175962" y="1024188"/>
                  </a:lnTo>
                  <a:lnTo>
                    <a:pt x="173706" y="1021932"/>
                  </a:lnTo>
                  <a:lnTo>
                    <a:pt x="162426" y="1014412"/>
                  </a:lnTo>
                  <a:lnTo>
                    <a:pt x="153403" y="1009901"/>
                  </a:lnTo>
                  <a:lnTo>
                    <a:pt x="149643" y="1009149"/>
                  </a:lnTo>
                  <a:lnTo>
                    <a:pt x="147387" y="1008397"/>
                  </a:lnTo>
                  <a:lnTo>
                    <a:pt x="139867" y="1009149"/>
                  </a:lnTo>
                  <a:lnTo>
                    <a:pt x="136859" y="1009149"/>
                  </a:lnTo>
                  <a:lnTo>
                    <a:pt x="134603" y="1008397"/>
                  </a:lnTo>
                  <a:lnTo>
                    <a:pt x="133099" y="1006893"/>
                  </a:lnTo>
                  <a:lnTo>
                    <a:pt x="121820" y="995613"/>
                  </a:lnTo>
                  <a:lnTo>
                    <a:pt x="117308" y="992606"/>
                  </a:lnTo>
                  <a:lnTo>
                    <a:pt x="115804" y="991853"/>
                  </a:lnTo>
                  <a:lnTo>
                    <a:pt x="113548" y="991101"/>
                  </a:lnTo>
                  <a:lnTo>
                    <a:pt x="95501" y="994109"/>
                  </a:lnTo>
                  <a:lnTo>
                    <a:pt x="90989" y="994109"/>
                  </a:lnTo>
                  <a:lnTo>
                    <a:pt x="84221" y="991853"/>
                  </a:lnTo>
                  <a:lnTo>
                    <a:pt x="73694" y="991853"/>
                  </a:lnTo>
                  <a:lnTo>
                    <a:pt x="57150" y="987342"/>
                  </a:lnTo>
                  <a:lnTo>
                    <a:pt x="52638" y="985086"/>
                  </a:lnTo>
                  <a:lnTo>
                    <a:pt x="52638" y="984334"/>
                  </a:lnTo>
                  <a:lnTo>
                    <a:pt x="52638" y="983582"/>
                  </a:lnTo>
                  <a:lnTo>
                    <a:pt x="53390" y="980574"/>
                  </a:lnTo>
                  <a:lnTo>
                    <a:pt x="58654" y="967790"/>
                  </a:lnTo>
                  <a:lnTo>
                    <a:pt x="60910" y="964030"/>
                  </a:lnTo>
                  <a:lnTo>
                    <a:pt x="69182" y="952751"/>
                  </a:lnTo>
                  <a:lnTo>
                    <a:pt x="70686" y="950495"/>
                  </a:lnTo>
                  <a:lnTo>
                    <a:pt x="71438" y="948239"/>
                  </a:lnTo>
                  <a:lnTo>
                    <a:pt x="72190" y="944479"/>
                  </a:lnTo>
                  <a:lnTo>
                    <a:pt x="71438" y="942975"/>
                  </a:lnTo>
                  <a:lnTo>
                    <a:pt x="69934" y="941471"/>
                  </a:lnTo>
                  <a:lnTo>
                    <a:pt x="56398" y="935455"/>
                  </a:lnTo>
                  <a:lnTo>
                    <a:pt x="53390" y="933951"/>
                  </a:lnTo>
                  <a:lnTo>
                    <a:pt x="51886" y="933951"/>
                  </a:lnTo>
                  <a:lnTo>
                    <a:pt x="51134" y="933951"/>
                  </a:lnTo>
                  <a:lnTo>
                    <a:pt x="49630" y="933951"/>
                  </a:lnTo>
                  <a:lnTo>
                    <a:pt x="48127" y="934703"/>
                  </a:lnTo>
                  <a:lnTo>
                    <a:pt x="42111" y="939215"/>
                  </a:lnTo>
                  <a:lnTo>
                    <a:pt x="40607" y="939967"/>
                  </a:lnTo>
                  <a:lnTo>
                    <a:pt x="39103" y="940719"/>
                  </a:lnTo>
                  <a:lnTo>
                    <a:pt x="36847" y="940719"/>
                  </a:lnTo>
                  <a:lnTo>
                    <a:pt x="35343" y="939215"/>
                  </a:lnTo>
                  <a:lnTo>
                    <a:pt x="32335" y="936207"/>
                  </a:lnTo>
                  <a:lnTo>
                    <a:pt x="30831" y="933199"/>
                  </a:lnTo>
                  <a:lnTo>
                    <a:pt x="29327" y="930944"/>
                  </a:lnTo>
                  <a:lnTo>
                    <a:pt x="28575" y="928688"/>
                  </a:lnTo>
                  <a:lnTo>
                    <a:pt x="28575" y="925680"/>
                  </a:lnTo>
                  <a:lnTo>
                    <a:pt x="30831" y="894097"/>
                  </a:lnTo>
                  <a:lnTo>
                    <a:pt x="30831" y="889585"/>
                  </a:lnTo>
                  <a:lnTo>
                    <a:pt x="29327" y="885825"/>
                  </a:lnTo>
                  <a:lnTo>
                    <a:pt x="29327" y="881313"/>
                  </a:lnTo>
                  <a:lnTo>
                    <a:pt x="26319" y="875297"/>
                  </a:lnTo>
                  <a:lnTo>
                    <a:pt x="20303" y="862514"/>
                  </a:lnTo>
                  <a:lnTo>
                    <a:pt x="17296" y="851234"/>
                  </a:lnTo>
                  <a:lnTo>
                    <a:pt x="15791" y="846722"/>
                  </a:lnTo>
                  <a:lnTo>
                    <a:pt x="15039" y="845218"/>
                  </a:lnTo>
                  <a:lnTo>
                    <a:pt x="14288" y="843715"/>
                  </a:lnTo>
                  <a:lnTo>
                    <a:pt x="10528" y="837699"/>
                  </a:lnTo>
                  <a:lnTo>
                    <a:pt x="2256" y="823411"/>
                  </a:lnTo>
                  <a:lnTo>
                    <a:pt x="752" y="818899"/>
                  </a:lnTo>
                  <a:lnTo>
                    <a:pt x="0" y="814388"/>
                  </a:lnTo>
                  <a:lnTo>
                    <a:pt x="0" y="809124"/>
                  </a:lnTo>
                  <a:lnTo>
                    <a:pt x="2256" y="801604"/>
                  </a:lnTo>
                  <a:lnTo>
                    <a:pt x="3760" y="799348"/>
                  </a:lnTo>
                  <a:lnTo>
                    <a:pt x="3008" y="797844"/>
                  </a:lnTo>
                  <a:lnTo>
                    <a:pt x="3760" y="791828"/>
                  </a:lnTo>
                  <a:lnTo>
                    <a:pt x="5264" y="785061"/>
                  </a:lnTo>
                  <a:lnTo>
                    <a:pt x="6016" y="782053"/>
                  </a:lnTo>
                  <a:lnTo>
                    <a:pt x="6768" y="780549"/>
                  </a:lnTo>
                  <a:lnTo>
                    <a:pt x="7520" y="779045"/>
                  </a:lnTo>
                  <a:lnTo>
                    <a:pt x="8272" y="777541"/>
                  </a:lnTo>
                  <a:lnTo>
                    <a:pt x="8272" y="776037"/>
                  </a:lnTo>
                  <a:lnTo>
                    <a:pt x="7520" y="774533"/>
                  </a:lnTo>
                  <a:lnTo>
                    <a:pt x="6768" y="772277"/>
                  </a:lnTo>
                  <a:lnTo>
                    <a:pt x="6016" y="764757"/>
                  </a:lnTo>
                  <a:lnTo>
                    <a:pt x="6768" y="762501"/>
                  </a:lnTo>
                  <a:lnTo>
                    <a:pt x="8272" y="760997"/>
                  </a:lnTo>
                  <a:lnTo>
                    <a:pt x="12032" y="757238"/>
                  </a:lnTo>
                  <a:lnTo>
                    <a:pt x="12784" y="755734"/>
                  </a:lnTo>
                  <a:lnTo>
                    <a:pt x="14288" y="751974"/>
                  </a:lnTo>
                  <a:lnTo>
                    <a:pt x="15791" y="749718"/>
                  </a:lnTo>
                  <a:lnTo>
                    <a:pt x="16544" y="745958"/>
                  </a:lnTo>
                  <a:lnTo>
                    <a:pt x="17296" y="745206"/>
                  </a:lnTo>
                  <a:lnTo>
                    <a:pt x="19551" y="742950"/>
                  </a:lnTo>
                  <a:lnTo>
                    <a:pt x="25567" y="733926"/>
                  </a:lnTo>
                  <a:lnTo>
                    <a:pt x="26319" y="733174"/>
                  </a:lnTo>
                  <a:lnTo>
                    <a:pt x="28575" y="731671"/>
                  </a:lnTo>
                  <a:lnTo>
                    <a:pt x="30079" y="729415"/>
                  </a:lnTo>
                  <a:lnTo>
                    <a:pt x="31583" y="726407"/>
                  </a:lnTo>
                  <a:lnTo>
                    <a:pt x="32335" y="723399"/>
                  </a:lnTo>
                  <a:lnTo>
                    <a:pt x="32335" y="721895"/>
                  </a:lnTo>
                  <a:lnTo>
                    <a:pt x="31583" y="718887"/>
                  </a:lnTo>
                  <a:lnTo>
                    <a:pt x="30831" y="717383"/>
                  </a:lnTo>
                  <a:lnTo>
                    <a:pt x="31583" y="715879"/>
                  </a:lnTo>
                  <a:lnTo>
                    <a:pt x="33087" y="712119"/>
                  </a:lnTo>
                  <a:lnTo>
                    <a:pt x="35343" y="701592"/>
                  </a:lnTo>
                  <a:lnTo>
                    <a:pt x="33839" y="699336"/>
                  </a:lnTo>
                  <a:lnTo>
                    <a:pt x="38351" y="694824"/>
                  </a:lnTo>
                  <a:lnTo>
                    <a:pt x="42863" y="691816"/>
                  </a:lnTo>
                  <a:lnTo>
                    <a:pt x="52638" y="686552"/>
                  </a:lnTo>
                  <a:lnTo>
                    <a:pt x="59406" y="684296"/>
                  </a:lnTo>
                  <a:lnTo>
                    <a:pt x="60910" y="683544"/>
                  </a:lnTo>
                  <a:lnTo>
                    <a:pt x="63166" y="681288"/>
                  </a:lnTo>
                  <a:lnTo>
                    <a:pt x="66174" y="679784"/>
                  </a:lnTo>
                  <a:lnTo>
                    <a:pt x="71438" y="673016"/>
                  </a:lnTo>
                  <a:lnTo>
                    <a:pt x="78205" y="667753"/>
                  </a:lnTo>
                  <a:lnTo>
                    <a:pt x="80461" y="664745"/>
                  </a:lnTo>
                  <a:lnTo>
                    <a:pt x="81965" y="661737"/>
                  </a:lnTo>
                  <a:lnTo>
                    <a:pt x="81965" y="657977"/>
                  </a:lnTo>
                  <a:lnTo>
                    <a:pt x="83469" y="654969"/>
                  </a:lnTo>
                  <a:lnTo>
                    <a:pt x="84973" y="652713"/>
                  </a:lnTo>
                  <a:lnTo>
                    <a:pt x="87229" y="650457"/>
                  </a:lnTo>
                  <a:lnTo>
                    <a:pt x="90989" y="647449"/>
                  </a:lnTo>
                  <a:lnTo>
                    <a:pt x="92493" y="645945"/>
                  </a:lnTo>
                  <a:lnTo>
                    <a:pt x="93245" y="642186"/>
                  </a:lnTo>
                  <a:lnTo>
                    <a:pt x="93997" y="635418"/>
                  </a:lnTo>
                  <a:lnTo>
                    <a:pt x="95501" y="629402"/>
                  </a:lnTo>
                  <a:lnTo>
                    <a:pt x="93245" y="627898"/>
                  </a:lnTo>
                  <a:lnTo>
                    <a:pt x="92493" y="627898"/>
                  </a:lnTo>
                  <a:lnTo>
                    <a:pt x="92493" y="627146"/>
                  </a:lnTo>
                  <a:lnTo>
                    <a:pt x="89485" y="625642"/>
                  </a:lnTo>
                  <a:lnTo>
                    <a:pt x="87981" y="624890"/>
                  </a:lnTo>
                  <a:lnTo>
                    <a:pt x="87229" y="624138"/>
                  </a:lnTo>
                  <a:lnTo>
                    <a:pt x="86477" y="623386"/>
                  </a:lnTo>
                  <a:lnTo>
                    <a:pt x="86477" y="622634"/>
                  </a:lnTo>
                  <a:lnTo>
                    <a:pt x="85725" y="620378"/>
                  </a:lnTo>
                  <a:lnTo>
                    <a:pt x="84973" y="618875"/>
                  </a:lnTo>
                  <a:lnTo>
                    <a:pt x="84973" y="615866"/>
                  </a:lnTo>
                  <a:lnTo>
                    <a:pt x="85725" y="611355"/>
                  </a:lnTo>
                  <a:lnTo>
                    <a:pt x="86477" y="609851"/>
                  </a:lnTo>
                  <a:lnTo>
                    <a:pt x="87229" y="608347"/>
                  </a:lnTo>
                  <a:lnTo>
                    <a:pt x="87981" y="607595"/>
                  </a:lnTo>
                  <a:lnTo>
                    <a:pt x="90989" y="605339"/>
                  </a:lnTo>
                  <a:lnTo>
                    <a:pt x="94749" y="603835"/>
                  </a:lnTo>
                  <a:lnTo>
                    <a:pt x="102268" y="601579"/>
                  </a:lnTo>
                  <a:lnTo>
                    <a:pt x="104525" y="600827"/>
                  </a:lnTo>
                  <a:lnTo>
                    <a:pt x="106028" y="600075"/>
                  </a:lnTo>
                  <a:lnTo>
                    <a:pt x="106780" y="598571"/>
                  </a:lnTo>
                  <a:lnTo>
                    <a:pt x="107532" y="597819"/>
                  </a:lnTo>
                  <a:lnTo>
                    <a:pt x="107532" y="597067"/>
                  </a:lnTo>
                  <a:lnTo>
                    <a:pt x="107532" y="595563"/>
                  </a:lnTo>
                  <a:lnTo>
                    <a:pt x="106780" y="588796"/>
                  </a:lnTo>
                  <a:lnTo>
                    <a:pt x="107532" y="587292"/>
                  </a:lnTo>
                  <a:lnTo>
                    <a:pt x="108284" y="585787"/>
                  </a:lnTo>
                  <a:lnTo>
                    <a:pt x="109036" y="585036"/>
                  </a:lnTo>
                  <a:lnTo>
                    <a:pt x="110540" y="584284"/>
                  </a:lnTo>
                  <a:lnTo>
                    <a:pt x="118812" y="580524"/>
                  </a:lnTo>
                  <a:lnTo>
                    <a:pt x="120316" y="579772"/>
                  </a:lnTo>
                  <a:lnTo>
                    <a:pt x="121068" y="576764"/>
                  </a:lnTo>
                  <a:lnTo>
                    <a:pt x="123324" y="575260"/>
                  </a:lnTo>
                  <a:lnTo>
                    <a:pt x="129340" y="573004"/>
                  </a:lnTo>
                  <a:lnTo>
                    <a:pt x="133851" y="569996"/>
                  </a:lnTo>
                  <a:lnTo>
                    <a:pt x="135355" y="569996"/>
                  </a:lnTo>
                  <a:lnTo>
                    <a:pt x="136859" y="569996"/>
                  </a:lnTo>
                  <a:lnTo>
                    <a:pt x="137611" y="569244"/>
                  </a:lnTo>
                  <a:lnTo>
                    <a:pt x="139115" y="568492"/>
                  </a:lnTo>
                  <a:lnTo>
                    <a:pt x="142123" y="560220"/>
                  </a:lnTo>
                  <a:lnTo>
                    <a:pt x="148891" y="552701"/>
                  </a:lnTo>
                  <a:lnTo>
                    <a:pt x="150395" y="549693"/>
                  </a:lnTo>
                  <a:lnTo>
                    <a:pt x="150395" y="548189"/>
                  </a:lnTo>
                  <a:lnTo>
                    <a:pt x="151899" y="547437"/>
                  </a:lnTo>
                  <a:lnTo>
                    <a:pt x="153403" y="545933"/>
                  </a:lnTo>
                  <a:lnTo>
                    <a:pt x="157163" y="544429"/>
                  </a:lnTo>
                  <a:lnTo>
                    <a:pt x="164682" y="543677"/>
                  </a:lnTo>
                  <a:lnTo>
                    <a:pt x="180474" y="542173"/>
                  </a:lnTo>
                  <a:lnTo>
                    <a:pt x="184234" y="541421"/>
                  </a:lnTo>
                  <a:lnTo>
                    <a:pt x="187242" y="539165"/>
                  </a:lnTo>
                  <a:lnTo>
                    <a:pt x="192505" y="533901"/>
                  </a:lnTo>
                  <a:lnTo>
                    <a:pt x="193257" y="532398"/>
                  </a:lnTo>
                  <a:lnTo>
                    <a:pt x="193257" y="531646"/>
                  </a:lnTo>
                  <a:lnTo>
                    <a:pt x="193257" y="530893"/>
                  </a:lnTo>
                  <a:lnTo>
                    <a:pt x="195513" y="530141"/>
                  </a:lnTo>
                  <a:lnTo>
                    <a:pt x="197769" y="530893"/>
                  </a:lnTo>
                  <a:lnTo>
                    <a:pt x="200025" y="532398"/>
                  </a:lnTo>
                  <a:lnTo>
                    <a:pt x="201529" y="532398"/>
                  </a:lnTo>
                  <a:lnTo>
                    <a:pt x="203785" y="532398"/>
                  </a:lnTo>
                  <a:lnTo>
                    <a:pt x="206041" y="531646"/>
                  </a:lnTo>
                  <a:lnTo>
                    <a:pt x="208297" y="529389"/>
                  </a:lnTo>
                  <a:lnTo>
                    <a:pt x="209049" y="524126"/>
                  </a:lnTo>
                  <a:lnTo>
                    <a:pt x="215065" y="517358"/>
                  </a:lnTo>
                  <a:lnTo>
                    <a:pt x="219576" y="507582"/>
                  </a:lnTo>
                  <a:lnTo>
                    <a:pt x="221832" y="503822"/>
                  </a:lnTo>
                  <a:lnTo>
                    <a:pt x="222584" y="500815"/>
                  </a:lnTo>
                  <a:lnTo>
                    <a:pt x="222584" y="497055"/>
                  </a:lnTo>
                  <a:lnTo>
                    <a:pt x="221832" y="492543"/>
                  </a:lnTo>
                  <a:lnTo>
                    <a:pt x="219576" y="489535"/>
                  </a:lnTo>
                  <a:lnTo>
                    <a:pt x="221080" y="487279"/>
                  </a:lnTo>
                  <a:lnTo>
                    <a:pt x="224840" y="489535"/>
                  </a:lnTo>
                  <a:lnTo>
                    <a:pt x="226344" y="488031"/>
                  </a:lnTo>
                  <a:lnTo>
                    <a:pt x="230104" y="482767"/>
                  </a:lnTo>
                  <a:lnTo>
                    <a:pt x="232360" y="479759"/>
                  </a:lnTo>
                  <a:lnTo>
                    <a:pt x="233112" y="476751"/>
                  </a:lnTo>
                  <a:lnTo>
                    <a:pt x="234616" y="469232"/>
                  </a:lnTo>
                  <a:lnTo>
                    <a:pt x="235368" y="467728"/>
                  </a:lnTo>
                  <a:lnTo>
                    <a:pt x="236872" y="464720"/>
                  </a:lnTo>
                  <a:lnTo>
                    <a:pt x="237624" y="462464"/>
                  </a:lnTo>
                  <a:lnTo>
                    <a:pt x="237624" y="460960"/>
                  </a:lnTo>
                  <a:lnTo>
                    <a:pt x="236872" y="457200"/>
                  </a:lnTo>
                  <a:lnTo>
                    <a:pt x="236872" y="455696"/>
                  </a:lnTo>
                  <a:lnTo>
                    <a:pt x="236872" y="454192"/>
                  </a:lnTo>
                  <a:lnTo>
                    <a:pt x="237624" y="451936"/>
                  </a:lnTo>
                  <a:lnTo>
                    <a:pt x="237624" y="450432"/>
                  </a:lnTo>
                  <a:lnTo>
                    <a:pt x="238376" y="448928"/>
                  </a:lnTo>
                  <a:lnTo>
                    <a:pt x="240632" y="447424"/>
                  </a:lnTo>
                  <a:lnTo>
                    <a:pt x="241384" y="446672"/>
                  </a:lnTo>
                  <a:lnTo>
                    <a:pt x="241384" y="442912"/>
                  </a:lnTo>
                  <a:lnTo>
                    <a:pt x="240632" y="440657"/>
                  </a:lnTo>
                  <a:lnTo>
                    <a:pt x="240632" y="437649"/>
                  </a:lnTo>
                  <a:lnTo>
                    <a:pt x="241384" y="434641"/>
                  </a:lnTo>
                  <a:lnTo>
                    <a:pt x="242888" y="433137"/>
                  </a:lnTo>
                  <a:lnTo>
                    <a:pt x="245143" y="430881"/>
                  </a:lnTo>
                  <a:lnTo>
                    <a:pt x="248151" y="429377"/>
                  </a:lnTo>
                  <a:lnTo>
                    <a:pt x="250407" y="428625"/>
                  </a:lnTo>
                  <a:lnTo>
                    <a:pt x="252663" y="427121"/>
                  </a:lnTo>
                  <a:lnTo>
                    <a:pt x="259431" y="417345"/>
                  </a:lnTo>
                  <a:lnTo>
                    <a:pt x="262439" y="415090"/>
                  </a:lnTo>
                  <a:lnTo>
                    <a:pt x="268455" y="412834"/>
                  </a:lnTo>
                  <a:lnTo>
                    <a:pt x="271463" y="410578"/>
                  </a:lnTo>
                  <a:lnTo>
                    <a:pt x="275222" y="406066"/>
                  </a:lnTo>
                  <a:lnTo>
                    <a:pt x="277478" y="404562"/>
                  </a:lnTo>
                  <a:lnTo>
                    <a:pt x="280486" y="403810"/>
                  </a:lnTo>
                  <a:lnTo>
                    <a:pt x="284246" y="403058"/>
                  </a:lnTo>
                  <a:lnTo>
                    <a:pt x="287254" y="402306"/>
                  </a:lnTo>
                  <a:lnTo>
                    <a:pt x="291766" y="397794"/>
                  </a:lnTo>
                  <a:lnTo>
                    <a:pt x="293270" y="400802"/>
                  </a:lnTo>
                  <a:lnTo>
                    <a:pt x="294022" y="403810"/>
                  </a:lnTo>
                  <a:lnTo>
                    <a:pt x="294774" y="406818"/>
                  </a:lnTo>
                  <a:lnTo>
                    <a:pt x="298534" y="407570"/>
                  </a:lnTo>
                  <a:lnTo>
                    <a:pt x="301542" y="407570"/>
                  </a:lnTo>
                  <a:lnTo>
                    <a:pt x="303798" y="406066"/>
                  </a:lnTo>
                  <a:lnTo>
                    <a:pt x="308309" y="403810"/>
                  </a:lnTo>
                  <a:lnTo>
                    <a:pt x="313573" y="401554"/>
                  </a:lnTo>
                  <a:lnTo>
                    <a:pt x="315829" y="399298"/>
                  </a:lnTo>
                  <a:lnTo>
                    <a:pt x="317333" y="397794"/>
                  </a:lnTo>
                  <a:lnTo>
                    <a:pt x="317333" y="397042"/>
                  </a:lnTo>
                  <a:lnTo>
                    <a:pt x="317333" y="396290"/>
                  </a:lnTo>
                  <a:lnTo>
                    <a:pt x="318837" y="392530"/>
                  </a:lnTo>
                  <a:lnTo>
                    <a:pt x="318837" y="391026"/>
                  </a:lnTo>
                  <a:lnTo>
                    <a:pt x="320341" y="390274"/>
                  </a:lnTo>
                  <a:lnTo>
                    <a:pt x="324101" y="388018"/>
                  </a:lnTo>
                  <a:lnTo>
                    <a:pt x="324853" y="387266"/>
                  </a:lnTo>
                  <a:lnTo>
                    <a:pt x="326357" y="377491"/>
                  </a:lnTo>
                  <a:lnTo>
                    <a:pt x="327109" y="375235"/>
                  </a:lnTo>
                  <a:lnTo>
                    <a:pt x="329365" y="374483"/>
                  </a:lnTo>
                  <a:lnTo>
                    <a:pt x="330117" y="371475"/>
                  </a:lnTo>
                  <a:lnTo>
                    <a:pt x="330117" y="364707"/>
                  </a:lnTo>
                  <a:lnTo>
                    <a:pt x="330868" y="361699"/>
                  </a:lnTo>
                  <a:lnTo>
                    <a:pt x="333877" y="355684"/>
                  </a:lnTo>
                  <a:lnTo>
                    <a:pt x="333877" y="351172"/>
                  </a:lnTo>
                  <a:lnTo>
                    <a:pt x="334628" y="349668"/>
                  </a:lnTo>
                  <a:lnTo>
                    <a:pt x="338388" y="346660"/>
                  </a:lnTo>
                  <a:lnTo>
                    <a:pt x="339140" y="345156"/>
                  </a:lnTo>
                  <a:lnTo>
                    <a:pt x="339892" y="343652"/>
                  </a:lnTo>
                  <a:lnTo>
                    <a:pt x="340644" y="340644"/>
                  </a:lnTo>
                  <a:lnTo>
                    <a:pt x="341396" y="338388"/>
                  </a:lnTo>
                  <a:lnTo>
                    <a:pt x="342148" y="337636"/>
                  </a:lnTo>
                  <a:lnTo>
                    <a:pt x="342148" y="336884"/>
                  </a:lnTo>
                  <a:lnTo>
                    <a:pt x="342148" y="335380"/>
                  </a:lnTo>
                  <a:lnTo>
                    <a:pt x="342900" y="333876"/>
                  </a:lnTo>
                  <a:lnTo>
                    <a:pt x="343652" y="331620"/>
                  </a:lnTo>
                  <a:lnTo>
                    <a:pt x="344404" y="329365"/>
                  </a:lnTo>
                  <a:lnTo>
                    <a:pt x="344404" y="327109"/>
                  </a:lnTo>
                  <a:lnTo>
                    <a:pt x="344404" y="324853"/>
                  </a:lnTo>
                  <a:lnTo>
                    <a:pt x="342900" y="318837"/>
                  </a:lnTo>
                  <a:lnTo>
                    <a:pt x="342148" y="318085"/>
                  </a:lnTo>
                  <a:lnTo>
                    <a:pt x="342148" y="316581"/>
                  </a:lnTo>
                  <a:lnTo>
                    <a:pt x="341396" y="314325"/>
                  </a:lnTo>
                  <a:lnTo>
                    <a:pt x="340644" y="312821"/>
                  </a:lnTo>
                  <a:lnTo>
                    <a:pt x="340644" y="312069"/>
                  </a:lnTo>
                  <a:lnTo>
                    <a:pt x="340644" y="311317"/>
                  </a:lnTo>
                  <a:lnTo>
                    <a:pt x="341396" y="308309"/>
                  </a:lnTo>
                  <a:lnTo>
                    <a:pt x="341396" y="307557"/>
                  </a:lnTo>
                  <a:lnTo>
                    <a:pt x="342148" y="304549"/>
                  </a:lnTo>
                  <a:lnTo>
                    <a:pt x="343652" y="300789"/>
                  </a:lnTo>
                  <a:lnTo>
                    <a:pt x="344404" y="299286"/>
                  </a:lnTo>
                  <a:lnTo>
                    <a:pt x="344404" y="297782"/>
                  </a:lnTo>
                  <a:lnTo>
                    <a:pt x="344404" y="295526"/>
                  </a:lnTo>
                  <a:lnTo>
                    <a:pt x="343652" y="294022"/>
                  </a:lnTo>
                  <a:lnTo>
                    <a:pt x="344404" y="293270"/>
                  </a:lnTo>
                  <a:lnTo>
                    <a:pt x="345908" y="285750"/>
                  </a:lnTo>
                  <a:lnTo>
                    <a:pt x="351172" y="274470"/>
                  </a:lnTo>
                  <a:lnTo>
                    <a:pt x="351924" y="272967"/>
                  </a:lnTo>
                  <a:lnTo>
                    <a:pt x="352676" y="271463"/>
                  </a:lnTo>
                  <a:lnTo>
                    <a:pt x="351924" y="270711"/>
                  </a:lnTo>
                  <a:lnTo>
                    <a:pt x="351924" y="269207"/>
                  </a:lnTo>
                  <a:lnTo>
                    <a:pt x="351172" y="268455"/>
                  </a:lnTo>
                  <a:lnTo>
                    <a:pt x="351172" y="267703"/>
                  </a:lnTo>
                  <a:lnTo>
                    <a:pt x="351924" y="266951"/>
                  </a:lnTo>
                  <a:lnTo>
                    <a:pt x="352676" y="266951"/>
                  </a:lnTo>
                  <a:lnTo>
                    <a:pt x="353428" y="266951"/>
                  </a:lnTo>
                  <a:lnTo>
                    <a:pt x="354932" y="266951"/>
                  </a:lnTo>
                  <a:lnTo>
                    <a:pt x="360196" y="265447"/>
                  </a:lnTo>
                  <a:lnTo>
                    <a:pt x="361699" y="264695"/>
                  </a:lnTo>
                  <a:lnTo>
                    <a:pt x="362451" y="263943"/>
                  </a:lnTo>
                  <a:lnTo>
                    <a:pt x="362451" y="263191"/>
                  </a:lnTo>
                  <a:lnTo>
                    <a:pt x="363203" y="262439"/>
                  </a:lnTo>
                  <a:lnTo>
                    <a:pt x="363203" y="261687"/>
                  </a:lnTo>
                  <a:lnTo>
                    <a:pt x="363203" y="260183"/>
                  </a:lnTo>
                  <a:lnTo>
                    <a:pt x="363203" y="259431"/>
                  </a:lnTo>
                  <a:lnTo>
                    <a:pt x="363203" y="257927"/>
                  </a:lnTo>
                  <a:lnTo>
                    <a:pt x="361699" y="256423"/>
                  </a:lnTo>
                  <a:lnTo>
                    <a:pt x="361699" y="255671"/>
                  </a:lnTo>
                  <a:lnTo>
                    <a:pt x="361699" y="254919"/>
                  </a:lnTo>
                  <a:lnTo>
                    <a:pt x="360947" y="252663"/>
                  </a:lnTo>
                  <a:lnTo>
                    <a:pt x="361699" y="248903"/>
                  </a:lnTo>
                  <a:lnTo>
                    <a:pt x="360947" y="245895"/>
                  </a:lnTo>
                  <a:lnTo>
                    <a:pt x="360196" y="245143"/>
                  </a:lnTo>
                  <a:lnTo>
                    <a:pt x="360196" y="242888"/>
                  </a:lnTo>
                  <a:lnTo>
                    <a:pt x="360947" y="241384"/>
                  </a:lnTo>
                  <a:lnTo>
                    <a:pt x="362451" y="236120"/>
                  </a:lnTo>
                  <a:lnTo>
                    <a:pt x="363203" y="230104"/>
                  </a:lnTo>
                  <a:lnTo>
                    <a:pt x="363203" y="227848"/>
                  </a:lnTo>
                  <a:lnTo>
                    <a:pt x="363203" y="226344"/>
                  </a:lnTo>
                  <a:lnTo>
                    <a:pt x="362451" y="223336"/>
                  </a:lnTo>
                  <a:lnTo>
                    <a:pt x="361699" y="221080"/>
                  </a:lnTo>
                  <a:lnTo>
                    <a:pt x="361699" y="219576"/>
                  </a:lnTo>
                  <a:lnTo>
                    <a:pt x="361699" y="211305"/>
                  </a:lnTo>
                  <a:lnTo>
                    <a:pt x="361699" y="209801"/>
                  </a:lnTo>
                  <a:lnTo>
                    <a:pt x="360947" y="209049"/>
                  </a:lnTo>
                  <a:lnTo>
                    <a:pt x="360196" y="206793"/>
                  </a:lnTo>
                  <a:lnTo>
                    <a:pt x="360196" y="205289"/>
                  </a:lnTo>
                  <a:lnTo>
                    <a:pt x="360196" y="204537"/>
                  </a:lnTo>
                  <a:lnTo>
                    <a:pt x="360947" y="203785"/>
                  </a:lnTo>
                  <a:lnTo>
                    <a:pt x="361699" y="203033"/>
                  </a:lnTo>
                  <a:lnTo>
                    <a:pt x="363955" y="202281"/>
                  </a:lnTo>
                  <a:lnTo>
                    <a:pt x="365460" y="202281"/>
                  </a:lnTo>
                  <a:lnTo>
                    <a:pt x="366211" y="202281"/>
                  </a:lnTo>
                  <a:lnTo>
                    <a:pt x="366963" y="201529"/>
                  </a:lnTo>
                  <a:lnTo>
                    <a:pt x="369219" y="199273"/>
                  </a:lnTo>
                  <a:lnTo>
                    <a:pt x="370723" y="198521"/>
                  </a:lnTo>
                  <a:lnTo>
                    <a:pt x="370723" y="197769"/>
                  </a:lnTo>
                  <a:lnTo>
                    <a:pt x="371475" y="197017"/>
                  </a:lnTo>
                  <a:lnTo>
                    <a:pt x="372227" y="196265"/>
                  </a:lnTo>
                  <a:lnTo>
                    <a:pt x="375235" y="186490"/>
                  </a:lnTo>
                  <a:lnTo>
                    <a:pt x="376739" y="176714"/>
                  </a:lnTo>
                  <a:lnTo>
                    <a:pt x="376739" y="175962"/>
                  </a:lnTo>
                  <a:lnTo>
                    <a:pt x="378995" y="172954"/>
                  </a:lnTo>
                  <a:lnTo>
                    <a:pt x="379747" y="172202"/>
                  </a:lnTo>
                  <a:lnTo>
                    <a:pt x="380499" y="171450"/>
                  </a:lnTo>
                  <a:lnTo>
                    <a:pt x="382755" y="170698"/>
                  </a:lnTo>
                  <a:lnTo>
                    <a:pt x="383507" y="169946"/>
                  </a:lnTo>
                  <a:lnTo>
                    <a:pt x="385011" y="167690"/>
                  </a:lnTo>
                  <a:lnTo>
                    <a:pt x="385011" y="166938"/>
                  </a:lnTo>
                  <a:lnTo>
                    <a:pt x="385762" y="166186"/>
                  </a:lnTo>
                  <a:lnTo>
                    <a:pt x="387266" y="164682"/>
                  </a:lnTo>
                  <a:lnTo>
                    <a:pt x="388771" y="162426"/>
                  </a:lnTo>
                  <a:lnTo>
                    <a:pt x="390275" y="160922"/>
                  </a:lnTo>
                  <a:lnTo>
                    <a:pt x="391026" y="159419"/>
                  </a:lnTo>
                  <a:lnTo>
                    <a:pt x="391026" y="158667"/>
                  </a:lnTo>
                  <a:lnTo>
                    <a:pt x="391779" y="154155"/>
                  </a:lnTo>
                  <a:lnTo>
                    <a:pt x="391779" y="152651"/>
                  </a:lnTo>
                  <a:lnTo>
                    <a:pt x="392530" y="151899"/>
                  </a:lnTo>
                  <a:lnTo>
                    <a:pt x="394034" y="149643"/>
                  </a:lnTo>
                  <a:lnTo>
                    <a:pt x="396290" y="147387"/>
                  </a:lnTo>
                  <a:lnTo>
                    <a:pt x="398546" y="144379"/>
                  </a:lnTo>
                  <a:lnTo>
                    <a:pt x="400802" y="139867"/>
                  </a:lnTo>
                  <a:lnTo>
                    <a:pt x="404562" y="130843"/>
                  </a:lnTo>
                  <a:lnTo>
                    <a:pt x="405314" y="129340"/>
                  </a:lnTo>
                  <a:lnTo>
                    <a:pt x="405314" y="128588"/>
                  </a:lnTo>
                  <a:lnTo>
                    <a:pt x="405314" y="127084"/>
                  </a:lnTo>
                  <a:lnTo>
                    <a:pt x="405314" y="126332"/>
                  </a:lnTo>
                  <a:lnTo>
                    <a:pt x="403810" y="124076"/>
                  </a:lnTo>
                  <a:lnTo>
                    <a:pt x="403810" y="123324"/>
                  </a:lnTo>
                  <a:lnTo>
                    <a:pt x="403810" y="120316"/>
                  </a:lnTo>
                  <a:lnTo>
                    <a:pt x="403810" y="118060"/>
                  </a:lnTo>
                  <a:lnTo>
                    <a:pt x="404562" y="112044"/>
                  </a:lnTo>
                  <a:lnTo>
                    <a:pt x="404562" y="109788"/>
                  </a:lnTo>
                  <a:lnTo>
                    <a:pt x="403810" y="108284"/>
                  </a:lnTo>
                  <a:lnTo>
                    <a:pt x="403058" y="106028"/>
                  </a:lnTo>
                  <a:lnTo>
                    <a:pt x="402306" y="105276"/>
                  </a:lnTo>
                  <a:lnTo>
                    <a:pt x="402306" y="104524"/>
                  </a:lnTo>
                  <a:lnTo>
                    <a:pt x="403058" y="103773"/>
                  </a:lnTo>
                  <a:lnTo>
                    <a:pt x="403810" y="103020"/>
                  </a:lnTo>
                  <a:lnTo>
                    <a:pt x="404562" y="103020"/>
                  </a:lnTo>
                  <a:lnTo>
                    <a:pt x="406818" y="101516"/>
                  </a:lnTo>
                  <a:lnTo>
                    <a:pt x="407570" y="101516"/>
                  </a:lnTo>
                  <a:lnTo>
                    <a:pt x="408322" y="100764"/>
                  </a:lnTo>
                  <a:lnTo>
                    <a:pt x="408322" y="100013"/>
                  </a:lnTo>
                  <a:lnTo>
                    <a:pt x="408322" y="99261"/>
                  </a:lnTo>
                  <a:lnTo>
                    <a:pt x="408322" y="98509"/>
                  </a:lnTo>
                  <a:lnTo>
                    <a:pt x="407570" y="97757"/>
                  </a:lnTo>
                  <a:lnTo>
                    <a:pt x="406066" y="97005"/>
                  </a:lnTo>
                  <a:lnTo>
                    <a:pt x="406066" y="95501"/>
                  </a:lnTo>
                  <a:lnTo>
                    <a:pt x="406066" y="94749"/>
                  </a:lnTo>
                  <a:lnTo>
                    <a:pt x="406818" y="94749"/>
                  </a:lnTo>
                  <a:lnTo>
                    <a:pt x="407570" y="93245"/>
                  </a:lnTo>
                  <a:lnTo>
                    <a:pt x="412834" y="90237"/>
                  </a:lnTo>
                  <a:lnTo>
                    <a:pt x="413586" y="89485"/>
                  </a:lnTo>
                  <a:lnTo>
                    <a:pt x="415090" y="87981"/>
                  </a:lnTo>
                  <a:lnTo>
                    <a:pt x="415841" y="86477"/>
                  </a:lnTo>
                  <a:lnTo>
                    <a:pt x="416594" y="84973"/>
                  </a:lnTo>
                  <a:lnTo>
                    <a:pt x="418849" y="73694"/>
                  </a:lnTo>
                  <a:lnTo>
                    <a:pt x="418849" y="71438"/>
                  </a:lnTo>
                  <a:lnTo>
                    <a:pt x="418849" y="69934"/>
                  </a:lnTo>
                  <a:lnTo>
                    <a:pt x="418098" y="68430"/>
                  </a:lnTo>
                  <a:lnTo>
                    <a:pt x="421105" y="62414"/>
                  </a:lnTo>
                  <a:lnTo>
                    <a:pt x="421858" y="58654"/>
                  </a:lnTo>
                  <a:lnTo>
                    <a:pt x="421858" y="57150"/>
                  </a:lnTo>
                  <a:lnTo>
                    <a:pt x="421858" y="55646"/>
                  </a:lnTo>
                  <a:lnTo>
                    <a:pt x="422609" y="52638"/>
                  </a:lnTo>
                  <a:lnTo>
                    <a:pt x="423361" y="51134"/>
                  </a:lnTo>
                  <a:lnTo>
                    <a:pt x="422609" y="49630"/>
                  </a:lnTo>
                  <a:lnTo>
                    <a:pt x="424113" y="46622"/>
                  </a:lnTo>
                  <a:lnTo>
                    <a:pt x="424865" y="45118"/>
                  </a:lnTo>
                  <a:lnTo>
                    <a:pt x="426369" y="44366"/>
                  </a:lnTo>
                  <a:lnTo>
                    <a:pt x="427873" y="42863"/>
                  </a:lnTo>
                  <a:lnTo>
                    <a:pt x="428625" y="40607"/>
                  </a:lnTo>
                  <a:lnTo>
                    <a:pt x="429377" y="39103"/>
                  </a:lnTo>
                  <a:lnTo>
                    <a:pt x="429377" y="37599"/>
                  </a:lnTo>
                  <a:lnTo>
                    <a:pt x="430129" y="35343"/>
                  </a:lnTo>
                  <a:lnTo>
                    <a:pt x="430881" y="33087"/>
                  </a:lnTo>
                  <a:lnTo>
                    <a:pt x="435393" y="27823"/>
                  </a:lnTo>
                  <a:lnTo>
                    <a:pt x="436897" y="26319"/>
                  </a:lnTo>
                  <a:lnTo>
                    <a:pt x="437649" y="24815"/>
                  </a:lnTo>
                  <a:lnTo>
                    <a:pt x="437649" y="23311"/>
                  </a:lnTo>
                  <a:lnTo>
                    <a:pt x="438401" y="21807"/>
                  </a:lnTo>
                  <a:lnTo>
                    <a:pt x="439905" y="20303"/>
                  </a:lnTo>
                  <a:lnTo>
                    <a:pt x="441409" y="20303"/>
                  </a:lnTo>
                  <a:lnTo>
                    <a:pt x="442160" y="19551"/>
                  </a:lnTo>
                  <a:lnTo>
                    <a:pt x="442160" y="18047"/>
                  </a:lnTo>
                  <a:lnTo>
                    <a:pt x="442913" y="17296"/>
                  </a:lnTo>
                  <a:lnTo>
                    <a:pt x="443664" y="16544"/>
                  </a:lnTo>
                  <a:lnTo>
                    <a:pt x="445169" y="16544"/>
                  </a:lnTo>
                  <a:lnTo>
                    <a:pt x="445920" y="15039"/>
                  </a:lnTo>
                  <a:lnTo>
                    <a:pt x="446673" y="14287"/>
                  </a:lnTo>
                  <a:lnTo>
                    <a:pt x="448928" y="12032"/>
                  </a:lnTo>
                  <a:lnTo>
                    <a:pt x="452688" y="10528"/>
                  </a:lnTo>
                  <a:lnTo>
                    <a:pt x="455696" y="7520"/>
                  </a:lnTo>
                  <a:lnTo>
                    <a:pt x="468480" y="0"/>
                  </a:lnTo>
                  <a:lnTo>
                    <a:pt x="470736" y="1504"/>
                  </a:lnTo>
                  <a:lnTo>
                    <a:pt x="471488" y="2256"/>
                  </a:lnTo>
                  <a:lnTo>
                    <a:pt x="472239" y="3760"/>
                  </a:lnTo>
                  <a:lnTo>
                    <a:pt x="472239" y="6016"/>
                  </a:lnTo>
                  <a:lnTo>
                    <a:pt x="472239" y="8272"/>
                  </a:lnTo>
                  <a:lnTo>
                    <a:pt x="471488" y="10528"/>
                  </a:lnTo>
                  <a:lnTo>
                    <a:pt x="470736" y="12032"/>
                  </a:lnTo>
                  <a:lnTo>
                    <a:pt x="463216" y="20303"/>
                  </a:lnTo>
                  <a:lnTo>
                    <a:pt x="461712" y="21807"/>
                  </a:lnTo>
                  <a:lnTo>
                    <a:pt x="460960" y="23311"/>
                  </a:lnTo>
                  <a:lnTo>
                    <a:pt x="460960" y="24815"/>
                  </a:lnTo>
                  <a:lnTo>
                    <a:pt x="460960" y="26319"/>
                  </a:lnTo>
                  <a:lnTo>
                    <a:pt x="461712" y="33839"/>
                  </a:lnTo>
                  <a:lnTo>
                    <a:pt x="461712" y="36095"/>
                  </a:lnTo>
                  <a:lnTo>
                    <a:pt x="460960" y="39103"/>
                  </a:lnTo>
                  <a:lnTo>
                    <a:pt x="460208" y="41359"/>
                  </a:lnTo>
                  <a:lnTo>
                    <a:pt x="451936" y="52638"/>
                  </a:lnTo>
                  <a:lnTo>
                    <a:pt x="451184" y="55646"/>
                  </a:lnTo>
                  <a:lnTo>
                    <a:pt x="450432" y="57902"/>
                  </a:lnTo>
                  <a:lnTo>
                    <a:pt x="449680" y="60158"/>
                  </a:lnTo>
                  <a:lnTo>
                    <a:pt x="450432" y="75949"/>
                  </a:lnTo>
                  <a:lnTo>
                    <a:pt x="451184" y="78957"/>
                  </a:lnTo>
                  <a:lnTo>
                    <a:pt x="452688" y="80461"/>
                  </a:lnTo>
                  <a:lnTo>
                    <a:pt x="454944" y="82717"/>
                  </a:lnTo>
                  <a:lnTo>
                    <a:pt x="483519" y="96253"/>
                  </a:lnTo>
                  <a:lnTo>
                    <a:pt x="491039" y="96253"/>
                  </a:lnTo>
                  <a:lnTo>
                    <a:pt x="492543" y="95501"/>
                  </a:lnTo>
                  <a:lnTo>
                    <a:pt x="494047" y="96253"/>
                  </a:lnTo>
                  <a:lnTo>
                    <a:pt x="496303" y="97005"/>
                  </a:lnTo>
                  <a:lnTo>
                    <a:pt x="504575" y="103773"/>
                  </a:lnTo>
                  <a:lnTo>
                    <a:pt x="539165" y="120316"/>
                  </a:lnTo>
                  <a:lnTo>
                    <a:pt x="557213" y="121820"/>
                  </a:lnTo>
                  <a:lnTo>
                    <a:pt x="564733" y="124076"/>
                  </a:lnTo>
                  <a:lnTo>
                    <a:pt x="579772" y="130843"/>
                  </a:lnTo>
                  <a:lnTo>
                    <a:pt x="582780" y="131595"/>
                  </a:lnTo>
                  <a:lnTo>
                    <a:pt x="585035" y="131595"/>
                  </a:lnTo>
                  <a:lnTo>
                    <a:pt x="585788" y="130092"/>
                  </a:lnTo>
                  <a:lnTo>
                    <a:pt x="586540" y="128588"/>
                  </a:lnTo>
                  <a:lnTo>
                    <a:pt x="586540" y="127836"/>
                  </a:lnTo>
                  <a:lnTo>
                    <a:pt x="587292" y="126332"/>
                  </a:lnTo>
                  <a:lnTo>
                    <a:pt x="586540" y="121820"/>
                  </a:lnTo>
                  <a:lnTo>
                    <a:pt x="587292" y="118812"/>
                  </a:lnTo>
                  <a:lnTo>
                    <a:pt x="588795" y="113548"/>
                  </a:lnTo>
                  <a:lnTo>
                    <a:pt x="597819" y="93245"/>
                  </a:lnTo>
                  <a:lnTo>
                    <a:pt x="621882" y="51886"/>
                  </a:lnTo>
                  <a:lnTo>
                    <a:pt x="633914" y="42863"/>
                  </a:lnTo>
                  <a:lnTo>
                    <a:pt x="639930" y="39103"/>
                  </a:lnTo>
                  <a:lnTo>
                    <a:pt x="641434" y="39103"/>
                  </a:lnTo>
                  <a:lnTo>
                    <a:pt x="642186" y="39103"/>
                  </a:lnTo>
                  <a:lnTo>
                    <a:pt x="642186" y="39855"/>
                  </a:lnTo>
                  <a:lnTo>
                    <a:pt x="640682" y="47374"/>
                  </a:lnTo>
                  <a:lnTo>
                    <a:pt x="640682" y="48878"/>
                  </a:lnTo>
                  <a:lnTo>
                    <a:pt x="640682" y="50382"/>
                  </a:lnTo>
                  <a:lnTo>
                    <a:pt x="641434" y="51134"/>
                  </a:lnTo>
                  <a:lnTo>
                    <a:pt x="641434" y="52638"/>
                  </a:lnTo>
                  <a:lnTo>
                    <a:pt x="642186" y="53390"/>
                  </a:lnTo>
                  <a:lnTo>
                    <a:pt x="643690" y="54142"/>
                  </a:lnTo>
                  <a:lnTo>
                    <a:pt x="654217" y="59406"/>
                  </a:lnTo>
                  <a:lnTo>
                    <a:pt x="663993" y="66926"/>
                  </a:lnTo>
                  <a:lnTo>
                    <a:pt x="667001" y="69934"/>
                  </a:lnTo>
                  <a:lnTo>
                    <a:pt x="669257" y="72942"/>
                  </a:lnTo>
                  <a:lnTo>
                    <a:pt x="671512" y="77453"/>
                  </a:lnTo>
                  <a:lnTo>
                    <a:pt x="673769" y="81965"/>
                  </a:lnTo>
                  <a:lnTo>
                    <a:pt x="673769" y="84221"/>
                  </a:lnTo>
                  <a:lnTo>
                    <a:pt x="673769" y="85725"/>
                  </a:lnTo>
                  <a:lnTo>
                    <a:pt x="673016" y="92493"/>
                  </a:lnTo>
                  <a:lnTo>
                    <a:pt x="673016" y="93245"/>
                  </a:lnTo>
                  <a:lnTo>
                    <a:pt x="673016" y="94749"/>
                  </a:lnTo>
                  <a:lnTo>
                    <a:pt x="673016" y="96253"/>
                  </a:lnTo>
                  <a:lnTo>
                    <a:pt x="673769" y="98509"/>
                  </a:lnTo>
                  <a:lnTo>
                    <a:pt x="676776" y="104524"/>
                  </a:lnTo>
                  <a:lnTo>
                    <a:pt x="678280" y="108284"/>
                  </a:lnTo>
                  <a:lnTo>
                    <a:pt x="679032" y="125580"/>
                  </a:lnTo>
                  <a:lnTo>
                    <a:pt x="676776" y="137611"/>
                  </a:lnTo>
                  <a:lnTo>
                    <a:pt x="676025" y="139867"/>
                  </a:lnTo>
                  <a:lnTo>
                    <a:pt x="676025" y="142123"/>
                  </a:lnTo>
                  <a:lnTo>
                    <a:pt x="676776" y="143627"/>
                  </a:lnTo>
                  <a:lnTo>
                    <a:pt x="677529" y="147387"/>
                  </a:lnTo>
                  <a:lnTo>
                    <a:pt x="678280" y="149643"/>
                  </a:lnTo>
                  <a:lnTo>
                    <a:pt x="679032" y="151147"/>
                  </a:lnTo>
                  <a:lnTo>
                    <a:pt x="679784" y="151899"/>
                  </a:lnTo>
                  <a:lnTo>
                    <a:pt x="680536" y="152651"/>
                  </a:lnTo>
                  <a:lnTo>
                    <a:pt x="681288" y="152651"/>
                  </a:lnTo>
                  <a:lnTo>
                    <a:pt x="682040" y="152651"/>
                  </a:lnTo>
                  <a:lnTo>
                    <a:pt x="687304" y="148891"/>
                  </a:lnTo>
                  <a:lnTo>
                    <a:pt x="689560" y="147387"/>
                  </a:lnTo>
                  <a:lnTo>
                    <a:pt x="690312" y="145883"/>
                  </a:lnTo>
                  <a:lnTo>
                    <a:pt x="690312" y="145131"/>
                  </a:lnTo>
                  <a:lnTo>
                    <a:pt x="691064" y="144379"/>
                  </a:lnTo>
                  <a:lnTo>
                    <a:pt x="691816" y="142123"/>
                  </a:lnTo>
                  <a:lnTo>
                    <a:pt x="693320" y="134603"/>
                  </a:lnTo>
                  <a:lnTo>
                    <a:pt x="693320" y="125580"/>
                  </a:lnTo>
                  <a:lnTo>
                    <a:pt x="694072" y="121820"/>
                  </a:lnTo>
                  <a:lnTo>
                    <a:pt x="694824" y="120316"/>
                  </a:lnTo>
                  <a:lnTo>
                    <a:pt x="695576" y="118812"/>
                  </a:lnTo>
                  <a:lnTo>
                    <a:pt x="697080" y="118060"/>
                  </a:lnTo>
                  <a:lnTo>
                    <a:pt x="698584" y="117308"/>
                  </a:lnTo>
                  <a:lnTo>
                    <a:pt x="700088" y="116556"/>
                  </a:lnTo>
                  <a:lnTo>
                    <a:pt x="703095" y="116556"/>
                  </a:lnTo>
                  <a:lnTo>
                    <a:pt x="705351" y="117308"/>
                  </a:lnTo>
                  <a:lnTo>
                    <a:pt x="707608" y="118060"/>
                  </a:lnTo>
                  <a:lnTo>
                    <a:pt x="716631" y="121820"/>
                  </a:lnTo>
                  <a:lnTo>
                    <a:pt x="721143" y="123324"/>
                  </a:lnTo>
                  <a:lnTo>
                    <a:pt x="733174" y="123324"/>
                  </a:lnTo>
                  <a:lnTo>
                    <a:pt x="736182" y="122572"/>
                  </a:lnTo>
                  <a:lnTo>
                    <a:pt x="738438" y="121820"/>
                  </a:lnTo>
                  <a:lnTo>
                    <a:pt x="741446" y="121068"/>
                  </a:lnTo>
                  <a:lnTo>
                    <a:pt x="745206" y="119564"/>
                  </a:lnTo>
                  <a:lnTo>
                    <a:pt x="760246" y="107532"/>
                  </a:lnTo>
                  <a:lnTo>
                    <a:pt x="764006" y="105276"/>
                  </a:lnTo>
                  <a:lnTo>
                    <a:pt x="769269" y="103020"/>
                  </a:lnTo>
                  <a:lnTo>
                    <a:pt x="771525" y="103020"/>
                  </a:lnTo>
                  <a:lnTo>
                    <a:pt x="772277" y="103773"/>
                  </a:lnTo>
                  <a:lnTo>
                    <a:pt x="773029" y="104524"/>
                  </a:lnTo>
                  <a:lnTo>
                    <a:pt x="773029" y="105276"/>
                  </a:lnTo>
                  <a:lnTo>
                    <a:pt x="773029" y="106028"/>
                  </a:lnTo>
                  <a:lnTo>
                    <a:pt x="772277" y="107532"/>
                  </a:lnTo>
                  <a:lnTo>
                    <a:pt x="769269" y="115804"/>
                  </a:lnTo>
                  <a:lnTo>
                    <a:pt x="767765" y="119564"/>
                  </a:lnTo>
                  <a:lnTo>
                    <a:pt x="768517" y="120316"/>
                  </a:lnTo>
                  <a:lnTo>
                    <a:pt x="768517" y="121068"/>
                  </a:lnTo>
                  <a:lnTo>
                    <a:pt x="772277" y="120316"/>
                  </a:lnTo>
                  <a:lnTo>
                    <a:pt x="775285" y="121068"/>
                  </a:lnTo>
                  <a:lnTo>
                    <a:pt x="779045" y="121820"/>
                  </a:lnTo>
                  <a:lnTo>
                    <a:pt x="782805" y="123324"/>
                  </a:lnTo>
                  <a:lnTo>
                    <a:pt x="788068" y="127084"/>
                  </a:lnTo>
                  <a:lnTo>
                    <a:pt x="794085" y="131595"/>
                  </a:lnTo>
                  <a:lnTo>
                    <a:pt x="797092" y="133099"/>
                  </a:lnTo>
                  <a:lnTo>
                    <a:pt x="798596" y="133099"/>
                  </a:lnTo>
                  <a:lnTo>
                    <a:pt x="800100" y="132347"/>
                  </a:lnTo>
                  <a:lnTo>
                    <a:pt x="801604" y="130843"/>
                  </a:lnTo>
                  <a:lnTo>
                    <a:pt x="802356" y="130092"/>
                  </a:lnTo>
                  <a:lnTo>
                    <a:pt x="803860" y="130843"/>
                  </a:lnTo>
                  <a:lnTo>
                    <a:pt x="806116" y="131595"/>
                  </a:lnTo>
                  <a:lnTo>
                    <a:pt x="809876" y="134603"/>
                  </a:lnTo>
                  <a:lnTo>
                    <a:pt x="815891" y="138363"/>
                  </a:lnTo>
                  <a:lnTo>
                    <a:pt x="842963" y="148139"/>
                  </a:lnTo>
                  <a:lnTo>
                    <a:pt x="844466" y="148139"/>
                  </a:lnTo>
                  <a:lnTo>
                    <a:pt x="845970" y="147387"/>
                  </a:lnTo>
                  <a:lnTo>
                    <a:pt x="846723" y="146635"/>
                  </a:lnTo>
                  <a:lnTo>
                    <a:pt x="846723" y="144379"/>
                  </a:lnTo>
                  <a:lnTo>
                    <a:pt x="845970" y="142875"/>
                  </a:lnTo>
                  <a:lnTo>
                    <a:pt x="836947" y="123324"/>
                  </a:lnTo>
                  <a:lnTo>
                    <a:pt x="836195" y="120316"/>
                  </a:lnTo>
                  <a:lnTo>
                    <a:pt x="836195" y="118812"/>
                  </a:lnTo>
                  <a:lnTo>
                    <a:pt x="836195" y="118060"/>
                  </a:lnTo>
                  <a:lnTo>
                    <a:pt x="836947" y="116556"/>
                  </a:lnTo>
                  <a:lnTo>
                    <a:pt x="836947" y="115804"/>
                  </a:lnTo>
                  <a:lnTo>
                    <a:pt x="838451" y="115052"/>
                  </a:lnTo>
                  <a:lnTo>
                    <a:pt x="844466" y="109788"/>
                  </a:lnTo>
                  <a:lnTo>
                    <a:pt x="845219" y="109036"/>
                  </a:lnTo>
                  <a:lnTo>
                    <a:pt x="846723" y="109036"/>
                  </a:lnTo>
                  <a:lnTo>
                    <a:pt x="847474" y="109036"/>
                  </a:lnTo>
                  <a:lnTo>
                    <a:pt x="848226" y="109036"/>
                  </a:lnTo>
                  <a:lnTo>
                    <a:pt x="848226" y="109788"/>
                  </a:lnTo>
                  <a:lnTo>
                    <a:pt x="848979" y="110540"/>
                  </a:lnTo>
                  <a:lnTo>
                    <a:pt x="849730" y="113548"/>
                  </a:lnTo>
                  <a:lnTo>
                    <a:pt x="851234" y="115804"/>
                  </a:lnTo>
                  <a:lnTo>
                    <a:pt x="855746" y="119564"/>
                  </a:lnTo>
                  <a:lnTo>
                    <a:pt x="855746" y="120316"/>
                  </a:lnTo>
                  <a:lnTo>
                    <a:pt x="856498" y="121068"/>
                  </a:lnTo>
                  <a:lnTo>
                    <a:pt x="856498" y="121820"/>
                  </a:lnTo>
                  <a:lnTo>
                    <a:pt x="856498" y="124076"/>
                  </a:lnTo>
                  <a:lnTo>
                    <a:pt x="856498" y="124828"/>
                  </a:lnTo>
                  <a:lnTo>
                    <a:pt x="857250" y="125580"/>
                  </a:lnTo>
                  <a:lnTo>
                    <a:pt x="861762" y="130843"/>
                  </a:lnTo>
                  <a:lnTo>
                    <a:pt x="861762" y="131595"/>
                  </a:lnTo>
                  <a:lnTo>
                    <a:pt x="862514" y="131595"/>
                  </a:lnTo>
                  <a:lnTo>
                    <a:pt x="862514" y="132347"/>
                  </a:lnTo>
                  <a:lnTo>
                    <a:pt x="862514" y="133099"/>
                  </a:lnTo>
                  <a:lnTo>
                    <a:pt x="862514" y="133851"/>
                  </a:lnTo>
                  <a:lnTo>
                    <a:pt x="864018" y="138363"/>
                  </a:lnTo>
                  <a:lnTo>
                    <a:pt x="864018" y="139115"/>
                  </a:lnTo>
                  <a:lnTo>
                    <a:pt x="864770" y="139115"/>
                  </a:lnTo>
                  <a:lnTo>
                    <a:pt x="865522" y="139115"/>
                  </a:lnTo>
                  <a:lnTo>
                    <a:pt x="866274" y="136859"/>
                  </a:lnTo>
                  <a:lnTo>
                    <a:pt x="867026" y="136107"/>
                  </a:lnTo>
                  <a:lnTo>
                    <a:pt x="867778" y="135355"/>
                  </a:lnTo>
                  <a:lnTo>
                    <a:pt x="867778" y="134603"/>
                  </a:lnTo>
                  <a:lnTo>
                    <a:pt x="868530" y="133851"/>
                  </a:lnTo>
                  <a:lnTo>
                    <a:pt x="868530" y="133099"/>
                  </a:lnTo>
                  <a:lnTo>
                    <a:pt x="879057" y="131595"/>
                  </a:lnTo>
                  <a:lnTo>
                    <a:pt x="882817" y="130092"/>
                  </a:lnTo>
                  <a:lnTo>
                    <a:pt x="885073" y="127836"/>
                  </a:lnTo>
                  <a:lnTo>
                    <a:pt x="895601" y="124076"/>
                  </a:lnTo>
                  <a:lnTo>
                    <a:pt x="897857" y="123324"/>
                  </a:lnTo>
                  <a:lnTo>
                    <a:pt x="898609" y="123324"/>
                  </a:lnTo>
                  <a:lnTo>
                    <a:pt x="901617" y="123324"/>
                  </a:lnTo>
                  <a:lnTo>
                    <a:pt x="902368" y="123324"/>
                  </a:lnTo>
                  <a:lnTo>
                    <a:pt x="903121" y="122572"/>
                  </a:lnTo>
                  <a:lnTo>
                    <a:pt x="904624" y="121820"/>
                  </a:lnTo>
                  <a:lnTo>
                    <a:pt x="931696" y="107532"/>
                  </a:lnTo>
                  <a:lnTo>
                    <a:pt x="938463" y="106028"/>
                  </a:lnTo>
                  <a:lnTo>
                    <a:pt x="949743" y="103773"/>
                  </a:lnTo>
                  <a:lnTo>
                    <a:pt x="951247" y="103773"/>
                  </a:lnTo>
                  <a:lnTo>
                    <a:pt x="953503" y="103773"/>
                  </a:lnTo>
                  <a:lnTo>
                    <a:pt x="957262" y="104524"/>
                  </a:lnTo>
                  <a:lnTo>
                    <a:pt x="964030" y="104524"/>
                  </a:lnTo>
                  <a:lnTo>
                    <a:pt x="971550" y="103773"/>
                  </a:lnTo>
                  <a:lnTo>
                    <a:pt x="976062" y="102268"/>
                  </a:lnTo>
                  <a:lnTo>
                    <a:pt x="979070" y="101516"/>
                  </a:lnTo>
                  <a:lnTo>
                    <a:pt x="981326" y="100013"/>
                  </a:lnTo>
                  <a:lnTo>
                    <a:pt x="983582" y="98509"/>
                  </a:lnTo>
                  <a:lnTo>
                    <a:pt x="999373" y="81213"/>
                  </a:lnTo>
                  <a:lnTo>
                    <a:pt x="1000877" y="79709"/>
                  </a:lnTo>
                  <a:lnTo>
                    <a:pt x="1003885" y="78205"/>
                  </a:lnTo>
                  <a:lnTo>
                    <a:pt x="1007645" y="76701"/>
                  </a:lnTo>
                  <a:lnTo>
                    <a:pt x="1017420" y="74445"/>
                  </a:lnTo>
                  <a:lnTo>
                    <a:pt x="1023437" y="72942"/>
                  </a:lnTo>
                  <a:lnTo>
                    <a:pt x="1027948" y="69934"/>
                  </a:lnTo>
                  <a:lnTo>
                    <a:pt x="1029452" y="69182"/>
                  </a:lnTo>
                  <a:lnTo>
                    <a:pt x="1031708" y="69182"/>
                  </a:lnTo>
                  <a:lnTo>
                    <a:pt x="1044492" y="68430"/>
                  </a:lnTo>
                  <a:lnTo>
                    <a:pt x="1052011" y="66926"/>
                  </a:lnTo>
                  <a:lnTo>
                    <a:pt x="1061787" y="60910"/>
                  </a:lnTo>
                  <a:lnTo>
                    <a:pt x="1064043" y="64670"/>
                  </a:lnTo>
                  <a:lnTo>
                    <a:pt x="1065547" y="66926"/>
                  </a:lnTo>
                  <a:lnTo>
                    <a:pt x="1084346" y="79709"/>
                  </a:lnTo>
                  <a:lnTo>
                    <a:pt x="1086602" y="82717"/>
                  </a:lnTo>
                  <a:lnTo>
                    <a:pt x="1087354" y="84221"/>
                  </a:lnTo>
                  <a:lnTo>
                    <a:pt x="1087354" y="84973"/>
                  </a:lnTo>
                  <a:lnTo>
                    <a:pt x="1088106" y="85725"/>
                  </a:lnTo>
                  <a:lnTo>
                    <a:pt x="1088106" y="86477"/>
                  </a:lnTo>
                  <a:lnTo>
                    <a:pt x="1087354" y="87981"/>
                  </a:lnTo>
                  <a:lnTo>
                    <a:pt x="1086602" y="88733"/>
                  </a:lnTo>
                  <a:lnTo>
                    <a:pt x="1085098" y="89485"/>
                  </a:lnTo>
                  <a:lnTo>
                    <a:pt x="1084346" y="90237"/>
                  </a:lnTo>
                  <a:lnTo>
                    <a:pt x="1082842" y="90989"/>
                  </a:lnTo>
                  <a:lnTo>
                    <a:pt x="1074571" y="97005"/>
                  </a:lnTo>
                  <a:lnTo>
                    <a:pt x="1073818" y="97757"/>
                  </a:lnTo>
                  <a:lnTo>
                    <a:pt x="1073818" y="98509"/>
                  </a:lnTo>
                  <a:lnTo>
                    <a:pt x="1073067" y="100013"/>
                  </a:lnTo>
                  <a:lnTo>
                    <a:pt x="1070059" y="117308"/>
                  </a:lnTo>
                  <a:lnTo>
                    <a:pt x="1070059" y="122572"/>
                  </a:lnTo>
                  <a:lnTo>
                    <a:pt x="1070059" y="125580"/>
                  </a:lnTo>
                  <a:lnTo>
                    <a:pt x="1070811" y="126332"/>
                  </a:lnTo>
                  <a:lnTo>
                    <a:pt x="1073818" y="128588"/>
                  </a:lnTo>
                  <a:lnTo>
                    <a:pt x="1084346" y="131595"/>
                  </a:lnTo>
                  <a:lnTo>
                    <a:pt x="1085098" y="132347"/>
                  </a:lnTo>
                  <a:lnTo>
                    <a:pt x="1085850" y="133099"/>
                  </a:lnTo>
                  <a:lnTo>
                    <a:pt x="1085850" y="133851"/>
                  </a:lnTo>
                  <a:lnTo>
                    <a:pt x="1085850" y="134603"/>
                  </a:lnTo>
                  <a:lnTo>
                    <a:pt x="1085850" y="138363"/>
                  </a:lnTo>
                  <a:lnTo>
                    <a:pt x="1085850" y="140619"/>
                  </a:lnTo>
                  <a:lnTo>
                    <a:pt x="1085098" y="143627"/>
                  </a:lnTo>
                  <a:lnTo>
                    <a:pt x="1084346" y="145131"/>
                  </a:lnTo>
                  <a:lnTo>
                    <a:pt x="1083594" y="145883"/>
                  </a:lnTo>
                  <a:lnTo>
                    <a:pt x="1082090" y="147387"/>
                  </a:lnTo>
                  <a:lnTo>
                    <a:pt x="1077578" y="151147"/>
                  </a:lnTo>
                  <a:lnTo>
                    <a:pt x="1074571" y="153403"/>
                  </a:lnTo>
                  <a:lnTo>
                    <a:pt x="1069307" y="155659"/>
                  </a:lnTo>
                  <a:lnTo>
                    <a:pt x="1067803" y="157914"/>
                  </a:lnTo>
                  <a:lnTo>
                    <a:pt x="1064795" y="165434"/>
                  </a:lnTo>
                  <a:lnTo>
                    <a:pt x="1061787" y="176714"/>
                  </a:lnTo>
                  <a:lnTo>
                    <a:pt x="1058779" y="184986"/>
                  </a:lnTo>
                  <a:lnTo>
                    <a:pt x="1057275" y="191753"/>
                  </a:lnTo>
                  <a:lnTo>
                    <a:pt x="1056523" y="194009"/>
                  </a:lnTo>
                  <a:lnTo>
                    <a:pt x="1055771" y="194761"/>
                  </a:lnTo>
                  <a:lnTo>
                    <a:pt x="1055771" y="209801"/>
                  </a:lnTo>
                  <a:lnTo>
                    <a:pt x="1058027" y="227848"/>
                  </a:lnTo>
                  <a:lnTo>
                    <a:pt x="1063291" y="248151"/>
                  </a:lnTo>
                  <a:lnTo>
                    <a:pt x="1070811" y="258679"/>
                  </a:lnTo>
                  <a:lnTo>
                    <a:pt x="1071563" y="260183"/>
                  </a:lnTo>
                  <a:lnTo>
                    <a:pt x="1077578" y="277478"/>
                  </a:lnTo>
                  <a:lnTo>
                    <a:pt x="1078331" y="278230"/>
                  </a:lnTo>
                  <a:lnTo>
                    <a:pt x="1079082" y="278982"/>
                  </a:lnTo>
                  <a:lnTo>
                    <a:pt x="1087354" y="283494"/>
                  </a:lnTo>
                  <a:lnTo>
                    <a:pt x="1088106" y="284246"/>
                  </a:lnTo>
                  <a:lnTo>
                    <a:pt x="1091114" y="288006"/>
                  </a:lnTo>
                  <a:lnTo>
                    <a:pt x="1095626" y="295526"/>
                  </a:lnTo>
                  <a:lnTo>
                    <a:pt x="1096378" y="296278"/>
                  </a:lnTo>
                  <a:lnTo>
                    <a:pt x="1103146" y="300037"/>
                  </a:lnTo>
                  <a:lnTo>
                    <a:pt x="1106905" y="301542"/>
                  </a:lnTo>
                  <a:lnTo>
                    <a:pt x="1107657" y="301542"/>
                  </a:lnTo>
                  <a:lnTo>
                    <a:pt x="1108409" y="302294"/>
                  </a:lnTo>
                  <a:lnTo>
                    <a:pt x="1109161" y="303046"/>
                  </a:lnTo>
                  <a:lnTo>
                    <a:pt x="1109161" y="304549"/>
                  </a:lnTo>
                  <a:lnTo>
                    <a:pt x="1109161" y="306805"/>
                  </a:lnTo>
                  <a:lnTo>
                    <a:pt x="1106905" y="313573"/>
                  </a:lnTo>
                  <a:lnTo>
                    <a:pt x="1103146" y="321845"/>
                  </a:lnTo>
                  <a:lnTo>
                    <a:pt x="1102394" y="323349"/>
                  </a:lnTo>
                  <a:lnTo>
                    <a:pt x="1102394" y="324853"/>
                  </a:lnTo>
                  <a:lnTo>
                    <a:pt x="1102394" y="328613"/>
                  </a:lnTo>
                  <a:lnTo>
                    <a:pt x="1102394" y="332372"/>
                  </a:lnTo>
                  <a:lnTo>
                    <a:pt x="1103897" y="335380"/>
                  </a:lnTo>
                  <a:lnTo>
                    <a:pt x="1103897" y="336132"/>
                  </a:lnTo>
                  <a:lnTo>
                    <a:pt x="1105401" y="339140"/>
                  </a:lnTo>
                  <a:lnTo>
                    <a:pt x="1108409" y="345156"/>
                  </a:lnTo>
                  <a:lnTo>
                    <a:pt x="1109161" y="348916"/>
                  </a:lnTo>
                  <a:lnTo>
                    <a:pt x="1109914" y="351924"/>
                  </a:lnTo>
                  <a:lnTo>
                    <a:pt x="1110665" y="356435"/>
                  </a:lnTo>
                  <a:lnTo>
                    <a:pt x="1109914" y="359444"/>
                  </a:lnTo>
                  <a:lnTo>
                    <a:pt x="1109161" y="361699"/>
                  </a:lnTo>
                  <a:lnTo>
                    <a:pt x="1108409" y="363955"/>
                  </a:lnTo>
                  <a:lnTo>
                    <a:pt x="1107657" y="365459"/>
                  </a:lnTo>
                  <a:lnTo>
                    <a:pt x="1103897" y="369219"/>
                  </a:lnTo>
                  <a:lnTo>
                    <a:pt x="1101642" y="372227"/>
                  </a:lnTo>
                  <a:lnTo>
                    <a:pt x="1093370" y="384259"/>
                  </a:lnTo>
                  <a:lnTo>
                    <a:pt x="1089610" y="386514"/>
                  </a:lnTo>
                  <a:lnTo>
                    <a:pt x="1088106" y="388018"/>
                  </a:lnTo>
                  <a:lnTo>
                    <a:pt x="1086602" y="391026"/>
                  </a:lnTo>
                  <a:lnTo>
                    <a:pt x="1085850" y="392530"/>
                  </a:lnTo>
                  <a:lnTo>
                    <a:pt x="1083594" y="394034"/>
                  </a:lnTo>
                  <a:lnTo>
                    <a:pt x="1082842" y="394786"/>
                  </a:lnTo>
                  <a:lnTo>
                    <a:pt x="1082090" y="394034"/>
                  </a:lnTo>
                  <a:lnTo>
                    <a:pt x="1079835" y="393282"/>
                  </a:lnTo>
                  <a:lnTo>
                    <a:pt x="1078331" y="393282"/>
                  </a:lnTo>
                  <a:lnTo>
                    <a:pt x="1076075" y="393282"/>
                  </a:lnTo>
                  <a:lnTo>
                    <a:pt x="1069307" y="394786"/>
                  </a:lnTo>
                  <a:lnTo>
                    <a:pt x="1067803" y="394786"/>
                  </a:lnTo>
                  <a:lnTo>
                    <a:pt x="1064795" y="392530"/>
                  </a:lnTo>
                  <a:lnTo>
                    <a:pt x="1064795" y="391778"/>
                  </a:lnTo>
                  <a:lnTo>
                    <a:pt x="1064043" y="391778"/>
                  </a:lnTo>
                  <a:lnTo>
                    <a:pt x="1060283" y="391778"/>
                  </a:lnTo>
                  <a:lnTo>
                    <a:pt x="1055771" y="391778"/>
                  </a:lnTo>
                  <a:lnTo>
                    <a:pt x="1053515" y="391026"/>
                  </a:lnTo>
                  <a:lnTo>
                    <a:pt x="1052011" y="391026"/>
                  </a:lnTo>
                  <a:lnTo>
                    <a:pt x="1052011" y="390274"/>
                  </a:lnTo>
                  <a:lnTo>
                    <a:pt x="1049003" y="381251"/>
                  </a:lnTo>
                  <a:lnTo>
                    <a:pt x="1048252" y="379747"/>
                  </a:lnTo>
                  <a:lnTo>
                    <a:pt x="1048252" y="378995"/>
                  </a:lnTo>
                  <a:lnTo>
                    <a:pt x="1043739" y="373731"/>
                  </a:lnTo>
                  <a:lnTo>
                    <a:pt x="1040732" y="371475"/>
                  </a:lnTo>
                  <a:lnTo>
                    <a:pt x="1038476" y="369219"/>
                  </a:lnTo>
                  <a:lnTo>
                    <a:pt x="1026444" y="363203"/>
                  </a:lnTo>
                  <a:lnTo>
                    <a:pt x="1023437" y="360947"/>
                  </a:lnTo>
                  <a:lnTo>
                    <a:pt x="1021180" y="360195"/>
                  </a:lnTo>
                  <a:lnTo>
                    <a:pt x="1019677" y="359444"/>
                  </a:lnTo>
                  <a:lnTo>
                    <a:pt x="1018924" y="360195"/>
                  </a:lnTo>
                  <a:lnTo>
                    <a:pt x="1011405" y="369219"/>
                  </a:lnTo>
                  <a:lnTo>
                    <a:pt x="1009901" y="372227"/>
                  </a:lnTo>
                  <a:lnTo>
                    <a:pt x="1009149" y="372979"/>
                  </a:lnTo>
                  <a:lnTo>
                    <a:pt x="1009149" y="373731"/>
                  </a:lnTo>
                  <a:lnTo>
                    <a:pt x="1009149" y="374483"/>
                  </a:lnTo>
                  <a:lnTo>
                    <a:pt x="1009149" y="377491"/>
                  </a:lnTo>
                  <a:lnTo>
                    <a:pt x="1009901" y="378243"/>
                  </a:lnTo>
                  <a:lnTo>
                    <a:pt x="1009901" y="378995"/>
                  </a:lnTo>
                  <a:lnTo>
                    <a:pt x="1012157" y="382003"/>
                  </a:lnTo>
                  <a:lnTo>
                    <a:pt x="1012909" y="382755"/>
                  </a:lnTo>
                  <a:lnTo>
                    <a:pt x="1012909" y="383507"/>
                  </a:lnTo>
                  <a:lnTo>
                    <a:pt x="1012909" y="384259"/>
                  </a:lnTo>
                  <a:lnTo>
                    <a:pt x="1012909" y="385011"/>
                  </a:lnTo>
                  <a:lnTo>
                    <a:pt x="1012157" y="385763"/>
                  </a:lnTo>
                  <a:lnTo>
                    <a:pt x="1009901" y="389523"/>
                  </a:lnTo>
                  <a:lnTo>
                    <a:pt x="1009901" y="390274"/>
                  </a:lnTo>
                  <a:lnTo>
                    <a:pt x="1009901" y="391026"/>
                  </a:lnTo>
                  <a:lnTo>
                    <a:pt x="1009901" y="391778"/>
                  </a:lnTo>
                  <a:lnTo>
                    <a:pt x="1009901" y="392530"/>
                  </a:lnTo>
                  <a:lnTo>
                    <a:pt x="1010653" y="394034"/>
                  </a:lnTo>
                  <a:lnTo>
                    <a:pt x="1012157" y="395538"/>
                  </a:lnTo>
                  <a:lnTo>
                    <a:pt x="1012909" y="396290"/>
                  </a:lnTo>
                  <a:lnTo>
                    <a:pt x="1012909" y="397042"/>
                  </a:lnTo>
                  <a:lnTo>
                    <a:pt x="1012909" y="397794"/>
                  </a:lnTo>
                  <a:lnTo>
                    <a:pt x="1012909" y="401554"/>
                  </a:lnTo>
                  <a:lnTo>
                    <a:pt x="1013660" y="406066"/>
                  </a:lnTo>
                  <a:lnTo>
                    <a:pt x="1014413" y="409826"/>
                  </a:lnTo>
                  <a:lnTo>
                    <a:pt x="1014413" y="410578"/>
                  </a:lnTo>
                  <a:lnTo>
                    <a:pt x="1014413" y="411330"/>
                  </a:lnTo>
                  <a:lnTo>
                    <a:pt x="1011405" y="413586"/>
                  </a:lnTo>
                  <a:lnTo>
                    <a:pt x="1007645" y="416593"/>
                  </a:lnTo>
                  <a:lnTo>
                    <a:pt x="1006141" y="416593"/>
                  </a:lnTo>
                  <a:lnTo>
                    <a:pt x="1004637" y="417345"/>
                  </a:lnTo>
                  <a:lnTo>
                    <a:pt x="1003885" y="417345"/>
                  </a:lnTo>
                  <a:lnTo>
                    <a:pt x="1000877" y="415842"/>
                  </a:lnTo>
                  <a:lnTo>
                    <a:pt x="985838" y="408322"/>
                  </a:lnTo>
                  <a:lnTo>
                    <a:pt x="984334" y="407570"/>
                  </a:lnTo>
                  <a:lnTo>
                    <a:pt x="980574" y="406818"/>
                  </a:lnTo>
                  <a:lnTo>
                    <a:pt x="976814" y="406066"/>
                  </a:lnTo>
                  <a:lnTo>
                    <a:pt x="970798" y="406818"/>
                  </a:lnTo>
                  <a:lnTo>
                    <a:pt x="969294" y="407570"/>
                  </a:lnTo>
                  <a:lnTo>
                    <a:pt x="966286" y="408322"/>
                  </a:lnTo>
                  <a:lnTo>
                    <a:pt x="965534" y="409074"/>
                  </a:lnTo>
                  <a:lnTo>
                    <a:pt x="964030" y="410578"/>
                  </a:lnTo>
                  <a:lnTo>
                    <a:pt x="963279" y="411330"/>
                  </a:lnTo>
                  <a:lnTo>
                    <a:pt x="962526" y="412082"/>
                  </a:lnTo>
                  <a:lnTo>
                    <a:pt x="962526" y="412834"/>
                  </a:lnTo>
                  <a:lnTo>
                    <a:pt x="961775" y="414338"/>
                  </a:lnTo>
                  <a:lnTo>
                    <a:pt x="961775" y="415090"/>
                  </a:lnTo>
                  <a:lnTo>
                    <a:pt x="956511" y="440657"/>
                  </a:lnTo>
                  <a:lnTo>
                    <a:pt x="956511" y="442912"/>
                  </a:lnTo>
                  <a:lnTo>
                    <a:pt x="957262" y="442912"/>
                  </a:lnTo>
                  <a:lnTo>
                    <a:pt x="960271" y="442161"/>
                  </a:lnTo>
                  <a:lnTo>
                    <a:pt x="961775" y="442161"/>
                  </a:lnTo>
                  <a:lnTo>
                    <a:pt x="962526" y="442161"/>
                  </a:lnTo>
                  <a:lnTo>
                    <a:pt x="963279" y="442912"/>
                  </a:lnTo>
                  <a:lnTo>
                    <a:pt x="964030" y="443664"/>
                  </a:lnTo>
                  <a:lnTo>
                    <a:pt x="964782" y="446672"/>
                  </a:lnTo>
                  <a:lnTo>
                    <a:pt x="967038" y="451184"/>
                  </a:lnTo>
                  <a:lnTo>
                    <a:pt x="967790" y="453440"/>
                  </a:lnTo>
                  <a:lnTo>
                    <a:pt x="967790" y="454944"/>
                  </a:lnTo>
                  <a:lnTo>
                    <a:pt x="967790" y="455696"/>
                  </a:lnTo>
                  <a:lnTo>
                    <a:pt x="966286" y="458704"/>
                  </a:lnTo>
                  <a:lnTo>
                    <a:pt x="964782" y="460208"/>
                  </a:lnTo>
                  <a:lnTo>
                    <a:pt x="962526" y="463216"/>
                  </a:lnTo>
                  <a:lnTo>
                    <a:pt x="961775" y="464720"/>
                  </a:lnTo>
                  <a:lnTo>
                    <a:pt x="960271" y="466224"/>
                  </a:lnTo>
                  <a:lnTo>
                    <a:pt x="958015" y="468480"/>
                  </a:lnTo>
                  <a:lnTo>
                    <a:pt x="957262" y="469232"/>
                  </a:lnTo>
                  <a:lnTo>
                    <a:pt x="956511" y="469984"/>
                  </a:lnTo>
                  <a:lnTo>
                    <a:pt x="955759" y="471488"/>
                  </a:lnTo>
                  <a:lnTo>
                    <a:pt x="955007" y="472991"/>
                  </a:lnTo>
                  <a:lnTo>
                    <a:pt x="956511" y="491039"/>
                  </a:lnTo>
                  <a:lnTo>
                    <a:pt x="956511" y="491791"/>
                  </a:lnTo>
                  <a:lnTo>
                    <a:pt x="957262" y="491791"/>
                  </a:lnTo>
                  <a:lnTo>
                    <a:pt x="957262" y="492543"/>
                  </a:lnTo>
                  <a:lnTo>
                    <a:pt x="958015" y="493295"/>
                  </a:lnTo>
                  <a:lnTo>
                    <a:pt x="959519" y="494799"/>
                  </a:lnTo>
                  <a:lnTo>
                    <a:pt x="960271" y="494799"/>
                  </a:lnTo>
                  <a:lnTo>
                    <a:pt x="964030" y="495551"/>
                  </a:lnTo>
                  <a:lnTo>
                    <a:pt x="964782" y="496303"/>
                  </a:lnTo>
                  <a:lnTo>
                    <a:pt x="965534" y="496303"/>
                  </a:lnTo>
                  <a:lnTo>
                    <a:pt x="965534" y="497807"/>
                  </a:lnTo>
                  <a:lnTo>
                    <a:pt x="967790" y="518110"/>
                  </a:lnTo>
                  <a:lnTo>
                    <a:pt x="968542" y="519614"/>
                  </a:lnTo>
                  <a:lnTo>
                    <a:pt x="970046" y="524126"/>
                  </a:lnTo>
                  <a:lnTo>
                    <a:pt x="970798" y="525630"/>
                  </a:lnTo>
                  <a:lnTo>
                    <a:pt x="970798" y="527134"/>
                  </a:lnTo>
                  <a:lnTo>
                    <a:pt x="970046" y="530893"/>
                  </a:lnTo>
                  <a:lnTo>
                    <a:pt x="971550" y="537661"/>
                  </a:lnTo>
                  <a:lnTo>
                    <a:pt x="970798" y="539165"/>
                  </a:lnTo>
                  <a:lnTo>
                    <a:pt x="970798" y="540669"/>
                  </a:lnTo>
                  <a:lnTo>
                    <a:pt x="970046" y="541421"/>
                  </a:lnTo>
                  <a:lnTo>
                    <a:pt x="966286" y="543677"/>
                  </a:lnTo>
                  <a:lnTo>
                    <a:pt x="964030" y="543677"/>
                  </a:lnTo>
                  <a:lnTo>
                    <a:pt x="963279" y="544429"/>
                  </a:lnTo>
                  <a:lnTo>
                    <a:pt x="960271" y="545933"/>
                  </a:lnTo>
                  <a:lnTo>
                    <a:pt x="958766" y="546685"/>
                  </a:lnTo>
                  <a:lnTo>
                    <a:pt x="958015" y="546685"/>
                  </a:lnTo>
                  <a:lnTo>
                    <a:pt x="955007" y="546685"/>
                  </a:lnTo>
                  <a:lnTo>
                    <a:pt x="954255" y="546685"/>
                  </a:lnTo>
                  <a:lnTo>
                    <a:pt x="953503" y="547437"/>
                  </a:lnTo>
                  <a:lnTo>
                    <a:pt x="951247" y="548189"/>
                  </a:lnTo>
                  <a:lnTo>
                    <a:pt x="950495" y="548941"/>
                  </a:lnTo>
                  <a:lnTo>
                    <a:pt x="949743" y="548941"/>
                  </a:lnTo>
                  <a:lnTo>
                    <a:pt x="942975" y="548189"/>
                  </a:lnTo>
                  <a:lnTo>
                    <a:pt x="941471" y="548189"/>
                  </a:lnTo>
                  <a:lnTo>
                    <a:pt x="940719" y="548941"/>
                  </a:lnTo>
                  <a:lnTo>
                    <a:pt x="939967" y="548941"/>
                  </a:lnTo>
                  <a:lnTo>
                    <a:pt x="939215" y="549693"/>
                  </a:lnTo>
                  <a:lnTo>
                    <a:pt x="937711" y="550445"/>
                  </a:lnTo>
                  <a:lnTo>
                    <a:pt x="936207" y="551197"/>
                  </a:lnTo>
                  <a:lnTo>
                    <a:pt x="933951" y="552701"/>
                  </a:lnTo>
                  <a:lnTo>
                    <a:pt x="933200" y="552701"/>
                  </a:lnTo>
                  <a:lnTo>
                    <a:pt x="932447" y="552701"/>
                  </a:lnTo>
                  <a:lnTo>
                    <a:pt x="930943" y="552701"/>
                  </a:lnTo>
                  <a:lnTo>
                    <a:pt x="930192" y="551949"/>
                  </a:lnTo>
                  <a:lnTo>
                    <a:pt x="928688" y="551949"/>
                  </a:lnTo>
                  <a:lnTo>
                    <a:pt x="928688" y="551197"/>
                  </a:lnTo>
                  <a:lnTo>
                    <a:pt x="927936" y="551197"/>
                  </a:lnTo>
                  <a:lnTo>
                    <a:pt x="927936" y="550445"/>
                  </a:lnTo>
                  <a:lnTo>
                    <a:pt x="927184" y="549693"/>
                  </a:lnTo>
                  <a:lnTo>
                    <a:pt x="926432" y="549693"/>
                  </a:lnTo>
                  <a:lnTo>
                    <a:pt x="925680" y="550445"/>
                  </a:lnTo>
                  <a:lnTo>
                    <a:pt x="924928" y="550445"/>
                  </a:lnTo>
                  <a:lnTo>
                    <a:pt x="924176" y="551949"/>
                  </a:lnTo>
                  <a:lnTo>
                    <a:pt x="921168" y="558717"/>
                  </a:lnTo>
                  <a:lnTo>
                    <a:pt x="920416" y="559468"/>
                  </a:lnTo>
                  <a:lnTo>
                    <a:pt x="919664" y="559468"/>
                  </a:lnTo>
                  <a:lnTo>
                    <a:pt x="917408" y="560972"/>
                  </a:lnTo>
                  <a:lnTo>
                    <a:pt x="917408" y="561724"/>
                  </a:lnTo>
                  <a:lnTo>
                    <a:pt x="916656" y="562476"/>
                  </a:lnTo>
                  <a:lnTo>
                    <a:pt x="915152" y="563980"/>
                  </a:lnTo>
                  <a:lnTo>
                    <a:pt x="914400" y="565484"/>
                  </a:lnTo>
                  <a:lnTo>
                    <a:pt x="912896" y="566236"/>
                  </a:lnTo>
                  <a:lnTo>
                    <a:pt x="912896" y="566988"/>
                  </a:lnTo>
                  <a:lnTo>
                    <a:pt x="912144" y="566988"/>
                  </a:lnTo>
                  <a:lnTo>
                    <a:pt x="910640" y="566988"/>
                  </a:lnTo>
                  <a:lnTo>
                    <a:pt x="909888" y="566988"/>
                  </a:lnTo>
                  <a:lnTo>
                    <a:pt x="909136" y="566988"/>
                  </a:lnTo>
                  <a:lnTo>
                    <a:pt x="905377" y="566236"/>
                  </a:lnTo>
                  <a:lnTo>
                    <a:pt x="904624" y="566236"/>
                  </a:lnTo>
                  <a:lnTo>
                    <a:pt x="900113" y="568492"/>
                  </a:lnTo>
                  <a:lnTo>
                    <a:pt x="899361" y="573756"/>
                  </a:lnTo>
                  <a:lnTo>
                    <a:pt x="895601" y="582028"/>
                  </a:lnTo>
                  <a:lnTo>
                    <a:pt x="894849" y="583532"/>
                  </a:lnTo>
                  <a:lnTo>
                    <a:pt x="894849" y="585036"/>
                  </a:lnTo>
                  <a:lnTo>
                    <a:pt x="897105" y="597819"/>
                  </a:lnTo>
                  <a:lnTo>
                    <a:pt x="896353" y="600075"/>
                  </a:lnTo>
                  <a:lnTo>
                    <a:pt x="896353" y="600827"/>
                  </a:lnTo>
                  <a:lnTo>
                    <a:pt x="892593" y="609851"/>
                  </a:lnTo>
                  <a:lnTo>
                    <a:pt x="890337" y="614363"/>
                  </a:lnTo>
                  <a:lnTo>
                    <a:pt x="889585" y="615115"/>
                  </a:lnTo>
                  <a:lnTo>
                    <a:pt x="889585" y="615866"/>
                  </a:lnTo>
                  <a:lnTo>
                    <a:pt x="888833" y="616618"/>
                  </a:lnTo>
                  <a:lnTo>
                    <a:pt x="888081" y="617370"/>
                  </a:lnTo>
                  <a:lnTo>
                    <a:pt x="886577" y="621130"/>
                  </a:lnTo>
                  <a:lnTo>
                    <a:pt x="885825" y="621882"/>
                  </a:lnTo>
                  <a:lnTo>
                    <a:pt x="879809" y="627146"/>
                  </a:lnTo>
                  <a:lnTo>
                    <a:pt x="879809" y="627898"/>
                  </a:lnTo>
                  <a:lnTo>
                    <a:pt x="876802" y="639930"/>
                  </a:lnTo>
                  <a:lnTo>
                    <a:pt x="876802" y="640682"/>
                  </a:lnTo>
                  <a:lnTo>
                    <a:pt x="877553" y="640682"/>
                  </a:lnTo>
                  <a:lnTo>
                    <a:pt x="877553" y="641434"/>
                  </a:lnTo>
                  <a:lnTo>
                    <a:pt x="879057" y="644442"/>
                  </a:lnTo>
                  <a:lnTo>
                    <a:pt x="879809" y="645945"/>
                  </a:lnTo>
                  <a:lnTo>
                    <a:pt x="884321" y="651961"/>
                  </a:lnTo>
                  <a:lnTo>
                    <a:pt x="885825" y="652713"/>
                  </a:lnTo>
                  <a:lnTo>
                    <a:pt x="888833" y="654217"/>
                  </a:lnTo>
                  <a:lnTo>
                    <a:pt x="891841" y="654969"/>
                  </a:lnTo>
                  <a:lnTo>
                    <a:pt x="893345" y="655721"/>
                  </a:lnTo>
                  <a:lnTo>
                    <a:pt x="894097" y="656473"/>
                  </a:lnTo>
                  <a:lnTo>
                    <a:pt x="894849" y="657225"/>
                  </a:lnTo>
                  <a:lnTo>
                    <a:pt x="895601" y="658729"/>
                  </a:lnTo>
                  <a:lnTo>
                    <a:pt x="896353" y="659481"/>
                  </a:lnTo>
                  <a:lnTo>
                    <a:pt x="897105" y="659481"/>
                  </a:lnTo>
                  <a:lnTo>
                    <a:pt x="899361" y="660233"/>
                  </a:lnTo>
                  <a:lnTo>
                    <a:pt x="900113" y="660985"/>
                  </a:lnTo>
                  <a:lnTo>
                    <a:pt x="900864" y="661737"/>
                  </a:lnTo>
                  <a:lnTo>
                    <a:pt x="902368" y="663993"/>
                  </a:lnTo>
                  <a:lnTo>
                    <a:pt x="902368" y="664745"/>
                  </a:lnTo>
                  <a:lnTo>
                    <a:pt x="903121" y="664745"/>
                  </a:lnTo>
                  <a:lnTo>
                    <a:pt x="904624" y="665497"/>
                  </a:lnTo>
                  <a:lnTo>
                    <a:pt x="905377" y="666249"/>
                  </a:lnTo>
                  <a:lnTo>
                    <a:pt x="907632" y="671513"/>
                  </a:lnTo>
                  <a:lnTo>
                    <a:pt x="908384" y="673016"/>
                  </a:lnTo>
                  <a:lnTo>
                    <a:pt x="910640" y="678280"/>
                  </a:lnTo>
                  <a:lnTo>
                    <a:pt x="913648" y="688808"/>
                  </a:lnTo>
                  <a:lnTo>
                    <a:pt x="914400" y="690312"/>
                  </a:lnTo>
                  <a:lnTo>
                    <a:pt x="915904" y="692568"/>
                  </a:lnTo>
                  <a:lnTo>
                    <a:pt x="916656" y="694072"/>
                  </a:lnTo>
                  <a:lnTo>
                    <a:pt x="917408" y="694824"/>
                  </a:lnTo>
                  <a:lnTo>
                    <a:pt x="918160" y="700840"/>
                  </a:lnTo>
                  <a:lnTo>
                    <a:pt x="918912" y="702343"/>
                  </a:lnTo>
                  <a:lnTo>
                    <a:pt x="919664" y="703847"/>
                  </a:lnTo>
                  <a:lnTo>
                    <a:pt x="921168" y="707607"/>
                  </a:lnTo>
                  <a:lnTo>
                    <a:pt x="922672" y="712119"/>
                  </a:lnTo>
                  <a:lnTo>
                    <a:pt x="922672" y="715127"/>
                  </a:lnTo>
                  <a:lnTo>
                    <a:pt x="922672" y="716631"/>
                  </a:lnTo>
                  <a:lnTo>
                    <a:pt x="922672" y="717383"/>
                  </a:lnTo>
                  <a:lnTo>
                    <a:pt x="921920" y="718135"/>
                  </a:lnTo>
                  <a:lnTo>
                    <a:pt x="921168" y="718135"/>
                  </a:lnTo>
                  <a:lnTo>
                    <a:pt x="920416" y="718887"/>
                  </a:lnTo>
                  <a:lnTo>
                    <a:pt x="919664" y="718887"/>
                  </a:lnTo>
                  <a:lnTo>
                    <a:pt x="918912" y="718887"/>
                  </a:lnTo>
                  <a:lnTo>
                    <a:pt x="918160" y="718135"/>
                  </a:lnTo>
                  <a:lnTo>
                    <a:pt x="917408" y="718135"/>
                  </a:lnTo>
                  <a:lnTo>
                    <a:pt x="916656" y="718135"/>
                  </a:lnTo>
                  <a:lnTo>
                    <a:pt x="915904" y="718135"/>
                  </a:lnTo>
                  <a:lnTo>
                    <a:pt x="915152" y="718887"/>
                  </a:lnTo>
                  <a:lnTo>
                    <a:pt x="913648" y="720391"/>
                  </a:lnTo>
                  <a:lnTo>
                    <a:pt x="912896" y="721143"/>
                  </a:lnTo>
                  <a:lnTo>
                    <a:pt x="912144" y="721895"/>
                  </a:lnTo>
                  <a:lnTo>
                    <a:pt x="911392" y="722647"/>
                  </a:lnTo>
                  <a:lnTo>
                    <a:pt x="911392" y="723399"/>
                  </a:lnTo>
                  <a:lnTo>
                    <a:pt x="910640" y="724151"/>
                  </a:lnTo>
                  <a:lnTo>
                    <a:pt x="910640" y="725655"/>
                  </a:lnTo>
                  <a:lnTo>
                    <a:pt x="910640" y="726407"/>
                  </a:lnTo>
                  <a:lnTo>
                    <a:pt x="911392" y="727159"/>
                  </a:lnTo>
                  <a:lnTo>
                    <a:pt x="913648" y="730167"/>
                  </a:lnTo>
                  <a:lnTo>
                    <a:pt x="914400" y="731671"/>
                  </a:lnTo>
                  <a:lnTo>
                    <a:pt x="913648" y="732422"/>
                  </a:lnTo>
                  <a:lnTo>
                    <a:pt x="912144" y="732422"/>
                  </a:lnTo>
                  <a:lnTo>
                    <a:pt x="910640" y="732422"/>
                  </a:lnTo>
                  <a:lnTo>
                    <a:pt x="909888" y="733174"/>
                  </a:lnTo>
                  <a:lnTo>
                    <a:pt x="909136" y="733926"/>
                  </a:lnTo>
                  <a:lnTo>
                    <a:pt x="906881" y="736182"/>
                  </a:lnTo>
                  <a:lnTo>
                    <a:pt x="906128" y="736934"/>
                  </a:lnTo>
                  <a:lnTo>
                    <a:pt x="905377" y="737686"/>
                  </a:lnTo>
                  <a:lnTo>
                    <a:pt x="904624" y="740694"/>
                  </a:lnTo>
                  <a:lnTo>
                    <a:pt x="903873" y="741446"/>
                  </a:lnTo>
                  <a:lnTo>
                    <a:pt x="903121" y="742198"/>
                  </a:lnTo>
                  <a:lnTo>
                    <a:pt x="902368" y="742950"/>
                  </a:lnTo>
                  <a:lnTo>
                    <a:pt x="901617" y="742950"/>
                  </a:lnTo>
                  <a:lnTo>
                    <a:pt x="900864" y="742950"/>
                  </a:lnTo>
                  <a:lnTo>
                    <a:pt x="900113" y="742950"/>
                  </a:lnTo>
                  <a:lnTo>
                    <a:pt x="900113" y="742198"/>
                  </a:lnTo>
                  <a:lnTo>
                    <a:pt x="899361" y="742198"/>
                  </a:lnTo>
                  <a:lnTo>
                    <a:pt x="898609" y="742950"/>
                  </a:lnTo>
                  <a:lnTo>
                    <a:pt x="897857" y="742950"/>
                  </a:lnTo>
                  <a:lnTo>
                    <a:pt x="897105" y="743702"/>
                  </a:lnTo>
                  <a:lnTo>
                    <a:pt x="897105" y="744454"/>
                  </a:lnTo>
                  <a:lnTo>
                    <a:pt x="895601" y="745206"/>
                  </a:lnTo>
                  <a:lnTo>
                    <a:pt x="894849" y="745958"/>
                  </a:lnTo>
                  <a:lnTo>
                    <a:pt x="894849" y="746710"/>
                  </a:lnTo>
                  <a:lnTo>
                    <a:pt x="894849" y="747462"/>
                  </a:lnTo>
                  <a:lnTo>
                    <a:pt x="894849" y="748214"/>
                  </a:lnTo>
                  <a:lnTo>
                    <a:pt x="893345" y="748214"/>
                  </a:lnTo>
                  <a:lnTo>
                    <a:pt x="893345" y="748966"/>
                  </a:lnTo>
                  <a:lnTo>
                    <a:pt x="894097" y="750470"/>
                  </a:lnTo>
                  <a:lnTo>
                    <a:pt x="893345" y="751222"/>
                  </a:lnTo>
                  <a:lnTo>
                    <a:pt x="893345" y="751974"/>
                  </a:lnTo>
                  <a:lnTo>
                    <a:pt x="892593" y="753478"/>
                  </a:lnTo>
                  <a:lnTo>
                    <a:pt x="890337" y="754982"/>
                  </a:lnTo>
                  <a:lnTo>
                    <a:pt x="888833" y="757238"/>
                  </a:lnTo>
                  <a:lnTo>
                    <a:pt x="888081" y="757990"/>
                  </a:lnTo>
                  <a:lnTo>
                    <a:pt x="887329" y="757990"/>
                  </a:lnTo>
                  <a:lnTo>
                    <a:pt x="886577" y="757990"/>
                  </a:lnTo>
                  <a:lnTo>
                    <a:pt x="885825" y="757990"/>
                  </a:lnTo>
                  <a:lnTo>
                    <a:pt x="885073" y="758741"/>
                  </a:lnTo>
                  <a:lnTo>
                    <a:pt x="884321" y="759493"/>
                  </a:lnTo>
                  <a:lnTo>
                    <a:pt x="883569" y="760245"/>
                  </a:lnTo>
                  <a:lnTo>
                    <a:pt x="882817" y="761750"/>
                  </a:lnTo>
                  <a:lnTo>
                    <a:pt x="882065" y="763253"/>
                  </a:lnTo>
                  <a:lnTo>
                    <a:pt x="882065" y="764005"/>
                  </a:lnTo>
                  <a:lnTo>
                    <a:pt x="882065" y="764757"/>
                  </a:lnTo>
                  <a:lnTo>
                    <a:pt x="882817" y="766261"/>
                  </a:lnTo>
                  <a:lnTo>
                    <a:pt x="882817" y="767013"/>
                  </a:lnTo>
                  <a:lnTo>
                    <a:pt x="882065" y="769269"/>
                  </a:lnTo>
                  <a:lnTo>
                    <a:pt x="881313" y="769269"/>
                  </a:lnTo>
                  <a:lnTo>
                    <a:pt x="880562" y="770021"/>
                  </a:lnTo>
                  <a:lnTo>
                    <a:pt x="879809" y="770773"/>
                  </a:lnTo>
                  <a:lnTo>
                    <a:pt x="879057" y="771525"/>
                  </a:lnTo>
                  <a:lnTo>
                    <a:pt x="879057" y="772277"/>
                  </a:lnTo>
                  <a:lnTo>
                    <a:pt x="879809" y="773029"/>
                  </a:lnTo>
                  <a:lnTo>
                    <a:pt x="879809" y="773781"/>
                  </a:lnTo>
                  <a:lnTo>
                    <a:pt x="879057" y="774533"/>
                  </a:lnTo>
                  <a:lnTo>
                    <a:pt x="878305" y="774533"/>
                  </a:lnTo>
                  <a:lnTo>
                    <a:pt x="877553" y="774533"/>
                  </a:lnTo>
                  <a:lnTo>
                    <a:pt x="876802" y="775285"/>
                  </a:lnTo>
                  <a:lnTo>
                    <a:pt x="876049" y="774533"/>
                  </a:lnTo>
                  <a:lnTo>
                    <a:pt x="875298" y="773781"/>
                  </a:lnTo>
                  <a:lnTo>
                    <a:pt x="873794" y="773781"/>
                  </a:lnTo>
                  <a:lnTo>
                    <a:pt x="871538" y="772277"/>
                  </a:lnTo>
                  <a:lnTo>
                    <a:pt x="870785" y="772277"/>
                  </a:lnTo>
                  <a:lnTo>
                    <a:pt x="870034" y="772277"/>
                  </a:lnTo>
                  <a:lnTo>
                    <a:pt x="868530" y="776037"/>
                  </a:lnTo>
                  <a:lnTo>
                    <a:pt x="868530" y="777541"/>
                  </a:lnTo>
                  <a:lnTo>
                    <a:pt x="867026" y="780549"/>
                  </a:lnTo>
                  <a:lnTo>
                    <a:pt x="866274" y="782053"/>
                  </a:lnTo>
                  <a:lnTo>
                    <a:pt x="866274" y="783557"/>
                  </a:lnTo>
                  <a:lnTo>
                    <a:pt x="866274" y="784309"/>
                  </a:lnTo>
                  <a:lnTo>
                    <a:pt x="865522" y="785813"/>
                  </a:lnTo>
                  <a:lnTo>
                    <a:pt x="865522" y="788069"/>
                  </a:lnTo>
                  <a:lnTo>
                    <a:pt x="865522" y="792580"/>
                  </a:lnTo>
                  <a:lnTo>
                    <a:pt x="866274" y="794084"/>
                  </a:lnTo>
                  <a:lnTo>
                    <a:pt x="866274" y="795588"/>
                  </a:lnTo>
                  <a:lnTo>
                    <a:pt x="872290" y="802356"/>
                  </a:lnTo>
                  <a:lnTo>
                    <a:pt x="873042" y="803108"/>
                  </a:lnTo>
                  <a:lnTo>
                    <a:pt x="873794" y="803860"/>
                  </a:lnTo>
                  <a:lnTo>
                    <a:pt x="874545" y="803860"/>
                  </a:lnTo>
                  <a:lnTo>
                    <a:pt x="876049" y="803860"/>
                  </a:lnTo>
                  <a:lnTo>
                    <a:pt x="876802" y="803860"/>
                  </a:lnTo>
                  <a:lnTo>
                    <a:pt x="876802" y="803108"/>
                  </a:lnTo>
                  <a:lnTo>
                    <a:pt x="878305" y="801604"/>
                  </a:lnTo>
                  <a:lnTo>
                    <a:pt x="879057" y="800852"/>
                  </a:lnTo>
                  <a:lnTo>
                    <a:pt x="879809" y="800852"/>
                  </a:lnTo>
                  <a:lnTo>
                    <a:pt x="880562" y="800100"/>
                  </a:lnTo>
                  <a:lnTo>
                    <a:pt x="882817" y="799348"/>
                  </a:lnTo>
                  <a:lnTo>
                    <a:pt x="883569" y="799348"/>
                  </a:lnTo>
                  <a:lnTo>
                    <a:pt x="884321" y="799348"/>
                  </a:lnTo>
                  <a:lnTo>
                    <a:pt x="885073" y="799348"/>
                  </a:lnTo>
                  <a:lnTo>
                    <a:pt x="885825" y="799348"/>
                  </a:lnTo>
                  <a:lnTo>
                    <a:pt x="888081" y="800852"/>
                  </a:lnTo>
                  <a:lnTo>
                    <a:pt x="888833" y="801604"/>
                  </a:lnTo>
                  <a:lnTo>
                    <a:pt x="890337" y="801604"/>
                  </a:lnTo>
                  <a:lnTo>
                    <a:pt x="891841" y="801604"/>
                  </a:lnTo>
                  <a:lnTo>
                    <a:pt x="893345" y="801604"/>
                  </a:lnTo>
                  <a:lnTo>
                    <a:pt x="894097" y="802356"/>
                  </a:lnTo>
                  <a:lnTo>
                    <a:pt x="899361" y="805364"/>
                  </a:lnTo>
                  <a:lnTo>
                    <a:pt x="900864" y="806116"/>
                  </a:lnTo>
                  <a:lnTo>
                    <a:pt x="902368" y="806868"/>
                  </a:lnTo>
                  <a:lnTo>
                    <a:pt x="903121" y="808372"/>
                  </a:lnTo>
                  <a:lnTo>
                    <a:pt x="904624" y="812132"/>
                  </a:lnTo>
                  <a:lnTo>
                    <a:pt x="905377" y="814388"/>
                  </a:lnTo>
                  <a:lnTo>
                    <a:pt x="905377" y="818148"/>
                  </a:lnTo>
                  <a:lnTo>
                    <a:pt x="905377" y="824915"/>
                  </a:lnTo>
                  <a:lnTo>
                    <a:pt x="905377" y="825667"/>
                  </a:lnTo>
                  <a:lnTo>
                    <a:pt x="904624" y="826419"/>
                  </a:lnTo>
                  <a:lnTo>
                    <a:pt x="903873" y="827171"/>
                  </a:lnTo>
                  <a:lnTo>
                    <a:pt x="903121" y="827923"/>
                  </a:lnTo>
                  <a:lnTo>
                    <a:pt x="901617" y="828675"/>
                  </a:lnTo>
                  <a:lnTo>
                    <a:pt x="900864" y="829427"/>
                  </a:lnTo>
                  <a:lnTo>
                    <a:pt x="899361" y="832435"/>
                  </a:lnTo>
                  <a:lnTo>
                    <a:pt x="897857" y="834691"/>
                  </a:lnTo>
                  <a:lnTo>
                    <a:pt x="897105" y="836195"/>
                  </a:lnTo>
                  <a:lnTo>
                    <a:pt x="896353" y="836947"/>
                  </a:lnTo>
                  <a:lnTo>
                    <a:pt x="896353" y="838451"/>
                  </a:lnTo>
                  <a:lnTo>
                    <a:pt x="895601" y="841459"/>
                  </a:lnTo>
                  <a:lnTo>
                    <a:pt x="895601" y="842211"/>
                  </a:lnTo>
                  <a:lnTo>
                    <a:pt x="894097" y="843715"/>
                  </a:lnTo>
                  <a:lnTo>
                    <a:pt x="894097" y="844467"/>
                  </a:lnTo>
                  <a:lnTo>
                    <a:pt x="893345" y="845970"/>
                  </a:lnTo>
                  <a:lnTo>
                    <a:pt x="893345" y="847474"/>
                  </a:lnTo>
                  <a:lnTo>
                    <a:pt x="893345" y="848226"/>
                  </a:lnTo>
                  <a:lnTo>
                    <a:pt x="893345" y="848978"/>
                  </a:lnTo>
                  <a:lnTo>
                    <a:pt x="891841" y="850482"/>
                  </a:lnTo>
                  <a:lnTo>
                    <a:pt x="891841" y="851986"/>
                  </a:lnTo>
                  <a:lnTo>
                    <a:pt x="891841" y="854242"/>
                  </a:lnTo>
                  <a:lnTo>
                    <a:pt x="892593" y="855746"/>
                  </a:lnTo>
                  <a:lnTo>
                    <a:pt x="893345" y="859506"/>
                  </a:lnTo>
                  <a:lnTo>
                    <a:pt x="894097" y="861010"/>
                  </a:lnTo>
                  <a:lnTo>
                    <a:pt x="894849" y="863266"/>
                  </a:lnTo>
                  <a:lnTo>
                    <a:pt x="895601" y="864770"/>
                  </a:lnTo>
                  <a:lnTo>
                    <a:pt x="895601" y="867026"/>
                  </a:lnTo>
                  <a:lnTo>
                    <a:pt x="896353" y="869282"/>
                  </a:lnTo>
                  <a:lnTo>
                    <a:pt x="897105" y="870033"/>
                  </a:lnTo>
                  <a:lnTo>
                    <a:pt x="898609" y="872290"/>
                  </a:lnTo>
                  <a:lnTo>
                    <a:pt x="899361" y="873042"/>
                  </a:lnTo>
                  <a:lnTo>
                    <a:pt x="899361" y="873793"/>
                  </a:lnTo>
                  <a:lnTo>
                    <a:pt x="899361" y="876801"/>
                  </a:lnTo>
                  <a:lnTo>
                    <a:pt x="900113" y="880561"/>
                  </a:lnTo>
                  <a:lnTo>
                    <a:pt x="903873" y="888081"/>
                  </a:lnTo>
                  <a:lnTo>
                    <a:pt x="900864" y="888833"/>
                  </a:lnTo>
                  <a:lnTo>
                    <a:pt x="900113" y="888833"/>
                  </a:lnTo>
                  <a:lnTo>
                    <a:pt x="899361" y="890337"/>
                  </a:lnTo>
                  <a:lnTo>
                    <a:pt x="897105" y="891089"/>
                  </a:lnTo>
                  <a:lnTo>
                    <a:pt x="894849" y="892593"/>
                  </a:lnTo>
                  <a:lnTo>
                    <a:pt x="894097" y="893345"/>
                  </a:lnTo>
                  <a:lnTo>
                    <a:pt x="892593" y="895601"/>
                  </a:lnTo>
                  <a:lnTo>
                    <a:pt x="891841" y="896353"/>
                  </a:lnTo>
                  <a:lnTo>
                    <a:pt x="890337" y="897105"/>
                  </a:lnTo>
                  <a:lnTo>
                    <a:pt x="888081" y="897857"/>
                  </a:lnTo>
                  <a:lnTo>
                    <a:pt x="887329" y="898609"/>
                  </a:lnTo>
                  <a:lnTo>
                    <a:pt x="886577" y="900112"/>
                  </a:lnTo>
                  <a:lnTo>
                    <a:pt x="885825" y="900865"/>
                  </a:lnTo>
                  <a:lnTo>
                    <a:pt x="885073" y="901616"/>
                  </a:lnTo>
                  <a:lnTo>
                    <a:pt x="884321" y="901616"/>
                  </a:lnTo>
                  <a:lnTo>
                    <a:pt x="883569" y="901616"/>
                  </a:lnTo>
                  <a:lnTo>
                    <a:pt x="882817" y="902369"/>
                  </a:lnTo>
                  <a:lnTo>
                    <a:pt x="882065" y="903120"/>
                  </a:lnTo>
                  <a:lnTo>
                    <a:pt x="881313" y="904625"/>
                  </a:lnTo>
                  <a:lnTo>
                    <a:pt x="880562" y="905376"/>
                  </a:lnTo>
                  <a:lnTo>
                    <a:pt x="862514" y="912144"/>
                  </a:lnTo>
                  <a:lnTo>
                    <a:pt x="858754" y="914400"/>
                  </a:lnTo>
                  <a:lnTo>
                    <a:pt x="855746" y="917408"/>
                  </a:lnTo>
                  <a:lnTo>
                    <a:pt x="854242" y="919664"/>
                  </a:lnTo>
                  <a:lnTo>
                    <a:pt x="851986" y="924928"/>
                  </a:lnTo>
                  <a:lnTo>
                    <a:pt x="849730" y="927936"/>
                  </a:lnTo>
                  <a:lnTo>
                    <a:pt x="847474" y="930191"/>
                  </a:lnTo>
                  <a:lnTo>
                    <a:pt x="809876" y="950495"/>
                  </a:lnTo>
                  <a:lnTo>
                    <a:pt x="806868" y="951247"/>
                  </a:lnTo>
                  <a:lnTo>
                    <a:pt x="805364" y="951247"/>
                  </a:lnTo>
                  <a:lnTo>
                    <a:pt x="803860" y="951247"/>
                  </a:lnTo>
                  <a:lnTo>
                    <a:pt x="803108" y="950495"/>
                  </a:lnTo>
                  <a:lnTo>
                    <a:pt x="798596" y="948991"/>
                  </a:lnTo>
                  <a:lnTo>
                    <a:pt x="793332" y="948239"/>
                  </a:lnTo>
                  <a:lnTo>
                    <a:pt x="791076" y="948239"/>
                  </a:lnTo>
                  <a:lnTo>
                    <a:pt x="789572" y="947487"/>
                  </a:lnTo>
                  <a:lnTo>
                    <a:pt x="788068" y="946735"/>
                  </a:lnTo>
                  <a:lnTo>
                    <a:pt x="787317" y="945983"/>
                  </a:lnTo>
                  <a:lnTo>
                    <a:pt x="786565" y="945231"/>
                  </a:lnTo>
                  <a:lnTo>
                    <a:pt x="786565" y="944479"/>
                  </a:lnTo>
                  <a:lnTo>
                    <a:pt x="785813" y="943727"/>
                  </a:lnTo>
                  <a:lnTo>
                    <a:pt x="785061" y="943727"/>
                  </a:lnTo>
                  <a:lnTo>
                    <a:pt x="782805" y="944479"/>
                  </a:lnTo>
                  <a:lnTo>
                    <a:pt x="781301" y="944479"/>
                  </a:lnTo>
                  <a:lnTo>
                    <a:pt x="777541" y="944479"/>
                  </a:lnTo>
                  <a:lnTo>
                    <a:pt x="776037" y="944479"/>
                  </a:lnTo>
                  <a:lnTo>
                    <a:pt x="774533" y="943727"/>
                  </a:lnTo>
                  <a:lnTo>
                    <a:pt x="774533" y="942975"/>
                  </a:lnTo>
                  <a:lnTo>
                    <a:pt x="772277" y="942223"/>
                  </a:lnTo>
                  <a:lnTo>
                    <a:pt x="768517" y="939215"/>
                  </a:lnTo>
                  <a:lnTo>
                    <a:pt x="761749" y="936207"/>
                  </a:lnTo>
                  <a:lnTo>
                    <a:pt x="754982" y="934703"/>
                  </a:lnTo>
                  <a:lnTo>
                    <a:pt x="748966" y="933951"/>
                  </a:lnTo>
                  <a:lnTo>
                    <a:pt x="739190" y="934703"/>
                  </a:lnTo>
                  <a:lnTo>
                    <a:pt x="701591" y="933199"/>
                  </a:lnTo>
                  <a:lnTo>
                    <a:pt x="670761" y="934703"/>
                  </a:lnTo>
                  <a:lnTo>
                    <a:pt x="664745" y="933951"/>
                  </a:lnTo>
                  <a:lnTo>
                    <a:pt x="655721" y="931695"/>
                  </a:lnTo>
                  <a:lnTo>
                    <a:pt x="650457" y="930944"/>
                  </a:lnTo>
                  <a:lnTo>
                    <a:pt x="639930" y="936959"/>
                  </a:lnTo>
                  <a:lnTo>
                    <a:pt x="622634" y="943727"/>
                  </a:lnTo>
                  <a:lnTo>
                    <a:pt x="619627" y="945983"/>
                  </a:lnTo>
                  <a:lnTo>
                    <a:pt x="617371" y="948239"/>
                  </a:lnTo>
                  <a:lnTo>
                    <a:pt x="612859" y="953503"/>
                  </a:lnTo>
                  <a:lnTo>
                    <a:pt x="588044" y="978318"/>
                  </a:lnTo>
                  <a:lnTo>
                    <a:pt x="585788" y="979822"/>
                  </a:lnTo>
                  <a:lnTo>
                    <a:pt x="583532" y="979822"/>
                  </a:lnTo>
                  <a:lnTo>
                    <a:pt x="581276" y="978318"/>
                  </a:lnTo>
                  <a:lnTo>
                    <a:pt x="579020" y="975310"/>
                  </a:lnTo>
                  <a:lnTo>
                    <a:pt x="573756" y="969294"/>
                  </a:lnTo>
                  <a:lnTo>
                    <a:pt x="572252" y="966286"/>
                  </a:lnTo>
                  <a:lnTo>
                    <a:pt x="569996" y="960270"/>
                  </a:lnTo>
                  <a:lnTo>
                    <a:pt x="569244" y="959518"/>
                  </a:lnTo>
                  <a:lnTo>
                    <a:pt x="569244" y="958767"/>
                  </a:lnTo>
                  <a:lnTo>
                    <a:pt x="568492" y="958014"/>
                  </a:lnTo>
                  <a:lnTo>
                    <a:pt x="567740" y="958014"/>
                  </a:lnTo>
                  <a:lnTo>
                    <a:pt x="566988" y="958014"/>
                  </a:lnTo>
                  <a:lnTo>
                    <a:pt x="565484" y="958014"/>
                  </a:lnTo>
                  <a:lnTo>
                    <a:pt x="563980" y="958767"/>
                  </a:lnTo>
                  <a:lnTo>
                    <a:pt x="563229" y="958767"/>
                  </a:lnTo>
                  <a:lnTo>
                    <a:pt x="560973" y="961774"/>
                  </a:lnTo>
                  <a:lnTo>
                    <a:pt x="558716" y="963278"/>
                  </a:lnTo>
                  <a:lnTo>
                    <a:pt x="556461" y="964782"/>
                  </a:lnTo>
                  <a:lnTo>
                    <a:pt x="553453" y="965534"/>
                  </a:lnTo>
                  <a:lnTo>
                    <a:pt x="521870" y="978318"/>
                  </a:lnTo>
                  <a:lnTo>
                    <a:pt x="516606" y="979070"/>
                  </a:lnTo>
                  <a:lnTo>
                    <a:pt x="506830" y="977566"/>
                  </a:lnTo>
                  <a:lnTo>
                    <a:pt x="492543" y="976814"/>
                  </a:lnTo>
                  <a:lnTo>
                    <a:pt x="488783" y="977566"/>
                  </a:lnTo>
                  <a:lnTo>
                    <a:pt x="485775" y="979070"/>
                  </a:lnTo>
                  <a:lnTo>
                    <a:pt x="482767" y="980574"/>
                  </a:lnTo>
                  <a:lnTo>
                    <a:pt x="478256" y="983582"/>
                  </a:lnTo>
                  <a:lnTo>
                    <a:pt x="474496" y="984334"/>
                  </a:lnTo>
                  <a:lnTo>
                    <a:pt x="451184" y="988846"/>
                  </a:lnTo>
                  <a:lnTo>
                    <a:pt x="446673" y="990349"/>
                  </a:lnTo>
                  <a:lnTo>
                    <a:pt x="442160" y="992606"/>
                  </a:lnTo>
                  <a:lnTo>
                    <a:pt x="423361" y="1019676"/>
                  </a:lnTo>
                  <a:lnTo>
                    <a:pt x="419601" y="1024188"/>
                  </a:lnTo>
                  <a:lnTo>
                    <a:pt x="415841" y="1027196"/>
                  </a:lnTo>
                  <a:lnTo>
                    <a:pt x="415090" y="1027196"/>
                  </a:lnTo>
                  <a:lnTo>
                    <a:pt x="415090" y="1028700"/>
                  </a:lnTo>
                  <a:lnTo>
                    <a:pt x="415090" y="1029452"/>
                  </a:lnTo>
                  <a:lnTo>
                    <a:pt x="415090" y="1030204"/>
                  </a:lnTo>
                  <a:lnTo>
                    <a:pt x="415090" y="1030956"/>
                  </a:lnTo>
                  <a:lnTo>
                    <a:pt x="415090" y="1031708"/>
                  </a:lnTo>
                  <a:lnTo>
                    <a:pt x="416594" y="1033964"/>
                  </a:lnTo>
                  <a:lnTo>
                    <a:pt x="417345" y="1036220"/>
                  </a:lnTo>
                  <a:lnTo>
                    <a:pt x="417345" y="1039228"/>
                  </a:lnTo>
                  <a:lnTo>
                    <a:pt x="418098" y="1040732"/>
                  </a:lnTo>
                  <a:lnTo>
                    <a:pt x="417345" y="1041484"/>
                  </a:lnTo>
                  <a:lnTo>
                    <a:pt x="417345" y="1042987"/>
                  </a:lnTo>
                  <a:lnTo>
                    <a:pt x="416594" y="1044491"/>
                  </a:lnTo>
                  <a:lnTo>
                    <a:pt x="416594" y="1045995"/>
                  </a:lnTo>
                  <a:lnTo>
                    <a:pt x="415841" y="1045995"/>
                  </a:lnTo>
                  <a:lnTo>
                    <a:pt x="414338" y="1047500"/>
                  </a:lnTo>
                  <a:lnTo>
                    <a:pt x="410578" y="1053515"/>
                  </a:lnTo>
                  <a:lnTo>
                    <a:pt x="409074" y="1055771"/>
                  </a:lnTo>
                  <a:lnTo>
                    <a:pt x="406066" y="1057275"/>
                  </a:lnTo>
                  <a:lnTo>
                    <a:pt x="402306" y="1058779"/>
                  </a:lnTo>
                  <a:lnTo>
                    <a:pt x="398546" y="1058779"/>
                  </a:lnTo>
                  <a:lnTo>
                    <a:pt x="392530" y="1056523"/>
                  </a:lnTo>
                  <a:lnTo>
                    <a:pt x="389522" y="1058027"/>
                  </a:lnTo>
                  <a:lnTo>
                    <a:pt x="385762" y="1062539"/>
                  </a:lnTo>
                  <a:lnTo>
                    <a:pt x="382755" y="1064795"/>
                  </a:lnTo>
                  <a:lnTo>
                    <a:pt x="380499" y="1065547"/>
                  </a:lnTo>
                  <a:lnTo>
                    <a:pt x="378243" y="1067803"/>
                  </a:lnTo>
                  <a:lnTo>
                    <a:pt x="377491" y="1072315"/>
                  </a:lnTo>
                  <a:lnTo>
                    <a:pt x="376739" y="1074570"/>
                  </a:lnTo>
                  <a:lnTo>
                    <a:pt x="373731" y="1076826"/>
                  </a:lnTo>
                  <a:lnTo>
                    <a:pt x="368467" y="1080586"/>
                  </a:lnTo>
                  <a:lnTo>
                    <a:pt x="365460" y="1082842"/>
                  </a:lnTo>
                  <a:lnTo>
                    <a:pt x="363955" y="1085850"/>
                  </a:lnTo>
                  <a:lnTo>
                    <a:pt x="362451" y="1088858"/>
                  </a:lnTo>
                  <a:lnTo>
                    <a:pt x="362451" y="1092618"/>
                  </a:lnTo>
                  <a:lnTo>
                    <a:pt x="361699" y="1096378"/>
                  </a:lnTo>
                  <a:lnTo>
                    <a:pt x="357940" y="1101642"/>
                  </a:lnTo>
                  <a:lnTo>
                    <a:pt x="357940" y="1104649"/>
                  </a:lnTo>
                  <a:lnTo>
                    <a:pt x="362451" y="1109913"/>
                  </a:lnTo>
                  <a:lnTo>
                    <a:pt x="364707" y="1112921"/>
                  </a:lnTo>
                  <a:lnTo>
                    <a:pt x="362451" y="1114425"/>
                  </a:lnTo>
                  <a:lnTo>
                    <a:pt x="361699" y="1114425"/>
                  </a:lnTo>
                  <a:lnTo>
                    <a:pt x="360196" y="1115929"/>
                  </a:lnTo>
                  <a:lnTo>
                    <a:pt x="359444" y="1116681"/>
                  </a:lnTo>
                  <a:lnTo>
                    <a:pt x="358692" y="1116681"/>
                  </a:lnTo>
                  <a:lnTo>
                    <a:pt x="357940" y="1115929"/>
                  </a:lnTo>
                  <a:lnTo>
                    <a:pt x="356436" y="1115177"/>
                  </a:lnTo>
                  <a:lnTo>
                    <a:pt x="354180" y="1112921"/>
                  </a:lnTo>
                  <a:lnTo>
                    <a:pt x="352676" y="1112169"/>
                  </a:lnTo>
                  <a:lnTo>
                    <a:pt x="349668" y="1111417"/>
                  </a:lnTo>
                  <a:lnTo>
                    <a:pt x="347412" y="1112169"/>
                  </a:lnTo>
                  <a:lnTo>
                    <a:pt x="345908" y="1114425"/>
                  </a:lnTo>
                  <a:close/>
                  <a:moveTo>
                    <a:pt x="900113" y="568492"/>
                  </a:moveTo>
                  <a:lnTo>
                    <a:pt x="899361" y="566236"/>
                  </a:lnTo>
                  <a:lnTo>
                    <a:pt x="897857" y="565484"/>
                  </a:lnTo>
                  <a:lnTo>
                    <a:pt x="894097" y="563228"/>
                  </a:lnTo>
                  <a:lnTo>
                    <a:pt x="892593" y="562476"/>
                  </a:lnTo>
                  <a:lnTo>
                    <a:pt x="892593" y="561724"/>
                  </a:lnTo>
                  <a:lnTo>
                    <a:pt x="891841" y="560220"/>
                  </a:lnTo>
                  <a:lnTo>
                    <a:pt x="891089" y="559468"/>
                  </a:lnTo>
                  <a:lnTo>
                    <a:pt x="891089" y="557965"/>
                  </a:lnTo>
                  <a:lnTo>
                    <a:pt x="891841" y="556461"/>
                  </a:lnTo>
                  <a:lnTo>
                    <a:pt x="892593" y="551949"/>
                  </a:lnTo>
                  <a:lnTo>
                    <a:pt x="892593" y="548941"/>
                  </a:lnTo>
                  <a:lnTo>
                    <a:pt x="892593" y="547437"/>
                  </a:lnTo>
                  <a:lnTo>
                    <a:pt x="891841" y="545181"/>
                  </a:lnTo>
                  <a:lnTo>
                    <a:pt x="891841" y="544429"/>
                  </a:lnTo>
                  <a:lnTo>
                    <a:pt x="891841" y="539165"/>
                  </a:lnTo>
                  <a:lnTo>
                    <a:pt x="892593" y="535405"/>
                  </a:lnTo>
                  <a:lnTo>
                    <a:pt x="895601" y="531646"/>
                  </a:lnTo>
                  <a:lnTo>
                    <a:pt x="896353" y="529389"/>
                  </a:lnTo>
                  <a:lnTo>
                    <a:pt x="897857" y="524126"/>
                  </a:lnTo>
                  <a:lnTo>
                    <a:pt x="899361" y="516606"/>
                  </a:lnTo>
                  <a:lnTo>
                    <a:pt x="899361" y="515102"/>
                  </a:lnTo>
                  <a:lnTo>
                    <a:pt x="897857" y="512846"/>
                  </a:lnTo>
                  <a:lnTo>
                    <a:pt x="897857" y="512094"/>
                  </a:lnTo>
                  <a:lnTo>
                    <a:pt x="897857" y="509838"/>
                  </a:lnTo>
                  <a:lnTo>
                    <a:pt x="897857" y="503070"/>
                  </a:lnTo>
                  <a:lnTo>
                    <a:pt x="898609" y="501567"/>
                  </a:lnTo>
                  <a:lnTo>
                    <a:pt x="899361" y="499310"/>
                  </a:lnTo>
                  <a:lnTo>
                    <a:pt x="899361" y="498559"/>
                  </a:lnTo>
                  <a:lnTo>
                    <a:pt x="899361" y="497807"/>
                  </a:lnTo>
                  <a:lnTo>
                    <a:pt x="897857" y="497055"/>
                  </a:lnTo>
                  <a:lnTo>
                    <a:pt x="895601" y="495551"/>
                  </a:lnTo>
                  <a:lnTo>
                    <a:pt x="891089" y="494047"/>
                  </a:lnTo>
                  <a:lnTo>
                    <a:pt x="887329" y="491791"/>
                  </a:lnTo>
                  <a:lnTo>
                    <a:pt x="886577" y="491039"/>
                  </a:lnTo>
                  <a:lnTo>
                    <a:pt x="884321" y="490287"/>
                  </a:lnTo>
                  <a:lnTo>
                    <a:pt x="883569" y="489535"/>
                  </a:lnTo>
                  <a:lnTo>
                    <a:pt x="882817" y="488031"/>
                  </a:lnTo>
                  <a:lnTo>
                    <a:pt x="882065" y="486527"/>
                  </a:lnTo>
                  <a:lnTo>
                    <a:pt x="882065" y="484271"/>
                  </a:lnTo>
                  <a:lnTo>
                    <a:pt x="882065" y="483519"/>
                  </a:lnTo>
                  <a:lnTo>
                    <a:pt x="829427" y="482015"/>
                  </a:lnTo>
                  <a:lnTo>
                    <a:pt x="789572" y="482015"/>
                  </a:lnTo>
                  <a:lnTo>
                    <a:pt x="767013" y="482015"/>
                  </a:lnTo>
                  <a:lnTo>
                    <a:pt x="765509" y="484271"/>
                  </a:lnTo>
                  <a:lnTo>
                    <a:pt x="764006" y="488031"/>
                  </a:lnTo>
                  <a:lnTo>
                    <a:pt x="762502" y="502319"/>
                  </a:lnTo>
                  <a:lnTo>
                    <a:pt x="761749" y="504574"/>
                  </a:lnTo>
                  <a:lnTo>
                    <a:pt x="760246" y="505326"/>
                  </a:lnTo>
                  <a:lnTo>
                    <a:pt x="759493" y="505326"/>
                  </a:lnTo>
                  <a:lnTo>
                    <a:pt x="759493" y="506078"/>
                  </a:lnTo>
                  <a:lnTo>
                    <a:pt x="758742" y="506830"/>
                  </a:lnTo>
                  <a:lnTo>
                    <a:pt x="758742" y="508334"/>
                  </a:lnTo>
                  <a:lnTo>
                    <a:pt x="757989" y="513598"/>
                  </a:lnTo>
                  <a:lnTo>
                    <a:pt x="758742" y="515102"/>
                  </a:lnTo>
                  <a:lnTo>
                    <a:pt x="759493" y="516606"/>
                  </a:lnTo>
                  <a:lnTo>
                    <a:pt x="761749" y="518110"/>
                  </a:lnTo>
                  <a:lnTo>
                    <a:pt x="764006" y="520366"/>
                  </a:lnTo>
                  <a:lnTo>
                    <a:pt x="761749" y="525630"/>
                  </a:lnTo>
                  <a:lnTo>
                    <a:pt x="760246" y="528638"/>
                  </a:lnTo>
                  <a:lnTo>
                    <a:pt x="759493" y="530141"/>
                  </a:lnTo>
                  <a:lnTo>
                    <a:pt x="757989" y="530893"/>
                  </a:lnTo>
                  <a:lnTo>
                    <a:pt x="757238" y="532398"/>
                  </a:lnTo>
                  <a:lnTo>
                    <a:pt x="755734" y="533149"/>
                  </a:lnTo>
                  <a:lnTo>
                    <a:pt x="753478" y="533901"/>
                  </a:lnTo>
                  <a:lnTo>
                    <a:pt x="752726" y="534653"/>
                  </a:lnTo>
                  <a:lnTo>
                    <a:pt x="752726" y="535405"/>
                  </a:lnTo>
                  <a:lnTo>
                    <a:pt x="751974" y="536909"/>
                  </a:lnTo>
                  <a:lnTo>
                    <a:pt x="754230" y="546685"/>
                  </a:lnTo>
                  <a:lnTo>
                    <a:pt x="754982" y="551197"/>
                  </a:lnTo>
                  <a:lnTo>
                    <a:pt x="754982" y="551949"/>
                  </a:lnTo>
                  <a:lnTo>
                    <a:pt x="755734" y="552701"/>
                  </a:lnTo>
                  <a:lnTo>
                    <a:pt x="757989" y="553453"/>
                  </a:lnTo>
                  <a:lnTo>
                    <a:pt x="758742" y="555709"/>
                  </a:lnTo>
                  <a:lnTo>
                    <a:pt x="758742" y="557213"/>
                  </a:lnTo>
                  <a:lnTo>
                    <a:pt x="757989" y="560220"/>
                  </a:lnTo>
                  <a:lnTo>
                    <a:pt x="756486" y="562476"/>
                  </a:lnTo>
                  <a:lnTo>
                    <a:pt x="756486" y="564732"/>
                  </a:lnTo>
                  <a:lnTo>
                    <a:pt x="755734" y="565484"/>
                  </a:lnTo>
                  <a:lnTo>
                    <a:pt x="755734" y="566236"/>
                  </a:lnTo>
                  <a:lnTo>
                    <a:pt x="756486" y="566988"/>
                  </a:lnTo>
                  <a:lnTo>
                    <a:pt x="767013" y="568492"/>
                  </a:lnTo>
                  <a:lnTo>
                    <a:pt x="815891" y="568492"/>
                  </a:lnTo>
                  <a:lnTo>
                    <a:pt x="854242" y="568492"/>
                  </a:lnTo>
                  <a:lnTo>
                    <a:pt x="900113" y="568492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5" name="Forma Livre: Forma 234">
              <a:extLst>
                <a:ext uri="{FF2B5EF4-FFF2-40B4-BE49-F238E27FC236}">
                  <a16:creationId xmlns:a16="http://schemas.microsoft.com/office/drawing/2014/main" id="{1F51FF9A-28E0-D8A1-8E37-371052D2D2A5}"/>
                </a:ext>
              </a:extLst>
            </p:cNvPr>
            <p:cNvSpPr/>
            <p:nvPr/>
          </p:nvSpPr>
          <p:spPr>
            <a:xfrm>
              <a:off x="7753650" y="4585536"/>
              <a:ext cx="148138" cy="86476"/>
            </a:xfrm>
            <a:custGeom>
              <a:avLst/>
              <a:gdLst>
                <a:gd name="csX0" fmla="*/ 148139 w 148138"/>
                <a:gd name="csY0" fmla="*/ 86477 h 86476"/>
                <a:gd name="csX1" fmla="*/ 102269 w 148138"/>
                <a:gd name="csY1" fmla="*/ 86477 h 86476"/>
                <a:gd name="csX2" fmla="*/ 63918 w 148138"/>
                <a:gd name="csY2" fmla="*/ 86477 h 86476"/>
                <a:gd name="csX3" fmla="*/ 15039 w 148138"/>
                <a:gd name="csY3" fmla="*/ 86477 h 86476"/>
                <a:gd name="csX4" fmla="*/ 4512 w 148138"/>
                <a:gd name="csY4" fmla="*/ 84973 h 86476"/>
                <a:gd name="csX5" fmla="*/ 3760 w 148138"/>
                <a:gd name="csY5" fmla="*/ 84221 h 86476"/>
                <a:gd name="csX6" fmla="*/ 3760 w 148138"/>
                <a:gd name="csY6" fmla="*/ 83469 h 86476"/>
                <a:gd name="csX7" fmla="*/ 4512 w 148138"/>
                <a:gd name="csY7" fmla="*/ 82717 h 86476"/>
                <a:gd name="csX8" fmla="*/ 4512 w 148138"/>
                <a:gd name="csY8" fmla="*/ 80461 h 86476"/>
                <a:gd name="csX9" fmla="*/ 6016 w 148138"/>
                <a:gd name="csY9" fmla="*/ 78205 h 86476"/>
                <a:gd name="csX10" fmla="*/ 6768 w 148138"/>
                <a:gd name="csY10" fmla="*/ 75197 h 86476"/>
                <a:gd name="csX11" fmla="*/ 6768 w 148138"/>
                <a:gd name="csY11" fmla="*/ 73693 h 86476"/>
                <a:gd name="csX12" fmla="*/ 6016 w 148138"/>
                <a:gd name="csY12" fmla="*/ 71438 h 86476"/>
                <a:gd name="csX13" fmla="*/ 3760 w 148138"/>
                <a:gd name="csY13" fmla="*/ 70685 h 86476"/>
                <a:gd name="csX14" fmla="*/ 3008 w 148138"/>
                <a:gd name="csY14" fmla="*/ 69933 h 86476"/>
                <a:gd name="csX15" fmla="*/ 3008 w 148138"/>
                <a:gd name="csY15" fmla="*/ 69182 h 86476"/>
                <a:gd name="csX16" fmla="*/ 2256 w 148138"/>
                <a:gd name="csY16" fmla="*/ 64670 h 86476"/>
                <a:gd name="csX17" fmla="*/ 0 w 148138"/>
                <a:gd name="csY17" fmla="*/ 54894 h 86476"/>
                <a:gd name="csX18" fmla="*/ 752 w 148138"/>
                <a:gd name="csY18" fmla="*/ 53390 h 86476"/>
                <a:gd name="csX19" fmla="*/ 752 w 148138"/>
                <a:gd name="csY19" fmla="*/ 52638 h 86476"/>
                <a:gd name="csX20" fmla="*/ 1504 w 148138"/>
                <a:gd name="csY20" fmla="*/ 51886 h 86476"/>
                <a:gd name="csX21" fmla="*/ 3760 w 148138"/>
                <a:gd name="csY21" fmla="*/ 51134 h 86476"/>
                <a:gd name="csX22" fmla="*/ 5264 w 148138"/>
                <a:gd name="csY22" fmla="*/ 50382 h 86476"/>
                <a:gd name="csX23" fmla="*/ 6016 w 148138"/>
                <a:gd name="csY23" fmla="*/ 48878 h 86476"/>
                <a:gd name="csX24" fmla="*/ 7520 w 148138"/>
                <a:gd name="csY24" fmla="*/ 48126 h 86476"/>
                <a:gd name="csX25" fmla="*/ 8272 w 148138"/>
                <a:gd name="csY25" fmla="*/ 46622 h 86476"/>
                <a:gd name="csX26" fmla="*/ 9776 w 148138"/>
                <a:gd name="csY26" fmla="*/ 43614 h 86476"/>
                <a:gd name="csX27" fmla="*/ 12032 w 148138"/>
                <a:gd name="csY27" fmla="*/ 38351 h 86476"/>
                <a:gd name="csX28" fmla="*/ 9776 w 148138"/>
                <a:gd name="csY28" fmla="*/ 36095 h 86476"/>
                <a:gd name="csX29" fmla="*/ 7520 w 148138"/>
                <a:gd name="csY29" fmla="*/ 34591 h 86476"/>
                <a:gd name="csX30" fmla="*/ 6768 w 148138"/>
                <a:gd name="csY30" fmla="*/ 33087 h 86476"/>
                <a:gd name="csX31" fmla="*/ 6016 w 148138"/>
                <a:gd name="csY31" fmla="*/ 31583 h 86476"/>
                <a:gd name="csX32" fmla="*/ 6768 w 148138"/>
                <a:gd name="csY32" fmla="*/ 26319 h 86476"/>
                <a:gd name="csX33" fmla="*/ 6768 w 148138"/>
                <a:gd name="csY33" fmla="*/ 24815 h 86476"/>
                <a:gd name="csX34" fmla="*/ 7520 w 148138"/>
                <a:gd name="csY34" fmla="*/ 24063 h 86476"/>
                <a:gd name="csX35" fmla="*/ 7520 w 148138"/>
                <a:gd name="csY35" fmla="*/ 23311 h 86476"/>
                <a:gd name="csX36" fmla="*/ 8272 w 148138"/>
                <a:gd name="csY36" fmla="*/ 23311 h 86476"/>
                <a:gd name="csX37" fmla="*/ 9776 w 148138"/>
                <a:gd name="csY37" fmla="*/ 22559 h 86476"/>
                <a:gd name="csX38" fmla="*/ 10528 w 148138"/>
                <a:gd name="csY38" fmla="*/ 20303 h 86476"/>
                <a:gd name="csX39" fmla="*/ 12032 w 148138"/>
                <a:gd name="csY39" fmla="*/ 6016 h 86476"/>
                <a:gd name="csX40" fmla="*/ 13535 w 148138"/>
                <a:gd name="csY40" fmla="*/ 2256 h 86476"/>
                <a:gd name="csX41" fmla="*/ 15039 w 148138"/>
                <a:gd name="csY41" fmla="*/ 0 h 86476"/>
                <a:gd name="csX42" fmla="*/ 37599 w 148138"/>
                <a:gd name="csY42" fmla="*/ 0 h 86476"/>
                <a:gd name="csX43" fmla="*/ 77453 w 148138"/>
                <a:gd name="csY43" fmla="*/ 0 h 86476"/>
                <a:gd name="csX44" fmla="*/ 130091 w 148138"/>
                <a:gd name="csY44" fmla="*/ 1504 h 86476"/>
                <a:gd name="csX45" fmla="*/ 130091 w 148138"/>
                <a:gd name="csY45" fmla="*/ 2256 h 86476"/>
                <a:gd name="csX46" fmla="*/ 130091 w 148138"/>
                <a:gd name="csY46" fmla="*/ 4512 h 86476"/>
                <a:gd name="csX47" fmla="*/ 130844 w 148138"/>
                <a:gd name="csY47" fmla="*/ 6016 h 86476"/>
                <a:gd name="csX48" fmla="*/ 131595 w 148138"/>
                <a:gd name="csY48" fmla="*/ 7520 h 86476"/>
                <a:gd name="csX49" fmla="*/ 132348 w 148138"/>
                <a:gd name="csY49" fmla="*/ 8272 h 86476"/>
                <a:gd name="csX50" fmla="*/ 134603 w 148138"/>
                <a:gd name="csY50" fmla="*/ 9024 h 86476"/>
                <a:gd name="csX51" fmla="*/ 135355 w 148138"/>
                <a:gd name="csY51" fmla="*/ 9776 h 86476"/>
                <a:gd name="csX52" fmla="*/ 139115 w 148138"/>
                <a:gd name="csY52" fmla="*/ 12032 h 86476"/>
                <a:gd name="csX53" fmla="*/ 143627 w 148138"/>
                <a:gd name="csY53" fmla="*/ 13535 h 86476"/>
                <a:gd name="csX54" fmla="*/ 145883 w 148138"/>
                <a:gd name="csY54" fmla="*/ 15039 h 86476"/>
                <a:gd name="csX55" fmla="*/ 147387 w 148138"/>
                <a:gd name="csY55" fmla="*/ 15791 h 86476"/>
                <a:gd name="csX56" fmla="*/ 147387 w 148138"/>
                <a:gd name="csY56" fmla="*/ 16544 h 86476"/>
                <a:gd name="csX57" fmla="*/ 147387 w 148138"/>
                <a:gd name="csY57" fmla="*/ 17295 h 86476"/>
                <a:gd name="csX58" fmla="*/ 146635 w 148138"/>
                <a:gd name="csY58" fmla="*/ 19551 h 86476"/>
                <a:gd name="csX59" fmla="*/ 145883 w 148138"/>
                <a:gd name="csY59" fmla="*/ 21055 h 86476"/>
                <a:gd name="csX60" fmla="*/ 145883 w 148138"/>
                <a:gd name="csY60" fmla="*/ 27823 h 86476"/>
                <a:gd name="csX61" fmla="*/ 145883 w 148138"/>
                <a:gd name="csY61" fmla="*/ 30079 h 86476"/>
                <a:gd name="csX62" fmla="*/ 145883 w 148138"/>
                <a:gd name="csY62" fmla="*/ 30831 h 86476"/>
                <a:gd name="csX63" fmla="*/ 147387 w 148138"/>
                <a:gd name="csY63" fmla="*/ 33087 h 86476"/>
                <a:gd name="csX64" fmla="*/ 147387 w 148138"/>
                <a:gd name="csY64" fmla="*/ 34591 h 86476"/>
                <a:gd name="csX65" fmla="*/ 145883 w 148138"/>
                <a:gd name="csY65" fmla="*/ 42111 h 86476"/>
                <a:gd name="csX66" fmla="*/ 144379 w 148138"/>
                <a:gd name="csY66" fmla="*/ 47374 h 86476"/>
                <a:gd name="csX67" fmla="*/ 143627 w 148138"/>
                <a:gd name="csY67" fmla="*/ 49630 h 86476"/>
                <a:gd name="csX68" fmla="*/ 140619 w 148138"/>
                <a:gd name="csY68" fmla="*/ 53390 h 86476"/>
                <a:gd name="csX69" fmla="*/ 139867 w 148138"/>
                <a:gd name="csY69" fmla="*/ 57150 h 86476"/>
                <a:gd name="csX70" fmla="*/ 139867 w 148138"/>
                <a:gd name="csY70" fmla="*/ 62414 h 86476"/>
                <a:gd name="csX71" fmla="*/ 139867 w 148138"/>
                <a:gd name="csY71" fmla="*/ 63166 h 86476"/>
                <a:gd name="csX72" fmla="*/ 140619 w 148138"/>
                <a:gd name="csY72" fmla="*/ 65422 h 86476"/>
                <a:gd name="csX73" fmla="*/ 140619 w 148138"/>
                <a:gd name="csY73" fmla="*/ 66926 h 86476"/>
                <a:gd name="csX74" fmla="*/ 140619 w 148138"/>
                <a:gd name="csY74" fmla="*/ 69933 h 86476"/>
                <a:gd name="csX75" fmla="*/ 139867 w 148138"/>
                <a:gd name="csY75" fmla="*/ 74445 h 86476"/>
                <a:gd name="csX76" fmla="*/ 139115 w 148138"/>
                <a:gd name="csY76" fmla="*/ 75949 h 86476"/>
                <a:gd name="csX77" fmla="*/ 139115 w 148138"/>
                <a:gd name="csY77" fmla="*/ 77453 h 86476"/>
                <a:gd name="csX78" fmla="*/ 139867 w 148138"/>
                <a:gd name="csY78" fmla="*/ 78205 h 86476"/>
                <a:gd name="csX79" fmla="*/ 140619 w 148138"/>
                <a:gd name="csY79" fmla="*/ 79709 h 86476"/>
                <a:gd name="csX80" fmla="*/ 140619 w 148138"/>
                <a:gd name="csY80" fmla="*/ 80461 h 86476"/>
                <a:gd name="csX81" fmla="*/ 142123 w 148138"/>
                <a:gd name="csY81" fmla="*/ 81213 h 86476"/>
                <a:gd name="csX82" fmla="*/ 145883 w 148138"/>
                <a:gd name="csY82" fmla="*/ 83469 h 86476"/>
                <a:gd name="csX83" fmla="*/ 147387 w 148138"/>
                <a:gd name="csY83" fmla="*/ 84221 h 86476"/>
                <a:gd name="csX84" fmla="*/ 148139 w 148138"/>
                <a:gd name="csY84" fmla="*/ 86477 h 86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</a:cxnLst>
              <a:rect l="l" t="t" r="r" b="b"/>
              <a:pathLst>
                <a:path w="148138" h="86476">
                  <a:moveTo>
                    <a:pt x="148139" y="86477"/>
                  </a:moveTo>
                  <a:lnTo>
                    <a:pt x="102269" y="86477"/>
                  </a:lnTo>
                  <a:lnTo>
                    <a:pt x="63918" y="86477"/>
                  </a:lnTo>
                  <a:lnTo>
                    <a:pt x="15039" y="86477"/>
                  </a:lnTo>
                  <a:lnTo>
                    <a:pt x="4512" y="84973"/>
                  </a:lnTo>
                  <a:lnTo>
                    <a:pt x="3760" y="84221"/>
                  </a:lnTo>
                  <a:lnTo>
                    <a:pt x="3760" y="83469"/>
                  </a:lnTo>
                  <a:lnTo>
                    <a:pt x="4512" y="82717"/>
                  </a:lnTo>
                  <a:lnTo>
                    <a:pt x="4512" y="80461"/>
                  </a:lnTo>
                  <a:lnTo>
                    <a:pt x="6016" y="78205"/>
                  </a:lnTo>
                  <a:lnTo>
                    <a:pt x="6768" y="75197"/>
                  </a:lnTo>
                  <a:lnTo>
                    <a:pt x="6768" y="73693"/>
                  </a:lnTo>
                  <a:lnTo>
                    <a:pt x="6016" y="71438"/>
                  </a:lnTo>
                  <a:lnTo>
                    <a:pt x="3760" y="70685"/>
                  </a:lnTo>
                  <a:lnTo>
                    <a:pt x="3008" y="69933"/>
                  </a:lnTo>
                  <a:lnTo>
                    <a:pt x="3008" y="69182"/>
                  </a:lnTo>
                  <a:lnTo>
                    <a:pt x="2256" y="64670"/>
                  </a:lnTo>
                  <a:lnTo>
                    <a:pt x="0" y="54894"/>
                  </a:lnTo>
                  <a:lnTo>
                    <a:pt x="752" y="53390"/>
                  </a:lnTo>
                  <a:lnTo>
                    <a:pt x="752" y="52638"/>
                  </a:lnTo>
                  <a:lnTo>
                    <a:pt x="1504" y="51886"/>
                  </a:lnTo>
                  <a:lnTo>
                    <a:pt x="3760" y="51134"/>
                  </a:lnTo>
                  <a:lnTo>
                    <a:pt x="5264" y="50382"/>
                  </a:lnTo>
                  <a:lnTo>
                    <a:pt x="6016" y="48878"/>
                  </a:lnTo>
                  <a:lnTo>
                    <a:pt x="7520" y="48126"/>
                  </a:lnTo>
                  <a:lnTo>
                    <a:pt x="8272" y="46622"/>
                  </a:lnTo>
                  <a:lnTo>
                    <a:pt x="9776" y="43614"/>
                  </a:lnTo>
                  <a:lnTo>
                    <a:pt x="12032" y="38351"/>
                  </a:lnTo>
                  <a:lnTo>
                    <a:pt x="9776" y="36095"/>
                  </a:lnTo>
                  <a:lnTo>
                    <a:pt x="7520" y="34591"/>
                  </a:lnTo>
                  <a:lnTo>
                    <a:pt x="6768" y="33087"/>
                  </a:lnTo>
                  <a:lnTo>
                    <a:pt x="6016" y="31583"/>
                  </a:lnTo>
                  <a:lnTo>
                    <a:pt x="6768" y="26319"/>
                  </a:lnTo>
                  <a:lnTo>
                    <a:pt x="6768" y="24815"/>
                  </a:lnTo>
                  <a:lnTo>
                    <a:pt x="7520" y="24063"/>
                  </a:lnTo>
                  <a:lnTo>
                    <a:pt x="7520" y="23311"/>
                  </a:lnTo>
                  <a:lnTo>
                    <a:pt x="8272" y="23311"/>
                  </a:lnTo>
                  <a:lnTo>
                    <a:pt x="9776" y="22559"/>
                  </a:lnTo>
                  <a:lnTo>
                    <a:pt x="10528" y="20303"/>
                  </a:lnTo>
                  <a:lnTo>
                    <a:pt x="12032" y="6016"/>
                  </a:lnTo>
                  <a:lnTo>
                    <a:pt x="13535" y="2256"/>
                  </a:lnTo>
                  <a:lnTo>
                    <a:pt x="15039" y="0"/>
                  </a:lnTo>
                  <a:lnTo>
                    <a:pt x="37599" y="0"/>
                  </a:lnTo>
                  <a:lnTo>
                    <a:pt x="77453" y="0"/>
                  </a:lnTo>
                  <a:lnTo>
                    <a:pt x="130091" y="1504"/>
                  </a:lnTo>
                  <a:lnTo>
                    <a:pt x="130091" y="2256"/>
                  </a:lnTo>
                  <a:lnTo>
                    <a:pt x="130091" y="4512"/>
                  </a:lnTo>
                  <a:lnTo>
                    <a:pt x="130844" y="6016"/>
                  </a:lnTo>
                  <a:lnTo>
                    <a:pt x="131595" y="7520"/>
                  </a:lnTo>
                  <a:lnTo>
                    <a:pt x="132348" y="8272"/>
                  </a:lnTo>
                  <a:lnTo>
                    <a:pt x="134603" y="9024"/>
                  </a:lnTo>
                  <a:lnTo>
                    <a:pt x="135355" y="9776"/>
                  </a:lnTo>
                  <a:lnTo>
                    <a:pt x="139115" y="12032"/>
                  </a:lnTo>
                  <a:lnTo>
                    <a:pt x="143627" y="13535"/>
                  </a:lnTo>
                  <a:lnTo>
                    <a:pt x="145883" y="15039"/>
                  </a:lnTo>
                  <a:lnTo>
                    <a:pt x="147387" y="15791"/>
                  </a:lnTo>
                  <a:lnTo>
                    <a:pt x="147387" y="16544"/>
                  </a:lnTo>
                  <a:lnTo>
                    <a:pt x="147387" y="17295"/>
                  </a:lnTo>
                  <a:lnTo>
                    <a:pt x="146635" y="19551"/>
                  </a:lnTo>
                  <a:lnTo>
                    <a:pt x="145883" y="21055"/>
                  </a:lnTo>
                  <a:lnTo>
                    <a:pt x="145883" y="27823"/>
                  </a:lnTo>
                  <a:lnTo>
                    <a:pt x="145883" y="30079"/>
                  </a:lnTo>
                  <a:lnTo>
                    <a:pt x="145883" y="30831"/>
                  </a:lnTo>
                  <a:lnTo>
                    <a:pt x="147387" y="33087"/>
                  </a:lnTo>
                  <a:lnTo>
                    <a:pt x="147387" y="34591"/>
                  </a:lnTo>
                  <a:lnTo>
                    <a:pt x="145883" y="42111"/>
                  </a:lnTo>
                  <a:lnTo>
                    <a:pt x="144379" y="47374"/>
                  </a:lnTo>
                  <a:lnTo>
                    <a:pt x="143627" y="49630"/>
                  </a:lnTo>
                  <a:lnTo>
                    <a:pt x="140619" y="53390"/>
                  </a:lnTo>
                  <a:lnTo>
                    <a:pt x="139867" y="57150"/>
                  </a:lnTo>
                  <a:lnTo>
                    <a:pt x="139867" y="62414"/>
                  </a:lnTo>
                  <a:lnTo>
                    <a:pt x="139867" y="63166"/>
                  </a:lnTo>
                  <a:lnTo>
                    <a:pt x="140619" y="65422"/>
                  </a:lnTo>
                  <a:lnTo>
                    <a:pt x="140619" y="66926"/>
                  </a:lnTo>
                  <a:lnTo>
                    <a:pt x="140619" y="69933"/>
                  </a:lnTo>
                  <a:lnTo>
                    <a:pt x="139867" y="74445"/>
                  </a:lnTo>
                  <a:lnTo>
                    <a:pt x="139115" y="75949"/>
                  </a:lnTo>
                  <a:lnTo>
                    <a:pt x="139115" y="77453"/>
                  </a:lnTo>
                  <a:lnTo>
                    <a:pt x="139867" y="78205"/>
                  </a:lnTo>
                  <a:lnTo>
                    <a:pt x="140619" y="79709"/>
                  </a:lnTo>
                  <a:lnTo>
                    <a:pt x="140619" y="80461"/>
                  </a:lnTo>
                  <a:lnTo>
                    <a:pt x="142123" y="81213"/>
                  </a:lnTo>
                  <a:lnTo>
                    <a:pt x="145883" y="83469"/>
                  </a:lnTo>
                  <a:lnTo>
                    <a:pt x="147387" y="84221"/>
                  </a:lnTo>
                  <a:lnTo>
                    <a:pt x="148139" y="86477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6" name="Forma Livre: Forma 235">
              <a:extLst>
                <a:ext uri="{FF2B5EF4-FFF2-40B4-BE49-F238E27FC236}">
                  <a16:creationId xmlns:a16="http://schemas.microsoft.com/office/drawing/2014/main" id="{A152E9F1-B1E1-7351-9F4F-5FE7488CE750}"/>
                </a:ext>
              </a:extLst>
            </p:cNvPr>
            <p:cNvSpPr/>
            <p:nvPr/>
          </p:nvSpPr>
          <p:spPr>
            <a:xfrm>
              <a:off x="7337809" y="4389270"/>
              <a:ext cx="1690436" cy="1384383"/>
            </a:xfrm>
            <a:custGeom>
              <a:avLst/>
              <a:gdLst>
                <a:gd name="csX0" fmla="*/ 4512 w 1690436"/>
                <a:gd name="csY0" fmla="*/ 930191 h 1384383"/>
                <a:gd name="csX1" fmla="*/ 3008 w 1690436"/>
                <a:gd name="csY1" fmla="*/ 918160 h 1384383"/>
                <a:gd name="csX2" fmla="*/ 3008 w 1690436"/>
                <a:gd name="csY2" fmla="*/ 897857 h 1384383"/>
                <a:gd name="csX3" fmla="*/ 0 w 1690436"/>
                <a:gd name="csY3" fmla="*/ 873793 h 1384383"/>
                <a:gd name="csX4" fmla="*/ 0 w 1690436"/>
                <a:gd name="csY4" fmla="*/ 869282 h 1384383"/>
                <a:gd name="csX5" fmla="*/ 752 w 1690436"/>
                <a:gd name="csY5" fmla="*/ 864770 h 1384383"/>
                <a:gd name="csX6" fmla="*/ 4512 w 1690436"/>
                <a:gd name="csY6" fmla="*/ 860258 h 1384383"/>
                <a:gd name="csX7" fmla="*/ 5264 w 1690436"/>
                <a:gd name="csY7" fmla="*/ 856498 h 1384383"/>
                <a:gd name="csX8" fmla="*/ 5264 w 1690436"/>
                <a:gd name="csY8" fmla="*/ 847474 h 1384383"/>
                <a:gd name="csX9" fmla="*/ 5264 w 1690436"/>
                <a:gd name="csY9" fmla="*/ 845971 h 1384383"/>
                <a:gd name="csX10" fmla="*/ 6016 w 1690436"/>
                <a:gd name="csY10" fmla="*/ 845218 h 1384383"/>
                <a:gd name="csX11" fmla="*/ 7520 w 1690436"/>
                <a:gd name="csY11" fmla="*/ 844467 h 1384383"/>
                <a:gd name="csX12" fmla="*/ 10528 w 1690436"/>
                <a:gd name="csY12" fmla="*/ 844467 h 1384383"/>
                <a:gd name="csX13" fmla="*/ 11280 w 1690436"/>
                <a:gd name="csY13" fmla="*/ 843714 h 1384383"/>
                <a:gd name="csX14" fmla="*/ 13535 w 1690436"/>
                <a:gd name="csY14" fmla="*/ 840707 h 1384383"/>
                <a:gd name="csX15" fmla="*/ 12784 w 1690436"/>
                <a:gd name="csY15" fmla="*/ 838451 h 1384383"/>
                <a:gd name="csX16" fmla="*/ 10528 w 1690436"/>
                <a:gd name="csY16" fmla="*/ 835443 h 1384383"/>
                <a:gd name="csX17" fmla="*/ 9024 w 1690436"/>
                <a:gd name="csY17" fmla="*/ 832435 h 1384383"/>
                <a:gd name="csX18" fmla="*/ 9776 w 1690436"/>
                <a:gd name="csY18" fmla="*/ 828675 h 1384383"/>
                <a:gd name="csX19" fmla="*/ 11280 w 1690436"/>
                <a:gd name="csY19" fmla="*/ 826419 h 1384383"/>
                <a:gd name="csX20" fmla="*/ 13535 w 1690436"/>
                <a:gd name="csY20" fmla="*/ 825667 h 1384383"/>
                <a:gd name="csX21" fmla="*/ 16544 w 1690436"/>
                <a:gd name="csY21" fmla="*/ 826419 h 1384383"/>
                <a:gd name="csX22" fmla="*/ 18047 w 1690436"/>
                <a:gd name="csY22" fmla="*/ 827171 h 1384383"/>
                <a:gd name="csX23" fmla="*/ 20303 w 1690436"/>
                <a:gd name="csY23" fmla="*/ 829427 h 1384383"/>
                <a:gd name="csX24" fmla="*/ 21807 w 1690436"/>
                <a:gd name="csY24" fmla="*/ 830179 h 1384383"/>
                <a:gd name="csX25" fmla="*/ 22559 w 1690436"/>
                <a:gd name="csY25" fmla="*/ 830931 h 1384383"/>
                <a:gd name="csX26" fmla="*/ 23311 w 1690436"/>
                <a:gd name="csY26" fmla="*/ 830931 h 1384383"/>
                <a:gd name="csX27" fmla="*/ 24063 w 1690436"/>
                <a:gd name="csY27" fmla="*/ 830179 h 1384383"/>
                <a:gd name="csX28" fmla="*/ 25567 w 1690436"/>
                <a:gd name="csY28" fmla="*/ 828675 h 1384383"/>
                <a:gd name="csX29" fmla="*/ 26319 w 1690436"/>
                <a:gd name="csY29" fmla="*/ 828675 h 1384383"/>
                <a:gd name="csX30" fmla="*/ 28575 w 1690436"/>
                <a:gd name="csY30" fmla="*/ 827171 h 1384383"/>
                <a:gd name="csX31" fmla="*/ 26319 w 1690436"/>
                <a:gd name="csY31" fmla="*/ 824163 h 1384383"/>
                <a:gd name="csX32" fmla="*/ 21807 w 1690436"/>
                <a:gd name="csY32" fmla="*/ 818899 h 1384383"/>
                <a:gd name="csX33" fmla="*/ 21807 w 1690436"/>
                <a:gd name="csY33" fmla="*/ 815892 h 1384383"/>
                <a:gd name="csX34" fmla="*/ 25567 w 1690436"/>
                <a:gd name="csY34" fmla="*/ 810628 h 1384383"/>
                <a:gd name="csX35" fmla="*/ 26319 w 1690436"/>
                <a:gd name="csY35" fmla="*/ 806868 h 1384383"/>
                <a:gd name="csX36" fmla="*/ 26319 w 1690436"/>
                <a:gd name="csY36" fmla="*/ 803108 h 1384383"/>
                <a:gd name="csX37" fmla="*/ 27823 w 1690436"/>
                <a:gd name="csY37" fmla="*/ 800100 h 1384383"/>
                <a:gd name="csX38" fmla="*/ 29327 w 1690436"/>
                <a:gd name="csY38" fmla="*/ 797092 h 1384383"/>
                <a:gd name="csX39" fmla="*/ 32335 w 1690436"/>
                <a:gd name="csY39" fmla="*/ 794836 h 1384383"/>
                <a:gd name="csX40" fmla="*/ 37599 w 1690436"/>
                <a:gd name="csY40" fmla="*/ 791076 h 1384383"/>
                <a:gd name="csX41" fmla="*/ 40607 w 1690436"/>
                <a:gd name="csY41" fmla="*/ 788820 h 1384383"/>
                <a:gd name="csX42" fmla="*/ 41359 w 1690436"/>
                <a:gd name="csY42" fmla="*/ 786565 h 1384383"/>
                <a:gd name="csX43" fmla="*/ 42110 w 1690436"/>
                <a:gd name="csY43" fmla="*/ 782053 h 1384383"/>
                <a:gd name="csX44" fmla="*/ 44367 w 1690436"/>
                <a:gd name="csY44" fmla="*/ 779797 h 1384383"/>
                <a:gd name="csX45" fmla="*/ 46622 w 1690436"/>
                <a:gd name="csY45" fmla="*/ 779045 h 1384383"/>
                <a:gd name="csX46" fmla="*/ 49630 w 1690436"/>
                <a:gd name="csY46" fmla="*/ 776789 h 1384383"/>
                <a:gd name="csX47" fmla="*/ 53390 w 1690436"/>
                <a:gd name="csY47" fmla="*/ 772277 h 1384383"/>
                <a:gd name="csX48" fmla="*/ 56398 w 1690436"/>
                <a:gd name="csY48" fmla="*/ 770773 h 1384383"/>
                <a:gd name="csX49" fmla="*/ 62414 w 1690436"/>
                <a:gd name="csY49" fmla="*/ 773029 h 1384383"/>
                <a:gd name="csX50" fmla="*/ 66174 w 1690436"/>
                <a:gd name="csY50" fmla="*/ 773029 h 1384383"/>
                <a:gd name="csX51" fmla="*/ 69933 w 1690436"/>
                <a:gd name="csY51" fmla="*/ 771525 h 1384383"/>
                <a:gd name="csX52" fmla="*/ 72942 w 1690436"/>
                <a:gd name="csY52" fmla="*/ 770021 h 1384383"/>
                <a:gd name="csX53" fmla="*/ 74446 w 1690436"/>
                <a:gd name="csY53" fmla="*/ 767765 h 1384383"/>
                <a:gd name="csX54" fmla="*/ 78205 w 1690436"/>
                <a:gd name="csY54" fmla="*/ 761750 h 1384383"/>
                <a:gd name="csX55" fmla="*/ 79709 w 1690436"/>
                <a:gd name="csY55" fmla="*/ 760245 h 1384383"/>
                <a:gd name="csX56" fmla="*/ 80461 w 1690436"/>
                <a:gd name="csY56" fmla="*/ 760245 h 1384383"/>
                <a:gd name="csX57" fmla="*/ 80461 w 1690436"/>
                <a:gd name="csY57" fmla="*/ 758741 h 1384383"/>
                <a:gd name="csX58" fmla="*/ 81213 w 1690436"/>
                <a:gd name="csY58" fmla="*/ 757237 h 1384383"/>
                <a:gd name="csX59" fmla="*/ 81213 w 1690436"/>
                <a:gd name="csY59" fmla="*/ 755734 h 1384383"/>
                <a:gd name="csX60" fmla="*/ 81965 w 1690436"/>
                <a:gd name="csY60" fmla="*/ 754982 h 1384383"/>
                <a:gd name="csX61" fmla="*/ 81213 w 1690436"/>
                <a:gd name="csY61" fmla="*/ 753478 h 1384383"/>
                <a:gd name="csX62" fmla="*/ 81213 w 1690436"/>
                <a:gd name="csY62" fmla="*/ 750470 h 1384383"/>
                <a:gd name="csX63" fmla="*/ 80461 w 1690436"/>
                <a:gd name="csY63" fmla="*/ 748214 h 1384383"/>
                <a:gd name="csX64" fmla="*/ 78957 w 1690436"/>
                <a:gd name="csY64" fmla="*/ 745958 h 1384383"/>
                <a:gd name="csX65" fmla="*/ 78957 w 1690436"/>
                <a:gd name="csY65" fmla="*/ 745206 h 1384383"/>
                <a:gd name="csX66" fmla="*/ 78957 w 1690436"/>
                <a:gd name="csY66" fmla="*/ 744454 h 1384383"/>
                <a:gd name="csX67" fmla="*/ 78957 w 1690436"/>
                <a:gd name="csY67" fmla="*/ 743702 h 1384383"/>
                <a:gd name="csX68" fmla="*/ 78957 w 1690436"/>
                <a:gd name="csY68" fmla="*/ 742950 h 1384383"/>
                <a:gd name="csX69" fmla="*/ 78957 w 1690436"/>
                <a:gd name="csY69" fmla="*/ 741446 h 1384383"/>
                <a:gd name="csX70" fmla="*/ 79709 w 1690436"/>
                <a:gd name="csY70" fmla="*/ 741446 h 1384383"/>
                <a:gd name="csX71" fmla="*/ 83469 w 1690436"/>
                <a:gd name="csY71" fmla="*/ 738438 h 1384383"/>
                <a:gd name="csX72" fmla="*/ 87229 w 1690436"/>
                <a:gd name="csY72" fmla="*/ 733926 h 1384383"/>
                <a:gd name="csX73" fmla="*/ 106028 w 1690436"/>
                <a:gd name="csY73" fmla="*/ 706856 h 1384383"/>
                <a:gd name="csX74" fmla="*/ 110540 w 1690436"/>
                <a:gd name="csY74" fmla="*/ 704599 h 1384383"/>
                <a:gd name="csX75" fmla="*/ 115052 w 1690436"/>
                <a:gd name="csY75" fmla="*/ 703096 h 1384383"/>
                <a:gd name="csX76" fmla="*/ 138363 w 1690436"/>
                <a:gd name="csY76" fmla="*/ 698584 h 1384383"/>
                <a:gd name="csX77" fmla="*/ 142123 w 1690436"/>
                <a:gd name="csY77" fmla="*/ 697832 h 1384383"/>
                <a:gd name="csX78" fmla="*/ 146635 w 1690436"/>
                <a:gd name="csY78" fmla="*/ 694824 h 1384383"/>
                <a:gd name="csX79" fmla="*/ 149643 w 1690436"/>
                <a:gd name="csY79" fmla="*/ 693320 h 1384383"/>
                <a:gd name="csX80" fmla="*/ 152651 w 1690436"/>
                <a:gd name="csY80" fmla="*/ 691816 h 1384383"/>
                <a:gd name="csX81" fmla="*/ 156410 w 1690436"/>
                <a:gd name="csY81" fmla="*/ 691064 h 1384383"/>
                <a:gd name="csX82" fmla="*/ 170698 w 1690436"/>
                <a:gd name="csY82" fmla="*/ 691816 h 1384383"/>
                <a:gd name="csX83" fmla="*/ 180474 w 1690436"/>
                <a:gd name="csY83" fmla="*/ 693320 h 1384383"/>
                <a:gd name="csX84" fmla="*/ 185738 w 1690436"/>
                <a:gd name="csY84" fmla="*/ 692568 h 1384383"/>
                <a:gd name="csX85" fmla="*/ 217321 w 1690436"/>
                <a:gd name="csY85" fmla="*/ 679784 h 1384383"/>
                <a:gd name="csX86" fmla="*/ 220328 w 1690436"/>
                <a:gd name="csY86" fmla="*/ 679032 h 1384383"/>
                <a:gd name="csX87" fmla="*/ 222584 w 1690436"/>
                <a:gd name="csY87" fmla="*/ 677528 h 1384383"/>
                <a:gd name="csX88" fmla="*/ 224840 w 1690436"/>
                <a:gd name="csY88" fmla="*/ 676024 h 1384383"/>
                <a:gd name="csX89" fmla="*/ 227096 w 1690436"/>
                <a:gd name="csY89" fmla="*/ 673017 h 1384383"/>
                <a:gd name="csX90" fmla="*/ 227848 w 1690436"/>
                <a:gd name="csY90" fmla="*/ 673017 h 1384383"/>
                <a:gd name="csX91" fmla="*/ 229352 w 1690436"/>
                <a:gd name="csY91" fmla="*/ 672264 h 1384383"/>
                <a:gd name="csX92" fmla="*/ 230856 w 1690436"/>
                <a:gd name="csY92" fmla="*/ 672264 h 1384383"/>
                <a:gd name="csX93" fmla="*/ 231608 w 1690436"/>
                <a:gd name="csY93" fmla="*/ 672264 h 1384383"/>
                <a:gd name="csX94" fmla="*/ 232360 w 1690436"/>
                <a:gd name="csY94" fmla="*/ 672264 h 1384383"/>
                <a:gd name="csX95" fmla="*/ 233112 w 1690436"/>
                <a:gd name="csY95" fmla="*/ 673017 h 1384383"/>
                <a:gd name="csX96" fmla="*/ 233112 w 1690436"/>
                <a:gd name="csY96" fmla="*/ 673768 h 1384383"/>
                <a:gd name="csX97" fmla="*/ 233864 w 1690436"/>
                <a:gd name="csY97" fmla="*/ 674520 h 1384383"/>
                <a:gd name="csX98" fmla="*/ 236120 w 1690436"/>
                <a:gd name="csY98" fmla="*/ 680536 h 1384383"/>
                <a:gd name="csX99" fmla="*/ 237624 w 1690436"/>
                <a:gd name="csY99" fmla="*/ 683544 h 1384383"/>
                <a:gd name="csX100" fmla="*/ 242887 w 1690436"/>
                <a:gd name="csY100" fmla="*/ 689560 h 1384383"/>
                <a:gd name="csX101" fmla="*/ 245143 w 1690436"/>
                <a:gd name="csY101" fmla="*/ 692568 h 1384383"/>
                <a:gd name="csX102" fmla="*/ 247400 w 1690436"/>
                <a:gd name="csY102" fmla="*/ 694072 h 1384383"/>
                <a:gd name="csX103" fmla="*/ 249655 w 1690436"/>
                <a:gd name="csY103" fmla="*/ 694072 h 1384383"/>
                <a:gd name="csX104" fmla="*/ 251911 w 1690436"/>
                <a:gd name="csY104" fmla="*/ 692568 h 1384383"/>
                <a:gd name="csX105" fmla="*/ 276726 w 1690436"/>
                <a:gd name="csY105" fmla="*/ 667753 h 1384383"/>
                <a:gd name="csX106" fmla="*/ 281238 w 1690436"/>
                <a:gd name="csY106" fmla="*/ 662489 h 1384383"/>
                <a:gd name="csX107" fmla="*/ 283494 w 1690436"/>
                <a:gd name="csY107" fmla="*/ 660233 h 1384383"/>
                <a:gd name="csX108" fmla="*/ 286502 w 1690436"/>
                <a:gd name="csY108" fmla="*/ 657977 h 1384383"/>
                <a:gd name="csX109" fmla="*/ 303798 w 1690436"/>
                <a:gd name="csY109" fmla="*/ 651209 h 1384383"/>
                <a:gd name="csX110" fmla="*/ 314325 w 1690436"/>
                <a:gd name="csY110" fmla="*/ 645194 h 1384383"/>
                <a:gd name="csX111" fmla="*/ 319589 w 1690436"/>
                <a:gd name="csY111" fmla="*/ 645945 h 1384383"/>
                <a:gd name="csX112" fmla="*/ 328613 w 1690436"/>
                <a:gd name="csY112" fmla="*/ 648201 h 1384383"/>
                <a:gd name="csX113" fmla="*/ 334628 w 1690436"/>
                <a:gd name="csY113" fmla="*/ 648953 h 1384383"/>
                <a:gd name="csX114" fmla="*/ 365459 w 1690436"/>
                <a:gd name="csY114" fmla="*/ 647449 h 1384383"/>
                <a:gd name="csX115" fmla="*/ 403058 w 1690436"/>
                <a:gd name="csY115" fmla="*/ 648953 h 1384383"/>
                <a:gd name="csX116" fmla="*/ 412834 w 1690436"/>
                <a:gd name="csY116" fmla="*/ 648201 h 1384383"/>
                <a:gd name="csX117" fmla="*/ 418849 w 1690436"/>
                <a:gd name="csY117" fmla="*/ 648953 h 1384383"/>
                <a:gd name="csX118" fmla="*/ 425617 w 1690436"/>
                <a:gd name="csY118" fmla="*/ 650457 h 1384383"/>
                <a:gd name="csX119" fmla="*/ 432385 w 1690436"/>
                <a:gd name="csY119" fmla="*/ 653465 h 1384383"/>
                <a:gd name="csX120" fmla="*/ 436145 w 1690436"/>
                <a:gd name="csY120" fmla="*/ 656473 h 1384383"/>
                <a:gd name="csX121" fmla="*/ 438401 w 1690436"/>
                <a:gd name="csY121" fmla="*/ 657225 h 1384383"/>
                <a:gd name="csX122" fmla="*/ 438401 w 1690436"/>
                <a:gd name="csY122" fmla="*/ 657977 h 1384383"/>
                <a:gd name="csX123" fmla="*/ 439905 w 1690436"/>
                <a:gd name="csY123" fmla="*/ 658729 h 1384383"/>
                <a:gd name="csX124" fmla="*/ 441409 w 1690436"/>
                <a:gd name="csY124" fmla="*/ 658729 h 1384383"/>
                <a:gd name="csX125" fmla="*/ 445169 w 1690436"/>
                <a:gd name="csY125" fmla="*/ 658729 h 1384383"/>
                <a:gd name="csX126" fmla="*/ 446673 w 1690436"/>
                <a:gd name="csY126" fmla="*/ 658729 h 1384383"/>
                <a:gd name="csX127" fmla="*/ 448928 w 1690436"/>
                <a:gd name="csY127" fmla="*/ 657977 h 1384383"/>
                <a:gd name="csX128" fmla="*/ 449680 w 1690436"/>
                <a:gd name="csY128" fmla="*/ 657977 h 1384383"/>
                <a:gd name="csX129" fmla="*/ 450432 w 1690436"/>
                <a:gd name="csY129" fmla="*/ 658729 h 1384383"/>
                <a:gd name="csX130" fmla="*/ 450432 w 1690436"/>
                <a:gd name="csY130" fmla="*/ 659481 h 1384383"/>
                <a:gd name="csX131" fmla="*/ 451184 w 1690436"/>
                <a:gd name="csY131" fmla="*/ 660233 h 1384383"/>
                <a:gd name="csX132" fmla="*/ 451936 w 1690436"/>
                <a:gd name="csY132" fmla="*/ 660985 h 1384383"/>
                <a:gd name="csX133" fmla="*/ 453440 w 1690436"/>
                <a:gd name="csY133" fmla="*/ 661737 h 1384383"/>
                <a:gd name="csX134" fmla="*/ 454944 w 1690436"/>
                <a:gd name="csY134" fmla="*/ 662489 h 1384383"/>
                <a:gd name="csX135" fmla="*/ 457200 w 1690436"/>
                <a:gd name="csY135" fmla="*/ 662489 h 1384383"/>
                <a:gd name="csX136" fmla="*/ 462464 w 1690436"/>
                <a:gd name="csY136" fmla="*/ 663241 h 1384383"/>
                <a:gd name="csX137" fmla="*/ 466975 w 1690436"/>
                <a:gd name="csY137" fmla="*/ 664745 h 1384383"/>
                <a:gd name="csX138" fmla="*/ 467728 w 1690436"/>
                <a:gd name="csY138" fmla="*/ 665497 h 1384383"/>
                <a:gd name="csX139" fmla="*/ 469232 w 1690436"/>
                <a:gd name="csY139" fmla="*/ 665497 h 1384383"/>
                <a:gd name="csX140" fmla="*/ 470735 w 1690436"/>
                <a:gd name="csY140" fmla="*/ 665497 h 1384383"/>
                <a:gd name="csX141" fmla="*/ 473743 w 1690436"/>
                <a:gd name="csY141" fmla="*/ 664745 h 1384383"/>
                <a:gd name="csX142" fmla="*/ 511342 w 1690436"/>
                <a:gd name="csY142" fmla="*/ 644441 h 1384383"/>
                <a:gd name="csX143" fmla="*/ 513598 w 1690436"/>
                <a:gd name="csY143" fmla="*/ 642186 h 1384383"/>
                <a:gd name="csX144" fmla="*/ 515854 w 1690436"/>
                <a:gd name="csY144" fmla="*/ 639178 h 1384383"/>
                <a:gd name="csX145" fmla="*/ 518110 w 1690436"/>
                <a:gd name="csY145" fmla="*/ 633914 h 1384383"/>
                <a:gd name="csX146" fmla="*/ 519614 w 1690436"/>
                <a:gd name="csY146" fmla="*/ 631658 h 1384383"/>
                <a:gd name="csX147" fmla="*/ 522622 w 1690436"/>
                <a:gd name="csY147" fmla="*/ 628650 h 1384383"/>
                <a:gd name="csX148" fmla="*/ 526382 w 1690436"/>
                <a:gd name="csY148" fmla="*/ 626394 h 1384383"/>
                <a:gd name="csX149" fmla="*/ 544429 w 1690436"/>
                <a:gd name="csY149" fmla="*/ 619626 h 1384383"/>
                <a:gd name="csX150" fmla="*/ 545181 w 1690436"/>
                <a:gd name="csY150" fmla="*/ 618875 h 1384383"/>
                <a:gd name="csX151" fmla="*/ 545933 w 1690436"/>
                <a:gd name="csY151" fmla="*/ 617370 h 1384383"/>
                <a:gd name="csX152" fmla="*/ 546685 w 1690436"/>
                <a:gd name="csY152" fmla="*/ 616619 h 1384383"/>
                <a:gd name="csX153" fmla="*/ 547437 w 1690436"/>
                <a:gd name="csY153" fmla="*/ 615866 h 1384383"/>
                <a:gd name="csX154" fmla="*/ 548189 w 1690436"/>
                <a:gd name="csY154" fmla="*/ 615866 h 1384383"/>
                <a:gd name="csX155" fmla="*/ 548941 w 1690436"/>
                <a:gd name="csY155" fmla="*/ 615866 h 1384383"/>
                <a:gd name="csX156" fmla="*/ 549693 w 1690436"/>
                <a:gd name="csY156" fmla="*/ 615115 h 1384383"/>
                <a:gd name="csX157" fmla="*/ 550445 w 1690436"/>
                <a:gd name="csY157" fmla="*/ 614362 h 1384383"/>
                <a:gd name="csX158" fmla="*/ 551197 w 1690436"/>
                <a:gd name="csY158" fmla="*/ 612859 h 1384383"/>
                <a:gd name="csX159" fmla="*/ 551949 w 1690436"/>
                <a:gd name="csY159" fmla="*/ 612107 h 1384383"/>
                <a:gd name="csX160" fmla="*/ 554205 w 1690436"/>
                <a:gd name="csY160" fmla="*/ 611355 h 1384383"/>
                <a:gd name="csX161" fmla="*/ 555709 w 1690436"/>
                <a:gd name="csY161" fmla="*/ 610603 h 1384383"/>
                <a:gd name="csX162" fmla="*/ 556461 w 1690436"/>
                <a:gd name="csY162" fmla="*/ 609851 h 1384383"/>
                <a:gd name="csX163" fmla="*/ 557965 w 1690436"/>
                <a:gd name="csY163" fmla="*/ 607595 h 1384383"/>
                <a:gd name="csX164" fmla="*/ 558716 w 1690436"/>
                <a:gd name="csY164" fmla="*/ 606843 h 1384383"/>
                <a:gd name="csX165" fmla="*/ 560972 w 1690436"/>
                <a:gd name="csY165" fmla="*/ 605339 h 1384383"/>
                <a:gd name="csX166" fmla="*/ 563229 w 1690436"/>
                <a:gd name="csY166" fmla="*/ 604587 h 1384383"/>
                <a:gd name="csX167" fmla="*/ 563980 w 1690436"/>
                <a:gd name="csY167" fmla="*/ 603083 h 1384383"/>
                <a:gd name="csX168" fmla="*/ 564732 w 1690436"/>
                <a:gd name="csY168" fmla="*/ 603083 h 1384383"/>
                <a:gd name="csX169" fmla="*/ 567740 w 1690436"/>
                <a:gd name="csY169" fmla="*/ 602331 h 1384383"/>
                <a:gd name="csX170" fmla="*/ 563980 w 1690436"/>
                <a:gd name="csY170" fmla="*/ 594811 h 1384383"/>
                <a:gd name="csX171" fmla="*/ 563229 w 1690436"/>
                <a:gd name="csY171" fmla="*/ 591051 h 1384383"/>
                <a:gd name="csX172" fmla="*/ 563229 w 1690436"/>
                <a:gd name="csY172" fmla="*/ 588043 h 1384383"/>
                <a:gd name="csX173" fmla="*/ 563229 w 1690436"/>
                <a:gd name="csY173" fmla="*/ 587292 h 1384383"/>
                <a:gd name="csX174" fmla="*/ 562476 w 1690436"/>
                <a:gd name="csY174" fmla="*/ 586540 h 1384383"/>
                <a:gd name="csX175" fmla="*/ 560972 w 1690436"/>
                <a:gd name="csY175" fmla="*/ 584283 h 1384383"/>
                <a:gd name="csX176" fmla="*/ 560220 w 1690436"/>
                <a:gd name="csY176" fmla="*/ 583532 h 1384383"/>
                <a:gd name="csX177" fmla="*/ 559469 w 1690436"/>
                <a:gd name="csY177" fmla="*/ 581276 h 1384383"/>
                <a:gd name="csX178" fmla="*/ 559469 w 1690436"/>
                <a:gd name="csY178" fmla="*/ 579020 h 1384383"/>
                <a:gd name="csX179" fmla="*/ 558716 w 1690436"/>
                <a:gd name="csY179" fmla="*/ 577516 h 1384383"/>
                <a:gd name="csX180" fmla="*/ 557965 w 1690436"/>
                <a:gd name="csY180" fmla="*/ 575260 h 1384383"/>
                <a:gd name="csX181" fmla="*/ 557212 w 1690436"/>
                <a:gd name="csY181" fmla="*/ 573756 h 1384383"/>
                <a:gd name="csX182" fmla="*/ 556461 w 1690436"/>
                <a:gd name="csY182" fmla="*/ 569996 h 1384383"/>
                <a:gd name="csX183" fmla="*/ 555709 w 1690436"/>
                <a:gd name="csY183" fmla="*/ 568492 h 1384383"/>
                <a:gd name="csX184" fmla="*/ 555709 w 1690436"/>
                <a:gd name="csY184" fmla="*/ 566236 h 1384383"/>
                <a:gd name="csX185" fmla="*/ 555709 w 1690436"/>
                <a:gd name="csY185" fmla="*/ 564732 h 1384383"/>
                <a:gd name="csX186" fmla="*/ 557212 w 1690436"/>
                <a:gd name="csY186" fmla="*/ 563228 h 1384383"/>
                <a:gd name="csX187" fmla="*/ 557212 w 1690436"/>
                <a:gd name="csY187" fmla="*/ 562476 h 1384383"/>
                <a:gd name="csX188" fmla="*/ 557212 w 1690436"/>
                <a:gd name="csY188" fmla="*/ 561724 h 1384383"/>
                <a:gd name="csX189" fmla="*/ 557212 w 1690436"/>
                <a:gd name="csY189" fmla="*/ 560220 h 1384383"/>
                <a:gd name="csX190" fmla="*/ 557965 w 1690436"/>
                <a:gd name="csY190" fmla="*/ 558717 h 1384383"/>
                <a:gd name="csX191" fmla="*/ 557965 w 1690436"/>
                <a:gd name="csY191" fmla="*/ 557965 h 1384383"/>
                <a:gd name="csX192" fmla="*/ 559469 w 1690436"/>
                <a:gd name="csY192" fmla="*/ 556461 h 1384383"/>
                <a:gd name="csX193" fmla="*/ 559469 w 1690436"/>
                <a:gd name="csY193" fmla="*/ 555709 h 1384383"/>
                <a:gd name="csX194" fmla="*/ 560220 w 1690436"/>
                <a:gd name="csY194" fmla="*/ 552701 h 1384383"/>
                <a:gd name="csX195" fmla="*/ 560220 w 1690436"/>
                <a:gd name="csY195" fmla="*/ 551197 h 1384383"/>
                <a:gd name="csX196" fmla="*/ 560972 w 1690436"/>
                <a:gd name="csY196" fmla="*/ 550445 h 1384383"/>
                <a:gd name="csX197" fmla="*/ 561724 w 1690436"/>
                <a:gd name="csY197" fmla="*/ 548941 h 1384383"/>
                <a:gd name="csX198" fmla="*/ 563229 w 1690436"/>
                <a:gd name="csY198" fmla="*/ 546685 h 1384383"/>
                <a:gd name="csX199" fmla="*/ 564732 w 1690436"/>
                <a:gd name="csY199" fmla="*/ 543677 h 1384383"/>
                <a:gd name="csX200" fmla="*/ 565484 w 1690436"/>
                <a:gd name="csY200" fmla="*/ 542925 h 1384383"/>
                <a:gd name="csX201" fmla="*/ 566988 w 1690436"/>
                <a:gd name="csY201" fmla="*/ 542173 h 1384383"/>
                <a:gd name="csX202" fmla="*/ 567740 w 1690436"/>
                <a:gd name="csY202" fmla="*/ 541421 h 1384383"/>
                <a:gd name="csX203" fmla="*/ 568492 w 1690436"/>
                <a:gd name="csY203" fmla="*/ 540669 h 1384383"/>
                <a:gd name="csX204" fmla="*/ 569244 w 1690436"/>
                <a:gd name="csY204" fmla="*/ 539917 h 1384383"/>
                <a:gd name="csX205" fmla="*/ 569244 w 1690436"/>
                <a:gd name="csY205" fmla="*/ 539165 h 1384383"/>
                <a:gd name="csX206" fmla="*/ 569244 w 1690436"/>
                <a:gd name="csY206" fmla="*/ 532398 h 1384383"/>
                <a:gd name="csX207" fmla="*/ 569244 w 1690436"/>
                <a:gd name="csY207" fmla="*/ 528638 h 1384383"/>
                <a:gd name="csX208" fmla="*/ 568492 w 1690436"/>
                <a:gd name="csY208" fmla="*/ 526382 h 1384383"/>
                <a:gd name="csX209" fmla="*/ 566988 w 1690436"/>
                <a:gd name="csY209" fmla="*/ 522622 h 1384383"/>
                <a:gd name="csX210" fmla="*/ 566236 w 1690436"/>
                <a:gd name="csY210" fmla="*/ 521118 h 1384383"/>
                <a:gd name="csX211" fmla="*/ 564732 w 1690436"/>
                <a:gd name="csY211" fmla="*/ 520366 h 1384383"/>
                <a:gd name="csX212" fmla="*/ 563229 w 1690436"/>
                <a:gd name="csY212" fmla="*/ 519614 h 1384383"/>
                <a:gd name="csX213" fmla="*/ 557965 w 1690436"/>
                <a:gd name="csY213" fmla="*/ 516606 h 1384383"/>
                <a:gd name="csX214" fmla="*/ 557212 w 1690436"/>
                <a:gd name="csY214" fmla="*/ 515854 h 1384383"/>
                <a:gd name="csX215" fmla="*/ 555709 w 1690436"/>
                <a:gd name="csY215" fmla="*/ 515854 h 1384383"/>
                <a:gd name="csX216" fmla="*/ 554205 w 1690436"/>
                <a:gd name="csY216" fmla="*/ 515854 h 1384383"/>
                <a:gd name="csX217" fmla="*/ 552701 w 1690436"/>
                <a:gd name="csY217" fmla="*/ 515854 h 1384383"/>
                <a:gd name="csX218" fmla="*/ 551949 w 1690436"/>
                <a:gd name="csY218" fmla="*/ 515102 h 1384383"/>
                <a:gd name="csX219" fmla="*/ 549693 w 1690436"/>
                <a:gd name="csY219" fmla="*/ 513598 h 1384383"/>
                <a:gd name="csX220" fmla="*/ 548941 w 1690436"/>
                <a:gd name="csY220" fmla="*/ 513598 h 1384383"/>
                <a:gd name="csX221" fmla="*/ 548189 w 1690436"/>
                <a:gd name="csY221" fmla="*/ 513598 h 1384383"/>
                <a:gd name="csX222" fmla="*/ 547437 w 1690436"/>
                <a:gd name="csY222" fmla="*/ 513598 h 1384383"/>
                <a:gd name="csX223" fmla="*/ 546685 w 1690436"/>
                <a:gd name="csY223" fmla="*/ 513598 h 1384383"/>
                <a:gd name="csX224" fmla="*/ 544429 w 1690436"/>
                <a:gd name="csY224" fmla="*/ 514350 h 1384383"/>
                <a:gd name="csX225" fmla="*/ 543677 w 1690436"/>
                <a:gd name="csY225" fmla="*/ 515102 h 1384383"/>
                <a:gd name="csX226" fmla="*/ 542925 w 1690436"/>
                <a:gd name="csY226" fmla="*/ 515102 h 1384383"/>
                <a:gd name="csX227" fmla="*/ 542173 w 1690436"/>
                <a:gd name="csY227" fmla="*/ 515854 h 1384383"/>
                <a:gd name="csX228" fmla="*/ 540669 w 1690436"/>
                <a:gd name="csY228" fmla="*/ 517358 h 1384383"/>
                <a:gd name="csX229" fmla="*/ 540669 w 1690436"/>
                <a:gd name="csY229" fmla="*/ 518110 h 1384383"/>
                <a:gd name="csX230" fmla="*/ 539917 w 1690436"/>
                <a:gd name="csY230" fmla="*/ 518110 h 1384383"/>
                <a:gd name="csX231" fmla="*/ 538413 w 1690436"/>
                <a:gd name="csY231" fmla="*/ 518110 h 1384383"/>
                <a:gd name="csX232" fmla="*/ 537661 w 1690436"/>
                <a:gd name="csY232" fmla="*/ 518110 h 1384383"/>
                <a:gd name="csX233" fmla="*/ 536909 w 1690436"/>
                <a:gd name="csY233" fmla="*/ 517358 h 1384383"/>
                <a:gd name="csX234" fmla="*/ 536157 w 1690436"/>
                <a:gd name="csY234" fmla="*/ 516606 h 1384383"/>
                <a:gd name="csX235" fmla="*/ 530141 w 1690436"/>
                <a:gd name="csY235" fmla="*/ 509838 h 1384383"/>
                <a:gd name="csX236" fmla="*/ 530141 w 1690436"/>
                <a:gd name="csY236" fmla="*/ 508334 h 1384383"/>
                <a:gd name="csX237" fmla="*/ 529390 w 1690436"/>
                <a:gd name="csY237" fmla="*/ 506830 h 1384383"/>
                <a:gd name="csX238" fmla="*/ 529390 w 1690436"/>
                <a:gd name="csY238" fmla="*/ 502319 h 1384383"/>
                <a:gd name="csX239" fmla="*/ 529390 w 1690436"/>
                <a:gd name="csY239" fmla="*/ 500063 h 1384383"/>
                <a:gd name="csX240" fmla="*/ 530141 w 1690436"/>
                <a:gd name="csY240" fmla="*/ 498559 h 1384383"/>
                <a:gd name="csX241" fmla="*/ 530141 w 1690436"/>
                <a:gd name="csY241" fmla="*/ 497807 h 1384383"/>
                <a:gd name="csX242" fmla="*/ 530141 w 1690436"/>
                <a:gd name="csY242" fmla="*/ 496303 h 1384383"/>
                <a:gd name="csX243" fmla="*/ 530893 w 1690436"/>
                <a:gd name="csY243" fmla="*/ 494799 h 1384383"/>
                <a:gd name="csX244" fmla="*/ 532397 w 1690436"/>
                <a:gd name="csY244" fmla="*/ 491791 h 1384383"/>
                <a:gd name="csX245" fmla="*/ 532397 w 1690436"/>
                <a:gd name="csY245" fmla="*/ 490287 h 1384383"/>
                <a:gd name="csX246" fmla="*/ 533901 w 1690436"/>
                <a:gd name="csY246" fmla="*/ 486527 h 1384383"/>
                <a:gd name="csX247" fmla="*/ 534653 w 1690436"/>
                <a:gd name="csY247" fmla="*/ 486527 h 1384383"/>
                <a:gd name="csX248" fmla="*/ 535405 w 1690436"/>
                <a:gd name="csY248" fmla="*/ 486527 h 1384383"/>
                <a:gd name="csX249" fmla="*/ 537661 w 1690436"/>
                <a:gd name="csY249" fmla="*/ 488031 h 1384383"/>
                <a:gd name="csX250" fmla="*/ 539165 w 1690436"/>
                <a:gd name="csY250" fmla="*/ 488031 h 1384383"/>
                <a:gd name="csX251" fmla="*/ 539917 w 1690436"/>
                <a:gd name="csY251" fmla="*/ 488783 h 1384383"/>
                <a:gd name="csX252" fmla="*/ 540669 w 1690436"/>
                <a:gd name="csY252" fmla="*/ 489535 h 1384383"/>
                <a:gd name="csX253" fmla="*/ 541421 w 1690436"/>
                <a:gd name="csY253" fmla="*/ 488783 h 1384383"/>
                <a:gd name="csX254" fmla="*/ 542173 w 1690436"/>
                <a:gd name="csY254" fmla="*/ 488783 h 1384383"/>
                <a:gd name="csX255" fmla="*/ 542925 w 1690436"/>
                <a:gd name="csY255" fmla="*/ 488783 h 1384383"/>
                <a:gd name="csX256" fmla="*/ 543677 w 1690436"/>
                <a:gd name="csY256" fmla="*/ 488031 h 1384383"/>
                <a:gd name="csX257" fmla="*/ 543677 w 1690436"/>
                <a:gd name="csY257" fmla="*/ 487279 h 1384383"/>
                <a:gd name="csX258" fmla="*/ 542925 w 1690436"/>
                <a:gd name="csY258" fmla="*/ 486527 h 1384383"/>
                <a:gd name="csX259" fmla="*/ 542925 w 1690436"/>
                <a:gd name="csY259" fmla="*/ 485775 h 1384383"/>
                <a:gd name="csX260" fmla="*/ 543677 w 1690436"/>
                <a:gd name="csY260" fmla="*/ 485023 h 1384383"/>
                <a:gd name="csX261" fmla="*/ 544429 w 1690436"/>
                <a:gd name="csY261" fmla="*/ 484271 h 1384383"/>
                <a:gd name="csX262" fmla="*/ 545181 w 1690436"/>
                <a:gd name="csY262" fmla="*/ 483519 h 1384383"/>
                <a:gd name="csX263" fmla="*/ 545933 w 1690436"/>
                <a:gd name="csY263" fmla="*/ 483519 h 1384383"/>
                <a:gd name="csX264" fmla="*/ 546685 w 1690436"/>
                <a:gd name="csY264" fmla="*/ 481263 h 1384383"/>
                <a:gd name="csX265" fmla="*/ 546685 w 1690436"/>
                <a:gd name="csY265" fmla="*/ 480511 h 1384383"/>
                <a:gd name="csX266" fmla="*/ 545933 w 1690436"/>
                <a:gd name="csY266" fmla="*/ 479007 h 1384383"/>
                <a:gd name="csX267" fmla="*/ 545933 w 1690436"/>
                <a:gd name="csY267" fmla="*/ 478255 h 1384383"/>
                <a:gd name="csX268" fmla="*/ 545933 w 1690436"/>
                <a:gd name="csY268" fmla="*/ 477503 h 1384383"/>
                <a:gd name="csX269" fmla="*/ 546685 w 1690436"/>
                <a:gd name="csY269" fmla="*/ 475999 h 1384383"/>
                <a:gd name="csX270" fmla="*/ 547437 w 1690436"/>
                <a:gd name="csY270" fmla="*/ 474495 h 1384383"/>
                <a:gd name="csX271" fmla="*/ 548189 w 1690436"/>
                <a:gd name="csY271" fmla="*/ 473743 h 1384383"/>
                <a:gd name="csX272" fmla="*/ 548941 w 1690436"/>
                <a:gd name="csY272" fmla="*/ 472991 h 1384383"/>
                <a:gd name="csX273" fmla="*/ 549693 w 1690436"/>
                <a:gd name="csY273" fmla="*/ 472240 h 1384383"/>
                <a:gd name="csX274" fmla="*/ 550445 w 1690436"/>
                <a:gd name="csY274" fmla="*/ 472240 h 1384383"/>
                <a:gd name="csX275" fmla="*/ 551197 w 1690436"/>
                <a:gd name="csY275" fmla="*/ 472240 h 1384383"/>
                <a:gd name="csX276" fmla="*/ 551949 w 1690436"/>
                <a:gd name="csY276" fmla="*/ 472240 h 1384383"/>
                <a:gd name="csX277" fmla="*/ 552701 w 1690436"/>
                <a:gd name="csY277" fmla="*/ 471488 h 1384383"/>
                <a:gd name="csX278" fmla="*/ 554205 w 1690436"/>
                <a:gd name="csY278" fmla="*/ 469232 h 1384383"/>
                <a:gd name="csX279" fmla="*/ 556461 w 1690436"/>
                <a:gd name="csY279" fmla="*/ 467728 h 1384383"/>
                <a:gd name="csX280" fmla="*/ 557212 w 1690436"/>
                <a:gd name="csY280" fmla="*/ 466224 h 1384383"/>
                <a:gd name="csX281" fmla="*/ 557212 w 1690436"/>
                <a:gd name="csY281" fmla="*/ 465472 h 1384383"/>
                <a:gd name="csX282" fmla="*/ 557965 w 1690436"/>
                <a:gd name="csY282" fmla="*/ 464720 h 1384383"/>
                <a:gd name="csX283" fmla="*/ 557212 w 1690436"/>
                <a:gd name="csY283" fmla="*/ 463216 h 1384383"/>
                <a:gd name="csX284" fmla="*/ 557212 w 1690436"/>
                <a:gd name="csY284" fmla="*/ 462464 h 1384383"/>
                <a:gd name="csX285" fmla="*/ 558716 w 1690436"/>
                <a:gd name="csY285" fmla="*/ 462464 h 1384383"/>
                <a:gd name="csX286" fmla="*/ 558716 w 1690436"/>
                <a:gd name="csY286" fmla="*/ 461712 h 1384383"/>
                <a:gd name="csX287" fmla="*/ 558716 w 1690436"/>
                <a:gd name="csY287" fmla="*/ 460960 h 1384383"/>
                <a:gd name="csX288" fmla="*/ 558716 w 1690436"/>
                <a:gd name="csY288" fmla="*/ 460208 h 1384383"/>
                <a:gd name="csX289" fmla="*/ 559469 w 1690436"/>
                <a:gd name="csY289" fmla="*/ 459456 h 1384383"/>
                <a:gd name="csX290" fmla="*/ 560972 w 1690436"/>
                <a:gd name="csY290" fmla="*/ 458704 h 1384383"/>
                <a:gd name="csX291" fmla="*/ 560972 w 1690436"/>
                <a:gd name="csY291" fmla="*/ 457952 h 1384383"/>
                <a:gd name="csX292" fmla="*/ 561724 w 1690436"/>
                <a:gd name="csY292" fmla="*/ 457200 h 1384383"/>
                <a:gd name="csX293" fmla="*/ 562476 w 1690436"/>
                <a:gd name="csY293" fmla="*/ 457200 h 1384383"/>
                <a:gd name="csX294" fmla="*/ 563229 w 1690436"/>
                <a:gd name="csY294" fmla="*/ 456448 h 1384383"/>
                <a:gd name="csX295" fmla="*/ 563980 w 1690436"/>
                <a:gd name="csY295" fmla="*/ 456448 h 1384383"/>
                <a:gd name="csX296" fmla="*/ 563980 w 1690436"/>
                <a:gd name="csY296" fmla="*/ 457200 h 1384383"/>
                <a:gd name="csX297" fmla="*/ 564732 w 1690436"/>
                <a:gd name="csY297" fmla="*/ 457200 h 1384383"/>
                <a:gd name="csX298" fmla="*/ 565484 w 1690436"/>
                <a:gd name="csY298" fmla="*/ 457200 h 1384383"/>
                <a:gd name="csX299" fmla="*/ 566236 w 1690436"/>
                <a:gd name="csY299" fmla="*/ 457200 h 1384383"/>
                <a:gd name="csX300" fmla="*/ 566988 w 1690436"/>
                <a:gd name="csY300" fmla="*/ 456448 h 1384383"/>
                <a:gd name="csX301" fmla="*/ 567740 w 1690436"/>
                <a:gd name="csY301" fmla="*/ 455696 h 1384383"/>
                <a:gd name="csX302" fmla="*/ 568492 w 1690436"/>
                <a:gd name="csY302" fmla="*/ 454944 h 1384383"/>
                <a:gd name="csX303" fmla="*/ 569244 w 1690436"/>
                <a:gd name="csY303" fmla="*/ 451936 h 1384383"/>
                <a:gd name="csX304" fmla="*/ 569996 w 1690436"/>
                <a:gd name="csY304" fmla="*/ 451184 h 1384383"/>
                <a:gd name="csX305" fmla="*/ 570748 w 1690436"/>
                <a:gd name="csY305" fmla="*/ 450432 h 1384383"/>
                <a:gd name="csX306" fmla="*/ 573004 w 1690436"/>
                <a:gd name="csY306" fmla="*/ 448176 h 1384383"/>
                <a:gd name="csX307" fmla="*/ 573756 w 1690436"/>
                <a:gd name="csY307" fmla="*/ 447424 h 1384383"/>
                <a:gd name="csX308" fmla="*/ 574508 w 1690436"/>
                <a:gd name="csY308" fmla="*/ 446672 h 1384383"/>
                <a:gd name="csX309" fmla="*/ 576012 w 1690436"/>
                <a:gd name="csY309" fmla="*/ 446672 h 1384383"/>
                <a:gd name="csX310" fmla="*/ 577516 w 1690436"/>
                <a:gd name="csY310" fmla="*/ 446672 h 1384383"/>
                <a:gd name="csX311" fmla="*/ 578268 w 1690436"/>
                <a:gd name="csY311" fmla="*/ 445921 h 1384383"/>
                <a:gd name="csX312" fmla="*/ 577516 w 1690436"/>
                <a:gd name="csY312" fmla="*/ 444417 h 1384383"/>
                <a:gd name="csX313" fmla="*/ 575260 w 1690436"/>
                <a:gd name="csY313" fmla="*/ 441409 h 1384383"/>
                <a:gd name="csX314" fmla="*/ 574508 w 1690436"/>
                <a:gd name="csY314" fmla="*/ 440657 h 1384383"/>
                <a:gd name="csX315" fmla="*/ 574508 w 1690436"/>
                <a:gd name="csY315" fmla="*/ 439905 h 1384383"/>
                <a:gd name="csX316" fmla="*/ 574508 w 1690436"/>
                <a:gd name="csY316" fmla="*/ 438401 h 1384383"/>
                <a:gd name="csX317" fmla="*/ 575260 w 1690436"/>
                <a:gd name="csY317" fmla="*/ 437649 h 1384383"/>
                <a:gd name="csX318" fmla="*/ 575260 w 1690436"/>
                <a:gd name="csY318" fmla="*/ 436897 h 1384383"/>
                <a:gd name="csX319" fmla="*/ 576012 w 1690436"/>
                <a:gd name="csY319" fmla="*/ 436145 h 1384383"/>
                <a:gd name="csX320" fmla="*/ 576764 w 1690436"/>
                <a:gd name="csY320" fmla="*/ 435393 h 1384383"/>
                <a:gd name="csX321" fmla="*/ 577516 w 1690436"/>
                <a:gd name="csY321" fmla="*/ 434641 h 1384383"/>
                <a:gd name="csX322" fmla="*/ 579020 w 1690436"/>
                <a:gd name="csY322" fmla="*/ 433137 h 1384383"/>
                <a:gd name="csX323" fmla="*/ 579772 w 1690436"/>
                <a:gd name="csY323" fmla="*/ 432385 h 1384383"/>
                <a:gd name="csX324" fmla="*/ 580524 w 1690436"/>
                <a:gd name="csY324" fmla="*/ 432385 h 1384383"/>
                <a:gd name="csX325" fmla="*/ 581276 w 1690436"/>
                <a:gd name="csY325" fmla="*/ 432385 h 1384383"/>
                <a:gd name="csX326" fmla="*/ 582028 w 1690436"/>
                <a:gd name="csY326" fmla="*/ 432385 h 1384383"/>
                <a:gd name="csX327" fmla="*/ 582780 w 1690436"/>
                <a:gd name="csY327" fmla="*/ 433137 h 1384383"/>
                <a:gd name="csX328" fmla="*/ 583531 w 1690436"/>
                <a:gd name="csY328" fmla="*/ 433137 h 1384383"/>
                <a:gd name="csX329" fmla="*/ 584284 w 1690436"/>
                <a:gd name="csY329" fmla="*/ 433137 h 1384383"/>
                <a:gd name="csX330" fmla="*/ 585035 w 1690436"/>
                <a:gd name="csY330" fmla="*/ 432385 h 1384383"/>
                <a:gd name="csX331" fmla="*/ 585788 w 1690436"/>
                <a:gd name="csY331" fmla="*/ 432385 h 1384383"/>
                <a:gd name="csX332" fmla="*/ 586540 w 1690436"/>
                <a:gd name="csY332" fmla="*/ 431633 h 1384383"/>
                <a:gd name="csX333" fmla="*/ 586540 w 1690436"/>
                <a:gd name="csY333" fmla="*/ 430881 h 1384383"/>
                <a:gd name="csX334" fmla="*/ 586540 w 1690436"/>
                <a:gd name="csY334" fmla="*/ 429377 h 1384383"/>
                <a:gd name="csX335" fmla="*/ 586540 w 1690436"/>
                <a:gd name="csY335" fmla="*/ 426369 h 1384383"/>
                <a:gd name="csX336" fmla="*/ 585035 w 1690436"/>
                <a:gd name="csY336" fmla="*/ 421857 h 1384383"/>
                <a:gd name="csX337" fmla="*/ 583531 w 1690436"/>
                <a:gd name="csY337" fmla="*/ 418097 h 1384383"/>
                <a:gd name="csX338" fmla="*/ 582780 w 1690436"/>
                <a:gd name="csY338" fmla="*/ 416593 h 1384383"/>
                <a:gd name="csX339" fmla="*/ 582028 w 1690436"/>
                <a:gd name="csY339" fmla="*/ 415090 h 1384383"/>
                <a:gd name="csX340" fmla="*/ 581276 w 1690436"/>
                <a:gd name="csY340" fmla="*/ 409074 h 1384383"/>
                <a:gd name="csX341" fmla="*/ 580524 w 1690436"/>
                <a:gd name="csY341" fmla="*/ 408322 h 1384383"/>
                <a:gd name="csX342" fmla="*/ 579772 w 1690436"/>
                <a:gd name="csY342" fmla="*/ 406818 h 1384383"/>
                <a:gd name="csX343" fmla="*/ 578268 w 1690436"/>
                <a:gd name="csY343" fmla="*/ 404562 h 1384383"/>
                <a:gd name="csX344" fmla="*/ 577516 w 1690436"/>
                <a:gd name="csY344" fmla="*/ 403058 h 1384383"/>
                <a:gd name="csX345" fmla="*/ 574508 w 1690436"/>
                <a:gd name="csY345" fmla="*/ 392530 h 1384383"/>
                <a:gd name="csX346" fmla="*/ 572252 w 1690436"/>
                <a:gd name="csY346" fmla="*/ 387266 h 1384383"/>
                <a:gd name="csX347" fmla="*/ 571500 w 1690436"/>
                <a:gd name="csY347" fmla="*/ 385763 h 1384383"/>
                <a:gd name="csX348" fmla="*/ 569244 w 1690436"/>
                <a:gd name="csY348" fmla="*/ 380499 h 1384383"/>
                <a:gd name="csX349" fmla="*/ 568492 w 1690436"/>
                <a:gd name="csY349" fmla="*/ 379747 h 1384383"/>
                <a:gd name="csX350" fmla="*/ 566988 w 1690436"/>
                <a:gd name="csY350" fmla="*/ 378995 h 1384383"/>
                <a:gd name="csX351" fmla="*/ 566236 w 1690436"/>
                <a:gd name="csY351" fmla="*/ 378995 h 1384383"/>
                <a:gd name="csX352" fmla="*/ 566236 w 1690436"/>
                <a:gd name="csY352" fmla="*/ 378243 h 1384383"/>
                <a:gd name="csX353" fmla="*/ 564732 w 1690436"/>
                <a:gd name="csY353" fmla="*/ 375987 h 1384383"/>
                <a:gd name="csX354" fmla="*/ 563980 w 1690436"/>
                <a:gd name="csY354" fmla="*/ 375235 h 1384383"/>
                <a:gd name="csX355" fmla="*/ 563229 w 1690436"/>
                <a:gd name="csY355" fmla="*/ 374483 h 1384383"/>
                <a:gd name="csX356" fmla="*/ 560972 w 1690436"/>
                <a:gd name="csY356" fmla="*/ 373731 h 1384383"/>
                <a:gd name="csX357" fmla="*/ 560220 w 1690436"/>
                <a:gd name="csY357" fmla="*/ 373731 h 1384383"/>
                <a:gd name="csX358" fmla="*/ 559469 w 1690436"/>
                <a:gd name="csY358" fmla="*/ 372979 h 1384383"/>
                <a:gd name="csX359" fmla="*/ 558716 w 1690436"/>
                <a:gd name="csY359" fmla="*/ 371475 h 1384383"/>
                <a:gd name="csX360" fmla="*/ 557965 w 1690436"/>
                <a:gd name="csY360" fmla="*/ 370723 h 1384383"/>
                <a:gd name="csX361" fmla="*/ 557212 w 1690436"/>
                <a:gd name="csY361" fmla="*/ 369971 h 1384383"/>
                <a:gd name="csX362" fmla="*/ 555709 w 1690436"/>
                <a:gd name="csY362" fmla="*/ 369219 h 1384383"/>
                <a:gd name="csX363" fmla="*/ 552701 w 1690436"/>
                <a:gd name="csY363" fmla="*/ 368467 h 1384383"/>
                <a:gd name="csX364" fmla="*/ 549693 w 1690436"/>
                <a:gd name="csY364" fmla="*/ 366963 h 1384383"/>
                <a:gd name="csX365" fmla="*/ 548189 w 1690436"/>
                <a:gd name="csY365" fmla="*/ 366211 h 1384383"/>
                <a:gd name="csX366" fmla="*/ 543677 w 1690436"/>
                <a:gd name="csY366" fmla="*/ 360195 h 1384383"/>
                <a:gd name="csX367" fmla="*/ 542925 w 1690436"/>
                <a:gd name="csY367" fmla="*/ 358692 h 1384383"/>
                <a:gd name="csX368" fmla="*/ 541421 w 1690436"/>
                <a:gd name="csY368" fmla="*/ 355684 h 1384383"/>
                <a:gd name="csX369" fmla="*/ 541421 w 1690436"/>
                <a:gd name="csY369" fmla="*/ 354932 h 1384383"/>
                <a:gd name="csX370" fmla="*/ 540669 w 1690436"/>
                <a:gd name="csY370" fmla="*/ 354932 h 1384383"/>
                <a:gd name="csX371" fmla="*/ 540669 w 1690436"/>
                <a:gd name="csY371" fmla="*/ 354180 h 1384383"/>
                <a:gd name="csX372" fmla="*/ 543677 w 1690436"/>
                <a:gd name="csY372" fmla="*/ 342148 h 1384383"/>
                <a:gd name="csX373" fmla="*/ 543677 w 1690436"/>
                <a:gd name="csY373" fmla="*/ 341396 h 1384383"/>
                <a:gd name="csX374" fmla="*/ 549693 w 1690436"/>
                <a:gd name="csY374" fmla="*/ 336132 h 1384383"/>
                <a:gd name="csX375" fmla="*/ 550445 w 1690436"/>
                <a:gd name="csY375" fmla="*/ 335380 h 1384383"/>
                <a:gd name="csX376" fmla="*/ 551949 w 1690436"/>
                <a:gd name="csY376" fmla="*/ 331620 h 1384383"/>
                <a:gd name="csX377" fmla="*/ 552701 w 1690436"/>
                <a:gd name="csY377" fmla="*/ 330868 h 1384383"/>
                <a:gd name="csX378" fmla="*/ 553452 w 1690436"/>
                <a:gd name="csY378" fmla="*/ 330116 h 1384383"/>
                <a:gd name="csX379" fmla="*/ 553452 w 1690436"/>
                <a:gd name="csY379" fmla="*/ 329365 h 1384383"/>
                <a:gd name="csX380" fmla="*/ 554205 w 1690436"/>
                <a:gd name="csY380" fmla="*/ 328613 h 1384383"/>
                <a:gd name="csX381" fmla="*/ 556461 w 1690436"/>
                <a:gd name="csY381" fmla="*/ 324101 h 1384383"/>
                <a:gd name="csX382" fmla="*/ 560220 w 1690436"/>
                <a:gd name="csY382" fmla="*/ 315077 h 1384383"/>
                <a:gd name="csX383" fmla="*/ 560220 w 1690436"/>
                <a:gd name="csY383" fmla="*/ 314325 h 1384383"/>
                <a:gd name="csX384" fmla="*/ 560972 w 1690436"/>
                <a:gd name="csY384" fmla="*/ 312069 h 1384383"/>
                <a:gd name="csX385" fmla="*/ 558716 w 1690436"/>
                <a:gd name="csY385" fmla="*/ 299286 h 1384383"/>
                <a:gd name="csX386" fmla="*/ 558716 w 1690436"/>
                <a:gd name="csY386" fmla="*/ 297782 h 1384383"/>
                <a:gd name="csX387" fmla="*/ 559469 w 1690436"/>
                <a:gd name="csY387" fmla="*/ 296278 h 1384383"/>
                <a:gd name="csX388" fmla="*/ 563229 w 1690436"/>
                <a:gd name="csY388" fmla="*/ 288006 h 1384383"/>
                <a:gd name="csX389" fmla="*/ 563980 w 1690436"/>
                <a:gd name="csY389" fmla="*/ 282742 h 1384383"/>
                <a:gd name="csX390" fmla="*/ 568492 w 1690436"/>
                <a:gd name="csY390" fmla="*/ 280486 h 1384383"/>
                <a:gd name="csX391" fmla="*/ 569244 w 1690436"/>
                <a:gd name="csY391" fmla="*/ 280486 h 1384383"/>
                <a:gd name="csX392" fmla="*/ 573004 w 1690436"/>
                <a:gd name="csY392" fmla="*/ 281238 h 1384383"/>
                <a:gd name="csX393" fmla="*/ 573756 w 1690436"/>
                <a:gd name="csY393" fmla="*/ 281238 h 1384383"/>
                <a:gd name="csX394" fmla="*/ 574508 w 1690436"/>
                <a:gd name="csY394" fmla="*/ 281238 h 1384383"/>
                <a:gd name="csX395" fmla="*/ 576012 w 1690436"/>
                <a:gd name="csY395" fmla="*/ 281238 h 1384383"/>
                <a:gd name="csX396" fmla="*/ 576764 w 1690436"/>
                <a:gd name="csY396" fmla="*/ 281238 h 1384383"/>
                <a:gd name="csX397" fmla="*/ 576764 w 1690436"/>
                <a:gd name="csY397" fmla="*/ 280486 h 1384383"/>
                <a:gd name="csX398" fmla="*/ 578268 w 1690436"/>
                <a:gd name="csY398" fmla="*/ 279734 h 1384383"/>
                <a:gd name="csX399" fmla="*/ 579020 w 1690436"/>
                <a:gd name="csY399" fmla="*/ 278230 h 1384383"/>
                <a:gd name="csX400" fmla="*/ 580524 w 1690436"/>
                <a:gd name="csY400" fmla="*/ 276726 h 1384383"/>
                <a:gd name="csX401" fmla="*/ 581276 w 1690436"/>
                <a:gd name="csY401" fmla="*/ 275974 h 1384383"/>
                <a:gd name="csX402" fmla="*/ 581276 w 1690436"/>
                <a:gd name="csY402" fmla="*/ 275222 h 1384383"/>
                <a:gd name="csX403" fmla="*/ 583531 w 1690436"/>
                <a:gd name="csY403" fmla="*/ 273718 h 1384383"/>
                <a:gd name="csX404" fmla="*/ 584284 w 1690436"/>
                <a:gd name="csY404" fmla="*/ 273718 h 1384383"/>
                <a:gd name="csX405" fmla="*/ 585035 w 1690436"/>
                <a:gd name="csY405" fmla="*/ 272967 h 1384383"/>
                <a:gd name="csX406" fmla="*/ 588044 w 1690436"/>
                <a:gd name="csY406" fmla="*/ 266199 h 1384383"/>
                <a:gd name="csX407" fmla="*/ 588795 w 1690436"/>
                <a:gd name="csY407" fmla="*/ 264695 h 1384383"/>
                <a:gd name="csX408" fmla="*/ 589548 w 1690436"/>
                <a:gd name="csY408" fmla="*/ 264695 h 1384383"/>
                <a:gd name="csX409" fmla="*/ 590299 w 1690436"/>
                <a:gd name="csY409" fmla="*/ 263943 h 1384383"/>
                <a:gd name="csX410" fmla="*/ 591051 w 1690436"/>
                <a:gd name="csY410" fmla="*/ 263943 h 1384383"/>
                <a:gd name="csX411" fmla="*/ 591803 w 1690436"/>
                <a:gd name="csY411" fmla="*/ 264695 h 1384383"/>
                <a:gd name="csX412" fmla="*/ 591803 w 1690436"/>
                <a:gd name="csY412" fmla="*/ 265447 h 1384383"/>
                <a:gd name="csX413" fmla="*/ 592555 w 1690436"/>
                <a:gd name="csY413" fmla="*/ 265447 h 1384383"/>
                <a:gd name="csX414" fmla="*/ 592555 w 1690436"/>
                <a:gd name="csY414" fmla="*/ 266199 h 1384383"/>
                <a:gd name="csX415" fmla="*/ 594059 w 1690436"/>
                <a:gd name="csY415" fmla="*/ 266199 h 1384383"/>
                <a:gd name="csX416" fmla="*/ 594811 w 1690436"/>
                <a:gd name="csY416" fmla="*/ 266951 h 1384383"/>
                <a:gd name="csX417" fmla="*/ 596315 w 1690436"/>
                <a:gd name="csY417" fmla="*/ 266951 h 1384383"/>
                <a:gd name="csX418" fmla="*/ 597067 w 1690436"/>
                <a:gd name="csY418" fmla="*/ 266951 h 1384383"/>
                <a:gd name="csX419" fmla="*/ 597819 w 1690436"/>
                <a:gd name="csY419" fmla="*/ 266951 h 1384383"/>
                <a:gd name="csX420" fmla="*/ 600075 w 1690436"/>
                <a:gd name="csY420" fmla="*/ 265447 h 1384383"/>
                <a:gd name="csX421" fmla="*/ 601579 w 1690436"/>
                <a:gd name="csY421" fmla="*/ 264695 h 1384383"/>
                <a:gd name="csX422" fmla="*/ 603083 w 1690436"/>
                <a:gd name="csY422" fmla="*/ 263943 h 1384383"/>
                <a:gd name="csX423" fmla="*/ 603835 w 1690436"/>
                <a:gd name="csY423" fmla="*/ 263191 h 1384383"/>
                <a:gd name="csX424" fmla="*/ 604587 w 1690436"/>
                <a:gd name="csY424" fmla="*/ 263191 h 1384383"/>
                <a:gd name="csX425" fmla="*/ 605339 w 1690436"/>
                <a:gd name="csY425" fmla="*/ 262439 h 1384383"/>
                <a:gd name="csX426" fmla="*/ 606843 w 1690436"/>
                <a:gd name="csY426" fmla="*/ 262439 h 1384383"/>
                <a:gd name="csX427" fmla="*/ 613610 w 1690436"/>
                <a:gd name="csY427" fmla="*/ 263191 h 1384383"/>
                <a:gd name="csX428" fmla="*/ 614363 w 1690436"/>
                <a:gd name="csY428" fmla="*/ 263191 h 1384383"/>
                <a:gd name="csX429" fmla="*/ 615114 w 1690436"/>
                <a:gd name="csY429" fmla="*/ 262439 h 1384383"/>
                <a:gd name="csX430" fmla="*/ 617370 w 1690436"/>
                <a:gd name="csY430" fmla="*/ 261687 h 1384383"/>
                <a:gd name="csX431" fmla="*/ 618123 w 1690436"/>
                <a:gd name="csY431" fmla="*/ 260935 h 1384383"/>
                <a:gd name="csX432" fmla="*/ 618874 w 1690436"/>
                <a:gd name="csY432" fmla="*/ 260935 h 1384383"/>
                <a:gd name="csX433" fmla="*/ 621882 w 1690436"/>
                <a:gd name="csY433" fmla="*/ 260935 h 1384383"/>
                <a:gd name="csX434" fmla="*/ 622634 w 1690436"/>
                <a:gd name="csY434" fmla="*/ 260935 h 1384383"/>
                <a:gd name="csX435" fmla="*/ 624138 w 1690436"/>
                <a:gd name="csY435" fmla="*/ 260183 h 1384383"/>
                <a:gd name="csX436" fmla="*/ 627146 w 1690436"/>
                <a:gd name="csY436" fmla="*/ 258679 h 1384383"/>
                <a:gd name="csX437" fmla="*/ 627898 w 1690436"/>
                <a:gd name="csY437" fmla="*/ 257927 h 1384383"/>
                <a:gd name="csX438" fmla="*/ 630154 w 1690436"/>
                <a:gd name="csY438" fmla="*/ 257927 h 1384383"/>
                <a:gd name="csX439" fmla="*/ 633914 w 1690436"/>
                <a:gd name="csY439" fmla="*/ 255671 h 1384383"/>
                <a:gd name="csX440" fmla="*/ 634666 w 1690436"/>
                <a:gd name="csY440" fmla="*/ 254919 h 1384383"/>
                <a:gd name="csX441" fmla="*/ 634666 w 1690436"/>
                <a:gd name="csY441" fmla="*/ 253415 h 1384383"/>
                <a:gd name="csX442" fmla="*/ 635418 w 1690436"/>
                <a:gd name="csY442" fmla="*/ 251911 h 1384383"/>
                <a:gd name="csX443" fmla="*/ 633914 w 1690436"/>
                <a:gd name="csY443" fmla="*/ 245143 h 1384383"/>
                <a:gd name="csX444" fmla="*/ 634666 w 1690436"/>
                <a:gd name="csY444" fmla="*/ 241384 h 1384383"/>
                <a:gd name="csX445" fmla="*/ 634666 w 1690436"/>
                <a:gd name="csY445" fmla="*/ 239880 h 1384383"/>
                <a:gd name="csX446" fmla="*/ 633914 w 1690436"/>
                <a:gd name="csY446" fmla="*/ 238376 h 1384383"/>
                <a:gd name="csX447" fmla="*/ 632410 w 1690436"/>
                <a:gd name="csY447" fmla="*/ 233864 h 1384383"/>
                <a:gd name="csX448" fmla="*/ 631658 w 1690436"/>
                <a:gd name="csY448" fmla="*/ 232360 h 1384383"/>
                <a:gd name="csX449" fmla="*/ 629402 w 1690436"/>
                <a:gd name="csY449" fmla="*/ 212057 h 1384383"/>
                <a:gd name="csX450" fmla="*/ 629402 w 1690436"/>
                <a:gd name="csY450" fmla="*/ 210553 h 1384383"/>
                <a:gd name="csX451" fmla="*/ 628650 w 1690436"/>
                <a:gd name="csY451" fmla="*/ 210553 h 1384383"/>
                <a:gd name="csX452" fmla="*/ 627898 w 1690436"/>
                <a:gd name="csY452" fmla="*/ 209801 h 1384383"/>
                <a:gd name="csX453" fmla="*/ 624138 w 1690436"/>
                <a:gd name="csY453" fmla="*/ 209049 h 1384383"/>
                <a:gd name="csX454" fmla="*/ 623386 w 1690436"/>
                <a:gd name="csY454" fmla="*/ 209049 h 1384383"/>
                <a:gd name="csX455" fmla="*/ 621882 w 1690436"/>
                <a:gd name="csY455" fmla="*/ 207545 h 1384383"/>
                <a:gd name="csX456" fmla="*/ 621130 w 1690436"/>
                <a:gd name="csY456" fmla="*/ 206793 h 1384383"/>
                <a:gd name="csX457" fmla="*/ 621130 w 1690436"/>
                <a:gd name="csY457" fmla="*/ 206041 h 1384383"/>
                <a:gd name="csX458" fmla="*/ 620378 w 1690436"/>
                <a:gd name="csY458" fmla="*/ 206041 h 1384383"/>
                <a:gd name="csX459" fmla="*/ 620378 w 1690436"/>
                <a:gd name="csY459" fmla="*/ 205289 h 1384383"/>
                <a:gd name="csX460" fmla="*/ 618874 w 1690436"/>
                <a:gd name="csY460" fmla="*/ 187241 h 1384383"/>
                <a:gd name="csX461" fmla="*/ 619627 w 1690436"/>
                <a:gd name="csY461" fmla="*/ 185738 h 1384383"/>
                <a:gd name="csX462" fmla="*/ 620378 w 1690436"/>
                <a:gd name="csY462" fmla="*/ 184234 h 1384383"/>
                <a:gd name="csX463" fmla="*/ 621130 w 1690436"/>
                <a:gd name="csY463" fmla="*/ 183482 h 1384383"/>
                <a:gd name="csX464" fmla="*/ 621882 w 1690436"/>
                <a:gd name="csY464" fmla="*/ 182730 h 1384383"/>
                <a:gd name="csX465" fmla="*/ 624138 w 1690436"/>
                <a:gd name="csY465" fmla="*/ 180474 h 1384383"/>
                <a:gd name="csX466" fmla="*/ 625642 w 1690436"/>
                <a:gd name="csY466" fmla="*/ 178970 h 1384383"/>
                <a:gd name="csX467" fmla="*/ 626394 w 1690436"/>
                <a:gd name="csY467" fmla="*/ 177466 h 1384383"/>
                <a:gd name="csX468" fmla="*/ 628650 w 1690436"/>
                <a:gd name="csY468" fmla="*/ 174458 h 1384383"/>
                <a:gd name="csX469" fmla="*/ 630154 w 1690436"/>
                <a:gd name="csY469" fmla="*/ 172954 h 1384383"/>
                <a:gd name="csX470" fmla="*/ 631658 w 1690436"/>
                <a:gd name="csY470" fmla="*/ 169946 h 1384383"/>
                <a:gd name="csX471" fmla="*/ 631658 w 1690436"/>
                <a:gd name="csY471" fmla="*/ 169194 h 1384383"/>
                <a:gd name="csX472" fmla="*/ 631658 w 1690436"/>
                <a:gd name="csY472" fmla="*/ 167690 h 1384383"/>
                <a:gd name="csX473" fmla="*/ 630906 w 1690436"/>
                <a:gd name="csY473" fmla="*/ 165434 h 1384383"/>
                <a:gd name="csX474" fmla="*/ 628650 w 1690436"/>
                <a:gd name="csY474" fmla="*/ 160922 h 1384383"/>
                <a:gd name="csX475" fmla="*/ 627898 w 1690436"/>
                <a:gd name="csY475" fmla="*/ 157914 h 1384383"/>
                <a:gd name="csX476" fmla="*/ 627146 w 1690436"/>
                <a:gd name="csY476" fmla="*/ 157162 h 1384383"/>
                <a:gd name="csX477" fmla="*/ 626394 w 1690436"/>
                <a:gd name="csY477" fmla="*/ 156411 h 1384383"/>
                <a:gd name="csX478" fmla="*/ 625642 w 1690436"/>
                <a:gd name="csY478" fmla="*/ 156411 h 1384383"/>
                <a:gd name="csX479" fmla="*/ 624138 w 1690436"/>
                <a:gd name="csY479" fmla="*/ 156411 h 1384383"/>
                <a:gd name="csX480" fmla="*/ 621130 w 1690436"/>
                <a:gd name="csY480" fmla="*/ 157162 h 1384383"/>
                <a:gd name="csX481" fmla="*/ 620378 w 1690436"/>
                <a:gd name="csY481" fmla="*/ 157162 h 1384383"/>
                <a:gd name="csX482" fmla="*/ 620378 w 1690436"/>
                <a:gd name="csY482" fmla="*/ 154907 h 1384383"/>
                <a:gd name="csX483" fmla="*/ 625642 w 1690436"/>
                <a:gd name="csY483" fmla="*/ 129340 h 1384383"/>
                <a:gd name="csX484" fmla="*/ 625642 w 1690436"/>
                <a:gd name="csY484" fmla="*/ 128588 h 1384383"/>
                <a:gd name="csX485" fmla="*/ 626394 w 1690436"/>
                <a:gd name="csY485" fmla="*/ 127084 h 1384383"/>
                <a:gd name="csX486" fmla="*/ 626394 w 1690436"/>
                <a:gd name="csY486" fmla="*/ 126332 h 1384383"/>
                <a:gd name="csX487" fmla="*/ 627146 w 1690436"/>
                <a:gd name="csY487" fmla="*/ 125580 h 1384383"/>
                <a:gd name="csX488" fmla="*/ 627898 w 1690436"/>
                <a:gd name="csY488" fmla="*/ 124828 h 1384383"/>
                <a:gd name="csX489" fmla="*/ 629402 w 1690436"/>
                <a:gd name="csY489" fmla="*/ 123324 h 1384383"/>
                <a:gd name="csX490" fmla="*/ 630154 w 1690436"/>
                <a:gd name="csY490" fmla="*/ 122572 h 1384383"/>
                <a:gd name="csX491" fmla="*/ 633162 w 1690436"/>
                <a:gd name="csY491" fmla="*/ 121820 h 1384383"/>
                <a:gd name="csX492" fmla="*/ 634666 w 1690436"/>
                <a:gd name="csY492" fmla="*/ 121068 h 1384383"/>
                <a:gd name="csX493" fmla="*/ 640682 w 1690436"/>
                <a:gd name="csY493" fmla="*/ 120316 h 1384383"/>
                <a:gd name="csX494" fmla="*/ 644442 w 1690436"/>
                <a:gd name="csY494" fmla="*/ 121068 h 1384383"/>
                <a:gd name="csX495" fmla="*/ 648201 w 1690436"/>
                <a:gd name="csY495" fmla="*/ 121820 h 1384383"/>
                <a:gd name="csX496" fmla="*/ 649705 w 1690436"/>
                <a:gd name="csY496" fmla="*/ 122572 h 1384383"/>
                <a:gd name="csX497" fmla="*/ 664745 w 1690436"/>
                <a:gd name="csY497" fmla="*/ 130092 h 1384383"/>
                <a:gd name="csX498" fmla="*/ 667753 w 1690436"/>
                <a:gd name="csY498" fmla="*/ 131595 h 1384383"/>
                <a:gd name="csX499" fmla="*/ 668505 w 1690436"/>
                <a:gd name="csY499" fmla="*/ 131595 h 1384383"/>
                <a:gd name="csX500" fmla="*/ 670008 w 1690436"/>
                <a:gd name="csY500" fmla="*/ 130843 h 1384383"/>
                <a:gd name="csX501" fmla="*/ 671512 w 1690436"/>
                <a:gd name="csY501" fmla="*/ 130843 h 1384383"/>
                <a:gd name="csX502" fmla="*/ 675272 w 1690436"/>
                <a:gd name="csY502" fmla="*/ 127836 h 1384383"/>
                <a:gd name="csX503" fmla="*/ 678280 w 1690436"/>
                <a:gd name="csY503" fmla="*/ 125580 h 1384383"/>
                <a:gd name="csX504" fmla="*/ 678280 w 1690436"/>
                <a:gd name="csY504" fmla="*/ 124828 h 1384383"/>
                <a:gd name="csX505" fmla="*/ 678280 w 1690436"/>
                <a:gd name="csY505" fmla="*/ 124076 h 1384383"/>
                <a:gd name="csX506" fmla="*/ 677528 w 1690436"/>
                <a:gd name="csY506" fmla="*/ 120316 h 1384383"/>
                <a:gd name="csX507" fmla="*/ 676776 w 1690436"/>
                <a:gd name="csY507" fmla="*/ 115804 h 1384383"/>
                <a:gd name="csX508" fmla="*/ 676776 w 1690436"/>
                <a:gd name="csY508" fmla="*/ 112044 h 1384383"/>
                <a:gd name="csX509" fmla="*/ 676776 w 1690436"/>
                <a:gd name="csY509" fmla="*/ 111292 h 1384383"/>
                <a:gd name="csX510" fmla="*/ 676776 w 1690436"/>
                <a:gd name="csY510" fmla="*/ 110540 h 1384383"/>
                <a:gd name="csX511" fmla="*/ 676025 w 1690436"/>
                <a:gd name="csY511" fmla="*/ 109788 h 1384383"/>
                <a:gd name="csX512" fmla="*/ 674521 w 1690436"/>
                <a:gd name="csY512" fmla="*/ 108284 h 1384383"/>
                <a:gd name="csX513" fmla="*/ 673768 w 1690436"/>
                <a:gd name="csY513" fmla="*/ 106780 h 1384383"/>
                <a:gd name="csX514" fmla="*/ 673768 w 1690436"/>
                <a:gd name="csY514" fmla="*/ 106028 h 1384383"/>
                <a:gd name="csX515" fmla="*/ 673768 w 1690436"/>
                <a:gd name="csY515" fmla="*/ 105276 h 1384383"/>
                <a:gd name="csX516" fmla="*/ 673768 w 1690436"/>
                <a:gd name="csY516" fmla="*/ 104524 h 1384383"/>
                <a:gd name="csX517" fmla="*/ 673768 w 1690436"/>
                <a:gd name="csY517" fmla="*/ 103773 h 1384383"/>
                <a:gd name="csX518" fmla="*/ 676025 w 1690436"/>
                <a:gd name="csY518" fmla="*/ 100013 h 1384383"/>
                <a:gd name="csX519" fmla="*/ 676776 w 1690436"/>
                <a:gd name="csY519" fmla="*/ 99261 h 1384383"/>
                <a:gd name="csX520" fmla="*/ 676776 w 1690436"/>
                <a:gd name="csY520" fmla="*/ 98509 h 1384383"/>
                <a:gd name="csX521" fmla="*/ 676776 w 1690436"/>
                <a:gd name="csY521" fmla="*/ 97757 h 1384383"/>
                <a:gd name="csX522" fmla="*/ 676776 w 1690436"/>
                <a:gd name="csY522" fmla="*/ 97005 h 1384383"/>
                <a:gd name="csX523" fmla="*/ 676025 w 1690436"/>
                <a:gd name="csY523" fmla="*/ 96253 h 1384383"/>
                <a:gd name="csX524" fmla="*/ 673768 w 1690436"/>
                <a:gd name="csY524" fmla="*/ 93245 h 1384383"/>
                <a:gd name="csX525" fmla="*/ 673768 w 1690436"/>
                <a:gd name="csY525" fmla="*/ 92493 h 1384383"/>
                <a:gd name="csX526" fmla="*/ 673016 w 1690436"/>
                <a:gd name="csY526" fmla="*/ 91741 h 1384383"/>
                <a:gd name="csX527" fmla="*/ 673016 w 1690436"/>
                <a:gd name="csY527" fmla="*/ 88733 h 1384383"/>
                <a:gd name="csX528" fmla="*/ 673016 w 1690436"/>
                <a:gd name="csY528" fmla="*/ 87981 h 1384383"/>
                <a:gd name="csX529" fmla="*/ 673016 w 1690436"/>
                <a:gd name="csY529" fmla="*/ 87229 h 1384383"/>
                <a:gd name="csX530" fmla="*/ 673768 w 1690436"/>
                <a:gd name="csY530" fmla="*/ 86477 h 1384383"/>
                <a:gd name="csX531" fmla="*/ 675272 w 1690436"/>
                <a:gd name="csY531" fmla="*/ 83469 h 1384383"/>
                <a:gd name="csX532" fmla="*/ 682792 w 1690436"/>
                <a:gd name="csY532" fmla="*/ 74445 h 1384383"/>
                <a:gd name="csX533" fmla="*/ 683544 w 1690436"/>
                <a:gd name="csY533" fmla="*/ 73694 h 1384383"/>
                <a:gd name="csX534" fmla="*/ 685048 w 1690436"/>
                <a:gd name="csY534" fmla="*/ 74445 h 1384383"/>
                <a:gd name="csX535" fmla="*/ 687304 w 1690436"/>
                <a:gd name="csY535" fmla="*/ 75197 h 1384383"/>
                <a:gd name="csX536" fmla="*/ 690312 w 1690436"/>
                <a:gd name="csY536" fmla="*/ 77453 h 1384383"/>
                <a:gd name="csX537" fmla="*/ 702344 w 1690436"/>
                <a:gd name="csY537" fmla="*/ 83469 h 1384383"/>
                <a:gd name="csX538" fmla="*/ 704599 w 1690436"/>
                <a:gd name="csY538" fmla="*/ 85725 h 1384383"/>
                <a:gd name="csX539" fmla="*/ 707607 w 1690436"/>
                <a:gd name="csY539" fmla="*/ 87981 h 1384383"/>
                <a:gd name="csX540" fmla="*/ 712119 w 1690436"/>
                <a:gd name="csY540" fmla="*/ 93245 h 1384383"/>
                <a:gd name="csX541" fmla="*/ 712119 w 1690436"/>
                <a:gd name="csY541" fmla="*/ 93997 h 1384383"/>
                <a:gd name="csX542" fmla="*/ 712871 w 1690436"/>
                <a:gd name="csY542" fmla="*/ 95501 h 1384383"/>
                <a:gd name="csX543" fmla="*/ 715879 w 1690436"/>
                <a:gd name="csY543" fmla="*/ 104524 h 1384383"/>
                <a:gd name="csX544" fmla="*/ 715879 w 1690436"/>
                <a:gd name="csY544" fmla="*/ 105276 h 1384383"/>
                <a:gd name="csX545" fmla="*/ 717383 w 1690436"/>
                <a:gd name="csY545" fmla="*/ 105276 h 1384383"/>
                <a:gd name="csX546" fmla="*/ 719639 w 1690436"/>
                <a:gd name="csY546" fmla="*/ 106028 h 1384383"/>
                <a:gd name="csX547" fmla="*/ 724151 w 1690436"/>
                <a:gd name="csY547" fmla="*/ 106028 h 1384383"/>
                <a:gd name="csX548" fmla="*/ 727910 w 1690436"/>
                <a:gd name="csY548" fmla="*/ 106028 h 1384383"/>
                <a:gd name="csX549" fmla="*/ 728663 w 1690436"/>
                <a:gd name="csY549" fmla="*/ 106028 h 1384383"/>
                <a:gd name="csX550" fmla="*/ 728663 w 1690436"/>
                <a:gd name="csY550" fmla="*/ 106780 h 1384383"/>
                <a:gd name="csX551" fmla="*/ 731670 w 1690436"/>
                <a:gd name="csY551" fmla="*/ 109036 h 1384383"/>
                <a:gd name="csX552" fmla="*/ 733174 w 1690436"/>
                <a:gd name="csY552" fmla="*/ 109036 h 1384383"/>
                <a:gd name="csX553" fmla="*/ 739942 w 1690436"/>
                <a:gd name="csY553" fmla="*/ 107532 h 1384383"/>
                <a:gd name="csX554" fmla="*/ 742198 w 1690436"/>
                <a:gd name="csY554" fmla="*/ 107532 h 1384383"/>
                <a:gd name="csX555" fmla="*/ 743702 w 1690436"/>
                <a:gd name="csY555" fmla="*/ 107532 h 1384383"/>
                <a:gd name="csX556" fmla="*/ 745958 w 1690436"/>
                <a:gd name="csY556" fmla="*/ 108284 h 1384383"/>
                <a:gd name="csX557" fmla="*/ 746710 w 1690436"/>
                <a:gd name="csY557" fmla="*/ 109036 h 1384383"/>
                <a:gd name="csX558" fmla="*/ 747462 w 1690436"/>
                <a:gd name="csY558" fmla="*/ 108284 h 1384383"/>
                <a:gd name="csX559" fmla="*/ 749718 w 1690436"/>
                <a:gd name="csY559" fmla="*/ 106780 h 1384383"/>
                <a:gd name="csX560" fmla="*/ 750470 w 1690436"/>
                <a:gd name="csY560" fmla="*/ 105276 h 1384383"/>
                <a:gd name="csX561" fmla="*/ 751974 w 1690436"/>
                <a:gd name="csY561" fmla="*/ 102268 h 1384383"/>
                <a:gd name="csX562" fmla="*/ 753478 w 1690436"/>
                <a:gd name="csY562" fmla="*/ 100764 h 1384383"/>
                <a:gd name="csX563" fmla="*/ 757238 w 1690436"/>
                <a:gd name="csY563" fmla="*/ 98509 h 1384383"/>
                <a:gd name="csX564" fmla="*/ 757989 w 1690436"/>
                <a:gd name="csY564" fmla="*/ 100013 h 1384383"/>
                <a:gd name="csX565" fmla="*/ 757989 w 1690436"/>
                <a:gd name="csY565" fmla="*/ 101516 h 1384383"/>
                <a:gd name="csX566" fmla="*/ 760245 w 1690436"/>
                <a:gd name="csY566" fmla="*/ 105276 h 1384383"/>
                <a:gd name="csX567" fmla="*/ 760245 w 1690436"/>
                <a:gd name="csY567" fmla="*/ 106028 h 1384383"/>
                <a:gd name="csX568" fmla="*/ 760245 w 1690436"/>
                <a:gd name="csY568" fmla="*/ 109788 h 1384383"/>
                <a:gd name="csX569" fmla="*/ 760245 w 1690436"/>
                <a:gd name="csY569" fmla="*/ 110540 h 1384383"/>
                <a:gd name="csX570" fmla="*/ 760998 w 1690436"/>
                <a:gd name="csY570" fmla="*/ 111292 h 1384383"/>
                <a:gd name="csX571" fmla="*/ 764757 w 1690436"/>
                <a:gd name="csY571" fmla="*/ 116556 h 1384383"/>
                <a:gd name="csX572" fmla="*/ 764757 w 1690436"/>
                <a:gd name="csY572" fmla="*/ 117308 h 1384383"/>
                <a:gd name="csX573" fmla="*/ 764757 w 1690436"/>
                <a:gd name="csY573" fmla="*/ 118060 h 1384383"/>
                <a:gd name="csX574" fmla="*/ 764757 w 1690436"/>
                <a:gd name="csY574" fmla="*/ 118812 h 1384383"/>
                <a:gd name="csX575" fmla="*/ 764757 w 1690436"/>
                <a:gd name="csY575" fmla="*/ 119564 h 1384383"/>
                <a:gd name="csX576" fmla="*/ 764757 w 1690436"/>
                <a:gd name="csY576" fmla="*/ 120316 h 1384383"/>
                <a:gd name="csX577" fmla="*/ 762502 w 1690436"/>
                <a:gd name="csY577" fmla="*/ 122572 h 1384383"/>
                <a:gd name="csX578" fmla="*/ 761749 w 1690436"/>
                <a:gd name="csY578" fmla="*/ 123324 h 1384383"/>
                <a:gd name="csX579" fmla="*/ 759493 w 1690436"/>
                <a:gd name="csY579" fmla="*/ 130092 h 1384383"/>
                <a:gd name="csX580" fmla="*/ 757989 w 1690436"/>
                <a:gd name="csY580" fmla="*/ 135355 h 1384383"/>
                <a:gd name="csX581" fmla="*/ 754982 w 1690436"/>
                <a:gd name="csY581" fmla="*/ 142123 h 1384383"/>
                <a:gd name="csX582" fmla="*/ 751974 w 1690436"/>
                <a:gd name="csY582" fmla="*/ 148139 h 1384383"/>
                <a:gd name="csX583" fmla="*/ 750470 w 1690436"/>
                <a:gd name="csY583" fmla="*/ 150395 h 1384383"/>
                <a:gd name="csX584" fmla="*/ 749718 w 1690436"/>
                <a:gd name="csY584" fmla="*/ 151147 h 1384383"/>
                <a:gd name="csX585" fmla="*/ 748966 w 1690436"/>
                <a:gd name="csY585" fmla="*/ 154155 h 1384383"/>
                <a:gd name="csX586" fmla="*/ 748214 w 1690436"/>
                <a:gd name="csY586" fmla="*/ 154907 h 1384383"/>
                <a:gd name="csX587" fmla="*/ 748214 w 1690436"/>
                <a:gd name="csY587" fmla="*/ 155659 h 1384383"/>
                <a:gd name="csX588" fmla="*/ 748214 w 1690436"/>
                <a:gd name="csY588" fmla="*/ 156411 h 1384383"/>
                <a:gd name="csX589" fmla="*/ 748966 w 1690436"/>
                <a:gd name="csY589" fmla="*/ 157162 h 1384383"/>
                <a:gd name="csX590" fmla="*/ 749718 w 1690436"/>
                <a:gd name="csY590" fmla="*/ 157914 h 1384383"/>
                <a:gd name="csX591" fmla="*/ 751222 w 1690436"/>
                <a:gd name="csY591" fmla="*/ 157914 h 1384383"/>
                <a:gd name="csX592" fmla="*/ 752726 w 1690436"/>
                <a:gd name="csY592" fmla="*/ 157162 h 1384383"/>
                <a:gd name="csX593" fmla="*/ 754230 w 1690436"/>
                <a:gd name="csY593" fmla="*/ 154907 h 1384383"/>
                <a:gd name="csX594" fmla="*/ 754982 w 1690436"/>
                <a:gd name="csY594" fmla="*/ 154155 h 1384383"/>
                <a:gd name="csX595" fmla="*/ 756485 w 1690436"/>
                <a:gd name="csY595" fmla="*/ 153403 h 1384383"/>
                <a:gd name="csX596" fmla="*/ 764005 w 1690436"/>
                <a:gd name="csY596" fmla="*/ 149643 h 1384383"/>
                <a:gd name="csX597" fmla="*/ 764757 w 1690436"/>
                <a:gd name="csY597" fmla="*/ 149643 h 1384383"/>
                <a:gd name="csX598" fmla="*/ 765509 w 1690436"/>
                <a:gd name="csY598" fmla="*/ 148891 h 1384383"/>
                <a:gd name="csX599" fmla="*/ 766261 w 1690436"/>
                <a:gd name="csY599" fmla="*/ 148139 h 1384383"/>
                <a:gd name="csX600" fmla="*/ 767765 w 1690436"/>
                <a:gd name="csY600" fmla="*/ 145883 h 1384383"/>
                <a:gd name="csX601" fmla="*/ 768517 w 1690436"/>
                <a:gd name="csY601" fmla="*/ 145131 h 1384383"/>
                <a:gd name="csX602" fmla="*/ 769269 w 1690436"/>
                <a:gd name="csY602" fmla="*/ 143627 h 1384383"/>
                <a:gd name="csX603" fmla="*/ 770773 w 1690436"/>
                <a:gd name="csY603" fmla="*/ 140619 h 1384383"/>
                <a:gd name="csX604" fmla="*/ 771525 w 1690436"/>
                <a:gd name="csY604" fmla="*/ 139867 h 1384383"/>
                <a:gd name="csX605" fmla="*/ 772277 w 1690436"/>
                <a:gd name="csY605" fmla="*/ 139115 h 1384383"/>
                <a:gd name="csX606" fmla="*/ 773781 w 1690436"/>
                <a:gd name="csY606" fmla="*/ 139115 h 1384383"/>
                <a:gd name="csX607" fmla="*/ 775285 w 1690436"/>
                <a:gd name="csY607" fmla="*/ 139115 h 1384383"/>
                <a:gd name="csX608" fmla="*/ 783557 w 1690436"/>
                <a:gd name="csY608" fmla="*/ 139867 h 1384383"/>
                <a:gd name="csX609" fmla="*/ 785813 w 1690436"/>
                <a:gd name="csY609" fmla="*/ 140619 h 1384383"/>
                <a:gd name="csX610" fmla="*/ 797092 w 1690436"/>
                <a:gd name="csY610" fmla="*/ 142123 h 1384383"/>
                <a:gd name="csX611" fmla="*/ 798596 w 1690436"/>
                <a:gd name="csY611" fmla="*/ 142123 h 1384383"/>
                <a:gd name="csX612" fmla="*/ 799348 w 1690436"/>
                <a:gd name="csY612" fmla="*/ 142123 h 1384383"/>
                <a:gd name="csX613" fmla="*/ 804612 w 1690436"/>
                <a:gd name="csY613" fmla="*/ 139115 h 1384383"/>
                <a:gd name="csX614" fmla="*/ 809876 w 1690436"/>
                <a:gd name="csY614" fmla="*/ 133851 h 1384383"/>
                <a:gd name="csX615" fmla="*/ 811380 w 1690436"/>
                <a:gd name="csY615" fmla="*/ 131595 h 1384383"/>
                <a:gd name="csX616" fmla="*/ 812132 w 1690436"/>
                <a:gd name="csY616" fmla="*/ 128588 h 1384383"/>
                <a:gd name="csX617" fmla="*/ 812883 w 1690436"/>
                <a:gd name="csY617" fmla="*/ 126332 h 1384383"/>
                <a:gd name="csX618" fmla="*/ 812883 w 1690436"/>
                <a:gd name="csY618" fmla="*/ 125580 h 1384383"/>
                <a:gd name="csX619" fmla="*/ 815891 w 1690436"/>
                <a:gd name="csY619" fmla="*/ 124076 h 1384383"/>
                <a:gd name="csX620" fmla="*/ 818147 w 1690436"/>
                <a:gd name="csY620" fmla="*/ 122572 h 1384383"/>
                <a:gd name="csX621" fmla="*/ 820403 w 1690436"/>
                <a:gd name="csY621" fmla="*/ 120316 h 1384383"/>
                <a:gd name="csX622" fmla="*/ 821155 w 1690436"/>
                <a:gd name="csY622" fmla="*/ 119564 h 1384383"/>
                <a:gd name="csX623" fmla="*/ 821907 w 1690436"/>
                <a:gd name="csY623" fmla="*/ 118060 h 1384383"/>
                <a:gd name="csX624" fmla="*/ 822659 w 1690436"/>
                <a:gd name="csY624" fmla="*/ 117308 h 1384383"/>
                <a:gd name="csX625" fmla="*/ 824163 w 1690436"/>
                <a:gd name="csY625" fmla="*/ 115052 h 1384383"/>
                <a:gd name="csX626" fmla="*/ 825667 w 1690436"/>
                <a:gd name="csY626" fmla="*/ 113548 h 1384383"/>
                <a:gd name="csX627" fmla="*/ 827171 w 1690436"/>
                <a:gd name="csY627" fmla="*/ 112044 h 1384383"/>
                <a:gd name="csX628" fmla="*/ 827171 w 1690436"/>
                <a:gd name="csY628" fmla="*/ 111292 h 1384383"/>
                <a:gd name="csX629" fmla="*/ 827171 w 1690436"/>
                <a:gd name="csY629" fmla="*/ 110540 h 1384383"/>
                <a:gd name="csX630" fmla="*/ 827923 w 1690436"/>
                <a:gd name="csY630" fmla="*/ 109788 h 1384383"/>
                <a:gd name="csX631" fmla="*/ 828675 w 1690436"/>
                <a:gd name="csY631" fmla="*/ 109036 h 1384383"/>
                <a:gd name="csX632" fmla="*/ 832435 w 1690436"/>
                <a:gd name="csY632" fmla="*/ 109036 h 1384383"/>
                <a:gd name="csX633" fmla="*/ 833187 w 1690436"/>
                <a:gd name="csY633" fmla="*/ 109036 h 1384383"/>
                <a:gd name="csX634" fmla="*/ 833939 w 1690436"/>
                <a:gd name="csY634" fmla="*/ 109036 h 1384383"/>
                <a:gd name="csX635" fmla="*/ 834691 w 1690436"/>
                <a:gd name="csY635" fmla="*/ 109788 h 1384383"/>
                <a:gd name="csX636" fmla="*/ 836947 w 1690436"/>
                <a:gd name="csY636" fmla="*/ 110540 h 1384383"/>
                <a:gd name="csX637" fmla="*/ 838451 w 1690436"/>
                <a:gd name="csY637" fmla="*/ 110540 h 1384383"/>
                <a:gd name="csX638" fmla="*/ 842211 w 1690436"/>
                <a:gd name="csY638" fmla="*/ 109788 h 1384383"/>
                <a:gd name="csX639" fmla="*/ 845219 w 1690436"/>
                <a:gd name="csY639" fmla="*/ 108284 h 1384383"/>
                <a:gd name="csX640" fmla="*/ 851234 w 1690436"/>
                <a:gd name="csY640" fmla="*/ 105276 h 1384383"/>
                <a:gd name="csX641" fmla="*/ 854994 w 1690436"/>
                <a:gd name="csY641" fmla="*/ 101516 h 1384383"/>
                <a:gd name="csX642" fmla="*/ 857250 w 1690436"/>
                <a:gd name="csY642" fmla="*/ 99261 h 1384383"/>
                <a:gd name="csX643" fmla="*/ 858002 w 1690436"/>
                <a:gd name="csY643" fmla="*/ 98509 h 1384383"/>
                <a:gd name="csX644" fmla="*/ 859506 w 1690436"/>
                <a:gd name="csY644" fmla="*/ 98509 h 1384383"/>
                <a:gd name="csX645" fmla="*/ 861762 w 1690436"/>
                <a:gd name="csY645" fmla="*/ 97757 h 1384383"/>
                <a:gd name="csX646" fmla="*/ 863266 w 1690436"/>
                <a:gd name="csY646" fmla="*/ 97005 h 1384383"/>
                <a:gd name="csX647" fmla="*/ 864018 w 1690436"/>
                <a:gd name="csY647" fmla="*/ 97005 h 1384383"/>
                <a:gd name="csX648" fmla="*/ 865522 w 1690436"/>
                <a:gd name="csY648" fmla="*/ 93997 h 1384383"/>
                <a:gd name="csX649" fmla="*/ 866274 w 1690436"/>
                <a:gd name="csY649" fmla="*/ 93245 h 1384383"/>
                <a:gd name="csX650" fmla="*/ 867026 w 1690436"/>
                <a:gd name="csY650" fmla="*/ 92493 h 1384383"/>
                <a:gd name="csX651" fmla="*/ 868530 w 1690436"/>
                <a:gd name="csY651" fmla="*/ 90989 h 1384383"/>
                <a:gd name="csX652" fmla="*/ 869281 w 1690436"/>
                <a:gd name="csY652" fmla="*/ 90237 h 1384383"/>
                <a:gd name="csX653" fmla="*/ 870034 w 1690436"/>
                <a:gd name="csY653" fmla="*/ 87981 h 1384383"/>
                <a:gd name="csX654" fmla="*/ 870785 w 1690436"/>
                <a:gd name="csY654" fmla="*/ 87229 h 1384383"/>
                <a:gd name="csX655" fmla="*/ 876049 w 1690436"/>
                <a:gd name="csY655" fmla="*/ 82717 h 1384383"/>
                <a:gd name="csX656" fmla="*/ 876801 w 1690436"/>
                <a:gd name="csY656" fmla="*/ 81965 h 1384383"/>
                <a:gd name="csX657" fmla="*/ 876801 w 1690436"/>
                <a:gd name="csY657" fmla="*/ 81213 h 1384383"/>
                <a:gd name="csX658" fmla="*/ 877553 w 1690436"/>
                <a:gd name="csY658" fmla="*/ 79709 h 1384383"/>
                <a:gd name="csX659" fmla="*/ 878305 w 1690436"/>
                <a:gd name="csY659" fmla="*/ 78957 h 1384383"/>
                <a:gd name="csX660" fmla="*/ 878305 w 1690436"/>
                <a:gd name="csY660" fmla="*/ 78205 h 1384383"/>
                <a:gd name="csX661" fmla="*/ 879057 w 1690436"/>
                <a:gd name="csY661" fmla="*/ 78205 h 1384383"/>
                <a:gd name="csX662" fmla="*/ 880561 w 1690436"/>
                <a:gd name="csY662" fmla="*/ 77453 h 1384383"/>
                <a:gd name="csX663" fmla="*/ 882817 w 1690436"/>
                <a:gd name="csY663" fmla="*/ 77453 h 1384383"/>
                <a:gd name="csX664" fmla="*/ 885825 w 1690436"/>
                <a:gd name="csY664" fmla="*/ 77453 h 1384383"/>
                <a:gd name="csX665" fmla="*/ 886577 w 1690436"/>
                <a:gd name="csY665" fmla="*/ 76701 h 1384383"/>
                <a:gd name="csX666" fmla="*/ 888833 w 1690436"/>
                <a:gd name="csY666" fmla="*/ 75949 h 1384383"/>
                <a:gd name="csX667" fmla="*/ 890337 w 1690436"/>
                <a:gd name="csY667" fmla="*/ 75949 h 1384383"/>
                <a:gd name="csX668" fmla="*/ 891841 w 1690436"/>
                <a:gd name="csY668" fmla="*/ 75949 h 1384383"/>
                <a:gd name="csX669" fmla="*/ 892593 w 1690436"/>
                <a:gd name="csY669" fmla="*/ 75949 h 1384383"/>
                <a:gd name="csX670" fmla="*/ 893345 w 1690436"/>
                <a:gd name="csY670" fmla="*/ 76701 h 1384383"/>
                <a:gd name="csX671" fmla="*/ 894097 w 1690436"/>
                <a:gd name="csY671" fmla="*/ 75949 h 1384383"/>
                <a:gd name="csX672" fmla="*/ 897105 w 1690436"/>
                <a:gd name="csY672" fmla="*/ 75197 h 1384383"/>
                <a:gd name="csX673" fmla="*/ 930192 w 1690436"/>
                <a:gd name="csY673" fmla="*/ 56398 h 1384383"/>
                <a:gd name="csX674" fmla="*/ 933951 w 1690436"/>
                <a:gd name="csY674" fmla="*/ 53390 h 1384383"/>
                <a:gd name="csX675" fmla="*/ 933951 w 1690436"/>
                <a:gd name="csY675" fmla="*/ 52638 h 1384383"/>
                <a:gd name="csX676" fmla="*/ 933951 w 1690436"/>
                <a:gd name="csY676" fmla="*/ 51134 h 1384383"/>
                <a:gd name="csX677" fmla="*/ 934703 w 1690436"/>
                <a:gd name="csY677" fmla="*/ 50382 h 1384383"/>
                <a:gd name="csX678" fmla="*/ 936959 w 1690436"/>
                <a:gd name="csY678" fmla="*/ 46622 h 1384383"/>
                <a:gd name="csX679" fmla="*/ 936959 w 1690436"/>
                <a:gd name="csY679" fmla="*/ 45118 h 1384383"/>
                <a:gd name="csX680" fmla="*/ 936959 w 1690436"/>
                <a:gd name="csY680" fmla="*/ 44366 h 1384383"/>
                <a:gd name="csX681" fmla="*/ 936959 w 1690436"/>
                <a:gd name="csY681" fmla="*/ 43615 h 1384383"/>
                <a:gd name="csX682" fmla="*/ 938463 w 1690436"/>
                <a:gd name="csY682" fmla="*/ 43615 h 1384383"/>
                <a:gd name="csX683" fmla="*/ 939967 w 1690436"/>
                <a:gd name="csY683" fmla="*/ 42863 h 1384383"/>
                <a:gd name="csX684" fmla="*/ 941471 w 1690436"/>
                <a:gd name="csY684" fmla="*/ 42111 h 1384383"/>
                <a:gd name="csX685" fmla="*/ 957262 w 1690436"/>
                <a:gd name="csY685" fmla="*/ 32335 h 1384383"/>
                <a:gd name="csX686" fmla="*/ 959518 w 1690436"/>
                <a:gd name="csY686" fmla="*/ 29327 h 1384383"/>
                <a:gd name="csX687" fmla="*/ 962526 w 1690436"/>
                <a:gd name="csY687" fmla="*/ 27071 h 1384383"/>
                <a:gd name="csX688" fmla="*/ 963278 w 1690436"/>
                <a:gd name="csY688" fmla="*/ 26319 h 1384383"/>
                <a:gd name="csX689" fmla="*/ 964030 w 1690436"/>
                <a:gd name="csY689" fmla="*/ 25567 h 1384383"/>
                <a:gd name="csX690" fmla="*/ 964782 w 1690436"/>
                <a:gd name="csY690" fmla="*/ 24815 h 1384383"/>
                <a:gd name="csX691" fmla="*/ 967038 w 1690436"/>
                <a:gd name="csY691" fmla="*/ 24063 h 1384383"/>
                <a:gd name="csX692" fmla="*/ 970798 w 1690436"/>
                <a:gd name="csY692" fmla="*/ 21055 h 1384383"/>
                <a:gd name="csX693" fmla="*/ 975310 w 1690436"/>
                <a:gd name="csY693" fmla="*/ 18799 h 1384383"/>
                <a:gd name="csX694" fmla="*/ 976814 w 1690436"/>
                <a:gd name="csY694" fmla="*/ 18047 h 1384383"/>
                <a:gd name="csX695" fmla="*/ 979070 w 1690436"/>
                <a:gd name="csY695" fmla="*/ 16544 h 1384383"/>
                <a:gd name="csX696" fmla="*/ 993357 w 1690436"/>
                <a:gd name="csY696" fmla="*/ 12032 h 1384383"/>
                <a:gd name="csX697" fmla="*/ 1002381 w 1690436"/>
                <a:gd name="csY697" fmla="*/ 6768 h 1384383"/>
                <a:gd name="csX698" fmla="*/ 1007645 w 1690436"/>
                <a:gd name="csY698" fmla="*/ 6016 h 1384383"/>
                <a:gd name="csX699" fmla="*/ 1009149 w 1690436"/>
                <a:gd name="csY699" fmla="*/ 5264 h 1384383"/>
                <a:gd name="csX700" fmla="*/ 1010653 w 1690436"/>
                <a:gd name="csY700" fmla="*/ 4512 h 1384383"/>
                <a:gd name="csX701" fmla="*/ 1013660 w 1690436"/>
                <a:gd name="csY701" fmla="*/ 2256 h 1384383"/>
                <a:gd name="csX702" fmla="*/ 1014413 w 1690436"/>
                <a:gd name="csY702" fmla="*/ 1504 h 1384383"/>
                <a:gd name="csX703" fmla="*/ 1015165 w 1690436"/>
                <a:gd name="csY703" fmla="*/ 1504 h 1384383"/>
                <a:gd name="csX704" fmla="*/ 1016669 w 1690436"/>
                <a:gd name="csY704" fmla="*/ 1504 h 1384383"/>
                <a:gd name="csX705" fmla="*/ 1018924 w 1690436"/>
                <a:gd name="csY705" fmla="*/ 2256 h 1384383"/>
                <a:gd name="csX706" fmla="*/ 1020428 w 1690436"/>
                <a:gd name="csY706" fmla="*/ 2256 h 1384383"/>
                <a:gd name="csX707" fmla="*/ 1021932 w 1690436"/>
                <a:gd name="csY707" fmla="*/ 1504 h 1384383"/>
                <a:gd name="csX708" fmla="*/ 1022684 w 1690436"/>
                <a:gd name="csY708" fmla="*/ 1504 h 1384383"/>
                <a:gd name="csX709" fmla="*/ 1023436 w 1690436"/>
                <a:gd name="csY709" fmla="*/ 2256 h 1384383"/>
                <a:gd name="csX710" fmla="*/ 1026444 w 1690436"/>
                <a:gd name="csY710" fmla="*/ 3008 h 1384383"/>
                <a:gd name="csX711" fmla="*/ 1027196 w 1690436"/>
                <a:gd name="csY711" fmla="*/ 3008 h 1384383"/>
                <a:gd name="csX712" fmla="*/ 1027948 w 1690436"/>
                <a:gd name="csY712" fmla="*/ 3008 h 1384383"/>
                <a:gd name="csX713" fmla="*/ 1028700 w 1690436"/>
                <a:gd name="csY713" fmla="*/ 2256 h 1384383"/>
                <a:gd name="csX714" fmla="*/ 1028700 w 1690436"/>
                <a:gd name="csY714" fmla="*/ 1504 h 1384383"/>
                <a:gd name="csX715" fmla="*/ 1029452 w 1690436"/>
                <a:gd name="csY715" fmla="*/ 752 h 1384383"/>
                <a:gd name="csX716" fmla="*/ 1030204 w 1690436"/>
                <a:gd name="csY716" fmla="*/ 0 h 1384383"/>
                <a:gd name="csX717" fmla="*/ 1030956 w 1690436"/>
                <a:gd name="csY717" fmla="*/ 0 h 1384383"/>
                <a:gd name="csX718" fmla="*/ 1031708 w 1690436"/>
                <a:gd name="csY718" fmla="*/ 0 h 1384383"/>
                <a:gd name="csX719" fmla="*/ 1033212 w 1690436"/>
                <a:gd name="csY719" fmla="*/ 1504 h 1384383"/>
                <a:gd name="csX720" fmla="*/ 1034716 w 1690436"/>
                <a:gd name="csY720" fmla="*/ 3008 h 1384383"/>
                <a:gd name="csX721" fmla="*/ 1036972 w 1690436"/>
                <a:gd name="csY721" fmla="*/ 4512 h 1384383"/>
                <a:gd name="csX722" fmla="*/ 1038476 w 1690436"/>
                <a:gd name="csY722" fmla="*/ 5264 h 1384383"/>
                <a:gd name="csX723" fmla="*/ 1039980 w 1690436"/>
                <a:gd name="csY723" fmla="*/ 5264 h 1384383"/>
                <a:gd name="csX724" fmla="*/ 1041484 w 1690436"/>
                <a:gd name="csY724" fmla="*/ 4512 h 1384383"/>
                <a:gd name="csX725" fmla="*/ 1042235 w 1690436"/>
                <a:gd name="csY725" fmla="*/ 5264 h 1384383"/>
                <a:gd name="csX726" fmla="*/ 1042988 w 1690436"/>
                <a:gd name="csY726" fmla="*/ 5264 h 1384383"/>
                <a:gd name="csX727" fmla="*/ 1043739 w 1690436"/>
                <a:gd name="csY727" fmla="*/ 6016 h 1384383"/>
                <a:gd name="csX728" fmla="*/ 1045243 w 1690436"/>
                <a:gd name="csY728" fmla="*/ 6016 h 1384383"/>
                <a:gd name="csX729" fmla="*/ 1045995 w 1690436"/>
                <a:gd name="csY729" fmla="*/ 6016 h 1384383"/>
                <a:gd name="csX730" fmla="*/ 1047499 w 1690436"/>
                <a:gd name="csY730" fmla="*/ 5264 h 1384383"/>
                <a:gd name="csX731" fmla="*/ 1048252 w 1690436"/>
                <a:gd name="csY731" fmla="*/ 5264 h 1384383"/>
                <a:gd name="csX732" fmla="*/ 1049003 w 1690436"/>
                <a:gd name="csY732" fmla="*/ 5264 h 1384383"/>
                <a:gd name="csX733" fmla="*/ 1050507 w 1690436"/>
                <a:gd name="csY733" fmla="*/ 5264 h 1384383"/>
                <a:gd name="csX734" fmla="*/ 1052011 w 1690436"/>
                <a:gd name="csY734" fmla="*/ 6016 h 1384383"/>
                <a:gd name="csX735" fmla="*/ 1053515 w 1690436"/>
                <a:gd name="csY735" fmla="*/ 6016 h 1384383"/>
                <a:gd name="csX736" fmla="*/ 1055019 w 1690436"/>
                <a:gd name="csY736" fmla="*/ 6016 h 1384383"/>
                <a:gd name="csX737" fmla="*/ 1057275 w 1690436"/>
                <a:gd name="csY737" fmla="*/ 7520 h 1384383"/>
                <a:gd name="csX738" fmla="*/ 1058779 w 1690436"/>
                <a:gd name="csY738" fmla="*/ 7520 h 1384383"/>
                <a:gd name="csX739" fmla="*/ 1059531 w 1690436"/>
                <a:gd name="csY739" fmla="*/ 7520 h 1384383"/>
                <a:gd name="csX740" fmla="*/ 1060283 w 1690436"/>
                <a:gd name="csY740" fmla="*/ 7520 h 1384383"/>
                <a:gd name="csX741" fmla="*/ 1062539 w 1690436"/>
                <a:gd name="csY741" fmla="*/ 6016 h 1384383"/>
                <a:gd name="csX742" fmla="*/ 1063291 w 1690436"/>
                <a:gd name="csY742" fmla="*/ 6016 h 1384383"/>
                <a:gd name="csX743" fmla="*/ 1063291 w 1690436"/>
                <a:gd name="csY743" fmla="*/ 5264 h 1384383"/>
                <a:gd name="csX744" fmla="*/ 1064043 w 1690436"/>
                <a:gd name="csY744" fmla="*/ 6016 h 1384383"/>
                <a:gd name="csX745" fmla="*/ 1065547 w 1690436"/>
                <a:gd name="csY745" fmla="*/ 6016 h 1384383"/>
                <a:gd name="csX746" fmla="*/ 1067803 w 1690436"/>
                <a:gd name="csY746" fmla="*/ 7520 h 1384383"/>
                <a:gd name="csX747" fmla="*/ 1070811 w 1690436"/>
                <a:gd name="csY747" fmla="*/ 9776 h 1384383"/>
                <a:gd name="csX748" fmla="*/ 1071563 w 1690436"/>
                <a:gd name="csY748" fmla="*/ 10528 h 1384383"/>
                <a:gd name="csX749" fmla="*/ 1075322 w 1690436"/>
                <a:gd name="csY749" fmla="*/ 10528 h 1384383"/>
                <a:gd name="csX750" fmla="*/ 1076826 w 1690436"/>
                <a:gd name="csY750" fmla="*/ 10528 h 1384383"/>
                <a:gd name="csX751" fmla="*/ 1078331 w 1690436"/>
                <a:gd name="csY751" fmla="*/ 9776 h 1384383"/>
                <a:gd name="csX752" fmla="*/ 1079082 w 1690436"/>
                <a:gd name="csY752" fmla="*/ 9776 h 1384383"/>
                <a:gd name="csX753" fmla="*/ 1079834 w 1690436"/>
                <a:gd name="csY753" fmla="*/ 9776 h 1384383"/>
                <a:gd name="csX754" fmla="*/ 1081338 w 1690436"/>
                <a:gd name="csY754" fmla="*/ 10528 h 1384383"/>
                <a:gd name="csX755" fmla="*/ 1082090 w 1690436"/>
                <a:gd name="csY755" fmla="*/ 10528 h 1384383"/>
                <a:gd name="csX756" fmla="*/ 1084346 w 1690436"/>
                <a:gd name="csY756" fmla="*/ 12032 h 1384383"/>
                <a:gd name="csX757" fmla="*/ 1085850 w 1690436"/>
                <a:gd name="csY757" fmla="*/ 12784 h 1384383"/>
                <a:gd name="csX758" fmla="*/ 1086602 w 1690436"/>
                <a:gd name="csY758" fmla="*/ 12784 h 1384383"/>
                <a:gd name="csX759" fmla="*/ 1087354 w 1690436"/>
                <a:gd name="csY759" fmla="*/ 12032 h 1384383"/>
                <a:gd name="csX760" fmla="*/ 1088858 w 1690436"/>
                <a:gd name="csY760" fmla="*/ 12032 h 1384383"/>
                <a:gd name="csX761" fmla="*/ 1089610 w 1690436"/>
                <a:gd name="csY761" fmla="*/ 12784 h 1384383"/>
                <a:gd name="csX762" fmla="*/ 1091114 w 1690436"/>
                <a:gd name="csY762" fmla="*/ 13536 h 1384383"/>
                <a:gd name="csX763" fmla="*/ 1092618 w 1690436"/>
                <a:gd name="csY763" fmla="*/ 15039 h 1384383"/>
                <a:gd name="csX764" fmla="*/ 1094874 w 1690436"/>
                <a:gd name="csY764" fmla="*/ 15791 h 1384383"/>
                <a:gd name="csX765" fmla="*/ 1095626 w 1690436"/>
                <a:gd name="csY765" fmla="*/ 16544 h 1384383"/>
                <a:gd name="csX766" fmla="*/ 1093370 w 1690436"/>
                <a:gd name="csY766" fmla="*/ 20303 h 1384383"/>
                <a:gd name="csX767" fmla="*/ 1090362 w 1690436"/>
                <a:gd name="csY767" fmla="*/ 24063 h 1384383"/>
                <a:gd name="csX768" fmla="*/ 1088858 w 1690436"/>
                <a:gd name="csY768" fmla="*/ 29327 h 1384383"/>
                <a:gd name="csX769" fmla="*/ 1086602 w 1690436"/>
                <a:gd name="csY769" fmla="*/ 36095 h 1384383"/>
                <a:gd name="csX770" fmla="*/ 1084346 w 1690436"/>
                <a:gd name="csY770" fmla="*/ 40607 h 1384383"/>
                <a:gd name="csX771" fmla="*/ 1083594 w 1690436"/>
                <a:gd name="csY771" fmla="*/ 43615 h 1384383"/>
                <a:gd name="csX772" fmla="*/ 1082842 w 1690436"/>
                <a:gd name="csY772" fmla="*/ 45118 h 1384383"/>
                <a:gd name="csX773" fmla="*/ 1081338 w 1690436"/>
                <a:gd name="csY773" fmla="*/ 50382 h 1384383"/>
                <a:gd name="csX774" fmla="*/ 1082090 w 1690436"/>
                <a:gd name="csY774" fmla="*/ 52638 h 1384383"/>
                <a:gd name="csX775" fmla="*/ 1082842 w 1690436"/>
                <a:gd name="csY775" fmla="*/ 53390 h 1384383"/>
                <a:gd name="csX776" fmla="*/ 1083594 w 1690436"/>
                <a:gd name="csY776" fmla="*/ 55646 h 1384383"/>
                <a:gd name="csX777" fmla="*/ 1084346 w 1690436"/>
                <a:gd name="csY777" fmla="*/ 56398 h 1384383"/>
                <a:gd name="csX778" fmla="*/ 1084346 w 1690436"/>
                <a:gd name="csY778" fmla="*/ 57150 h 1384383"/>
                <a:gd name="csX779" fmla="*/ 1084346 w 1690436"/>
                <a:gd name="csY779" fmla="*/ 59406 h 1384383"/>
                <a:gd name="csX780" fmla="*/ 1084346 w 1690436"/>
                <a:gd name="csY780" fmla="*/ 60158 h 1384383"/>
                <a:gd name="csX781" fmla="*/ 1084346 w 1690436"/>
                <a:gd name="csY781" fmla="*/ 60910 h 1384383"/>
                <a:gd name="csX782" fmla="*/ 1084346 w 1690436"/>
                <a:gd name="csY782" fmla="*/ 61662 h 1384383"/>
                <a:gd name="csX783" fmla="*/ 1083594 w 1690436"/>
                <a:gd name="csY783" fmla="*/ 62414 h 1384383"/>
                <a:gd name="csX784" fmla="*/ 1083594 w 1690436"/>
                <a:gd name="csY784" fmla="*/ 63166 h 1384383"/>
                <a:gd name="csX785" fmla="*/ 1083594 w 1690436"/>
                <a:gd name="csY785" fmla="*/ 63918 h 1384383"/>
                <a:gd name="csX786" fmla="*/ 1084346 w 1690436"/>
                <a:gd name="csY786" fmla="*/ 66174 h 1384383"/>
                <a:gd name="csX787" fmla="*/ 1084346 w 1690436"/>
                <a:gd name="csY787" fmla="*/ 66926 h 1384383"/>
                <a:gd name="csX788" fmla="*/ 1085098 w 1690436"/>
                <a:gd name="csY788" fmla="*/ 67678 h 1384383"/>
                <a:gd name="csX789" fmla="*/ 1086602 w 1690436"/>
                <a:gd name="csY789" fmla="*/ 69182 h 1384383"/>
                <a:gd name="csX790" fmla="*/ 1087354 w 1690436"/>
                <a:gd name="csY790" fmla="*/ 69934 h 1384383"/>
                <a:gd name="csX791" fmla="*/ 1088858 w 1690436"/>
                <a:gd name="csY791" fmla="*/ 70685 h 1384383"/>
                <a:gd name="csX792" fmla="*/ 1090362 w 1690436"/>
                <a:gd name="csY792" fmla="*/ 71438 h 1384383"/>
                <a:gd name="csX793" fmla="*/ 1103897 w 1690436"/>
                <a:gd name="csY793" fmla="*/ 73694 h 1384383"/>
                <a:gd name="csX794" fmla="*/ 1104650 w 1690436"/>
                <a:gd name="csY794" fmla="*/ 74445 h 1384383"/>
                <a:gd name="csX795" fmla="*/ 1106905 w 1690436"/>
                <a:gd name="csY795" fmla="*/ 75949 h 1384383"/>
                <a:gd name="csX796" fmla="*/ 1107657 w 1690436"/>
                <a:gd name="csY796" fmla="*/ 77453 h 1384383"/>
                <a:gd name="csX797" fmla="*/ 1108409 w 1690436"/>
                <a:gd name="csY797" fmla="*/ 78205 h 1384383"/>
                <a:gd name="csX798" fmla="*/ 1140744 w 1690436"/>
                <a:gd name="csY798" fmla="*/ 86477 h 1384383"/>
                <a:gd name="csX799" fmla="*/ 1147512 w 1690436"/>
                <a:gd name="csY799" fmla="*/ 84221 h 1384383"/>
                <a:gd name="csX800" fmla="*/ 1148264 w 1690436"/>
                <a:gd name="csY800" fmla="*/ 84221 h 1384383"/>
                <a:gd name="csX801" fmla="*/ 1149016 w 1690436"/>
                <a:gd name="csY801" fmla="*/ 83469 h 1384383"/>
                <a:gd name="csX802" fmla="*/ 1149768 w 1690436"/>
                <a:gd name="csY802" fmla="*/ 81965 h 1384383"/>
                <a:gd name="csX803" fmla="*/ 1150520 w 1690436"/>
                <a:gd name="csY803" fmla="*/ 81213 h 1384383"/>
                <a:gd name="csX804" fmla="*/ 1151272 w 1690436"/>
                <a:gd name="csY804" fmla="*/ 79709 h 1384383"/>
                <a:gd name="csX805" fmla="*/ 1153528 w 1690436"/>
                <a:gd name="csY805" fmla="*/ 78205 h 1384383"/>
                <a:gd name="csX806" fmla="*/ 1154280 w 1690436"/>
                <a:gd name="csY806" fmla="*/ 77453 h 1384383"/>
                <a:gd name="csX807" fmla="*/ 1154280 w 1690436"/>
                <a:gd name="csY807" fmla="*/ 76701 h 1384383"/>
                <a:gd name="csX808" fmla="*/ 1155031 w 1690436"/>
                <a:gd name="csY808" fmla="*/ 74445 h 1384383"/>
                <a:gd name="csX809" fmla="*/ 1155031 w 1690436"/>
                <a:gd name="csY809" fmla="*/ 73694 h 1384383"/>
                <a:gd name="csX810" fmla="*/ 1155784 w 1690436"/>
                <a:gd name="csY810" fmla="*/ 73694 h 1384383"/>
                <a:gd name="csX811" fmla="*/ 1156536 w 1690436"/>
                <a:gd name="csY811" fmla="*/ 72942 h 1384383"/>
                <a:gd name="csX812" fmla="*/ 1157288 w 1690436"/>
                <a:gd name="csY812" fmla="*/ 72190 h 1384383"/>
                <a:gd name="csX813" fmla="*/ 1173079 w 1690436"/>
                <a:gd name="csY813" fmla="*/ 64670 h 1384383"/>
                <a:gd name="csX814" fmla="*/ 1177591 w 1690436"/>
                <a:gd name="csY814" fmla="*/ 63918 h 1384383"/>
                <a:gd name="csX815" fmla="*/ 1180599 w 1690436"/>
                <a:gd name="csY815" fmla="*/ 62414 h 1384383"/>
                <a:gd name="csX816" fmla="*/ 1181351 w 1690436"/>
                <a:gd name="csY816" fmla="*/ 62414 h 1384383"/>
                <a:gd name="csX817" fmla="*/ 1183607 w 1690436"/>
                <a:gd name="csY817" fmla="*/ 61662 h 1384383"/>
                <a:gd name="csX818" fmla="*/ 1188870 w 1690436"/>
                <a:gd name="csY818" fmla="*/ 61662 h 1384383"/>
                <a:gd name="csX819" fmla="*/ 1191127 w 1690436"/>
                <a:gd name="csY819" fmla="*/ 62414 h 1384383"/>
                <a:gd name="csX820" fmla="*/ 1195638 w 1690436"/>
                <a:gd name="csY820" fmla="*/ 63166 h 1384383"/>
                <a:gd name="csX821" fmla="*/ 1198646 w 1690436"/>
                <a:gd name="csY821" fmla="*/ 64670 h 1384383"/>
                <a:gd name="csX822" fmla="*/ 1205414 w 1690436"/>
                <a:gd name="csY822" fmla="*/ 66174 h 1384383"/>
                <a:gd name="csX823" fmla="*/ 1206918 w 1690436"/>
                <a:gd name="csY823" fmla="*/ 66174 h 1384383"/>
                <a:gd name="csX824" fmla="*/ 1208422 w 1690436"/>
                <a:gd name="csY824" fmla="*/ 66174 h 1384383"/>
                <a:gd name="csX825" fmla="*/ 1209926 w 1690436"/>
                <a:gd name="csY825" fmla="*/ 66174 h 1384383"/>
                <a:gd name="csX826" fmla="*/ 1216693 w 1690436"/>
                <a:gd name="csY826" fmla="*/ 69182 h 1384383"/>
                <a:gd name="csX827" fmla="*/ 1218197 w 1690436"/>
                <a:gd name="csY827" fmla="*/ 69182 h 1384383"/>
                <a:gd name="csX828" fmla="*/ 1220453 w 1690436"/>
                <a:gd name="csY828" fmla="*/ 68430 h 1384383"/>
                <a:gd name="csX829" fmla="*/ 1222709 w 1690436"/>
                <a:gd name="csY829" fmla="*/ 69182 h 1384383"/>
                <a:gd name="csX830" fmla="*/ 1223461 w 1690436"/>
                <a:gd name="csY830" fmla="*/ 69934 h 1384383"/>
                <a:gd name="csX831" fmla="*/ 1224965 w 1690436"/>
                <a:gd name="csY831" fmla="*/ 70685 h 1384383"/>
                <a:gd name="csX832" fmla="*/ 1227221 w 1690436"/>
                <a:gd name="csY832" fmla="*/ 72190 h 1384383"/>
                <a:gd name="csX833" fmla="*/ 1227973 w 1690436"/>
                <a:gd name="csY833" fmla="*/ 73694 h 1384383"/>
                <a:gd name="csX834" fmla="*/ 1228725 w 1690436"/>
                <a:gd name="csY834" fmla="*/ 74445 h 1384383"/>
                <a:gd name="csX835" fmla="*/ 1230229 w 1690436"/>
                <a:gd name="csY835" fmla="*/ 78205 h 1384383"/>
                <a:gd name="csX836" fmla="*/ 1230981 w 1690436"/>
                <a:gd name="csY836" fmla="*/ 78957 h 1384383"/>
                <a:gd name="csX837" fmla="*/ 1231733 w 1690436"/>
                <a:gd name="csY837" fmla="*/ 79709 h 1384383"/>
                <a:gd name="csX838" fmla="*/ 1243765 w 1690436"/>
                <a:gd name="csY838" fmla="*/ 88733 h 1384383"/>
                <a:gd name="csX839" fmla="*/ 1246772 w 1690436"/>
                <a:gd name="csY839" fmla="*/ 90989 h 1384383"/>
                <a:gd name="csX840" fmla="*/ 1253540 w 1690436"/>
                <a:gd name="csY840" fmla="*/ 97005 h 1384383"/>
                <a:gd name="csX841" fmla="*/ 1255044 w 1690436"/>
                <a:gd name="csY841" fmla="*/ 98509 h 1384383"/>
                <a:gd name="csX842" fmla="*/ 1262564 w 1690436"/>
                <a:gd name="csY842" fmla="*/ 103020 h 1384383"/>
                <a:gd name="csX843" fmla="*/ 1263316 w 1690436"/>
                <a:gd name="csY843" fmla="*/ 104524 h 1384383"/>
                <a:gd name="csX844" fmla="*/ 1264820 w 1690436"/>
                <a:gd name="csY844" fmla="*/ 106028 h 1384383"/>
                <a:gd name="csX845" fmla="*/ 1265572 w 1690436"/>
                <a:gd name="csY845" fmla="*/ 106780 h 1384383"/>
                <a:gd name="csX846" fmla="*/ 1268580 w 1690436"/>
                <a:gd name="csY846" fmla="*/ 108284 h 1384383"/>
                <a:gd name="csX847" fmla="*/ 1270084 w 1690436"/>
                <a:gd name="csY847" fmla="*/ 109036 h 1384383"/>
                <a:gd name="csX848" fmla="*/ 1271587 w 1690436"/>
                <a:gd name="csY848" fmla="*/ 109788 h 1384383"/>
                <a:gd name="csX849" fmla="*/ 1273091 w 1690436"/>
                <a:gd name="csY849" fmla="*/ 109788 h 1384383"/>
                <a:gd name="csX850" fmla="*/ 1279107 w 1690436"/>
                <a:gd name="csY850" fmla="*/ 108284 h 1384383"/>
                <a:gd name="csX851" fmla="*/ 1279859 w 1690436"/>
                <a:gd name="csY851" fmla="*/ 108284 h 1384383"/>
                <a:gd name="csX852" fmla="*/ 1280611 w 1690436"/>
                <a:gd name="csY852" fmla="*/ 109036 h 1384383"/>
                <a:gd name="csX853" fmla="*/ 1282867 w 1690436"/>
                <a:gd name="csY853" fmla="*/ 111292 h 1384383"/>
                <a:gd name="csX854" fmla="*/ 1288131 w 1690436"/>
                <a:gd name="csY854" fmla="*/ 112796 h 1384383"/>
                <a:gd name="csX855" fmla="*/ 1291891 w 1690436"/>
                <a:gd name="csY855" fmla="*/ 115804 h 1384383"/>
                <a:gd name="csX856" fmla="*/ 1293395 w 1690436"/>
                <a:gd name="csY856" fmla="*/ 117308 h 1384383"/>
                <a:gd name="csX857" fmla="*/ 1294899 w 1690436"/>
                <a:gd name="csY857" fmla="*/ 119564 h 1384383"/>
                <a:gd name="csX858" fmla="*/ 1297155 w 1690436"/>
                <a:gd name="csY858" fmla="*/ 120316 h 1384383"/>
                <a:gd name="csX859" fmla="*/ 1301666 w 1690436"/>
                <a:gd name="csY859" fmla="*/ 124076 h 1384383"/>
                <a:gd name="csX860" fmla="*/ 1320466 w 1690436"/>
                <a:gd name="csY860" fmla="*/ 133099 h 1384383"/>
                <a:gd name="csX861" fmla="*/ 1323474 w 1690436"/>
                <a:gd name="csY861" fmla="*/ 134603 h 1384383"/>
                <a:gd name="csX862" fmla="*/ 1327234 w 1690436"/>
                <a:gd name="csY862" fmla="*/ 136107 h 1384383"/>
                <a:gd name="csX863" fmla="*/ 1334753 w 1690436"/>
                <a:gd name="csY863" fmla="*/ 137611 h 1384383"/>
                <a:gd name="csX864" fmla="*/ 1337009 w 1690436"/>
                <a:gd name="csY864" fmla="*/ 137611 h 1384383"/>
                <a:gd name="csX865" fmla="*/ 1337761 w 1690436"/>
                <a:gd name="csY865" fmla="*/ 137611 h 1384383"/>
                <a:gd name="csX866" fmla="*/ 1340017 w 1690436"/>
                <a:gd name="csY866" fmla="*/ 136107 h 1384383"/>
                <a:gd name="csX867" fmla="*/ 1340769 w 1690436"/>
                <a:gd name="csY867" fmla="*/ 136107 h 1384383"/>
                <a:gd name="csX868" fmla="*/ 1341521 w 1690436"/>
                <a:gd name="csY868" fmla="*/ 136107 h 1384383"/>
                <a:gd name="csX869" fmla="*/ 1343025 w 1690436"/>
                <a:gd name="csY869" fmla="*/ 137611 h 1384383"/>
                <a:gd name="csX870" fmla="*/ 1343777 w 1690436"/>
                <a:gd name="csY870" fmla="*/ 139115 h 1384383"/>
                <a:gd name="csX871" fmla="*/ 1344529 w 1690436"/>
                <a:gd name="csY871" fmla="*/ 139867 h 1384383"/>
                <a:gd name="csX872" fmla="*/ 1345281 w 1690436"/>
                <a:gd name="csY872" fmla="*/ 140619 h 1384383"/>
                <a:gd name="csX873" fmla="*/ 1349041 w 1690436"/>
                <a:gd name="csY873" fmla="*/ 142123 h 1384383"/>
                <a:gd name="csX874" fmla="*/ 1349793 w 1690436"/>
                <a:gd name="csY874" fmla="*/ 142875 h 1384383"/>
                <a:gd name="csX875" fmla="*/ 1351297 w 1690436"/>
                <a:gd name="csY875" fmla="*/ 145131 h 1384383"/>
                <a:gd name="csX876" fmla="*/ 1352049 w 1690436"/>
                <a:gd name="csY876" fmla="*/ 145883 h 1384383"/>
                <a:gd name="csX877" fmla="*/ 1352049 w 1690436"/>
                <a:gd name="csY877" fmla="*/ 146635 h 1384383"/>
                <a:gd name="csX878" fmla="*/ 1352801 w 1690436"/>
                <a:gd name="csY878" fmla="*/ 147387 h 1384383"/>
                <a:gd name="csX879" fmla="*/ 1353553 w 1690436"/>
                <a:gd name="csY879" fmla="*/ 147387 h 1384383"/>
                <a:gd name="csX880" fmla="*/ 1355057 w 1690436"/>
                <a:gd name="csY880" fmla="*/ 148139 h 1384383"/>
                <a:gd name="csX881" fmla="*/ 1355809 w 1690436"/>
                <a:gd name="csY881" fmla="*/ 147387 h 1384383"/>
                <a:gd name="csX882" fmla="*/ 1359568 w 1690436"/>
                <a:gd name="csY882" fmla="*/ 146635 h 1384383"/>
                <a:gd name="csX883" fmla="*/ 1360321 w 1690436"/>
                <a:gd name="csY883" fmla="*/ 145883 h 1384383"/>
                <a:gd name="csX884" fmla="*/ 1361824 w 1690436"/>
                <a:gd name="csY884" fmla="*/ 145883 h 1384383"/>
                <a:gd name="csX885" fmla="*/ 1363328 w 1690436"/>
                <a:gd name="csY885" fmla="*/ 145883 h 1384383"/>
                <a:gd name="csX886" fmla="*/ 1367088 w 1690436"/>
                <a:gd name="csY886" fmla="*/ 145131 h 1384383"/>
                <a:gd name="csX887" fmla="*/ 1369344 w 1690436"/>
                <a:gd name="csY887" fmla="*/ 145131 h 1384383"/>
                <a:gd name="csX888" fmla="*/ 1373856 w 1690436"/>
                <a:gd name="csY888" fmla="*/ 146635 h 1384383"/>
                <a:gd name="csX889" fmla="*/ 1375360 w 1690436"/>
                <a:gd name="csY889" fmla="*/ 146635 h 1384383"/>
                <a:gd name="csX890" fmla="*/ 1376112 w 1690436"/>
                <a:gd name="csY890" fmla="*/ 145883 h 1384383"/>
                <a:gd name="csX891" fmla="*/ 1376864 w 1690436"/>
                <a:gd name="csY891" fmla="*/ 145883 h 1384383"/>
                <a:gd name="csX892" fmla="*/ 1378368 w 1690436"/>
                <a:gd name="csY892" fmla="*/ 145131 h 1384383"/>
                <a:gd name="csX893" fmla="*/ 1379120 w 1690436"/>
                <a:gd name="csY893" fmla="*/ 144379 h 1384383"/>
                <a:gd name="csX894" fmla="*/ 1384383 w 1690436"/>
                <a:gd name="csY894" fmla="*/ 142123 h 1384383"/>
                <a:gd name="csX895" fmla="*/ 1386640 w 1690436"/>
                <a:gd name="csY895" fmla="*/ 140619 h 1384383"/>
                <a:gd name="csX896" fmla="*/ 1387392 w 1690436"/>
                <a:gd name="csY896" fmla="*/ 139115 h 1384383"/>
                <a:gd name="csX897" fmla="*/ 1388143 w 1690436"/>
                <a:gd name="csY897" fmla="*/ 139115 h 1384383"/>
                <a:gd name="csX898" fmla="*/ 1388896 w 1690436"/>
                <a:gd name="csY898" fmla="*/ 138363 h 1384383"/>
                <a:gd name="csX899" fmla="*/ 1389647 w 1690436"/>
                <a:gd name="csY899" fmla="*/ 138363 h 1384383"/>
                <a:gd name="csX900" fmla="*/ 1393407 w 1690436"/>
                <a:gd name="csY900" fmla="*/ 138363 h 1384383"/>
                <a:gd name="csX901" fmla="*/ 1394159 w 1690436"/>
                <a:gd name="csY901" fmla="*/ 137611 h 1384383"/>
                <a:gd name="csX902" fmla="*/ 1394911 w 1690436"/>
                <a:gd name="csY902" fmla="*/ 137611 h 1384383"/>
                <a:gd name="csX903" fmla="*/ 1397167 w 1690436"/>
                <a:gd name="csY903" fmla="*/ 136107 h 1384383"/>
                <a:gd name="csX904" fmla="*/ 1442286 w 1690436"/>
                <a:gd name="csY904" fmla="*/ 177466 h 1384383"/>
                <a:gd name="csX905" fmla="*/ 1463341 w 1690436"/>
                <a:gd name="csY905" fmla="*/ 197017 h 1384383"/>
                <a:gd name="csX906" fmla="*/ 1467853 w 1690436"/>
                <a:gd name="csY906" fmla="*/ 231608 h 1384383"/>
                <a:gd name="csX907" fmla="*/ 1469357 w 1690436"/>
                <a:gd name="csY907" fmla="*/ 236120 h 1384383"/>
                <a:gd name="csX908" fmla="*/ 1473869 w 1690436"/>
                <a:gd name="csY908" fmla="*/ 235368 h 1384383"/>
                <a:gd name="csX909" fmla="*/ 1480636 w 1690436"/>
                <a:gd name="csY909" fmla="*/ 236872 h 1384383"/>
                <a:gd name="csX910" fmla="*/ 1488156 w 1690436"/>
                <a:gd name="csY910" fmla="*/ 238376 h 1384383"/>
                <a:gd name="csX911" fmla="*/ 1488908 w 1690436"/>
                <a:gd name="csY911" fmla="*/ 238376 h 1384383"/>
                <a:gd name="csX912" fmla="*/ 1489660 w 1690436"/>
                <a:gd name="csY912" fmla="*/ 239128 h 1384383"/>
                <a:gd name="csX913" fmla="*/ 1494172 w 1690436"/>
                <a:gd name="csY913" fmla="*/ 242136 h 1384383"/>
                <a:gd name="csX914" fmla="*/ 1497180 w 1690436"/>
                <a:gd name="csY914" fmla="*/ 241384 h 1384383"/>
                <a:gd name="csX915" fmla="*/ 1503947 w 1690436"/>
                <a:gd name="csY915" fmla="*/ 237624 h 1384383"/>
                <a:gd name="csX916" fmla="*/ 1509963 w 1690436"/>
                <a:gd name="csY916" fmla="*/ 236120 h 1384383"/>
                <a:gd name="csX917" fmla="*/ 1513723 w 1690436"/>
                <a:gd name="csY917" fmla="*/ 234616 h 1384383"/>
                <a:gd name="csX918" fmla="*/ 1518987 w 1690436"/>
                <a:gd name="csY918" fmla="*/ 230104 h 1384383"/>
                <a:gd name="csX919" fmla="*/ 1520491 w 1690436"/>
                <a:gd name="csY919" fmla="*/ 227848 h 1384383"/>
                <a:gd name="csX920" fmla="*/ 1521243 w 1690436"/>
                <a:gd name="csY920" fmla="*/ 227096 h 1384383"/>
                <a:gd name="csX921" fmla="*/ 1522747 w 1690436"/>
                <a:gd name="csY921" fmla="*/ 227096 h 1384383"/>
                <a:gd name="csX922" fmla="*/ 1523499 w 1690436"/>
                <a:gd name="csY922" fmla="*/ 226344 h 1384383"/>
                <a:gd name="csX923" fmla="*/ 1525003 w 1690436"/>
                <a:gd name="csY923" fmla="*/ 225592 h 1384383"/>
                <a:gd name="csX924" fmla="*/ 1525755 w 1690436"/>
                <a:gd name="csY924" fmla="*/ 224840 h 1384383"/>
                <a:gd name="csX925" fmla="*/ 1526507 w 1690436"/>
                <a:gd name="csY925" fmla="*/ 224840 h 1384383"/>
                <a:gd name="csX926" fmla="*/ 1528011 w 1690436"/>
                <a:gd name="csY926" fmla="*/ 224840 h 1384383"/>
                <a:gd name="csX927" fmla="*/ 1529515 w 1690436"/>
                <a:gd name="csY927" fmla="*/ 225592 h 1384383"/>
                <a:gd name="csX928" fmla="*/ 1533275 w 1690436"/>
                <a:gd name="csY928" fmla="*/ 227848 h 1384383"/>
                <a:gd name="csX929" fmla="*/ 1534778 w 1690436"/>
                <a:gd name="csY929" fmla="*/ 228600 h 1384383"/>
                <a:gd name="csX930" fmla="*/ 1536282 w 1690436"/>
                <a:gd name="csY930" fmla="*/ 228600 h 1384383"/>
                <a:gd name="csX931" fmla="*/ 1537786 w 1690436"/>
                <a:gd name="csY931" fmla="*/ 228600 h 1384383"/>
                <a:gd name="csX932" fmla="*/ 1539290 w 1690436"/>
                <a:gd name="csY932" fmla="*/ 227848 h 1384383"/>
                <a:gd name="csX933" fmla="*/ 1542298 w 1690436"/>
                <a:gd name="csY933" fmla="*/ 226344 h 1384383"/>
                <a:gd name="csX934" fmla="*/ 1543050 w 1690436"/>
                <a:gd name="csY934" fmla="*/ 226344 h 1384383"/>
                <a:gd name="csX935" fmla="*/ 1543802 w 1690436"/>
                <a:gd name="csY935" fmla="*/ 226344 h 1384383"/>
                <a:gd name="csX936" fmla="*/ 1545306 w 1690436"/>
                <a:gd name="csY936" fmla="*/ 226344 h 1384383"/>
                <a:gd name="csX937" fmla="*/ 1546810 w 1690436"/>
                <a:gd name="csY937" fmla="*/ 227096 h 1384383"/>
                <a:gd name="csX938" fmla="*/ 1549066 w 1690436"/>
                <a:gd name="csY938" fmla="*/ 228600 h 1384383"/>
                <a:gd name="csX939" fmla="*/ 1549818 w 1690436"/>
                <a:gd name="csY939" fmla="*/ 229352 h 1384383"/>
                <a:gd name="csX940" fmla="*/ 1550570 w 1690436"/>
                <a:gd name="csY940" fmla="*/ 230104 h 1384383"/>
                <a:gd name="csX941" fmla="*/ 1554330 w 1690436"/>
                <a:gd name="csY941" fmla="*/ 235368 h 1384383"/>
                <a:gd name="csX942" fmla="*/ 1555082 w 1690436"/>
                <a:gd name="csY942" fmla="*/ 235368 h 1384383"/>
                <a:gd name="csX943" fmla="*/ 1555834 w 1690436"/>
                <a:gd name="csY943" fmla="*/ 236120 h 1384383"/>
                <a:gd name="csX944" fmla="*/ 1558090 w 1690436"/>
                <a:gd name="csY944" fmla="*/ 235368 h 1384383"/>
                <a:gd name="csX945" fmla="*/ 1559594 w 1690436"/>
                <a:gd name="csY945" fmla="*/ 235368 h 1384383"/>
                <a:gd name="csX946" fmla="*/ 1562601 w 1690436"/>
                <a:gd name="csY946" fmla="*/ 233864 h 1384383"/>
                <a:gd name="csX947" fmla="*/ 1564105 w 1690436"/>
                <a:gd name="csY947" fmla="*/ 233112 h 1384383"/>
                <a:gd name="csX948" fmla="*/ 1568617 w 1690436"/>
                <a:gd name="csY948" fmla="*/ 231608 h 1384383"/>
                <a:gd name="csX949" fmla="*/ 1569369 w 1690436"/>
                <a:gd name="csY949" fmla="*/ 231608 h 1384383"/>
                <a:gd name="csX950" fmla="*/ 1570873 w 1690436"/>
                <a:gd name="csY950" fmla="*/ 232360 h 1384383"/>
                <a:gd name="csX951" fmla="*/ 1573881 w 1690436"/>
                <a:gd name="csY951" fmla="*/ 233112 h 1384383"/>
                <a:gd name="csX952" fmla="*/ 1581401 w 1690436"/>
                <a:gd name="csY952" fmla="*/ 236872 h 1384383"/>
                <a:gd name="csX953" fmla="*/ 1582905 w 1690436"/>
                <a:gd name="csY953" fmla="*/ 238376 h 1384383"/>
                <a:gd name="csX954" fmla="*/ 1585913 w 1690436"/>
                <a:gd name="csY954" fmla="*/ 243639 h 1384383"/>
                <a:gd name="csX955" fmla="*/ 1586665 w 1690436"/>
                <a:gd name="csY955" fmla="*/ 244391 h 1384383"/>
                <a:gd name="csX956" fmla="*/ 1587416 w 1690436"/>
                <a:gd name="csY956" fmla="*/ 244391 h 1384383"/>
                <a:gd name="csX957" fmla="*/ 1588920 w 1690436"/>
                <a:gd name="csY957" fmla="*/ 244391 h 1384383"/>
                <a:gd name="csX958" fmla="*/ 1589673 w 1690436"/>
                <a:gd name="csY958" fmla="*/ 244391 h 1384383"/>
                <a:gd name="csX959" fmla="*/ 1590424 w 1690436"/>
                <a:gd name="csY959" fmla="*/ 243639 h 1384383"/>
                <a:gd name="csX960" fmla="*/ 1590424 w 1690436"/>
                <a:gd name="csY960" fmla="*/ 242888 h 1384383"/>
                <a:gd name="csX961" fmla="*/ 1591928 w 1690436"/>
                <a:gd name="csY961" fmla="*/ 242888 h 1384383"/>
                <a:gd name="csX962" fmla="*/ 1594184 w 1690436"/>
                <a:gd name="csY962" fmla="*/ 242888 h 1384383"/>
                <a:gd name="csX963" fmla="*/ 1594184 w 1690436"/>
                <a:gd name="csY963" fmla="*/ 242136 h 1384383"/>
                <a:gd name="csX964" fmla="*/ 1597192 w 1690436"/>
                <a:gd name="csY964" fmla="*/ 241384 h 1384383"/>
                <a:gd name="csX965" fmla="*/ 1597944 w 1690436"/>
                <a:gd name="csY965" fmla="*/ 240632 h 1384383"/>
                <a:gd name="csX966" fmla="*/ 1599448 w 1690436"/>
                <a:gd name="csY966" fmla="*/ 241384 h 1384383"/>
                <a:gd name="csX967" fmla="*/ 1611480 w 1690436"/>
                <a:gd name="csY967" fmla="*/ 246648 h 1384383"/>
                <a:gd name="csX968" fmla="*/ 1615992 w 1690436"/>
                <a:gd name="csY968" fmla="*/ 248151 h 1384383"/>
                <a:gd name="csX969" fmla="*/ 1619752 w 1690436"/>
                <a:gd name="csY969" fmla="*/ 248903 h 1384383"/>
                <a:gd name="csX970" fmla="*/ 1622759 w 1690436"/>
                <a:gd name="csY970" fmla="*/ 248903 h 1384383"/>
                <a:gd name="csX971" fmla="*/ 1625015 w 1690436"/>
                <a:gd name="csY971" fmla="*/ 248151 h 1384383"/>
                <a:gd name="csX972" fmla="*/ 1625767 w 1690436"/>
                <a:gd name="csY972" fmla="*/ 248151 h 1384383"/>
                <a:gd name="csX973" fmla="*/ 1634039 w 1690436"/>
                <a:gd name="csY973" fmla="*/ 247399 h 1384383"/>
                <a:gd name="csX974" fmla="*/ 1635543 w 1690436"/>
                <a:gd name="csY974" fmla="*/ 248151 h 1384383"/>
                <a:gd name="csX975" fmla="*/ 1636295 w 1690436"/>
                <a:gd name="csY975" fmla="*/ 248903 h 1384383"/>
                <a:gd name="csX976" fmla="*/ 1637799 w 1690436"/>
                <a:gd name="csY976" fmla="*/ 248903 h 1384383"/>
                <a:gd name="csX977" fmla="*/ 1638551 w 1690436"/>
                <a:gd name="csY977" fmla="*/ 251159 h 1384383"/>
                <a:gd name="csX978" fmla="*/ 1638551 w 1690436"/>
                <a:gd name="csY978" fmla="*/ 251911 h 1384383"/>
                <a:gd name="csX979" fmla="*/ 1637799 w 1690436"/>
                <a:gd name="csY979" fmla="*/ 252663 h 1384383"/>
                <a:gd name="csX980" fmla="*/ 1637799 w 1690436"/>
                <a:gd name="csY980" fmla="*/ 253415 h 1384383"/>
                <a:gd name="csX981" fmla="*/ 1638551 w 1690436"/>
                <a:gd name="csY981" fmla="*/ 254167 h 1384383"/>
                <a:gd name="csX982" fmla="*/ 1638551 w 1690436"/>
                <a:gd name="csY982" fmla="*/ 254919 h 1384383"/>
                <a:gd name="csX983" fmla="*/ 1640055 w 1690436"/>
                <a:gd name="csY983" fmla="*/ 254919 h 1384383"/>
                <a:gd name="csX984" fmla="*/ 1642311 w 1690436"/>
                <a:gd name="csY984" fmla="*/ 255671 h 1384383"/>
                <a:gd name="csX985" fmla="*/ 1643063 w 1690436"/>
                <a:gd name="csY985" fmla="*/ 256423 h 1384383"/>
                <a:gd name="csX986" fmla="*/ 1643063 w 1690436"/>
                <a:gd name="csY986" fmla="*/ 257175 h 1384383"/>
                <a:gd name="csX987" fmla="*/ 1643063 w 1690436"/>
                <a:gd name="csY987" fmla="*/ 258679 h 1384383"/>
                <a:gd name="csX988" fmla="*/ 1643063 w 1690436"/>
                <a:gd name="csY988" fmla="*/ 259431 h 1384383"/>
                <a:gd name="csX989" fmla="*/ 1643814 w 1690436"/>
                <a:gd name="csY989" fmla="*/ 260183 h 1384383"/>
                <a:gd name="csX990" fmla="*/ 1645318 w 1690436"/>
                <a:gd name="csY990" fmla="*/ 260183 h 1384383"/>
                <a:gd name="csX991" fmla="*/ 1646071 w 1690436"/>
                <a:gd name="csY991" fmla="*/ 260183 h 1384383"/>
                <a:gd name="csX992" fmla="*/ 1647574 w 1690436"/>
                <a:gd name="csY992" fmla="*/ 259431 h 1384383"/>
                <a:gd name="csX993" fmla="*/ 1649078 w 1690436"/>
                <a:gd name="csY993" fmla="*/ 259431 h 1384383"/>
                <a:gd name="csX994" fmla="*/ 1649831 w 1690436"/>
                <a:gd name="csY994" fmla="*/ 259431 h 1384383"/>
                <a:gd name="csX995" fmla="*/ 1652086 w 1690436"/>
                <a:gd name="csY995" fmla="*/ 260183 h 1384383"/>
                <a:gd name="csX996" fmla="*/ 1654342 w 1690436"/>
                <a:gd name="csY996" fmla="*/ 261687 h 1384383"/>
                <a:gd name="csX997" fmla="*/ 1658854 w 1690436"/>
                <a:gd name="csY997" fmla="*/ 264695 h 1384383"/>
                <a:gd name="csX998" fmla="*/ 1660358 w 1690436"/>
                <a:gd name="csY998" fmla="*/ 266951 h 1384383"/>
                <a:gd name="csX999" fmla="*/ 1661862 w 1690436"/>
                <a:gd name="csY999" fmla="*/ 267703 h 1384383"/>
                <a:gd name="csX1000" fmla="*/ 1662614 w 1690436"/>
                <a:gd name="csY1000" fmla="*/ 270711 h 1384383"/>
                <a:gd name="csX1001" fmla="*/ 1663366 w 1690436"/>
                <a:gd name="csY1001" fmla="*/ 271463 h 1384383"/>
                <a:gd name="csX1002" fmla="*/ 1664118 w 1690436"/>
                <a:gd name="csY1002" fmla="*/ 272215 h 1384383"/>
                <a:gd name="csX1003" fmla="*/ 1664870 w 1690436"/>
                <a:gd name="csY1003" fmla="*/ 272967 h 1384383"/>
                <a:gd name="csX1004" fmla="*/ 1668630 w 1690436"/>
                <a:gd name="csY1004" fmla="*/ 275222 h 1384383"/>
                <a:gd name="csX1005" fmla="*/ 1670133 w 1690436"/>
                <a:gd name="csY1005" fmla="*/ 275974 h 1384383"/>
                <a:gd name="csX1006" fmla="*/ 1670886 w 1690436"/>
                <a:gd name="csY1006" fmla="*/ 275974 h 1384383"/>
                <a:gd name="csX1007" fmla="*/ 1671638 w 1690436"/>
                <a:gd name="csY1007" fmla="*/ 275974 h 1384383"/>
                <a:gd name="csX1008" fmla="*/ 1673893 w 1690436"/>
                <a:gd name="csY1008" fmla="*/ 275974 h 1384383"/>
                <a:gd name="csX1009" fmla="*/ 1676150 w 1690436"/>
                <a:gd name="csY1009" fmla="*/ 275222 h 1384383"/>
                <a:gd name="csX1010" fmla="*/ 1679909 w 1690436"/>
                <a:gd name="csY1010" fmla="*/ 276726 h 1384383"/>
                <a:gd name="csX1011" fmla="*/ 1680661 w 1690436"/>
                <a:gd name="csY1011" fmla="*/ 278230 h 1384383"/>
                <a:gd name="csX1012" fmla="*/ 1680661 w 1690436"/>
                <a:gd name="csY1012" fmla="*/ 278982 h 1384383"/>
                <a:gd name="csX1013" fmla="*/ 1681413 w 1690436"/>
                <a:gd name="csY1013" fmla="*/ 280486 h 1384383"/>
                <a:gd name="csX1014" fmla="*/ 1682917 w 1690436"/>
                <a:gd name="csY1014" fmla="*/ 282742 h 1384383"/>
                <a:gd name="csX1015" fmla="*/ 1683669 w 1690436"/>
                <a:gd name="csY1015" fmla="*/ 284246 h 1384383"/>
                <a:gd name="csX1016" fmla="*/ 1685925 w 1690436"/>
                <a:gd name="csY1016" fmla="*/ 285750 h 1384383"/>
                <a:gd name="csX1017" fmla="*/ 1686677 w 1690436"/>
                <a:gd name="csY1017" fmla="*/ 286502 h 1384383"/>
                <a:gd name="csX1018" fmla="*/ 1687429 w 1690436"/>
                <a:gd name="csY1018" fmla="*/ 287254 h 1384383"/>
                <a:gd name="csX1019" fmla="*/ 1687429 w 1690436"/>
                <a:gd name="csY1019" fmla="*/ 288006 h 1384383"/>
                <a:gd name="csX1020" fmla="*/ 1688181 w 1690436"/>
                <a:gd name="csY1020" fmla="*/ 290262 h 1384383"/>
                <a:gd name="csX1021" fmla="*/ 1688181 w 1690436"/>
                <a:gd name="csY1021" fmla="*/ 291014 h 1384383"/>
                <a:gd name="csX1022" fmla="*/ 1690437 w 1690436"/>
                <a:gd name="csY1022" fmla="*/ 294022 h 1384383"/>
                <a:gd name="csX1023" fmla="*/ 1690437 w 1690436"/>
                <a:gd name="csY1023" fmla="*/ 295526 h 1384383"/>
                <a:gd name="csX1024" fmla="*/ 1690437 w 1690436"/>
                <a:gd name="csY1024" fmla="*/ 296278 h 1384383"/>
                <a:gd name="csX1025" fmla="*/ 1690437 w 1690436"/>
                <a:gd name="csY1025" fmla="*/ 297782 h 1384383"/>
                <a:gd name="csX1026" fmla="*/ 1690437 w 1690436"/>
                <a:gd name="csY1026" fmla="*/ 299286 h 1384383"/>
                <a:gd name="csX1027" fmla="*/ 1688933 w 1690436"/>
                <a:gd name="csY1027" fmla="*/ 300037 h 1384383"/>
                <a:gd name="csX1028" fmla="*/ 1687429 w 1690436"/>
                <a:gd name="csY1028" fmla="*/ 300789 h 1384383"/>
                <a:gd name="csX1029" fmla="*/ 1686677 w 1690436"/>
                <a:gd name="csY1029" fmla="*/ 301542 h 1384383"/>
                <a:gd name="csX1030" fmla="*/ 1685925 w 1690436"/>
                <a:gd name="csY1030" fmla="*/ 303046 h 1384383"/>
                <a:gd name="csX1031" fmla="*/ 1683669 w 1690436"/>
                <a:gd name="csY1031" fmla="*/ 308309 h 1384383"/>
                <a:gd name="csX1032" fmla="*/ 1682917 w 1690436"/>
                <a:gd name="csY1032" fmla="*/ 310565 h 1384383"/>
                <a:gd name="csX1033" fmla="*/ 1682165 w 1690436"/>
                <a:gd name="csY1033" fmla="*/ 315077 h 1384383"/>
                <a:gd name="csX1034" fmla="*/ 1682165 w 1690436"/>
                <a:gd name="csY1034" fmla="*/ 317333 h 1384383"/>
                <a:gd name="csX1035" fmla="*/ 1682165 w 1690436"/>
                <a:gd name="csY1035" fmla="*/ 318837 h 1384383"/>
                <a:gd name="csX1036" fmla="*/ 1680661 w 1690436"/>
                <a:gd name="csY1036" fmla="*/ 323349 h 1384383"/>
                <a:gd name="csX1037" fmla="*/ 1678405 w 1690436"/>
                <a:gd name="csY1037" fmla="*/ 325605 h 1384383"/>
                <a:gd name="csX1038" fmla="*/ 1677653 w 1690436"/>
                <a:gd name="csY1038" fmla="*/ 327109 h 1384383"/>
                <a:gd name="csX1039" fmla="*/ 1673893 w 1690436"/>
                <a:gd name="csY1039" fmla="*/ 330116 h 1384383"/>
                <a:gd name="csX1040" fmla="*/ 1671638 w 1690436"/>
                <a:gd name="csY1040" fmla="*/ 332372 h 1384383"/>
                <a:gd name="csX1041" fmla="*/ 1661110 w 1690436"/>
                <a:gd name="csY1041" fmla="*/ 338388 h 1384383"/>
                <a:gd name="csX1042" fmla="*/ 1649831 w 1690436"/>
                <a:gd name="csY1042" fmla="*/ 355684 h 1384383"/>
                <a:gd name="csX1043" fmla="*/ 1648327 w 1690436"/>
                <a:gd name="csY1043" fmla="*/ 357940 h 1384383"/>
                <a:gd name="csX1044" fmla="*/ 1649078 w 1690436"/>
                <a:gd name="csY1044" fmla="*/ 359444 h 1384383"/>
                <a:gd name="csX1045" fmla="*/ 1649078 w 1690436"/>
                <a:gd name="csY1045" fmla="*/ 360195 h 1384383"/>
                <a:gd name="csX1046" fmla="*/ 1649078 w 1690436"/>
                <a:gd name="csY1046" fmla="*/ 361699 h 1384383"/>
                <a:gd name="csX1047" fmla="*/ 1649078 w 1690436"/>
                <a:gd name="csY1047" fmla="*/ 362451 h 1384383"/>
                <a:gd name="csX1048" fmla="*/ 1648327 w 1690436"/>
                <a:gd name="csY1048" fmla="*/ 363203 h 1384383"/>
                <a:gd name="csX1049" fmla="*/ 1646822 w 1690436"/>
                <a:gd name="csY1049" fmla="*/ 363203 h 1384383"/>
                <a:gd name="csX1050" fmla="*/ 1646071 w 1690436"/>
                <a:gd name="csY1050" fmla="*/ 363203 h 1384383"/>
                <a:gd name="csX1051" fmla="*/ 1645318 w 1690436"/>
                <a:gd name="csY1051" fmla="*/ 363203 h 1384383"/>
                <a:gd name="csX1052" fmla="*/ 1643814 w 1690436"/>
                <a:gd name="csY1052" fmla="*/ 362451 h 1384383"/>
                <a:gd name="csX1053" fmla="*/ 1641559 w 1690436"/>
                <a:gd name="csY1053" fmla="*/ 362451 h 1384383"/>
                <a:gd name="csX1054" fmla="*/ 1640055 w 1690436"/>
                <a:gd name="csY1054" fmla="*/ 362451 h 1384383"/>
                <a:gd name="csX1055" fmla="*/ 1631783 w 1690436"/>
                <a:gd name="csY1055" fmla="*/ 365459 h 1384383"/>
                <a:gd name="csX1056" fmla="*/ 1631031 w 1690436"/>
                <a:gd name="csY1056" fmla="*/ 366211 h 1384383"/>
                <a:gd name="csX1057" fmla="*/ 1630279 w 1690436"/>
                <a:gd name="csY1057" fmla="*/ 366963 h 1384383"/>
                <a:gd name="csX1058" fmla="*/ 1629527 w 1690436"/>
                <a:gd name="csY1058" fmla="*/ 367715 h 1384383"/>
                <a:gd name="csX1059" fmla="*/ 1628775 w 1690436"/>
                <a:gd name="csY1059" fmla="*/ 370723 h 1384383"/>
                <a:gd name="csX1060" fmla="*/ 1628775 w 1690436"/>
                <a:gd name="csY1060" fmla="*/ 372227 h 1384383"/>
                <a:gd name="csX1061" fmla="*/ 1628023 w 1690436"/>
                <a:gd name="csY1061" fmla="*/ 372979 h 1384383"/>
                <a:gd name="csX1062" fmla="*/ 1628775 w 1690436"/>
                <a:gd name="csY1062" fmla="*/ 378243 h 1384383"/>
                <a:gd name="csX1063" fmla="*/ 1628775 w 1690436"/>
                <a:gd name="csY1063" fmla="*/ 384259 h 1384383"/>
                <a:gd name="csX1064" fmla="*/ 1626519 w 1690436"/>
                <a:gd name="csY1064" fmla="*/ 394034 h 1384383"/>
                <a:gd name="csX1065" fmla="*/ 1626519 w 1690436"/>
                <a:gd name="csY1065" fmla="*/ 394786 h 1384383"/>
                <a:gd name="csX1066" fmla="*/ 1627271 w 1690436"/>
                <a:gd name="csY1066" fmla="*/ 395538 h 1384383"/>
                <a:gd name="csX1067" fmla="*/ 1627271 w 1690436"/>
                <a:gd name="csY1067" fmla="*/ 396290 h 1384383"/>
                <a:gd name="csX1068" fmla="*/ 1627271 w 1690436"/>
                <a:gd name="csY1068" fmla="*/ 397042 h 1384383"/>
                <a:gd name="csX1069" fmla="*/ 1630279 w 1690436"/>
                <a:gd name="csY1069" fmla="*/ 400050 h 1384383"/>
                <a:gd name="csX1070" fmla="*/ 1631031 w 1690436"/>
                <a:gd name="csY1070" fmla="*/ 401554 h 1384383"/>
                <a:gd name="csX1071" fmla="*/ 1632535 w 1690436"/>
                <a:gd name="csY1071" fmla="*/ 404562 h 1384383"/>
                <a:gd name="csX1072" fmla="*/ 1632535 w 1690436"/>
                <a:gd name="csY1072" fmla="*/ 406066 h 1384383"/>
                <a:gd name="csX1073" fmla="*/ 1632535 w 1690436"/>
                <a:gd name="csY1073" fmla="*/ 406818 h 1384383"/>
                <a:gd name="csX1074" fmla="*/ 1632535 w 1690436"/>
                <a:gd name="csY1074" fmla="*/ 407570 h 1384383"/>
                <a:gd name="csX1075" fmla="*/ 1632535 w 1690436"/>
                <a:gd name="csY1075" fmla="*/ 409074 h 1384383"/>
                <a:gd name="csX1076" fmla="*/ 1631031 w 1690436"/>
                <a:gd name="csY1076" fmla="*/ 409826 h 1384383"/>
                <a:gd name="csX1077" fmla="*/ 1628775 w 1690436"/>
                <a:gd name="csY1077" fmla="*/ 411330 h 1384383"/>
                <a:gd name="csX1078" fmla="*/ 1628023 w 1690436"/>
                <a:gd name="csY1078" fmla="*/ 412082 h 1384383"/>
                <a:gd name="csX1079" fmla="*/ 1626519 w 1690436"/>
                <a:gd name="csY1079" fmla="*/ 412834 h 1384383"/>
                <a:gd name="csX1080" fmla="*/ 1626519 w 1690436"/>
                <a:gd name="csY1080" fmla="*/ 413586 h 1384383"/>
                <a:gd name="csX1081" fmla="*/ 1625767 w 1690436"/>
                <a:gd name="csY1081" fmla="*/ 415090 h 1384383"/>
                <a:gd name="csX1082" fmla="*/ 1625015 w 1690436"/>
                <a:gd name="csY1082" fmla="*/ 415090 h 1384383"/>
                <a:gd name="csX1083" fmla="*/ 1622759 w 1690436"/>
                <a:gd name="csY1083" fmla="*/ 415842 h 1384383"/>
                <a:gd name="csX1084" fmla="*/ 1619752 w 1690436"/>
                <a:gd name="csY1084" fmla="*/ 415842 h 1384383"/>
                <a:gd name="csX1085" fmla="*/ 1607720 w 1690436"/>
                <a:gd name="csY1085" fmla="*/ 415842 h 1384383"/>
                <a:gd name="csX1086" fmla="*/ 1602456 w 1690436"/>
                <a:gd name="csY1086" fmla="*/ 415090 h 1384383"/>
                <a:gd name="csX1087" fmla="*/ 1598696 w 1690436"/>
                <a:gd name="csY1087" fmla="*/ 413586 h 1384383"/>
                <a:gd name="csX1088" fmla="*/ 1597944 w 1690436"/>
                <a:gd name="csY1088" fmla="*/ 413586 h 1384383"/>
                <a:gd name="csX1089" fmla="*/ 1597192 w 1690436"/>
                <a:gd name="csY1089" fmla="*/ 413586 h 1384383"/>
                <a:gd name="csX1090" fmla="*/ 1596440 w 1690436"/>
                <a:gd name="csY1090" fmla="*/ 414338 h 1384383"/>
                <a:gd name="csX1091" fmla="*/ 1595688 w 1690436"/>
                <a:gd name="csY1091" fmla="*/ 416593 h 1384383"/>
                <a:gd name="csX1092" fmla="*/ 1594936 w 1690436"/>
                <a:gd name="csY1092" fmla="*/ 417345 h 1384383"/>
                <a:gd name="csX1093" fmla="*/ 1591928 w 1690436"/>
                <a:gd name="csY1093" fmla="*/ 420353 h 1384383"/>
                <a:gd name="csX1094" fmla="*/ 1591176 w 1690436"/>
                <a:gd name="csY1094" fmla="*/ 421105 h 1384383"/>
                <a:gd name="csX1095" fmla="*/ 1591176 w 1690436"/>
                <a:gd name="csY1095" fmla="*/ 421857 h 1384383"/>
                <a:gd name="csX1096" fmla="*/ 1590424 w 1690436"/>
                <a:gd name="csY1096" fmla="*/ 423361 h 1384383"/>
                <a:gd name="csX1097" fmla="*/ 1585913 w 1690436"/>
                <a:gd name="csY1097" fmla="*/ 443664 h 1384383"/>
                <a:gd name="csX1098" fmla="*/ 1583656 w 1690436"/>
                <a:gd name="csY1098" fmla="*/ 450432 h 1384383"/>
                <a:gd name="csX1099" fmla="*/ 1582905 w 1690436"/>
                <a:gd name="csY1099" fmla="*/ 453440 h 1384383"/>
                <a:gd name="csX1100" fmla="*/ 1582905 w 1690436"/>
                <a:gd name="csY1100" fmla="*/ 455696 h 1384383"/>
                <a:gd name="csX1101" fmla="*/ 1584409 w 1690436"/>
                <a:gd name="csY1101" fmla="*/ 462464 h 1384383"/>
                <a:gd name="csX1102" fmla="*/ 1585161 w 1690436"/>
                <a:gd name="csY1102" fmla="*/ 463968 h 1384383"/>
                <a:gd name="csX1103" fmla="*/ 1584409 w 1690436"/>
                <a:gd name="csY1103" fmla="*/ 465472 h 1384383"/>
                <a:gd name="csX1104" fmla="*/ 1584409 w 1690436"/>
                <a:gd name="csY1104" fmla="*/ 466976 h 1384383"/>
                <a:gd name="csX1105" fmla="*/ 1584409 w 1690436"/>
                <a:gd name="csY1105" fmla="*/ 468480 h 1384383"/>
                <a:gd name="csX1106" fmla="*/ 1584409 w 1690436"/>
                <a:gd name="csY1106" fmla="*/ 469984 h 1384383"/>
                <a:gd name="csX1107" fmla="*/ 1584409 w 1690436"/>
                <a:gd name="csY1107" fmla="*/ 473743 h 1384383"/>
                <a:gd name="csX1108" fmla="*/ 1584409 w 1690436"/>
                <a:gd name="csY1108" fmla="*/ 474495 h 1384383"/>
                <a:gd name="csX1109" fmla="*/ 1584409 w 1690436"/>
                <a:gd name="csY1109" fmla="*/ 475999 h 1384383"/>
                <a:gd name="csX1110" fmla="*/ 1584409 w 1690436"/>
                <a:gd name="csY1110" fmla="*/ 476751 h 1384383"/>
                <a:gd name="csX1111" fmla="*/ 1583656 w 1690436"/>
                <a:gd name="csY1111" fmla="*/ 477503 h 1384383"/>
                <a:gd name="csX1112" fmla="*/ 1582905 w 1690436"/>
                <a:gd name="csY1112" fmla="*/ 477503 h 1384383"/>
                <a:gd name="csX1113" fmla="*/ 1580649 w 1690436"/>
                <a:gd name="csY1113" fmla="*/ 479007 h 1384383"/>
                <a:gd name="csX1114" fmla="*/ 1579897 w 1690436"/>
                <a:gd name="csY1114" fmla="*/ 479007 h 1384383"/>
                <a:gd name="csX1115" fmla="*/ 1579897 w 1690436"/>
                <a:gd name="csY1115" fmla="*/ 479759 h 1384383"/>
                <a:gd name="csX1116" fmla="*/ 1578393 w 1690436"/>
                <a:gd name="csY1116" fmla="*/ 482015 h 1384383"/>
                <a:gd name="csX1117" fmla="*/ 1578393 w 1690436"/>
                <a:gd name="csY1117" fmla="*/ 484271 h 1384383"/>
                <a:gd name="csX1118" fmla="*/ 1577641 w 1690436"/>
                <a:gd name="csY1118" fmla="*/ 491791 h 1384383"/>
                <a:gd name="csX1119" fmla="*/ 1577641 w 1690436"/>
                <a:gd name="csY1119" fmla="*/ 495551 h 1384383"/>
                <a:gd name="csX1120" fmla="*/ 1577641 w 1690436"/>
                <a:gd name="csY1120" fmla="*/ 496303 h 1384383"/>
                <a:gd name="csX1121" fmla="*/ 1577641 w 1690436"/>
                <a:gd name="csY1121" fmla="*/ 497807 h 1384383"/>
                <a:gd name="csX1122" fmla="*/ 1578393 w 1690436"/>
                <a:gd name="csY1122" fmla="*/ 498559 h 1384383"/>
                <a:gd name="csX1123" fmla="*/ 1580649 w 1690436"/>
                <a:gd name="csY1123" fmla="*/ 499310 h 1384383"/>
                <a:gd name="csX1124" fmla="*/ 1581401 w 1690436"/>
                <a:gd name="csY1124" fmla="*/ 499310 h 1384383"/>
                <a:gd name="csX1125" fmla="*/ 1582153 w 1690436"/>
                <a:gd name="csY1125" fmla="*/ 499310 h 1384383"/>
                <a:gd name="csX1126" fmla="*/ 1582905 w 1690436"/>
                <a:gd name="csY1126" fmla="*/ 498559 h 1384383"/>
                <a:gd name="csX1127" fmla="*/ 1582905 w 1690436"/>
                <a:gd name="csY1127" fmla="*/ 497807 h 1384383"/>
                <a:gd name="csX1128" fmla="*/ 1584409 w 1690436"/>
                <a:gd name="csY1128" fmla="*/ 494799 h 1384383"/>
                <a:gd name="csX1129" fmla="*/ 1585161 w 1690436"/>
                <a:gd name="csY1129" fmla="*/ 494047 h 1384383"/>
                <a:gd name="csX1130" fmla="*/ 1585161 w 1690436"/>
                <a:gd name="csY1130" fmla="*/ 493295 h 1384383"/>
                <a:gd name="csX1131" fmla="*/ 1585913 w 1690436"/>
                <a:gd name="csY1131" fmla="*/ 493295 h 1384383"/>
                <a:gd name="csX1132" fmla="*/ 1587416 w 1690436"/>
                <a:gd name="csY1132" fmla="*/ 492543 h 1384383"/>
                <a:gd name="csX1133" fmla="*/ 1588920 w 1690436"/>
                <a:gd name="csY1133" fmla="*/ 492543 h 1384383"/>
                <a:gd name="csX1134" fmla="*/ 1589673 w 1690436"/>
                <a:gd name="csY1134" fmla="*/ 491791 h 1384383"/>
                <a:gd name="csX1135" fmla="*/ 1590424 w 1690436"/>
                <a:gd name="csY1135" fmla="*/ 491791 h 1384383"/>
                <a:gd name="csX1136" fmla="*/ 1591176 w 1690436"/>
                <a:gd name="csY1136" fmla="*/ 491791 h 1384383"/>
                <a:gd name="csX1137" fmla="*/ 1591928 w 1690436"/>
                <a:gd name="csY1137" fmla="*/ 493295 h 1384383"/>
                <a:gd name="csX1138" fmla="*/ 1591928 w 1690436"/>
                <a:gd name="csY1138" fmla="*/ 494047 h 1384383"/>
                <a:gd name="csX1139" fmla="*/ 1591176 w 1690436"/>
                <a:gd name="csY1139" fmla="*/ 495551 h 1384383"/>
                <a:gd name="csX1140" fmla="*/ 1588920 w 1690436"/>
                <a:gd name="csY1140" fmla="*/ 498559 h 1384383"/>
                <a:gd name="csX1141" fmla="*/ 1588920 w 1690436"/>
                <a:gd name="csY1141" fmla="*/ 499310 h 1384383"/>
                <a:gd name="csX1142" fmla="*/ 1588169 w 1690436"/>
                <a:gd name="csY1142" fmla="*/ 500063 h 1384383"/>
                <a:gd name="csX1143" fmla="*/ 1588169 w 1690436"/>
                <a:gd name="csY1143" fmla="*/ 500815 h 1384383"/>
                <a:gd name="csX1144" fmla="*/ 1588169 w 1690436"/>
                <a:gd name="csY1144" fmla="*/ 501567 h 1384383"/>
                <a:gd name="csX1145" fmla="*/ 1588920 w 1690436"/>
                <a:gd name="csY1145" fmla="*/ 502319 h 1384383"/>
                <a:gd name="csX1146" fmla="*/ 1589673 w 1690436"/>
                <a:gd name="csY1146" fmla="*/ 503070 h 1384383"/>
                <a:gd name="csX1147" fmla="*/ 1590424 w 1690436"/>
                <a:gd name="csY1147" fmla="*/ 502319 h 1384383"/>
                <a:gd name="csX1148" fmla="*/ 1591176 w 1690436"/>
                <a:gd name="csY1148" fmla="*/ 502319 h 1384383"/>
                <a:gd name="csX1149" fmla="*/ 1592680 w 1690436"/>
                <a:gd name="csY1149" fmla="*/ 501567 h 1384383"/>
                <a:gd name="csX1150" fmla="*/ 1593433 w 1690436"/>
                <a:gd name="csY1150" fmla="*/ 500815 h 1384383"/>
                <a:gd name="csX1151" fmla="*/ 1594184 w 1690436"/>
                <a:gd name="csY1151" fmla="*/ 500815 h 1384383"/>
                <a:gd name="csX1152" fmla="*/ 1594936 w 1690436"/>
                <a:gd name="csY1152" fmla="*/ 501567 h 1384383"/>
                <a:gd name="csX1153" fmla="*/ 1595688 w 1690436"/>
                <a:gd name="csY1153" fmla="*/ 502319 h 1384383"/>
                <a:gd name="csX1154" fmla="*/ 1596440 w 1690436"/>
                <a:gd name="csY1154" fmla="*/ 504574 h 1384383"/>
                <a:gd name="csX1155" fmla="*/ 1597192 w 1690436"/>
                <a:gd name="csY1155" fmla="*/ 506078 h 1384383"/>
                <a:gd name="csX1156" fmla="*/ 1597192 w 1690436"/>
                <a:gd name="csY1156" fmla="*/ 507582 h 1384383"/>
                <a:gd name="csX1157" fmla="*/ 1597192 w 1690436"/>
                <a:gd name="csY1157" fmla="*/ 508334 h 1384383"/>
                <a:gd name="csX1158" fmla="*/ 1594936 w 1690436"/>
                <a:gd name="csY1158" fmla="*/ 513598 h 1384383"/>
                <a:gd name="csX1159" fmla="*/ 1594936 w 1690436"/>
                <a:gd name="csY1159" fmla="*/ 515102 h 1384383"/>
                <a:gd name="csX1160" fmla="*/ 1594936 w 1690436"/>
                <a:gd name="csY1160" fmla="*/ 516606 h 1384383"/>
                <a:gd name="csX1161" fmla="*/ 1594936 w 1690436"/>
                <a:gd name="csY1161" fmla="*/ 517358 h 1384383"/>
                <a:gd name="csX1162" fmla="*/ 1595688 w 1690436"/>
                <a:gd name="csY1162" fmla="*/ 521118 h 1384383"/>
                <a:gd name="csX1163" fmla="*/ 1595688 w 1690436"/>
                <a:gd name="csY1163" fmla="*/ 521870 h 1384383"/>
                <a:gd name="csX1164" fmla="*/ 1596440 w 1690436"/>
                <a:gd name="csY1164" fmla="*/ 522622 h 1384383"/>
                <a:gd name="csX1165" fmla="*/ 1598696 w 1690436"/>
                <a:gd name="csY1165" fmla="*/ 523374 h 1384383"/>
                <a:gd name="csX1166" fmla="*/ 1599448 w 1690436"/>
                <a:gd name="csY1166" fmla="*/ 523374 h 1384383"/>
                <a:gd name="csX1167" fmla="*/ 1600952 w 1690436"/>
                <a:gd name="csY1167" fmla="*/ 523374 h 1384383"/>
                <a:gd name="csX1168" fmla="*/ 1601704 w 1690436"/>
                <a:gd name="csY1168" fmla="*/ 522622 h 1384383"/>
                <a:gd name="csX1169" fmla="*/ 1603208 w 1690436"/>
                <a:gd name="csY1169" fmla="*/ 522622 h 1384383"/>
                <a:gd name="csX1170" fmla="*/ 1605464 w 1690436"/>
                <a:gd name="csY1170" fmla="*/ 522622 h 1384383"/>
                <a:gd name="csX1171" fmla="*/ 1606968 w 1690436"/>
                <a:gd name="csY1171" fmla="*/ 522622 h 1384383"/>
                <a:gd name="csX1172" fmla="*/ 1608472 w 1690436"/>
                <a:gd name="csY1172" fmla="*/ 523374 h 1384383"/>
                <a:gd name="csX1173" fmla="*/ 1609224 w 1690436"/>
                <a:gd name="csY1173" fmla="*/ 524878 h 1384383"/>
                <a:gd name="csX1174" fmla="*/ 1609976 w 1690436"/>
                <a:gd name="csY1174" fmla="*/ 526382 h 1384383"/>
                <a:gd name="csX1175" fmla="*/ 1611480 w 1690436"/>
                <a:gd name="csY1175" fmla="*/ 531646 h 1384383"/>
                <a:gd name="csX1176" fmla="*/ 1612232 w 1690436"/>
                <a:gd name="csY1176" fmla="*/ 533149 h 1384383"/>
                <a:gd name="csX1177" fmla="*/ 1612984 w 1690436"/>
                <a:gd name="csY1177" fmla="*/ 534653 h 1384383"/>
                <a:gd name="csX1178" fmla="*/ 1613735 w 1690436"/>
                <a:gd name="csY1178" fmla="*/ 535405 h 1384383"/>
                <a:gd name="csX1179" fmla="*/ 1620503 w 1690436"/>
                <a:gd name="csY1179" fmla="*/ 539165 h 1384383"/>
                <a:gd name="csX1180" fmla="*/ 1621255 w 1690436"/>
                <a:gd name="csY1180" fmla="*/ 539917 h 1384383"/>
                <a:gd name="csX1181" fmla="*/ 1622007 w 1690436"/>
                <a:gd name="csY1181" fmla="*/ 540669 h 1384383"/>
                <a:gd name="csX1182" fmla="*/ 1623511 w 1690436"/>
                <a:gd name="csY1182" fmla="*/ 542925 h 1384383"/>
                <a:gd name="csX1183" fmla="*/ 1623511 w 1690436"/>
                <a:gd name="csY1183" fmla="*/ 544429 h 1384383"/>
                <a:gd name="csX1184" fmla="*/ 1624263 w 1690436"/>
                <a:gd name="csY1184" fmla="*/ 545933 h 1384383"/>
                <a:gd name="csX1185" fmla="*/ 1625015 w 1690436"/>
                <a:gd name="csY1185" fmla="*/ 546685 h 1384383"/>
                <a:gd name="csX1186" fmla="*/ 1626519 w 1690436"/>
                <a:gd name="csY1186" fmla="*/ 548189 h 1384383"/>
                <a:gd name="csX1187" fmla="*/ 1632535 w 1690436"/>
                <a:gd name="csY1187" fmla="*/ 551197 h 1384383"/>
                <a:gd name="csX1188" fmla="*/ 1634791 w 1690436"/>
                <a:gd name="csY1188" fmla="*/ 551949 h 1384383"/>
                <a:gd name="csX1189" fmla="*/ 1638551 w 1690436"/>
                <a:gd name="csY1189" fmla="*/ 555709 h 1384383"/>
                <a:gd name="csX1190" fmla="*/ 1640055 w 1690436"/>
                <a:gd name="csY1190" fmla="*/ 560220 h 1384383"/>
                <a:gd name="csX1191" fmla="*/ 1641559 w 1690436"/>
                <a:gd name="csY1191" fmla="*/ 563228 h 1384383"/>
                <a:gd name="csX1192" fmla="*/ 1641559 w 1690436"/>
                <a:gd name="csY1192" fmla="*/ 563981 h 1384383"/>
                <a:gd name="csX1193" fmla="*/ 1641559 w 1690436"/>
                <a:gd name="csY1193" fmla="*/ 565484 h 1384383"/>
                <a:gd name="csX1194" fmla="*/ 1641559 w 1690436"/>
                <a:gd name="csY1194" fmla="*/ 566988 h 1384383"/>
                <a:gd name="csX1195" fmla="*/ 1640807 w 1690436"/>
                <a:gd name="csY1195" fmla="*/ 570748 h 1384383"/>
                <a:gd name="csX1196" fmla="*/ 1640055 w 1690436"/>
                <a:gd name="csY1196" fmla="*/ 572252 h 1384383"/>
                <a:gd name="csX1197" fmla="*/ 1639303 w 1690436"/>
                <a:gd name="csY1197" fmla="*/ 573004 h 1384383"/>
                <a:gd name="csX1198" fmla="*/ 1637047 w 1690436"/>
                <a:gd name="csY1198" fmla="*/ 576012 h 1384383"/>
                <a:gd name="csX1199" fmla="*/ 1636295 w 1690436"/>
                <a:gd name="csY1199" fmla="*/ 577516 h 1384383"/>
                <a:gd name="csX1200" fmla="*/ 1635543 w 1690436"/>
                <a:gd name="csY1200" fmla="*/ 579020 h 1384383"/>
                <a:gd name="csX1201" fmla="*/ 1634791 w 1690436"/>
                <a:gd name="csY1201" fmla="*/ 579772 h 1384383"/>
                <a:gd name="csX1202" fmla="*/ 1635543 w 1690436"/>
                <a:gd name="csY1202" fmla="*/ 582780 h 1384383"/>
                <a:gd name="csX1203" fmla="*/ 1638551 w 1690436"/>
                <a:gd name="csY1203" fmla="*/ 589547 h 1384383"/>
                <a:gd name="csX1204" fmla="*/ 1637047 w 1690436"/>
                <a:gd name="csY1204" fmla="*/ 588796 h 1384383"/>
                <a:gd name="csX1205" fmla="*/ 1634039 w 1690436"/>
                <a:gd name="csY1205" fmla="*/ 587292 h 1384383"/>
                <a:gd name="csX1206" fmla="*/ 1633287 w 1690436"/>
                <a:gd name="csY1206" fmla="*/ 587292 h 1384383"/>
                <a:gd name="csX1207" fmla="*/ 1632535 w 1690436"/>
                <a:gd name="csY1207" fmla="*/ 586540 h 1384383"/>
                <a:gd name="csX1208" fmla="*/ 1631031 w 1690436"/>
                <a:gd name="csY1208" fmla="*/ 585787 h 1384383"/>
                <a:gd name="csX1209" fmla="*/ 1631031 w 1690436"/>
                <a:gd name="csY1209" fmla="*/ 585036 h 1384383"/>
                <a:gd name="csX1210" fmla="*/ 1630279 w 1690436"/>
                <a:gd name="csY1210" fmla="*/ 585036 h 1384383"/>
                <a:gd name="csX1211" fmla="*/ 1629527 w 1690436"/>
                <a:gd name="csY1211" fmla="*/ 584283 h 1384383"/>
                <a:gd name="csX1212" fmla="*/ 1628775 w 1690436"/>
                <a:gd name="csY1212" fmla="*/ 584283 h 1384383"/>
                <a:gd name="csX1213" fmla="*/ 1628023 w 1690436"/>
                <a:gd name="csY1213" fmla="*/ 584283 h 1384383"/>
                <a:gd name="csX1214" fmla="*/ 1625767 w 1690436"/>
                <a:gd name="csY1214" fmla="*/ 584283 h 1384383"/>
                <a:gd name="csX1215" fmla="*/ 1625015 w 1690436"/>
                <a:gd name="csY1215" fmla="*/ 584283 h 1384383"/>
                <a:gd name="csX1216" fmla="*/ 1623511 w 1690436"/>
                <a:gd name="csY1216" fmla="*/ 584283 h 1384383"/>
                <a:gd name="csX1217" fmla="*/ 1622759 w 1690436"/>
                <a:gd name="csY1217" fmla="*/ 584283 h 1384383"/>
                <a:gd name="csX1218" fmla="*/ 1622007 w 1690436"/>
                <a:gd name="csY1218" fmla="*/ 583532 h 1384383"/>
                <a:gd name="csX1219" fmla="*/ 1621255 w 1690436"/>
                <a:gd name="csY1219" fmla="*/ 582780 h 1384383"/>
                <a:gd name="csX1220" fmla="*/ 1620503 w 1690436"/>
                <a:gd name="csY1220" fmla="*/ 582028 h 1384383"/>
                <a:gd name="csX1221" fmla="*/ 1620503 w 1690436"/>
                <a:gd name="csY1221" fmla="*/ 581276 h 1384383"/>
                <a:gd name="csX1222" fmla="*/ 1619752 w 1690436"/>
                <a:gd name="csY1222" fmla="*/ 580524 h 1384383"/>
                <a:gd name="csX1223" fmla="*/ 1618999 w 1690436"/>
                <a:gd name="csY1223" fmla="*/ 580524 h 1384383"/>
                <a:gd name="csX1224" fmla="*/ 1615992 w 1690436"/>
                <a:gd name="csY1224" fmla="*/ 580524 h 1384383"/>
                <a:gd name="csX1225" fmla="*/ 1615239 w 1690436"/>
                <a:gd name="csY1225" fmla="*/ 580524 h 1384383"/>
                <a:gd name="csX1226" fmla="*/ 1613735 w 1690436"/>
                <a:gd name="csY1226" fmla="*/ 579020 h 1384383"/>
                <a:gd name="csX1227" fmla="*/ 1606216 w 1690436"/>
                <a:gd name="csY1227" fmla="*/ 576764 h 1384383"/>
                <a:gd name="csX1228" fmla="*/ 1605464 w 1690436"/>
                <a:gd name="csY1228" fmla="*/ 576764 h 1384383"/>
                <a:gd name="csX1229" fmla="*/ 1604712 w 1690436"/>
                <a:gd name="csY1229" fmla="*/ 576012 h 1384383"/>
                <a:gd name="csX1230" fmla="*/ 1604712 w 1690436"/>
                <a:gd name="csY1230" fmla="*/ 575260 h 1384383"/>
                <a:gd name="csX1231" fmla="*/ 1603960 w 1690436"/>
                <a:gd name="csY1231" fmla="*/ 573756 h 1384383"/>
                <a:gd name="csX1232" fmla="*/ 1603960 w 1690436"/>
                <a:gd name="csY1232" fmla="*/ 573004 h 1384383"/>
                <a:gd name="csX1233" fmla="*/ 1603208 w 1690436"/>
                <a:gd name="csY1233" fmla="*/ 573004 h 1384383"/>
                <a:gd name="csX1234" fmla="*/ 1602456 w 1690436"/>
                <a:gd name="csY1234" fmla="*/ 573756 h 1384383"/>
                <a:gd name="csX1235" fmla="*/ 1600952 w 1690436"/>
                <a:gd name="csY1235" fmla="*/ 574508 h 1384383"/>
                <a:gd name="csX1236" fmla="*/ 1600952 w 1690436"/>
                <a:gd name="csY1236" fmla="*/ 576012 h 1384383"/>
                <a:gd name="csX1237" fmla="*/ 1600952 w 1690436"/>
                <a:gd name="csY1237" fmla="*/ 576764 h 1384383"/>
                <a:gd name="csX1238" fmla="*/ 1601704 w 1690436"/>
                <a:gd name="csY1238" fmla="*/ 579772 h 1384383"/>
                <a:gd name="csX1239" fmla="*/ 1601704 w 1690436"/>
                <a:gd name="csY1239" fmla="*/ 580524 h 1384383"/>
                <a:gd name="csX1240" fmla="*/ 1600952 w 1690436"/>
                <a:gd name="csY1240" fmla="*/ 581276 h 1384383"/>
                <a:gd name="csX1241" fmla="*/ 1600200 w 1690436"/>
                <a:gd name="csY1241" fmla="*/ 582028 h 1384383"/>
                <a:gd name="csX1242" fmla="*/ 1599448 w 1690436"/>
                <a:gd name="csY1242" fmla="*/ 582028 h 1384383"/>
                <a:gd name="csX1243" fmla="*/ 1597944 w 1690436"/>
                <a:gd name="csY1243" fmla="*/ 582028 h 1384383"/>
                <a:gd name="csX1244" fmla="*/ 1597192 w 1690436"/>
                <a:gd name="csY1244" fmla="*/ 582028 h 1384383"/>
                <a:gd name="csX1245" fmla="*/ 1596440 w 1690436"/>
                <a:gd name="csY1245" fmla="*/ 581276 h 1384383"/>
                <a:gd name="csX1246" fmla="*/ 1595688 w 1690436"/>
                <a:gd name="csY1246" fmla="*/ 580524 h 1384383"/>
                <a:gd name="csX1247" fmla="*/ 1592680 w 1690436"/>
                <a:gd name="csY1247" fmla="*/ 577516 h 1384383"/>
                <a:gd name="csX1248" fmla="*/ 1591928 w 1690436"/>
                <a:gd name="csY1248" fmla="*/ 577516 h 1384383"/>
                <a:gd name="csX1249" fmla="*/ 1591176 w 1690436"/>
                <a:gd name="csY1249" fmla="*/ 577516 h 1384383"/>
                <a:gd name="csX1250" fmla="*/ 1590424 w 1690436"/>
                <a:gd name="csY1250" fmla="*/ 577516 h 1384383"/>
                <a:gd name="csX1251" fmla="*/ 1588920 w 1690436"/>
                <a:gd name="csY1251" fmla="*/ 577516 h 1384383"/>
                <a:gd name="csX1252" fmla="*/ 1583656 w 1690436"/>
                <a:gd name="csY1252" fmla="*/ 579020 h 1384383"/>
                <a:gd name="csX1253" fmla="*/ 1581401 w 1690436"/>
                <a:gd name="csY1253" fmla="*/ 579020 h 1384383"/>
                <a:gd name="csX1254" fmla="*/ 1579897 w 1690436"/>
                <a:gd name="csY1254" fmla="*/ 580524 h 1384383"/>
                <a:gd name="csX1255" fmla="*/ 1573129 w 1690436"/>
                <a:gd name="csY1255" fmla="*/ 584283 h 1384383"/>
                <a:gd name="csX1256" fmla="*/ 1570873 w 1690436"/>
                <a:gd name="csY1256" fmla="*/ 585787 h 1384383"/>
                <a:gd name="csX1257" fmla="*/ 1568617 w 1690436"/>
                <a:gd name="csY1257" fmla="*/ 586540 h 1384383"/>
                <a:gd name="csX1258" fmla="*/ 1567113 w 1690436"/>
                <a:gd name="csY1258" fmla="*/ 585787 h 1384383"/>
                <a:gd name="csX1259" fmla="*/ 1564857 w 1690436"/>
                <a:gd name="csY1259" fmla="*/ 585787 h 1384383"/>
                <a:gd name="csX1260" fmla="*/ 1560345 w 1690436"/>
                <a:gd name="csY1260" fmla="*/ 584283 h 1384383"/>
                <a:gd name="csX1261" fmla="*/ 1559594 w 1690436"/>
                <a:gd name="csY1261" fmla="*/ 584283 h 1384383"/>
                <a:gd name="csX1262" fmla="*/ 1558841 w 1690436"/>
                <a:gd name="csY1262" fmla="*/ 584283 h 1384383"/>
                <a:gd name="csX1263" fmla="*/ 1557337 w 1690436"/>
                <a:gd name="csY1263" fmla="*/ 585036 h 1384383"/>
                <a:gd name="csX1264" fmla="*/ 1555082 w 1690436"/>
                <a:gd name="csY1264" fmla="*/ 586540 h 1384383"/>
                <a:gd name="csX1265" fmla="*/ 1552826 w 1690436"/>
                <a:gd name="csY1265" fmla="*/ 587292 h 1384383"/>
                <a:gd name="csX1266" fmla="*/ 1550570 w 1690436"/>
                <a:gd name="csY1266" fmla="*/ 588796 h 1384383"/>
                <a:gd name="csX1267" fmla="*/ 1549818 w 1690436"/>
                <a:gd name="csY1267" fmla="*/ 588796 h 1384383"/>
                <a:gd name="csX1268" fmla="*/ 1549066 w 1690436"/>
                <a:gd name="csY1268" fmla="*/ 588796 h 1384383"/>
                <a:gd name="csX1269" fmla="*/ 1548314 w 1690436"/>
                <a:gd name="csY1269" fmla="*/ 588796 h 1384383"/>
                <a:gd name="csX1270" fmla="*/ 1547562 w 1690436"/>
                <a:gd name="csY1270" fmla="*/ 588043 h 1384383"/>
                <a:gd name="csX1271" fmla="*/ 1546058 w 1690436"/>
                <a:gd name="csY1271" fmla="*/ 587292 h 1384383"/>
                <a:gd name="csX1272" fmla="*/ 1545306 w 1690436"/>
                <a:gd name="csY1272" fmla="*/ 586540 h 1384383"/>
                <a:gd name="csX1273" fmla="*/ 1544554 w 1690436"/>
                <a:gd name="csY1273" fmla="*/ 586540 h 1384383"/>
                <a:gd name="csX1274" fmla="*/ 1543802 w 1690436"/>
                <a:gd name="csY1274" fmla="*/ 586540 h 1384383"/>
                <a:gd name="csX1275" fmla="*/ 1543050 w 1690436"/>
                <a:gd name="csY1275" fmla="*/ 586540 h 1384383"/>
                <a:gd name="csX1276" fmla="*/ 1540042 w 1690436"/>
                <a:gd name="csY1276" fmla="*/ 587292 h 1384383"/>
                <a:gd name="csX1277" fmla="*/ 1538538 w 1690436"/>
                <a:gd name="csY1277" fmla="*/ 588043 h 1384383"/>
                <a:gd name="csX1278" fmla="*/ 1537034 w 1690436"/>
                <a:gd name="csY1278" fmla="*/ 588043 h 1384383"/>
                <a:gd name="csX1279" fmla="*/ 1536282 w 1690436"/>
                <a:gd name="csY1279" fmla="*/ 587292 h 1384383"/>
                <a:gd name="csX1280" fmla="*/ 1535530 w 1690436"/>
                <a:gd name="csY1280" fmla="*/ 587292 h 1384383"/>
                <a:gd name="csX1281" fmla="*/ 1534778 w 1690436"/>
                <a:gd name="csY1281" fmla="*/ 586540 h 1384383"/>
                <a:gd name="csX1282" fmla="*/ 1533275 w 1690436"/>
                <a:gd name="csY1282" fmla="*/ 585036 h 1384383"/>
                <a:gd name="csX1283" fmla="*/ 1532522 w 1690436"/>
                <a:gd name="csY1283" fmla="*/ 585036 h 1384383"/>
                <a:gd name="csX1284" fmla="*/ 1531771 w 1690436"/>
                <a:gd name="csY1284" fmla="*/ 585036 h 1384383"/>
                <a:gd name="csX1285" fmla="*/ 1531018 w 1690436"/>
                <a:gd name="csY1285" fmla="*/ 585787 h 1384383"/>
                <a:gd name="csX1286" fmla="*/ 1531018 w 1690436"/>
                <a:gd name="csY1286" fmla="*/ 587292 h 1384383"/>
                <a:gd name="csX1287" fmla="*/ 1531018 w 1690436"/>
                <a:gd name="csY1287" fmla="*/ 588043 h 1384383"/>
                <a:gd name="csX1288" fmla="*/ 1531771 w 1690436"/>
                <a:gd name="csY1288" fmla="*/ 588796 h 1384383"/>
                <a:gd name="csX1289" fmla="*/ 1552074 w 1690436"/>
                <a:gd name="csY1289" fmla="*/ 608347 h 1384383"/>
                <a:gd name="csX1290" fmla="*/ 1552826 w 1690436"/>
                <a:gd name="csY1290" fmla="*/ 608347 h 1384383"/>
                <a:gd name="csX1291" fmla="*/ 1552826 w 1690436"/>
                <a:gd name="csY1291" fmla="*/ 609851 h 1384383"/>
                <a:gd name="csX1292" fmla="*/ 1552826 w 1690436"/>
                <a:gd name="csY1292" fmla="*/ 610603 h 1384383"/>
                <a:gd name="csX1293" fmla="*/ 1553578 w 1690436"/>
                <a:gd name="csY1293" fmla="*/ 612107 h 1384383"/>
                <a:gd name="csX1294" fmla="*/ 1553578 w 1690436"/>
                <a:gd name="csY1294" fmla="*/ 615115 h 1384383"/>
                <a:gd name="csX1295" fmla="*/ 1553578 w 1690436"/>
                <a:gd name="csY1295" fmla="*/ 616619 h 1384383"/>
                <a:gd name="csX1296" fmla="*/ 1552826 w 1690436"/>
                <a:gd name="csY1296" fmla="*/ 617370 h 1384383"/>
                <a:gd name="csX1297" fmla="*/ 1550570 w 1690436"/>
                <a:gd name="csY1297" fmla="*/ 617370 h 1384383"/>
                <a:gd name="csX1298" fmla="*/ 1549818 w 1690436"/>
                <a:gd name="csY1298" fmla="*/ 617370 h 1384383"/>
                <a:gd name="csX1299" fmla="*/ 1547562 w 1690436"/>
                <a:gd name="csY1299" fmla="*/ 617370 h 1384383"/>
                <a:gd name="csX1300" fmla="*/ 1543802 w 1690436"/>
                <a:gd name="csY1300" fmla="*/ 617370 h 1384383"/>
                <a:gd name="csX1301" fmla="*/ 1543050 w 1690436"/>
                <a:gd name="csY1301" fmla="*/ 617370 h 1384383"/>
                <a:gd name="csX1302" fmla="*/ 1541546 w 1690436"/>
                <a:gd name="csY1302" fmla="*/ 616619 h 1384383"/>
                <a:gd name="csX1303" fmla="*/ 1540042 w 1690436"/>
                <a:gd name="csY1303" fmla="*/ 615115 h 1384383"/>
                <a:gd name="csX1304" fmla="*/ 1539290 w 1690436"/>
                <a:gd name="csY1304" fmla="*/ 614362 h 1384383"/>
                <a:gd name="csX1305" fmla="*/ 1537034 w 1690436"/>
                <a:gd name="csY1305" fmla="*/ 613611 h 1384383"/>
                <a:gd name="csX1306" fmla="*/ 1536282 w 1690436"/>
                <a:gd name="csY1306" fmla="*/ 612859 h 1384383"/>
                <a:gd name="csX1307" fmla="*/ 1534778 w 1690436"/>
                <a:gd name="csY1307" fmla="*/ 610603 h 1384383"/>
                <a:gd name="csX1308" fmla="*/ 1534026 w 1690436"/>
                <a:gd name="csY1308" fmla="*/ 610603 h 1384383"/>
                <a:gd name="csX1309" fmla="*/ 1533275 w 1690436"/>
                <a:gd name="csY1309" fmla="*/ 609851 h 1384383"/>
                <a:gd name="csX1310" fmla="*/ 1532522 w 1690436"/>
                <a:gd name="csY1310" fmla="*/ 609851 h 1384383"/>
                <a:gd name="csX1311" fmla="*/ 1531771 w 1690436"/>
                <a:gd name="csY1311" fmla="*/ 609851 h 1384383"/>
                <a:gd name="csX1312" fmla="*/ 1530267 w 1690436"/>
                <a:gd name="csY1312" fmla="*/ 609851 h 1384383"/>
                <a:gd name="csX1313" fmla="*/ 1529515 w 1690436"/>
                <a:gd name="csY1313" fmla="*/ 609851 h 1384383"/>
                <a:gd name="csX1314" fmla="*/ 1528763 w 1690436"/>
                <a:gd name="csY1314" fmla="*/ 609851 h 1384383"/>
                <a:gd name="csX1315" fmla="*/ 1527258 w 1690436"/>
                <a:gd name="csY1315" fmla="*/ 610603 h 1384383"/>
                <a:gd name="csX1316" fmla="*/ 1525755 w 1690436"/>
                <a:gd name="csY1316" fmla="*/ 612107 h 1384383"/>
                <a:gd name="csX1317" fmla="*/ 1515979 w 1690436"/>
                <a:gd name="csY1317" fmla="*/ 621130 h 1384383"/>
                <a:gd name="csX1318" fmla="*/ 1515227 w 1690436"/>
                <a:gd name="csY1318" fmla="*/ 621130 h 1384383"/>
                <a:gd name="csX1319" fmla="*/ 1514475 w 1690436"/>
                <a:gd name="csY1319" fmla="*/ 621130 h 1384383"/>
                <a:gd name="csX1320" fmla="*/ 1511467 w 1690436"/>
                <a:gd name="csY1320" fmla="*/ 621130 h 1384383"/>
                <a:gd name="csX1321" fmla="*/ 1509963 w 1690436"/>
                <a:gd name="csY1321" fmla="*/ 621130 h 1384383"/>
                <a:gd name="csX1322" fmla="*/ 1509211 w 1690436"/>
                <a:gd name="csY1322" fmla="*/ 621882 h 1384383"/>
                <a:gd name="csX1323" fmla="*/ 1508459 w 1690436"/>
                <a:gd name="csY1323" fmla="*/ 623386 h 1384383"/>
                <a:gd name="csX1324" fmla="*/ 1506956 w 1690436"/>
                <a:gd name="csY1324" fmla="*/ 625642 h 1384383"/>
                <a:gd name="csX1325" fmla="*/ 1503947 w 1690436"/>
                <a:gd name="csY1325" fmla="*/ 631658 h 1384383"/>
                <a:gd name="csX1326" fmla="*/ 1500939 w 1690436"/>
                <a:gd name="csY1326" fmla="*/ 635418 h 1384383"/>
                <a:gd name="csX1327" fmla="*/ 1497180 w 1690436"/>
                <a:gd name="csY1327" fmla="*/ 638426 h 1384383"/>
                <a:gd name="csX1328" fmla="*/ 1497180 w 1690436"/>
                <a:gd name="csY1328" fmla="*/ 639178 h 1384383"/>
                <a:gd name="csX1329" fmla="*/ 1496428 w 1690436"/>
                <a:gd name="csY1329" fmla="*/ 640681 h 1384383"/>
                <a:gd name="csX1330" fmla="*/ 1497180 w 1690436"/>
                <a:gd name="csY1330" fmla="*/ 642938 h 1384383"/>
                <a:gd name="csX1331" fmla="*/ 1497180 w 1690436"/>
                <a:gd name="csY1331" fmla="*/ 644441 h 1384383"/>
                <a:gd name="csX1332" fmla="*/ 1498684 w 1690436"/>
                <a:gd name="csY1332" fmla="*/ 646698 h 1384383"/>
                <a:gd name="csX1333" fmla="*/ 1498684 w 1690436"/>
                <a:gd name="csY1333" fmla="*/ 648953 h 1384383"/>
                <a:gd name="csX1334" fmla="*/ 1495676 w 1690436"/>
                <a:gd name="csY1334" fmla="*/ 654969 h 1384383"/>
                <a:gd name="csX1335" fmla="*/ 1497180 w 1690436"/>
                <a:gd name="csY1335" fmla="*/ 655721 h 1384383"/>
                <a:gd name="csX1336" fmla="*/ 1497932 w 1690436"/>
                <a:gd name="csY1336" fmla="*/ 655721 h 1384383"/>
                <a:gd name="csX1337" fmla="*/ 1500188 w 1690436"/>
                <a:gd name="csY1337" fmla="*/ 654217 h 1384383"/>
                <a:gd name="csX1338" fmla="*/ 1504699 w 1690436"/>
                <a:gd name="csY1338" fmla="*/ 649705 h 1384383"/>
                <a:gd name="csX1339" fmla="*/ 1505452 w 1690436"/>
                <a:gd name="csY1339" fmla="*/ 651209 h 1384383"/>
                <a:gd name="csX1340" fmla="*/ 1506956 w 1690436"/>
                <a:gd name="csY1340" fmla="*/ 651961 h 1384383"/>
                <a:gd name="csX1341" fmla="*/ 1508459 w 1690436"/>
                <a:gd name="csY1341" fmla="*/ 652713 h 1384383"/>
                <a:gd name="csX1342" fmla="*/ 1510715 w 1690436"/>
                <a:gd name="csY1342" fmla="*/ 654217 h 1384383"/>
                <a:gd name="csX1343" fmla="*/ 1512219 w 1690436"/>
                <a:gd name="csY1343" fmla="*/ 654969 h 1384383"/>
                <a:gd name="csX1344" fmla="*/ 1513723 w 1690436"/>
                <a:gd name="csY1344" fmla="*/ 656473 h 1384383"/>
                <a:gd name="csX1345" fmla="*/ 1514475 w 1690436"/>
                <a:gd name="csY1345" fmla="*/ 657225 h 1384383"/>
                <a:gd name="csX1346" fmla="*/ 1516731 w 1690436"/>
                <a:gd name="csY1346" fmla="*/ 660233 h 1384383"/>
                <a:gd name="csX1347" fmla="*/ 1516731 w 1690436"/>
                <a:gd name="csY1347" fmla="*/ 660985 h 1384383"/>
                <a:gd name="csX1348" fmla="*/ 1517483 w 1690436"/>
                <a:gd name="csY1348" fmla="*/ 662489 h 1384383"/>
                <a:gd name="csX1349" fmla="*/ 1518235 w 1690436"/>
                <a:gd name="csY1349" fmla="*/ 665497 h 1384383"/>
                <a:gd name="csX1350" fmla="*/ 1517483 w 1690436"/>
                <a:gd name="csY1350" fmla="*/ 667753 h 1384383"/>
                <a:gd name="csX1351" fmla="*/ 1517483 w 1690436"/>
                <a:gd name="csY1351" fmla="*/ 672264 h 1384383"/>
                <a:gd name="csX1352" fmla="*/ 1516731 w 1690436"/>
                <a:gd name="csY1352" fmla="*/ 679032 h 1384383"/>
                <a:gd name="csX1353" fmla="*/ 1515227 w 1690436"/>
                <a:gd name="csY1353" fmla="*/ 687304 h 1384383"/>
                <a:gd name="csX1354" fmla="*/ 1513723 w 1690436"/>
                <a:gd name="csY1354" fmla="*/ 694824 h 1384383"/>
                <a:gd name="csX1355" fmla="*/ 1513723 w 1690436"/>
                <a:gd name="csY1355" fmla="*/ 695576 h 1384383"/>
                <a:gd name="csX1356" fmla="*/ 1513723 w 1690436"/>
                <a:gd name="csY1356" fmla="*/ 697079 h 1384383"/>
                <a:gd name="csX1357" fmla="*/ 1514475 w 1690436"/>
                <a:gd name="csY1357" fmla="*/ 697832 h 1384383"/>
                <a:gd name="csX1358" fmla="*/ 1514475 w 1690436"/>
                <a:gd name="csY1358" fmla="*/ 698584 h 1384383"/>
                <a:gd name="csX1359" fmla="*/ 1515227 w 1690436"/>
                <a:gd name="csY1359" fmla="*/ 698584 h 1384383"/>
                <a:gd name="csX1360" fmla="*/ 1515979 w 1690436"/>
                <a:gd name="csY1360" fmla="*/ 699336 h 1384383"/>
                <a:gd name="csX1361" fmla="*/ 1517483 w 1690436"/>
                <a:gd name="csY1361" fmla="*/ 699336 h 1384383"/>
                <a:gd name="csX1362" fmla="*/ 1525755 w 1690436"/>
                <a:gd name="csY1362" fmla="*/ 700088 h 1384383"/>
                <a:gd name="csX1363" fmla="*/ 1526507 w 1690436"/>
                <a:gd name="csY1363" fmla="*/ 700088 h 1384383"/>
                <a:gd name="csX1364" fmla="*/ 1527258 w 1690436"/>
                <a:gd name="csY1364" fmla="*/ 700088 h 1384383"/>
                <a:gd name="csX1365" fmla="*/ 1528011 w 1690436"/>
                <a:gd name="csY1365" fmla="*/ 700839 h 1384383"/>
                <a:gd name="csX1366" fmla="*/ 1528011 w 1690436"/>
                <a:gd name="csY1366" fmla="*/ 701592 h 1384383"/>
                <a:gd name="csX1367" fmla="*/ 1528763 w 1690436"/>
                <a:gd name="csY1367" fmla="*/ 702343 h 1384383"/>
                <a:gd name="csX1368" fmla="*/ 1528763 w 1690436"/>
                <a:gd name="csY1368" fmla="*/ 703096 h 1384383"/>
                <a:gd name="csX1369" fmla="*/ 1529515 w 1690436"/>
                <a:gd name="csY1369" fmla="*/ 703847 h 1384383"/>
                <a:gd name="csX1370" fmla="*/ 1531018 w 1690436"/>
                <a:gd name="csY1370" fmla="*/ 714375 h 1384383"/>
                <a:gd name="csX1371" fmla="*/ 1531018 w 1690436"/>
                <a:gd name="csY1371" fmla="*/ 716631 h 1384383"/>
                <a:gd name="csX1372" fmla="*/ 1531018 w 1690436"/>
                <a:gd name="csY1372" fmla="*/ 717383 h 1384383"/>
                <a:gd name="csX1373" fmla="*/ 1530267 w 1690436"/>
                <a:gd name="csY1373" fmla="*/ 718887 h 1384383"/>
                <a:gd name="csX1374" fmla="*/ 1529515 w 1690436"/>
                <a:gd name="csY1374" fmla="*/ 720391 h 1384383"/>
                <a:gd name="csX1375" fmla="*/ 1529515 w 1690436"/>
                <a:gd name="csY1375" fmla="*/ 721143 h 1384383"/>
                <a:gd name="csX1376" fmla="*/ 1528763 w 1690436"/>
                <a:gd name="csY1376" fmla="*/ 721895 h 1384383"/>
                <a:gd name="csX1377" fmla="*/ 1527258 w 1690436"/>
                <a:gd name="csY1377" fmla="*/ 723399 h 1384383"/>
                <a:gd name="csX1378" fmla="*/ 1526507 w 1690436"/>
                <a:gd name="csY1378" fmla="*/ 723399 h 1384383"/>
                <a:gd name="csX1379" fmla="*/ 1524251 w 1690436"/>
                <a:gd name="csY1379" fmla="*/ 724151 h 1384383"/>
                <a:gd name="csX1380" fmla="*/ 1521243 w 1690436"/>
                <a:gd name="csY1380" fmla="*/ 724903 h 1384383"/>
                <a:gd name="csX1381" fmla="*/ 1504699 w 1690436"/>
                <a:gd name="csY1381" fmla="*/ 725655 h 1384383"/>
                <a:gd name="csX1382" fmla="*/ 1503196 w 1690436"/>
                <a:gd name="csY1382" fmla="*/ 724903 h 1384383"/>
                <a:gd name="csX1383" fmla="*/ 1502443 w 1690436"/>
                <a:gd name="csY1383" fmla="*/ 724151 h 1384383"/>
                <a:gd name="csX1384" fmla="*/ 1502443 w 1690436"/>
                <a:gd name="csY1384" fmla="*/ 723399 h 1384383"/>
                <a:gd name="csX1385" fmla="*/ 1502443 w 1690436"/>
                <a:gd name="csY1385" fmla="*/ 722647 h 1384383"/>
                <a:gd name="csX1386" fmla="*/ 1501692 w 1690436"/>
                <a:gd name="csY1386" fmla="*/ 721895 h 1384383"/>
                <a:gd name="csX1387" fmla="*/ 1500939 w 1690436"/>
                <a:gd name="csY1387" fmla="*/ 721895 h 1384383"/>
                <a:gd name="csX1388" fmla="*/ 1499436 w 1690436"/>
                <a:gd name="csY1388" fmla="*/ 721895 h 1384383"/>
                <a:gd name="csX1389" fmla="*/ 1496428 w 1690436"/>
                <a:gd name="csY1389" fmla="*/ 721895 h 1384383"/>
                <a:gd name="csX1390" fmla="*/ 1492668 w 1690436"/>
                <a:gd name="csY1390" fmla="*/ 721895 h 1384383"/>
                <a:gd name="csX1391" fmla="*/ 1488156 w 1690436"/>
                <a:gd name="csY1391" fmla="*/ 721895 h 1384383"/>
                <a:gd name="csX1392" fmla="*/ 1486652 w 1690436"/>
                <a:gd name="csY1392" fmla="*/ 722647 h 1384383"/>
                <a:gd name="csX1393" fmla="*/ 1485148 w 1690436"/>
                <a:gd name="csY1393" fmla="*/ 723399 h 1384383"/>
                <a:gd name="csX1394" fmla="*/ 1484396 w 1690436"/>
                <a:gd name="csY1394" fmla="*/ 723399 h 1384383"/>
                <a:gd name="csX1395" fmla="*/ 1483644 w 1690436"/>
                <a:gd name="csY1395" fmla="*/ 724151 h 1384383"/>
                <a:gd name="csX1396" fmla="*/ 1482892 w 1690436"/>
                <a:gd name="csY1396" fmla="*/ 725655 h 1384383"/>
                <a:gd name="csX1397" fmla="*/ 1482892 w 1690436"/>
                <a:gd name="csY1397" fmla="*/ 726407 h 1384383"/>
                <a:gd name="csX1398" fmla="*/ 1482140 w 1690436"/>
                <a:gd name="csY1398" fmla="*/ 727158 h 1384383"/>
                <a:gd name="csX1399" fmla="*/ 1482140 w 1690436"/>
                <a:gd name="csY1399" fmla="*/ 727911 h 1384383"/>
                <a:gd name="csX1400" fmla="*/ 1482140 w 1690436"/>
                <a:gd name="csY1400" fmla="*/ 728662 h 1384383"/>
                <a:gd name="csX1401" fmla="*/ 1482892 w 1690436"/>
                <a:gd name="csY1401" fmla="*/ 729415 h 1384383"/>
                <a:gd name="csX1402" fmla="*/ 1485148 w 1690436"/>
                <a:gd name="csY1402" fmla="*/ 730918 h 1384383"/>
                <a:gd name="csX1403" fmla="*/ 1486652 w 1690436"/>
                <a:gd name="csY1403" fmla="*/ 733926 h 1384383"/>
                <a:gd name="csX1404" fmla="*/ 1486652 w 1690436"/>
                <a:gd name="csY1404" fmla="*/ 734678 h 1384383"/>
                <a:gd name="csX1405" fmla="*/ 1487404 w 1690436"/>
                <a:gd name="csY1405" fmla="*/ 735430 h 1384383"/>
                <a:gd name="csX1406" fmla="*/ 1489660 w 1690436"/>
                <a:gd name="csY1406" fmla="*/ 736182 h 1384383"/>
                <a:gd name="csX1407" fmla="*/ 1491164 w 1690436"/>
                <a:gd name="csY1407" fmla="*/ 736934 h 1384383"/>
                <a:gd name="csX1408" fmla="*/ 1492668 w 1690436"/>
                <a:gd name="csY1408" fmla="*/ 737686 h 1384383"/>
                <a:gd name="csX1409" fmla="*/ 1493420 w 1690436"/>
                <a:gd name="csY1409" fmla="*/ 737686 h 1384383"/>
                <a:gd name="csX1410" fmla="*/ 1494172 w 1690436"/>
                <a:gd name="csY1410" fmla="*/ 737686 h 1384383"/>
                <a:gd name="csX1411" fmla="*/ 1494924 w 1690436"/>
                <a:gd name="csY1411" fmla="*/ 737686 h 1384383"/>
                <a:gd name="csX1412" fmla="*/ 1496428 w 1690436"/>
                <a:gd name="csY1412" fmla="*/ 736182 h 1384383"/>
                <a:gd name="csX1413" fmla="*/ 1497180 w 1690436"/>
                <a:gd name="csY1413" fmla="*/ 735430 h 1384383"/>
                <a:gd name="csX1414" fmla="*/ 1498684 w 1690436"/>
                <a:gd name="csY1414" fmla="*/ 734678 h 1384383"/>
                <a:gd name="csX1415" fmla="*/ 1499436 w 1690436"/>
                <a:gd name="csY1415" fmla="*/ 734678 h 1384383"/>
                <a:gd name="csX1416" fmla="*/ 1500188 w 1690436"/>
                <a:gd name="csY1416" fmla="*/ 734678 h 1384383"/>
                <a:gd name="csX1417" fmla="*/ 1501692 w 1690436"/>
                <a:gd name="csY1417" fmla="*/ 734678 h 1384383"/>
                <a:gd name="csX1418" fmla="*/ 1502443 w 1690436"/>
                <a:gd name="csY1418" fmla="*/ 734678 h 1384383"/>
                <a:gd name="csX1419" fmla="*/ 1503196 w 1690436"/>
                <a:gd name="csY1419" fmla="*/ 735430 h 1384383"/>
                <a:gd name="csX1420" fmla="*/ 1503947 w 1690436"/>
                <a:gd name="csY1420" fmla="*/ 736182 h 1384383"/>
                <a:gd name="csX1421" fmla="*/ 1504699 w 1690436"/>
                <a:gd name="csY1421" fmla="*/ 736182 h 1384383"/>
                <a:gd name="csX1422" fmla="*/ 1506203 w 1690436"/>
                <a:gd name="csY1422" fmla="*/ 739190 h 1384383"/>
                <a:gd name="csX1423" fmla="*/ 1506203 w 1690436"/>
                <a:gd name="csY1423" fmla="*/ 739942 h 1384383"/>
                <a:gd name="csX1424" fmla="*/ 1506956 w 1690436"/>
                <a:gd name="csY1424" fmla="*/ 739942 h 1384383"/>
                <a:gd name="csX1425" fmla="*/ 1507707 w 1690436"/>
                <a:gd name="csY1425" fmla="*/ 740694 h 1384383"/>
                <a:gd name="csX1426" fmla="*/ 1509963 w 1690436"/>
                <a:gd name="csY1426" fmla="*/ 741446 h 1384383"/>
                <a:gd name="csX1427" fmla="*/ 1510715 w 1690436"/>
                <a:gd name="csY1427" fmla="*/ 742198 h 1384383"/>
                <a:gd name="csX1428" fmla="*/ 1509963 w 1690436"/>
                <a:gd name="csY1428" fmla="*/ 743702 h 1384383"/>
                <a:gd name="csX1429" fmla="*/ 1509963 w 1690436"/>
                <a:gd name="csY1429" fmla="*/ 745206 h 1384383"/>
                <a:gd name="csX1430" fmla="*/ 1509963 w 1690436"/>
                <a:gd name="csY1430" fmla="*/ 746710 h 1384383"/>
                <a:gd name="csX1431" fmla="*/ 1510715 w 1690436"/>
                <a:gd name="csY1431" fmla="*/ 746710 h 1384383"/>
                <a:gd name="csX1432" fmla="*/ 1512219 w 1690436"/>
                <a:gd name="csY1432" fmla="*/ 747462 h 1384383"/>
                <a:gd name="csX1433" fmla="*/ 1512971 w 1690436"/>
                <a:gd name="csY1433" fmla="*/ 747462 h 1384383"/>
                <a:gd name="csX1434" fmla="*/ 1513723 w 1690436"/>
                <a:gd name="csY1434" fmla="*/ 748214 h 1384383"/>
                <a:gd name="csX1435" fmla="*/ 1514475 w 1690436"/>
                <a:gd name="csY1435" fmla="*/ 748966 h 1384383"/>
                <a:gd name="csX1436" fmla="*/ 1514475 w 1690436"/>
                <a:gd name="csY1436" fmla="*/ 749718 h 1384383"/>
                <a:gd name="csX1437" fmla="*/ 1513723 w 1690436"/>
                <a:gd name="csY1437" fmla="*/ 752726 h 1384383"/>
                <a:gd name="csX1438" fmla="*/ 1510715 w 1690436"/>
                <a:gd name="csY1438" fmla="*/ 757990 h 1384383"/>
                <a:gd name="csX1439" fmla="*/ 1510715 w 1690436"/>
                <a:gd name="csY1439" fmla="*/ 759494 h 1384383"/>
                <a:gd name="csX1440" fmla="*/ 1510715 w 1690436"/>
                <a:gd name="csY1440" fmla="*/ 760245 h 1384383"/>
                <a:gd name="csX1441" fmla="*/ 1511467 w 1690436"/>
                <a:gd name="csY1441" fmla="*/ 761750 h 1384383"/>
                <a:gd name="csX1442" fmla="*/ 1512219 w 1690436"/>
                <a:gd name="csY1442" fmla="*/ 761750 h 1384383"/>
                <a:gd name="csX1443" fmla="*/ 1513723 w 1690436"/>
                <a:gd name="csY1443" fmla="*/ 762501 h 1384383"/>
                <a:gd name="csX1444" fmla="*/ 1515227 w 1690436"/>
                <a:gd name="csY1444" fmla="*/ 762501 h 1384383"/>
                <a:gd name="csX1445" fmla="*/ 1515979 w 1690436"/>
                <a:gd name="csY1445" fmla="*/ 763254 h 1384383"/>
                <a:gd name="csX1446" fmla="*/ 1523499 w 1690436"/>
                <a:gd name="csY1446" fmla="*/ 770773 h 1384383"/>
                <a:gd name="csX1447" fmla="*/ 1524251 w 1690436"/>
                <a:gd name="csY1447" fmla="*/ 772277 h 1384383"/>
                <a:gd name="csX1448" fmla="*/ 1526507 w 1690436"/>
                <a:gd name="csY1448" fmla="*/ 775285 h 1384383"/>
                <a:gd name="csX1449" fmla="*/ 1527258 w 1690436"/>
                <a:gd name="csY1449" fmla="*/ 776037 h 1384383"/>
                <a:gd name="csX1450" fmla="*/ 1528011 w 1690436"/>
                <a:gd name="csY1450" fmla="*/ 780549 h 1384383"/>
                <a:gd name="csX1451" fmla="*/ 1528011 w 1690436"/>
                <a:gd name="csY1451" fmla="*/ 785813 h 1384383"/>
                <a:gd name="csX1452" fmla="*/ 1528011 w 1690436"/>
                <a:gd name="csY1452" fmla="*/ 790324 h 1384383"/>
                <a:gd name="csX1453" fmla="*/ 1527258 w 1690436"/>
                <a:gd name="csY1453" fmla="*/ 794084 h 1384383"/>
                <a:gd name="csX1454" fmla="*/ 1527258 w 1690436"/>
                <a:gd name="csY1454" fmla="*/ 795588 h 1384383"/>
                <a:gd name="csX1455" fmla="*/ 1528011 w 1690436"/>
                <a:gd name="csY1455" fmla="*/ 797092 h 1384383"/>
                <a:gd name="csX1456" fmla="*/ 1528763 w 1690436"/>
                <a:gd name="csY1456" fmla="*/ 797092 h 1384383"/>
                <a:gd name="csX1457" fmla="*/ 1528763 w 1690436"/>
                <a:gd name="csY1457" fmla="*/ 797844 h 1384383"/>
                <a:gd name="csX1458" fmla="*/ 1529515 w 1690436"/>
                <a:gd name="csY1458" fmla="*/ 798596 h 1384383"/>
                <a:gd name="csX1459" fmla="*/ 1529515 w 1690436"/>
                <a:gd name="csY1459" fmla="*/ 800100 h 1384383"/>
                <a:gd name="csX1460" fmla="*/ 1528763 w 1690436"/>
                <a:gd name="csY1460" fmla="*/ 804612 h 1384383"/>
                <a:gd name="csX1461" fmla="*/ 1528763 w 1690436"/>
                <a:gd name="csY1461" fmla="*/ 809124 h 1384383"/>
                <a:gd name="csX1462" fmla="*/ 1528763 w 1690436"/>
                <a:gd name="csY1462" fmla="*/ 810628 h 1384383"/>
                <a:gd name="csX1463" fmla="*/ 1528011 w 1690436"/>
                <a:gd name="csY1463" fmla="*/ 811380 h 1384383"/>
                <a:gd name="csX1464" fmla="*/ 1525003 w 1690436"/>
                <a:gd name="csY1464" fmla="*/ 819652 h 1384383"/>
                <a:gd name="csX1465" fmla="*/ 1524251 w 1690436"/>
                <a:gd name="csY1465" fmla="*/ 821907 h 1384383"/>
                <a:gd name="csX1466" fmla="*/ 1524251 w 1690436"/>
                <a:gd name="csY1466" fmla="*/ 823411 h 1384383"/>
                <a:gd name="csX1467" fmla="*/ 1525003 w 1690436"/>
                <a:gd name="csY1467" fmla="*/ 824915 h 1384383"/>
                <a:gd name="csX1468" fmla="*/ 1525003 w 1690436"/>
                <a:gd name="csY1468" fmla="*/ 825667 h 1384383"/>
                <a:gd name="csX1469" fmla="*/ 1525003 w 1690436"/>
                <a:gd name="csY1469" fmla="*/ 826419 h 1384383"/>
                <a:gd name="csX1470" fmla="*/ 1525003 w 1690436"/>
                <a:gd name="csY1470" fmla="*/ 827923 h 1384383"/>
                <a:gd name="csX1471" fmla="*/ 1524251 w 1690436"/>
                <a:gd name="csY1471" fmla="*/ 828675 h 1384383"/>
                <a:gd name="csX1472" fmla="*/ 1523499 w 1690436"/>
                <a:gd name="csY1472" fmla="*/ 829427 h 1384383"/>
                <a:gd name="csX1473" fmla="*/ 1522747 w 1690436"/>
                <a:gd name="csY1473" fmla="*/ 830931 h 1384383"/>
                <a:gd name="csX1474" fmla="*/ 1521243 w 1690436"/>
                <a:gd name="csY1474" fmla="*/ 832435 h 1384383"/>
                <a:gd name="csX1475" fmla="*/ 1519739 w 1690436"/>
                <a:gd name="csY1475" fmla="*/ 833187 h 1384383"/>
                <a:gd name="csX1476" fmla="*/ 1518987 w 1690436"/>
                <a:gd name="csY1476" fmla="*/ 833939 h 1384383"/>
                <a:gd name="csX1477" fmla="*/ 1517483 w 1690436"/>
                <a:gd name="csY1477" fmla="*/ 833187 h 1384383"/>
                <a:gd name="csX1478" fmla="*/ 1516731 w 1690436"/>
                <a:gd name="csY1478" fmla="*/ 833187 h 1384383"/>
                <a:gd name="csX1479" fmla="*/ 1515979 w 1690436"/>
                <a:gd name="csY1479" fmla="*/ 833187 h 1384383"/>
                <a:gd name="csX1480" fmla="*/ 1512971 w 1690436"/>
                <a:gd name="csY1480" fmla="*/ 830931 h 1384383"/>
                <a:gd name="csX1481" fmla="*/ 1512219 w 1690436"/>
                <a:gd name="csY1481" fmla="*/ 830931 h 1384383"/>
                <a:gd name="csX1482" fmla="*/ 1511467 w 1690436"/>
                <a:gd name="csY1482" fmla="*/ 831683 h 1384383"/>
                <a:gd name="csX1483" fmla="*/ 1510715 w 1690436"/>
                <a:gd name="csY1483" fmla="*/ 833187 h 1384383"/>
                <a:gd name="csX1484" fmla="*/ 1510715 w 1690436"/>
                <a:gd name="csY1484" fmla="*/ 833939 h 1384383"/>
                <a:gd name="csX1485" fmla="*/ 1510715 w 1690436"/>
                <a:gd name="csY1485" fmla="*/ 834691 h 1384383"/>
                <a:gd name="csX1486" fmla="*/ 1511467 w 1690436"/>
                <a:gd name="csY1486" fmla="*/ 835443 h 1384383"/>
                <a:gd name="csX1487" fmla="*/ 1513723 w 1690436"/>
                <a:gd name="csY1487" fmla="*/ 839954 h 1384383"/>
                <a:gd name="csX1488" fmla="*/ 1513723 w 1690436"/>
                <a:gd name="csY1488" fmla="*/ 840707 h 1384383"/>
                <a:gd name="csX1489" fmla="*/ 1513723 w 1690436"/>
                <a:gd name="csY1489" fmla="*/ 841459 h 1384383"/>
                <a:gd name="csX1490" fmla="*/ 1512971 w 1690436"/>
                <a:gd name="csY1490" fmla="*/ 842963 h 1384383"/>
                <a:gd name="csX1491" fmla="*/ 1508459 w 1690436"/>
                <a:gd name="csY1491" fmla="*/ 848226 h 1384383"/>
                <a:gd name="csX1492" fmla="*/ 1507707 w 1690436"/>
                <a:gd name="csY1492" fmla="*/ 848978 h 1384383"/>
                <a:gd name="csX1493" fmla="*/ 1506956 w 1690436"/>
                <a:gd name="csY1493" fmla="*/ 848978 h 1384383"/>
                <a:gd name="csX1494" fmla="*/ 1506203 w 1690436"/>
                <a:gd name="csY1494" fmla="*/ 848978 h 1384383"/>
                <a:gd name="csX1495" fmla="*/ 1505452 w 1690436"/>
                <a:gd name="csY1495" fmla="*/ 848978 h 1384383"/>
                <a:gd name="csX1496" fmla="*/ 1504699 w 1690436"/>
                <a:gd name="csY1496" fmla="*/ 849731 h 1384383"/>
                <a:gd name="csX1497" fmla="*/ 1503196 w 1690436"/>
                <a:gd name="csY1497" fmla="*/ 851234 h 1384383"/>
                <a:gd name="csX1498" fmla="*/ 1502443 w 1690436"/>
                <a:gd name="csY1498" fmla="*/ 853490 h 1384383"/>
                <a:gd name="csX1499" fmla="*/ 1500939 w 1690436"/>
                <a:gd name="csY1499" fmla="*/ 854242 h 1384383"/>
                <a:gd name="csX1500" fmla="*/ 1496428 w 1690436"/>
                <a:gd name="csY1500" fmla="*/ 857250 h 1384383"/>
                <a:gd name="csX1501" fmla="*/ 1495676 w 1690436"/>
                <a:gd name="csY1501" fmla="*/ 857250 h 1384383"/>
                <a:gd name="csX1502" fmla="*/ 1494172 w 1690436"/>
                <a:gd name="csY1502" fmla="*/ 858754 h 1384383"/>
                <a:gd name="csX1503" fmla="*/ 1493420 w 1690436"/>
                <a:gd name="csY1503" fmla="*/ 863266 h 1384383"/>
                <a:gd name="csX1504" fmla="*/ 1491164 w 1690436"/>
                <a:gd name="csY1504" fmla="*/ 879057 h 1384383"/>
                <a:gd name="csX1505" fmla="*/ 1491164 w 1690436"/>
                <a:gd name="csY1505" fmla="*/ 880561 h 1384383"/>
                <a:gd name="csX1506" fmla="*/ 1491164 w 1690436"/>
                <a:gd name="csY1506" fmla="*/ 882817 h 1384383"/>
                <a:gd name="csX1507" fmla="*/ 1490412 w 1690436"/>
                <a:gd name="csY1507" fmla="*/ 891841 h 1384383"/>
                <a:gd name="csX1508" fmla="*/ 1489660 w 1690436"/>
                <a:gd name="csY1508" fmla="*/ 892593 h 1384383"/>
                <a:gd name="csX1509" fmla="*/ 1488908 w 1690436"/>
                <a:gd name="csY1509" fmla="*/ 893345 h 1384383"/>
                <a:gd name="csX1510" fmla="*/ 1486652 w 1690436"/>
                <a:gd name="csY1510" fmla="*/ 894849 h 1384383"/>
                <a:gd name="csX1511" fmla="*/ 1485900 w 1690436"/>
                <a:gd name="csY1511" fmla="*/ 895601 h 1384383"/>
                <a:gd name="csX1512" fmla="*/ 1482892 w 1690436"/>
                <a:gd name="csY1512" fmla="*/ 899361 h 1384383"/>
                <a:gd name="csX1513" fmla="*/ 1481388 w 1690436"/>
                <a:gd name="csY1513" fmla="*/ 900112 h 1384383"/>
                <a:gd name="csX1514" fmla="*/ 1480636 w 1690436"/>
                <a:gd name="csY1514" fmla="*/ 900112 h 1384383"/>
                <a:gd name="csX1515" fmla="*/ 1479132 w 1690436"/>
                <a:gd name="csY1515" fmla="*/ 900112 h 1384383"/>
                <a:gd name="csX1516" fmla="*/ 1478380 w 1690436"/>
                <a:gd name="csY1516" fmla="*/ 900112 h 1384383"/>
                <a:gd name="csX1517" fmla="*/ 1477628 w 1690436"/>
                <a:gd name="csY1517" fmla="*/ 900112 h 1384383"/>
                <a:gd name="csX1518" fmla="*/ 1476877 w 1690436"/>
                <a:gd name="csY1518" fmla="*/ 900112 h 1384383"/>
                <a:gd name="csX1519" fmla="*/ 1476124 w 1690436"/>
                <a:gd name="csY1519" fmla="*/ 900865 h 1384383"/>
                <a:gd name="csX1520" fmla="*/ 1475373 w 1690436"/>
                <a:gd name="csY1520" fmla="*/ 901616 h 1384383"/>
                <a:gd name="csX1521" fmla="*/ 1473869 w 1690436"/>
                <a:gd name="csY1521" fmla="*/ 903872 h 1384383"/>
                <a:gd name="csX1522" fmla="*/ 1472364 w 1690436"/>
                <a:gd name="csY1522" fmla="*/ 905376 h 1384383"/>
                <a:gd name="csX1523" fmla="*/ 1472364 w 1690436"/>
                <a:gd name="csY1523" fmla="*/ 906129 h 1384383"/>
                <a:gd name="csX1524" fmla="*/ 1471613 w 1690436"/>
                <a:gd name="csY1524" fmla="*/ 906880 h 1384383"/>
                <a:gd name="csX1525" fmla="*/ 1471613 w 1690436"/>
                <a:gd name="csY1525" fmla="*/ 909136 h 1384383"/>
                <a:gd name="csX1526" fmla="*/ 1471613 w 1690436"/>
                <a:gd name="csY1526" fmla="*/ 912896 h 1384383"/>
                <a:gd name="csX1527" fmla="*/ 1470860 w 1690436"/>
                <a:gd name="csY1527" fmla="*/ 915152 h 1384383"/>
                <a:gd name="csX1528" fmla="*/ 1467853 w 1690436"/>
                <a:gd name="csY1528" fmla="*/ 925680 h 1384383"/>
                <a:gd name="csX1529" fmla="*/ 1466349 w 1690436"/>
                <a:gd name="csY1529" fmla="*/ 930944 h 1384383"/>
                <a:gd name="csX1530" fmla="*/ 1466349 w 1690436"/>
                <a:gd name="csY1530" fmla="*/ 932448 h 1384383"/>
                <a:gd name="csX1531" fmla="*/ 1466349 w 1690436"/>
                <a:gd name="csY1531" fmla="*/ 933951 h 1384383"/>
                <a:gd name="csX1532" fmla="*/ 1466349 w 1690436"/>
                <a:gd name="csY1532" fmla="*/ 934703 h 1384383"/>
                <a:gd name="csX1533" fmla="*/ 1462589 w 1690436"/>
                <a:gd name="csY1533" fmla="*/ 943727 h 1384383"/>
                <a:gd name="csX1534" fmla="*/ 1461837 w 1690436"/>
                <a:gd name="csY1534" fmla="*/ 944479 h 1384383"/>
                <a:gd name="csX1535" fmla="*/ 1461085 w 1690436"/>
                <a:gd name="csY1535" fmla="*/ 945231 h 1384383"/>
                <a:gd name="csX1536" fmla="*/ 1458829 w 1690436"/>
                <a:gd name="csY1536" fmla="*/ 945983 h 1384383"/>
                <a:gd name="csX1537" fmla="*/ 1456573 w 1690436"/>
                <a:gd name="csY1537" fmla="*/ 947487 h 1384383"/>
                <a:gd name="csX1538" fmla="*/ 1452061 w 1690436"/>
                <a:gd name="csY1538" fmla="*/ 947487 h 1384383"/>
                <a:gd name="csX1539" fmla="*/ 1409951 w 1690436"/>
                <a:gd name="csY1539" fmla="*/ 946735 h 1384383"/>
                <a:gd name="csX1540" fmla="*/ 1407695 w 1690436"/>
                <a:gd name="csY1540" fmla="*/ 947487 h 1384383"/>
                <a:gd name="csX1541" fmla="*/ 1406191 w 1690436"/>
                <a:gd name="csY1541" fmla="*/ 948239 h 1384383"/>
                <a:gd name="csX1542" fmla="*/ 1405439 w 1690436"/>
                <a:gd name="csY1542" fmla="*/ 948991 h 1384383"/>
                <a:gd name="csX1543" fmla="*/ 1403935 w 1690436"/>
                <a:gd name="csY1543" fmla="*/ 950495 h 1384383"/>
                <a:gd name="csX1544" fmla="*/ 1403935 w 1690436"/>
                <a:gd name="csY1544" fmla="*/ 951247 h 1384383"/>
                <a:gd name="csX1545" fmla="*/ 1401679 w 1690436"/>
                <a:gd name="csY1545" fmla="*/ 958767 h 1384383"/>
                <a:gd name="csX1546" fmla="*/ 1400927 w 1690436"/>
                <a:gd name="csY1546" fmla="*/ 960270 h 1384383"/>
                <a:gd name="csX1547" fmla="*/ 1399423 w 1690436"/>
                <a:gd name="csY1547" fmla="*/ 961023 h 1384383"/>
                <a:gd name="csX1548" fmla="*/ 1394911 w 1690436"/>
                <a:gd name="csY1548" fmla="*/ 964030 h 1384383"/>
                <a:gd name="csX1549" fmla="*/ 1391903 w 1690436"/>
                <a:gd name="csY1549" fmla="*/ 965534 h 1384383"/>
                <a:gd name="csX1550" fmla="*/ 1391151 w 1690436"/>
                <a:gd name="csY1550" fmla="*/ 967038 h 1384383"/>
                <a:gd name="csX1551" fmla="*/ 1389647 w 1690436"/>
                <a:gd name="csY1551" fmla="*/ 968542 h 1384383"/>
                <a:gd name="csX1552" fmla="*/ 1388896 w 1690436"/>
                <a:gd name="csY1552" fmla="*/ 969294 h 1384383"/>
                <a:gd name="csX1553" fmla="*/ 1388896 w 1690436"/>
                <a:gd name="csY1553" fmla="*/ 970046 h 1384383"/>
                <a:gd name="csX1554" fmla="*/ 1388896 w 1690436"/>
                <a:gd name="csY1554" fmla="*/ 971550 h 1384383"/>
                <a:gd name="csX1555" fmla="*/ 1388896 w 1690436"/>
                <a:gd name="csY1555" fmla="*/ 973054 h 1384383"/>
                <a:gd name="csX1556" fmla="*/ 1389647 w 1690436"/>
                <a:gd name="csY1556" fmla="*/ 973806 h 1384383"/>
                <a:gd name="csX1557" fmla="*/ 1390400 w 1690436"/>
                <a:gd name="csY1557" fmla="*/ 976062 h 1384383"/>
                <a:gd name="csX1558" fmla="*/ 1391151 w 1690436"/>
                <a:gd name="csY1558" fmla="*/ 978318 h 1384383"/>
                <a:gd name="csX1559" fmla="*/ 1391903 w 1690436"/>
                <a:gd name="csY1559" fmla="*/ 979070 h 1384383"/>
                <a:gd name="csX1560" fmla="*/ 1392655 w 1690436"/>
                <a:gd name="csY1560" fmla="*/ 979822 h 1384383"/>
                <a:gd name="csX1561" fmla="*/ 1397919 w 1690436"/>
                <a:gd name="csY1561" fmla="*/ 982078 h 1384383"/>
                <a:gd name="csX1562" fmla="*/ 1395663 w 1690436"/>
                <a:gd name="csY1562" fmla="*/ 989597 h 1384383"/>
                <a:gd name="csX1563" fmla="*/ 1395663 w 1690436"/>
                <a:gd name="csY1563" fmla="*/ 994109 h 1384383"/>
                <a:gd name="csX1564" fmla="*/ 1396415 w 1690436"/>
                <a:gd name="csY1564" fmla="*/ 994861 h 1384383"/>
                <a:gd name="csX1565" fmla="*/ 1397919 w 1690436"/>
                <a:gd name="csY1565" fmla="*/ 998621 h 1384383"/>
                <a:gd name="csX1566" fmla="*/ 1397919 w 1690436"/>
                <a:gd name="csY1566" fmla="*/ 999373 h 1384383"/>
                <a:gd name="csX1567" fmla="*/ 1397167 w 1690436"/>
                <a:gd name="csY1567" fmla="*/ 1000125 h 1384383"/>
                <a:gd name="csX1568" fmla="*/ 1396415 w 1690436"/>
                <a:gd name="csY1568" fmla="*/ 1000877 h 1384383"/>
                <a:gd name="csX1569" fmla="*/ 1394911 w 1690436"/>
                <a:gd name="csY1569" fmla="*/ 1001629 h 1384383"/>
                <a:gd name="csX1570" fmla="*/ 1394159 w 1690436"/>
                <a:gd name="csY1570" fmla="*/ 1002381 h 1384383"/>
                <a:gd name="csX1571" fmla="*/ 1394159 w 1690436"/>
                <a:gd name="csY1571" fmla="*/ 1003133 h 1384383"/>
                <a:gd name="csX1572" fmla="*/ 1391903 w 1690436"/>
                <a:gd name="csY1572" fmla="*/ 1009901 h 1384383"/>
                <a:gd name="csX1573" fmla="*/ 1391151 w 1690436"/>
                <a:gd name="csY1573" fmla="*/ 1011405 h 1384383"/>
                <a:gd name="csX1574" fmla="*/ 1388896 w 1690436"/>
                <a:gd name="csY1574" fmla="*/ 1014412 h 1384383"/>
                <a:gd name="csX1575" fmla="*/ 1388896 w 1690436"/>
                <a:gd name="csY1575" fmla="*/ 1015165 h 1384383"/>
                <a:gd name="csX1576" fmla="*/ 1388896 w 1690436"/>
                <a:gd name="csY1576" fmla="*/ 1015917 h 1384383"/>
                <a:gd name="csX1577" fmla="*/ 1389647 w 1690436"/>
                <a:gd name="csY1577" fmla="*/ 1015917 h 1384383"/>
                <a:gd name="csX1578" fmla="*/ 1390400 w 1690436"/>
                <a:gd name="csY1578" fmla="*/ 1015917 h 1384383"/>
                <a:gd name="csX1579" fmla="*/ 1391151 w 1690436"/>
                <a:gd name="csY1579" fmla="*/ 1015917 h 1384383"/>
                <a:gd name="csX1580" fmla="*/ 1392655 w 1690436"/>
                <a:gd name="csY1580" fmla="*/ 1015165 h 1384383"/>
                <a:gd name="csX1581" fmla="*/ 1393407 w 1690436"/>
                <a:gd name="csY1581" fmla="*/ 1014412 h 1384383"/>
                <a:gd name="csX1582" fmla="*/ 1394159 w 1690436"/>
                <a:gd name="csY1582" fmla="*/ 1014412 h 1384383"/>
                <a:gd name="csX1583" fmla="*/ 1394911 w 1690436"/>
                <a:gd name="csY1583" fmla="*/ 1015165 h 1384383"/>
                <a:gd name="csX1584" fmla="*/ 1395663 w 1690436"/>
                <a:gd name="csY1584" fmla="*/ 1015917 h 1384383"/>
                <a:gd name="csX1585" fmla="*/ 1395663 w 1690436"/>
                <a:gd name="csY1585" fmla="*/ 1016668 h 1384383"/>
                <a:gd name="csX1586" fmla="*/ 1395663 w 1690436"/>
                <a:gd name="csY1586" fmla="*/ 1018172 h 1384383"/>
                <a:gd name="csX1587" fmla="*/ 1391903 w 1690436"/>
                <a:gd name="csY1587" fmla="*/ 1022684 h 1384383"/>
                <a:gd name="csX1588" fmla="*/ 1391151 w 1690436"/>
                <a:gd name="csY1588" fmla="*/ 1024188 h 1384383"/>
                <a:gd name="csX1589" fmla="*/ 1388143 w 1690436"/>
                <a:gd name="csY1589" fmla="*/ 1031708 h 1384383"/>
                <a:gd name="csX1590" fmla="*/ 1386640 w 1690436"/>
                <a:gd name="csY1590" fmla="*/ 1033212 h 1384383"/>
                <a:gd name="csX1591" fmla="*/ 1385887 w 1690436"/>
                <a:gd name="csY1591" fmla="*/ 1034716 h 1384383"/>
                <a:gd name="csX1592" fmla="*/ 1385136 w 1690436"/>
                <a:gd name="csY1592" fmla="*/ 1034716 h 1384383"/>
                <a:gd name="csX1593" fmla="*/ 1384383 w 1690436"/>
                <a:gd name="csY1593" fmla="*/ 1035468 h 1384383"/>
                <a:gd name="csX1594" fmla="*/ 1385136 w 1690436"/>
                <a:gd name="csY1594" fmla="*/ 1036972 h 1384383"/>
                <a:gd name="csX1595" fmla="*/ 1385136 w 1690436"/>
                <a:gd name="csY1595" fmla="*/ 1037724 h 1384383"/>
                <a:gd name="csX1596" fmla="*/ 1387392 w 1690436"/>
                <a:gd name="csY1596" fmla="*/ 1039228 h 1384383"/>
                <a:gd name="csX1597" fmla="*/ 1385887 w 1690436"/>
                <a:gd name="csY1597" fmla="*/ 1040732 h 1384383"/>
                <a:gd name="csX1598" fmla="*/ 1385136 w 1690436"/>
                <a:gd name="csY1598" fmla="*/ 1041484 h 1384383"/>
                <a:gd name="csX1599" fmla="*/ 1384383 w 1690436"/>
                <a:gd name="csY1599" fmla="*/ 1042236 h 1384383"/>
                <a:gd name="csX1600" fmla="*/ 1382128 w 1690436"/>
                <a:gd name="csY1600" fmla="*/ 1042987 h 1384383"/>
                <a:gd name="csX1601" fmla="*/ 1380624 w 1690436"/>
                <a:gd name="csY1601" fmla="*/ 1042987 h 1384383"/>
                <a:gd name="csX1602" fmla="*/ 1379120 w 1690436"/>
                <a:gd name="csY1602" fmla="*/ 1043740 h 1384383"/>
                <a:gd name="csX1603" fmla="*/ 1377616 w 1690436"/>
                <a:gd name="csY1603" fmla="*/ 1047500 h 1384383"/>
                <a:gd name="csX1604" fmla="*/ 1378368 w 1690436"/>
                <a:gd name="csY1604" fmla="*/ 1049004 h 1384383"/>
                <a:gd name="csX1605" fmla="*/ 1377616 w 1690436"/>
                <a:gd name="csY1605" fmla="*/ 1049755 h 1384383"/>
                <a:gd name="csX1606" fmla="*/ 1375360 w 1690436"/>
                <a:gd name="csY1606" fmla="*/ 1054267 h 1384383"/>
                <a:gd name="csX1607" fmla="*/ 1372352 w 1690436"/>
                <a:gd name="csY1607" fmla="*/ 1060283 h 1384383"/>
                <a:gd name="csX1608" fmla="*/ 1371600 w 1690436"/>
                <a:gd name="csY1608" fmla="*/ 1061035 h 1384383"/>
                <a:gd name="csX1609" fmla="*/ 1370848 w 1690436"/>
                <a:gd name="csY1609" fmla="*/ 1062539 h 1384383"/>
                <a:gd name="csX1610" fmla="*/ 1369344 w 1690436"/>
                <a:gd name="csY1610" fmla="*/ 1063291 h 1384383"/>
                <a:gd name="csX1611" fmla="*/ 1368592 w 1690436"/>
                <a:gd name="csY1611" fmla="*/ 1064043 h 1384383"/>
                <a:gd name="csX1612" fmla="*/ 1367840 w 1690436"/>
                <a:gd name="csY1612" fmla="*/ 1064043 h 1384383"/>
                <a:gd name="csX1613" fmla="*/ 1367088 w 1690436"/>
                <a:gd name="csY1613" fmla="*/ 1064043 h 1384383"/>
                <a:gd name="csX1614" fmla="*/ 1365584 w 1690436"/>
                <a:gd name="csY1614" fmla="*/ 1064043 h 1384383"/>
                <a:gd name="csX1615" fmla="*/ 1364832 w 1690436"/>
                <a:gd name="csY1615" fmla="*/ 1064043 h 1384383"/>
                <a:gd name="csX1616" fmla="*/ 1364081 w 1690436"/>
                <a:gd name="csY1616" fmla="*/ 1063291 h 1384383"/>
                <a:gd name="csX1617" fmla="*/ 1364081 w 1690436"/>
                <a:gd name="csY1617" fmla="*/ 1062539 h 1384383"/>
                <a:gd name="csX1618" fmla="*/ 1363328 w 1690436"/>
                <a:gd name="csY1618" fmla="*/ 1062539 h 1384383"/>
                <a:gd name="csX1619" fmla="*/ 1362576 w 1690436"/>
                <a:gd name="csY1619" fmla="*/ 1062539 h 1384383"/>
                <a:gd name="csX1620" fmla="*/ 1359568 w 1690436"/>
                <a:gd name="csY1620" fmla="*/ 1063291 h 1384383"/>
                <a:gd name="csX1621" fmla="*/ 1358064 w 1690436"/>
                <a:gd name="csY1621" fmla="*/ 1063291 h 1384383"/>
                <a:gd name="csX1622" fmla="*/ 1357313 w 1690436"/>
                <a:gd name="csY1622" fmla="*/ 1063291 h 1384383"/>
                <a:gd name="csX1623" fmla="*/ 1356561 w 1690436"/>
                <a:gd name="csY1623" fmla="*/ 1063291 h 1384383"/>
                <a:gd name="csX1624" fmla="*/ 1355057 w 1690436"/>
                <a:gd name="csY1624" fmla="*/ 1063291 h 1384383"/>
                <a:gd name="csX1625" fmla="*/ 1354305 w 1690436"/>
                <a:gd name="csY1625" fmla="*/ 1061787 h 1384383"/>
                <a:gd name="csX1626" fmla="*/ 1353553 w 1690436"/>
                <a:gd name="csY1626" fmla="*/ 1061787 h 1384383"/>
                <a:gd name="csX1627" fmla="*/ 1352049 w 1690436"/>
                <a:gd name="csY1627" fmla="*/ 1062539 h 1384383"/>
                <a:gd name="csX1628" fmla="*/ 1351297 w 1690436"/>
                <a:gd name="csY1628" fmla="*/ 1064043 h 1384383"/>
                <a:gd name="csX1629" fmla="*/ 1349793 w 1690436"/>
                <a:gd name="csY1629" fmla="*/ 1065547 h 1384383"/>
                <a:gd name="csX1630" fmla="*/ 1348289 w 1690436"/>
                <a:gd name="csY1630" fmla="*/ 1066299 h 1384383"/>
                <a:gd name="csX1631" fmla="*/ 1346785 w 1690436"/>
                <a:gd name="csY1631" fmla="*/ 1067051 h 1384383"/>
                <a:gd name="csX1632" fmla="*/ 1346033 w 1690436"/>
                <a:gd name="csY1632" fmla="*/ 1067803 h 1384383"/>
                <a:gd name="csX1633" fmla="*/ 1345281 w 1690436"/>
                <a:gd name="csY1633" fmla="*/ 1069307 h 1384383"/>
                <a:gd name="csX1634" fmla="*/ 1346033 w 1690436"/>
                <a:gd name="csY1634" fmla="*/ 1071563 h 1384383"/>
                <a:gd name="csX1635" fmla="*/ 1346033 w 1690436"/>
                <a:gd name="csY1635" fmla="*/ 1073066 h 1384383"/>
                <a:gd name="csX1636" fmla="*/ 1346785 w 1690436"/>
                <a:gd name="csY1636" fmla="*/ 1073819 h 1384383"/>
                <a:gd name="csX1637" fmla="*/ 1347537 w 1690436"/>
                <a:gd name="csY1637" fmla="*/ 1073819 h 1384383"/>
                <a:gd name="csX1638" fmla="*/ 1348289 w 1690436"/>
                <a:gd name="csY1638" fmla="*/ 1074570 h 1384383"/>
                <a:gd name="csX1639" fmla="*/ 1349041 w 1690436"/>
                <a:gd name="csY1639" fmla="*/ 1074570 h 1384383"/>
                <a:gd name="csX1640" fmla="*/ 1351297 w 1690436"/>
                <a:gd name="csY1640" fmla="*/ 1074570 h 1384383"/>
                <a:gd name="csX1641" fmla="*/ 1352049 w 1690436"/>
                <a:gd name="csY1641" fmla="*/ 1075323 h 1384383"/>
                <a:gd name="csX1642" fmla="*/ 1352049 w 1690436"/>
                <a:gd name="csY1642" fmla="*/ 1076826 h 1384383"/>
                <a:gd name="csX1643" fmla="*/ 1351297 w 1690436"/>
                <a:gd name="csY1643" fmla="*/ 1079834 h 1384383"/>
                <a:gd name="csX1644" fmla="*/ 1348289 w 1690436"/>
                <a:gd name="csY1644" fmla="*/ 1085850 h 1384383"/>
                <a:gd name="csX1645" fmla="*/ 1346785 w 1690436"/>
                <a:gd name="csY1645" fmla="*/ 1088106 h 1384383"/>
                <a:gd name="csX1646" fmla="*/ 1344529 w 1690436"/>
                <a:gd name="csY1646" fmla="*/ 1091114 h 1384383"/>
                <a:gd name="csX1647" fmla="*/ 1343777 w 1690436"/>
                <a:gd name="csY1647" fmla="*/ 1092618 h 1384383"/>
                <a:gd name="csX1648" fmla="*/ 1343025 w 1690436"/>
                <a:gd name="csY1648" fmla="*/ 1095626 h 1384383"/>
                <a:gd name="csX1649" fmla="*/ 1342273 w 1690436"/>
                <a:gd name="csY1649" fmla="*/ 1097130 h 1384383"/>
                <a:gd name="csX1650" fmla="*/ 1341521 w 1690436"/>
                <a:gd name="csY1650" fmla="*/ 1097882 h 1384383"/>
                <a:gd name="csX1651" fmla="*/ 1340017 w 1690436"/>
                <a:gd name="csY1651" fmla="*/ 1099385 h 1384383"/>
                <a:gd name="csX1652" fmla="*/ 1340017 w 1690436"/>
                <a:gd name="csY1652" fmla="*/ 1100138 h 1384383"/>
                <a:gd name="csX1653" fmla="*/ 1339265 w 1690436"/>
                <a:gd name="csY1653" fmla="*/ 1101642 h 1384383"/>
                <a:gd name="csX1654" fmla="*/ 1339265 w 1690436"/>
                <a:gd name="csY1654" fmla="*/ 1103898 h 1384383"/>
                <a:gd name="csX1655" fmla="*/ 1339265 w 1690436"/>
                <a:gd name="csY1655" fmla="*/ 1105402 h 1384383"/>
                <a:gd name="csX1656" fmla="*/ 1340017 w 1690436"/>
                <a:gd name="csY1656" fmla="*/ 1106905 h 1384383"/>
                <a:gd name="csX1657" fmla="*/ 1340017 w 1690436"/>
                <a:gd name="csY1657" fmla="*/ 1108409 h 1384383"/>
                <a:gd name="csX1658" fmla="*/ 1339265 w 1690436"/>
                <a:gd name="csY1658" fmla="*/ 1109913 h 1384383"/>
                <a:gd name="csX1659" fmla="*/ 1335505 w 1690436"/>
                <a:gd name="csY1659" fmla="*/ 1118185 h 1384383"/>
                <a:gd name="csX1660" fmla="*/ 1334753 w 1690436"/>
                <a:gd name="csY1660" fmla="*/ 1121193 h 1384383"/>
                <a:gd name="csX1661" fmla="*/ 1333249 w 1690436"/>
                <a:gd name="csY1661" fmla="*/ 1130217 h 1384383"/>
                <a:gd name="csX1662" fmla="*/ 1324978 w 1690436"/>
                <a:gd name="csY1662" fmla="*/ 1136232 h 1384383"/>
                <a:gd name="csX1663" fmla="*/ 1324226 w 1690436"/>
                <a:gd name="csY1663" fmla="*/ 1136984 h 1384383"/>
                <a:gd name="csX1664" fmla="*/ 1321970 w 1690436"/>
                <a:gd name="csY1664" fmla="*/ 1141496 h 1384383"/>
                <a:gd name="csX1665" fmla="*/ 1321970 w 1690436"/>
                <a:gd name="csY1665" fmla="*/ 1142248 h 1384383"/>
                <a:gd name="csX1666" fmla="*/ 1321970 w 1690436"/>
                <a:gd name="csY1666" fmla="*/ 1143752 h 1384383"/>
                <a:gd name="csX1667" fmla="*/ 1321970 w 1690436"/>
                <a:gd name="csY1667" fmla="*/ 1149016 h 1384383"/>
                <a:gd name="csX1668" fmla="*/ 1321970 w 1690436"/>
                <a:gd name="csY1668" fmla="*/ 1152024 h 1384383"/>
                <a:gd name="csX1669" fmla="*/ 1321218 w 1690436"/>
                <a:gd name="csY1669" fmla="*/ 1153528 h 1384383"/>
                <a:gd name="csX1670" fmla="*/ 1321218 w 1690436"/>
                <a:gd name="csY1670" fmla="*/ 1154280 h 1384383"/>
                <a:gd name="csX1671" fmla="*/ 1314450 w 1690436"/>
                <a:gd name="csY1671" fmla="*/ 1165560 h 1384383"/>
                <a:gd name="csX1672" fmla="*/ 1311442 w 1690436"/>
                <a:gd name="csY1672" fmla="*/ 1171575 h 1384383"/>
                <a:gd name="csX1673" fmla="*/ 1310690 w 1690436"/>
                <a:gd name="csY1673" fmla="*/ 1176087 h 1384383"/>
                <a:gd name="csX1674" fmla="*/ 1310690 w 1690436"/>
                <a:gd name="csY1674" fmla="*/ 1177591 h 1384383"/>
                <a:gd name="csX1675" fmla="*/ 1310690 w 1690436"/>
                <a:gd name="csY1675" fmla="*/ 1178343 h 1384383"/>
                <a:gd name="csX1676" fmla="*/ 1312194 w 1690436"/>
                <a:gd name="csY1676" fmla="*/ 1178343 h 1384383"/>
                <a:gd name="csX1677" fmla="*/ 1312946 w 1690436"/>
                <a:gd name="csY1677" fmla="*/ 1178343 h 1384383"/>
                <a:gd name="csX1678" fmla="*/ 1313698 w 1690436"/>
                <a:gd name="csY1678" fmla="*/ 1178343 h 1384383"/>
                <a:gd name="csX1679" fmla="*/ 1315202 w 1690436"/>
                <a:gd name="csY1679" fmla="*/ 1179095 h 1384383"/>
                <a:gd name="csX1680" fmla="*/ 1316706 w 1690436"/>
                <a:gd name="csY1680" fmla="*/ 1179847 h 1384383"/>
                <a:gd name="csX1681" fmla="*/ 1317458 w 1690436"/>
                <a:gd name="csY1681" fmla="*/ 1179847 h 1384383"/>
                <a:gd name="csX1682" fmla="*/ 1318962 w 1690436"/>
                <a:gd name="csY1682" fmla="*/ 1179847 h 1384383"/>
                <a:gd name="csX1683" fmla="*/ 1319714 w 1690436"/>
                <a:gd name="csY1683" fmla="*/ 1179095 h 1384383"/>
                <a:gd name="csX1684" fmla="*/ 1320466 w 1690436"/>
                <a:gd name="csY1684" fmla="*/ 1179095 h 1384383"/>
                <a:gd name="csX1685" fmla="*/ 1321218 w 1690436"/>
                <a:gd name="csY1685" fmla="*/ 1179095 h 1384383"/>
                <a:gd name="csX1686" fmla="*/ 1321970 w 1690436"/>
                <a:gd name="csY1686" fmla="*/ 1179095 h 1384383"/>
                <a:gd name="csX1687" fmla="*/ 1322722 w 1690436"/>
                <a:gd name="csY1687" fmla="*/ 1179095 h 1384383"/>
                <a:gd name="csX1688" fmla="*/ 1324226 w 1690436"/>
                <a:gd name="csY1688" fmla="*/ 1179847 h 1384383"/>
                <a:gd name="csX1689" fmla="*/ 1324226 w 1690436"/>
                <a:gd name="csY1689" fmla="*/ 1180599 h 1384383"/>
                <a:gd name="csX1690" fmla="*/ 1324978 w 1690436"/>
                <a:gd name="csY1690" fmla="*/ 1180599 h 1384383"/>
                <a:gd name="csX1691" fmla="*/ 1325730 w 1690436"/>
                <a:gd name="csY1691" fmla="*/ 1182103 h 1384383"/>
                <a:gd name="csX1692" fmla="*/ 1326482 w 1690436"/>
                <a:gd name="csY1692" fmla="*/ 1183607 h 1384383"/>
                <a:gd name="csX1693" fmla="*/ 1327234 w 1690436"/>
                <a:gd name="csY1693" fmla="*/ 1184359 h 1384383"/>
                <a:gd name="csX1694" fmla="*/ 1326482 w 1690436"/>
                <a:gd name="csY1694" fmla="*/ 1186615 h 1384383"/>
                <a:gd name="csX1695" fmla="*/ 1324226 w 1690436"/>
                <a:gd name="csY1695" fmla="*/ 1191126 h 1384383"/>
                <a:gd name="csX1696" fmla="*/ 1322722 w 1690436"/>
                <a:gd name="csY1696" fmla="*/ 1191879 h 1384383"/>
                <a:gd name="csX1697" fmla="*/ 1319714 w 1690436"/>
                <a:gd name="csY1697" fmla="*/ 1194886 h 1384383"/>
                <a:gd name="csX1698" fmla="*/ 1318210 w 1690436"/>
                <a:gd name="csY1698" fmla="*/ 1195638 h 1384383"/>
                <a:gd name="csX1699" fmla="*/ 1315954 w 1690436"/>
                <a:gd name="csY1699" fmla="*/ 1195638 h 1384383"/>
                <a:gd name="csX1700" fmla="*/ 1313698 w 1690436"/>
                <a:gd name="csY1700" fmla="*/ 1194134 h 1384383"/>
                <a:gd name="csX1701" fmla="*/ 1311442 w 1690436"/>
                <a:gd name="csY1701" fmla="*/ 1194134 h 1384383"/>
                <a:gd name="csX1702" fmla="*/ 1309938 w 1690436"/>
                <a:gd name="csY1702" fmla="*/ 1195638 h 1384383"/>
                <a:gd name="csX1703" fmla="*/ 1308434 w 1690436"/>
                <a:gd name="csY1703" fmla="*/ 1197142 h 1384383"/>
                <a:gd name="csX1704" fmla="*/ 1305426 w 1690436"/>
                <a:gd name="csY1704" fmla="*/ 1199398 h 1384383"/>
                <a:gd name="csX1705" fmla="*/ 1297155 w 1690436"/>
                <a:gd name="csY1705" fmla="*/ 1201654 h 1384383"/>
                <a:gd name="csX1706" fmla="*/ 1282867 w 1690436"/>
                <a:gd name="csY1706" fmla="*/ 1209926 h 1384383"/>
                <a:gd name="csX1707" fmla="*/ 1264068 w 1690436"/>
                <a:gd name="csY1707" fmla="*/ 1216694 h 1384383"/>
                <a:gd name="csX1708" fmla="*/ 1252788 w 1690436"/>
                <a:gd name="csY1708" fmla="*/ 1223461 h 1384383"/>
                <a:gd name="csX1709" fmla="*/ 1232485 w 1690436"/>
                <a:gd name="csY1709" fmla="*/ 1231733 h 1384383"/>
                <a:gd name="csX1710" fmla="*/ 1230229 w 1690436"/>
                <a:gd name="csY1710" fmla="*/ 1233237 h 1384383"/>
                <a:gd name="csX1711" fmla="*/ 1224965 w 1690436"/>
                <a:gd name="csY1711" fmla="*/ 1237749 h 1384383"/>
                <a:gd name="csX1712" fmla="*/ 1222709 w 1690436"/>
                <a:gd name="csY1712" fmla="*/ 1239253 h 1384383"/>
                <a:gd name="csX1713" fmla="*/ 1212934 w 1690436"/>
                <a:gd name="csY1713" fmla="*/ 1240005 h 1384383"/>
                <a:gd name="csX1714" fmla="*/ 1209926 w 1690436"/>
                <a:gd name="csY1714" fmla="*/ 1242260 h 1384383"/>
                <a:gd name="csX1715" fmla="*/ 1208422 w 1690436"/>
                <a:gd name="csY1715" fmla="*/ 1244517 h 1384383"/>
                <a:gd name="csX1716" fmla="*/ 1207670 w 1690436"/>
                <a:gd name="csY1716" fmla="*/ 1246773 h 1384383"/>
                <a:gd name="csX1717" fmla="*/ 1206166 w 1690436"/>
                <a:gd name="csY1717" fmla="*/ 1249780 h 1384383"/>
                <a:gd name="csX1718" fmla="*/ 1205414 w 1690436"/>
                <a:gd name="csY1718" fmla="*/ 1250532 h 1384383"/>
                <a:gd name="csX1719" fmla="*/ 1201654 w 1690436"/>
                <a:gd name="csY1719" fmla="*/ 1249028 h 1384383"/>
                <a:gd name="csX1720" fmla="*/ 1199398 w 1690436"/>
                <a:gd name="csY1720" fmla="*/ 1249028 h 1384383"/>
                <a:gd name="csX1721" fmla="*/ 1197894 w 1690436"/>
                <a:gd name="csY1721" fmla="*/ 1250532 h 1384383"/>
                <a:gd name="csX1722" fmla="*/ 1196390 w 1690436"/>
                <a:gd name="csY1722" fmla="*/ 1252788 h 1384383"/>
                <a:gd name="csX1723" fmla="*/ 1194134 w 1690436"/>
                <a:gd name="csY1723" fmla="*/ 1253540 h 1384383"/>
                <a:gd name="csX1724" fmla="*/ 1194134 w 1690436"/>
                <a:gd name="csY1724" fmla="*/ 1252036 h 1384383"/>
                <a:gd name="csX1725" fmla="*/ 1193382 w 1690436"/>
                <a:gd name="csY1725" fmla="*/ 1251284 h 1384383"/>
                <a:gd name="csX1726" fmla="*/ 1193382 w 1690436"/>
                <a:gd name="csY1726" fmla="*/ 1250532 h 1384383"/>
                <a:gd name="csX1727" fmla="*/ 1193382 w 1690436"/>
                <a:gd name="csY1727" fmla="*/ 1249780 h 1384383"/>
                <a:gd name="csX1728" fmla="*/ 1193382 w 1690436"/>
                <a:gd name="csY1728" fmla="*/ 1249028 h 1384383"/>
                <a:gd name="csX1729" fmla="*/ 1194134 w 1690436"/>
                <a:gd name="csY1729" fmla="*/ 1248277 h 1384383"/>
                <a:gd name="csX1730" fmla="*/ 1194134 w 1690436"/>
                <a:gd name="csY1730" fmla="*/ 1247524 h 1384383"/>
                <a:gd name="csX1731" fmla="*/ 1194886 w 1690436"/>
                <a:gd name="csY1731" fmla="*/ 1246773 h 1384383"/>
                <a:gd name="csX1732" fmla="*/ 1195638 w 1690436"/>
                <a:gd name="csY1732" fmla="*/ 1246020 h 1384383"/>
                <a:gd name="csX1733" fmla="*/ 1195638 w 1690436"/>
                <a:gd name="csY1733" fmla="*/ 1245269 h 1384383"/>
                <a:gd name="csX1734" fmla="*/ 1195638 w 1690436"/>
                <a:gd name="csY1734" fmla="*/ 1244517 h 1384383"/>
                <a:gd name="csX1735" fmla="*/ 1195638 w 1690436"/>
                <a:gd name="csY1735" fmla="*/ 1243013 h 1384383"/>
                <a:gd name="csX1736" fmla="*/ 1195638 w 1690436"/>
                <a:gd name="csY1736" fmla="*/ 1242260 h 1384383"/>
                <a:gd name="csX1737" fmla="*/ 1194886 w 1690436"/>
                <a:gd name="csY1737" fmla="*/ 1242260 h 1384383"/>
                <a:gd name="csX1738" fmla="*/ 1194134 w 1690436"/>
                <a:gd name="csY1738" fmla="*/ 1241509 h 1384383"/>
                <a:gd name="csX1739" fmla="*/ 1190374 w 1690436"/>
                <a:gd name="csY1739" fmla="*/ 1241509 h 1384383"/>
                <a:gd name="csX1740" fmla="*/ 1186614 w 1690436"/>
                <a:gd name="csY1740" fmla="*/ 1241509 h 1384383"/>
                <a:gd name="csX1741" fmla="*/ 1184359 w 1690436"/>
                <a:gd name="csY1741" fmla="*/ 1242260 h 1384383"/>
                <a:gd name="csX1742" fmla="*/ 1182103 w 1690436"/>
                <a:gd name="csY1742" fmla="*/ 1241509 h 1384383"/>
                <a:gd name="csX1743" fmla="*/ 1180599 w 1690436"/>
                <a:gd name="csY1743" fmla="*/ 1241509 h 1384383"/>
                <a:gd name="csX1744" fmla="*/ 1179847 w 1690436"/>
                <a:gd name="csY1744" fmla="*/ 1240757 h 1384383"/>
                <a:gd name="csX1745" fmla="*/ 1178343 w 1690436"/>
                <a:gd name="csY1745" fmla="*/ 1240005 h 1384383"/>
                <a:gd name="csX1746" fmla="*/ 1177591 w 1690436"/>
                <a:gd name="csY1746" fmla="*/ 1239253 h 1384383"/>
                <a:gd name="csX1747" fmla="*/ 1176839 w 1690436"/>
                <a:gd name="csY1747" fmla="*/ 1239253 h 1384383"/>
                <a:gd name="csX1748" fmla="*/ 1175335 w 1690436"/>
                <a:gd name="csY1748" fmla="*/ 1239253 h 1384383"/>
                <a:gd name="csX1749" fmla="*/ 1170823 w 1690436"/>
                <a:gd name="csY1749" fmla="*/ 1239253 h 1384383"/>
                <a:gd name="csX1750" fmla="*/ 1168567 w 1690436"/>
                <a:gd name="csY1750" fmla="*/ 1239253 h 1384383"/>
                <a:gd name="csX1751" fmla="*/ 1167815 w 1690436"/>
                <a:gd name="csY1751" fmla="*/ 1239253 h 1384383"/>
                <a:gd name="csX1752" fmla="*/ 1167063 w 1690436"/>
                <a:gd name="csY1752" fmla="*/ 1238501 h 1384383"/>
                <a:gd name="csX1753" fmla="*/ 1166311 w 1690436"/>
                <a:gd name="csY1753" fmla="*/ 1238501 h 1384383"/>
                <a:gd name="csX1754" fmla="*/ 1165559 w 1690436"/>
                <a:gd name="csY1754" fmla="*/ 1238501 h 1384383"/>
                <a:gd name="csX1755" fmla="*/ 1163303 w 1690436"/>
                <a:gd name="csY1755" fmla="*/ 1238501 h 1384383"/>
                <a:gd name="csX1756" fmla="*/ 1159544 w 1690436"/>
                <a:gd name="csY1756" fmla="*/ 1239253 h 1384383"/>
                <a:gd name="csX1757" fmla="*/ 1147512 w 1690436"/>
                <a:gd name="csY1757" fmla="*/ 1246020 h 1384383"/>
                <a:gd name="csX1758" fmla="*/ 1145256 w 1690436"/>
                <a:gd name="csY1758" fmla="*/ 1246773 h 1384383"/>
                <a:gd name="csX1759" fmla="*/ 1144504 w 1690436"/>
                <a:gd name="csY1759" fmla="*/ 1247524 h 1384383"/>
                <a:gd name="csX1760" fmla="*/ 1142248 w 1690436"/>
                <a:gd name="csY1760" fmla="*/ 1247524 h 1384383"/>
                <a:gd name="csX1761" fmla="*/ 1139240 w 1690436"/>
                <a:gd name="csY1761" fmla="*/ 1247524 h 1384383"/>
                <a:gd name="csX1762" fmla="*/ 1137736 w 1690436"/>
                <a:gd name="csY1762" fmla="*/ 1247524 h 1384383"/>
                <a:gd name="csX1763" fmla="*/ 1135480 w 1690436"/>
                <a:gd name="csY1763" fmla="*/ 1248277 h 1384383"/>
                <a:gd name="csX1764" fmla="*/ 1133225 w 1690436"/>
                <a:gd name="csY1764" fmla="*/ 1249028 h 1384383"/>
                <a:gd name="csX1765" fmla="*/ 1130969 w 1690436"/>
                <a:gd name="csY1765" fmla="*/ 1249028 h 1384383"/>
                <a:gd name="csX1766" fmla="*/ 1130216 w 1690436"/>
                <a:gd name="csY1766" fmla="*/ 1248277 h 1384383"/>
                <a:gd name="csX1767" fmla="*/ 1129465 w 1690436"/>
                <a:gd name="csY1767" fmla="*/ 1248277 h 1384383"/>
                <a:gd name="csX1768" fmla="*/ 1128712 w 1690436"/>
                <a:gd name="csY1768" fmla="*/ 1247524 h 1384383"/>
                <a:gd name="csX1769" fmla="*/ 1127209 w 1690436"/>
                <a:gd name="csY1769" fmla="*/ 1246020 h 1384383"/>
                <a:gd name="csX1770" fmla="*/ 1126457 w 1690436"/>
                <a:gd name="csY1770" fmla="*/ 1245269 h 1384383"/>
                <a:gd name="csX1771" fmla="*/ 1125705 w 1690436"/>
                <a:gd name="csY1771" fmla="*/ 1246020 h 1384383"/>
                <a:gd name="csX1772" fmla="*/ 1124201 w 1690436"/>
                <a:gd name="csY1772" fmla="*/ 1246773 h 1384383"/>
                <a:gd name="csX1773" fmla="*/ 1123449 w 1690436"/>
                <a:gd name="csY1773" fmla="*/ 1247524 h 1384383"/>
                <a:gd name="csX1774" fmla="*/ 1122697 w 1690436"/>
                <a:gd name="csY1774" fmla="*/ 1247524 h 1384383"/>
                <a:gd name="csX1775" fmla="*/ 1121193 w 1690436"/>
                <a:gd name="csY1775" fmla="*/ 1247524 h 1384383"/>
                <a:gd name="csX1776" fmla="*/ 1119689 w 1690436"/>
                <a:gd name="csY1776" fmla="*/ 1246773 h 1384383"/>
                <a:gd name="csX1777" fmla="*/ 1118185 w 1690436"/>
                <a:gd name="csY1777" fmla="*/ 1246773 h 1384383"/>
                <a:gd name="csX1778" fmla="*/ 1117433 w 1690436"/>
                <a:gd name="csY1778" fmla="*/ 1246773 h 1384383"/>
                <a:gd name="csX1779" fmla="*/ 1115929 w 1690436"/>
                <a:gd name="csY1779" fmla="*/ 1248277 h 1384383"/>
                <a:gd name="csX1780" fmla="*/ 1114425 w 1690436"/>
                <a:gd name="csY1780" fmla="*/ 1249780 h 1384383"/>
                <a:gd name="csX1781" fmla="*/ 1113673 w 1690436"/>
                <a:gd name="csY1781" fmla="*/ 1249780 h 1384383"/>
                <a:gd name="csX1782" fmla="*/ 1112921 w 1690436"/>
                <a:gd name="csY1782" fmla="*/ 1249028 h 1384383"/>
                <a:gd name="csX1783" fmla="*/ 1111417 w 1690436"/>
                <a:gd name="csY1783" fmla="*/ 1248277 h 1384383"/>
                <a:gd name="csX1784" fmla="*/ 1110665 w 1690436"/>
                <a:gd name="csY1784" fmla="*/ 1248277 h 1384383"/>
                <a:gd name="csX1785" fmla="*/ 1109161 w 1690436"/>
                <a:gd name="csY1785" fmla="*/ 1248277 h 1384383"/>
                <a:gd name="csX1786" fmla="*/ 1106153 w 1690436"/>
                <a:gd name="csY1786" fmla="*/ 1249780 h 1384383"/>
                <a:gd name="csX1787" fmla="*/ 1104650 w 1690436"/>
                <a:gd name="csY1787" fmla="*/ 1249780 h 1384383"/>
                <a:gd name="csX1788" fmla="*/ 1102393 w 1690436"/>
                <a:gd name="csY1788" fmla="*/ 1250532 h 1384383"/>
                <a:gd name="csX1789" fmla="*/ 1101642 w 1690436"/>
                <a:gd name="csY1789" fmla="*/ 1249780 h 1384383"/>
                <a:gd name="csX1790" fmla="*/ 1100890 w 1690436"/>
                <a:gd name="csY1790" fmla="*/ 1249780 h 1384383"/>
                <a:gd name="csX1791" fmla="*/ 1100137 w 1690436"/>
                <a:gd name="csY1791" fmla="*/ 1249028 h 1384383"/>
                <a:gd name="csX1792" fmla="*/ 1099386 w 1690436"/>
                <a:gd name="csY1792" fmla="*/ 1248277 h 1384383"/>
                <a:gd name="csX1793" fmla="*/ 1099386 w 1690436"/>
                <a:gd name="csY1793" fmla="*/ 1247524 h 1384383"/>
                <a:gd name="csX1794" fmla="*/ 1098633 w 1690436"/>
                <a:gd name="csY1794" fmla="*/ 1247524 h 1384383"/>
                <a:gd name="csX1795" fmla="*/ 1097882 w 1690436"/>
                <a:gd name="csY1795" fmla="*/ 1246773 h 1384383"/>
                <a:gd name="csX1796" fmla="*/ 1096378 w 1690436"/>
                <a:gd name="csY1796" fmla="*/ 1246773 h 1384383"/>
                <a:gd name="csX1797" fmla="*/ 1091866 w 1690436"/>
                <a:gd name="csY1797" fmla="*/ 1248277 h 1384383"/>
                <a:gd name="csX1798" fmla="*/ 1083594 w 1690436"/>
                <a:gd name="csY1798" fmla="*/ 1252036 h 1384383"/>
                <a:gd name="csX1799" fmla="*/ 1081338 w 1690436"/>
                <a:gd name="csY1799" fmla="*/ 1253540 h 1384383"/>
                <a:gd name="csX1800" fmla="*/ 1079834 w 1690436"/>
                <a:gd name="csY1800" fmla="*/ 1255044 h 1384383"/>
                <a:gd name="csX1801" fmla="*/ 1077578 w 1690436"/>
                <a:gd name="csY1801" fmla="*/ 1255796 h 1384383"/>
                <a:gd name="csX1802" fmla="*/ 1072314 w 1690436"/>
                <a:gd name="csY1802" fmla="*/ 1257300 h 1384383"/>
                <a:gd name="csX1803" fmla="*/ 1054267 w 1690436"/>
                <a:gd name="csY1803" fmla="*/ 1264820 h 1384383"/>
                <a:gd name="csX1804" fmla="*/ 1053515 w 1690436"/>
                <a:gd name="csY1804" fmla="*/ 1264820 h 1384383"/>
                <a:gd name="csX1805" fmla="*/ 1052011 w 1690436"/>
                <a:gd name="csY1805" fmla="*/ 1265572 h 1384383"/>
                <a:gd name="csX1806" fmla="*/ 1051259 w 1690436"/>
                <a:gd name="csY1806" fmla="*/ 1265572 h 1384383"/>
                <a:gd name="csX1807" fmla="*/ 1049755 w 1690436"/>
                <a:gd name="csY1807" fmla="*/ 1266324 h 1384383"/>
                <a:gd name="csX1808" fmla="*/ 1046748 w 1690436"/>
                <a:gd name="csY1808" fmla="*/ 1270084 h 1384383"/>
                <a:gd name="csX1809" fmla="*/ 1045243 w 1690436"/>
                <a:gd name="csY1809" fmla="*/ 1270836 h 1384383"/>
                <a:gd name="csX1810" fmla="*/ 1030956 w 1690436"/>
                <a:gd name="csY1810" fmla="*/ 1279107 h 1384383"/>
                <a:gd name="csX1811" fmla="*/ 1027196 w 1690436"/>
                <a:gd name="csY1811" fmla="*/ 1279859 h 1384383"/>
                <a:gd name="csX1812" fmla="*/ 1024940 w 1690436"/>
                <a:gd name="csY1812" fmla="*/ 1279859 h 1384383"/>
                <a:gd name="csX1813" fmla="*/ 1024188 w 1690436"/>
                <a:gd name="csY1813" fmla="*/ 1279107 h 1384383"/>
                <a:gd name="csX1814" fmla="*/ 1023436 w 1690436"/>
                <a:gd name="csY1814" fmla="*/ 1278356 h 1384383"/>
                <a:gd name="csX1815" fmla="*/ 1022684 w 1690436"/>
                <a:gd name="csY1815" fmla="*/ 1277603 h 1384383"/>
                <a:gd name="csX1816" fmla="*/ 1021932 w 1690436"/>
                <a:gd name="csY1816" fmla="*/ 1277603 h 1384383"/>
                <a:gd name="csX1817" fmla="*/ 1020428 w 1690436"/>
                <a:gd name="csY1817" fmla="*/ 1277603 h 1384383"/>
                <a:gd name="csX1818" fmla="*/ 1019676 w 1690436"/>
                <a:gd name="csY1818" fmla="*/ 1277603 h 1384383"/>
                <a:gd name="csX1819" fmla="*/ 1012909 w 1690436"/>
                <a:gd name="csY1819" fmla="*/ 1278356 h 1384383"/>
                <a:gd name="csX1820" fmla="*/ 1010653 w 1690436"/>
                <a:gd name="csY1820" fmla="*/ 1278356 h 1384383"/>
                <a:gd name="csX1821" fmla="*/ 1003133 w 1690436"/>
                <a:gd name="csY1821" fmla="*/ 1279859 h 1384383"/>
                <a:gd name="csX1822" fmla="*/ 1001629 w 1690436"/>
                <a:gd name="csY1822" fmla="*/ 1279107 h 1384383"/>
                <a:gd name="csX1823" fmla="*/ 1000125 w 1690436"/>
                <a:gd name="csY1823" fmla="*/ 1279107 h 1384383"/>
                <a:gd name="csX1824" fmla="*/ 998621 w 1690436"/>
                <a:gd name="csY1824" fmla="*/ 1279107 h 1384383"/>
                <a:gd name="csX1825" fmla="*/ 997117 w 1690436"/>
                <a:gd name="csY1825" fmla="*/ 1279859 h 1384383"/>
                <a:gd name="csX1826" fmla="*/ 985086 w 1690436"/>
                <a:gd name="csY1826" fmla="*/ 1286627 h 1384383"/>
                <a:gd name="csX1827" fmla="*/ 984334 w 1690436"/>
                <a:gd name="csY1827" fmla="*/ 1287379 h 1384383"/>
                <a:gd name="csX1828" fmla="*/ 983582 w 1690436"/>
                <a:gd name="csY1828" fmla="*/ 1287379 h 1384383"/>
                <a:gd name="csX1829" fmla="*/ 981326 w 1690436"/>
                <a:gd name="csY1829" fmla="*/ 1288131 h 1384383"/>
                <a:gd name="csX1830" fmla="*/ 977566 w 1690436"/>
                <a:gd name="csY1830" fmla="*/ 1288883 h 1384383"/>
                <a:gd name="csX1831" fmla="*/ 973054 w 1690436"/>
                <a:gd name="csY1831" fmla="*/ 1289635 h 1384383"/>
                <a:gd name="csX1832" fmla="*/ 971550 w 1690436"/>
                <a:gd name="csY1832" fmla="*/ 1289635 h 1384383"/>
                <a:gd name="csX1833" fmla="*/ 970798 w 1690436"/>
                <a:gd name="csY1833" fmla="*/ 1290387 h 1384383"/>
                <a:gd name="csX1834" fmla="*/ 968542 w 1690436"/>
                <a:gd name="csY1834" fmla="*/ 1292643 h 1384383"/>
                <a:gd name="csX1835" fmla="*/ 966286 w 1690436"/>
                <a:gd name="csY1835" fmla="*/ 1296403 h 1384383"/>
                <a:gd name="csX1836" fmla="*/ 965534 w 1690436"/>
                <a:gd name="csY1836" fmla="*/ 1297155 h 1384383"/>
                <a:gd name="csX1837" fmla="*/ 965534 w 1690436"/>
                <a:gd name="csY1837" fmla="*/ 1297907 h 1384383"/>
                <a:gd name="csX1838" fmla="*/ 963278 w 1690436"/>
                <a:gd name="csY1838" fmla="*/ 1297907 h 1384383"/>
                <a:gd name="csX1839" fmla="*/ 960271 w 1690436"/>
                <a:gd name="csY1839" fmla="*/ 1297155 h 1384383"/>
                <a:gd name="csX1840" fmla="*/ 956511 w 1690436"/>
                <a:gd name="csY1840" fmla="*/ 1296403 h 1384383"/>
                <a:gd name="csX1841" fmla="*/ 955007 w 1690436"/>
                <a:gd name="csY1841" fmla="*/ 1296403 h 1384383"/>
                <a:gd name="csX1842" fmla="*/ 953503 w 1690436"/>
                <a:gd name="csY1842" fmla="*/ 1296403 h 1384383"/>
                <a:gd name="csX1843" fmla="*/ 946735 w 1690436"/>
                <a:gd name="csY1843" fmla="*/ 1298658 h 1384383"/>
                <a:gd name="csX1844" fmla="*/ 943727 w 1690436"/>
                <a:gd name="csY1844" fmla="*/ 1300163 h 1384383"/>
                <a:gd name="csX1845" fmla="*/ 937711 w 1690436"/>
                <a:gd name="csY1845" fmla="*/ 1304675 h 1384383"/>
                <a:gd name="csX1846" fmla="*/ 927936 w 1690436"/>
                <a:gd name="csY1846" fmla="*/ 1309938 h 1384383"/>
                <a:gd name="csX1847" fmla="*/ 924176 w 1690436"/>
                <a:gd name="csY1847" fmla="*/ 1311442 h 1384383"/>
                <a:gd name="csX1848" fmla="*/ 923424 w 1690436"/>
                <a:gd name="csY1848" fmla="*/ 1311442 h 1384383"/>
                <a:gd name="csX1849" fmla="*/ 921168 w 1690436"/>
                <a:gd name="csY1849" fmla="*/ 1311442 h 1384383"/>
                <a:gd name="csX1850" fmla="*/ 916656 w 1690436"/>
                <a:gd name="csY1850" fmla="*/ 1311442 h 1384383"/>
                <a:gd name="csX1851" fmla="*/ 915152 w 1690436"/>
                <a:gd name="csY1851" fmla="*/ 1311442 h 1384383"/>
                <a:gd name="csX1852" fmla="*/ 913648 w 1690436"/>
                <a:gd name="csY1852" fmla="*/ 1312194 h 1384383"/>
                <a:gd name="csX1853" fmla="*/ 911392 w 1690436"/>
                <a:gd name="csY1853" fmla="*/ 1313698 h 1384383"/>
                <a:gd name="csX1854" fmla="*/ 909888 w 1690436"/>
                <a:gd name="csY1854" fmla="*/ 1314450 h 1384383"/>
                <a:gd name="csX1855" fmla="*/ 908384 w 1690436"/>
                <a:gd name="csY1855" fmla="*/ 1314450 h 1384383"/>
                <a:gd name="csX1856" fmla="*/ 905377 w 1690436"/>
                <a:gd name="csY1856" fmla="*/ 1313698 h 1384383"/>
                <a:gd name="csX1857" fmla="*/ 903873 w 1690436"/>
                <a:gd name="csY1857" fmla="*/ 1314450 h 1384383"/>
                <a:gd name="csX1858" fmla="*/ 894849 w 1690436"/>
                <a:gd name="csY1858" fmla="*/ 1318210 h 1384383"/>
                <a:gd name="csX1859" fmla="*/ 893345 w 1690436"/>
                <a:gd name="csY1859" fmla="*/ 1319714 h 1384383"/>
                <a:gd name="csX1860" fmla="*/ 885073 w 1690436"/>
                <a:gd name="csY1860" fmla="*/ 1324226 h 1384383"/>
                <a:gd name="csX1861" fmla="*/ 884321 w 1690436"/>
                <a:gd name="csY1861" fmla="*/ 1324978 h 1384383"/>
                <a:gd name="csX1862" fmla="*/ 881313 w 1690436"/>
                <a:gd name="csY1862" fmla="*/ 1327234 h 1384383"/>
                <a:gd name="csX1863" fmla="*/ 879057 w 1690436"/>
                <a:gd name="csY1863" fmla="*/ 1329490 h 1384383"/>
                <a:gd name="csX1864" fmla="*/ 878305 w 1690436"/>
                <a:gd name="csY1864" fmla="*/ 1330241 h 1384383"/>
                <a:gd name="csX1865" fmla="*/ 876801 w 1690436"/>
                <a:gd name="csY1865" fmla="*/ 1330241 h 1384383"/>
                <a:gd name="csX1866" fmla="*/ 875298 w 1690436"/>
                <a:gd name="csY1866" fmla="*/ 1330241 h 1384383"/>
                <a:gd name="csX1867" fmla="*/ 874545 w 1690436"/>
                <a:gd name="csY1867" fmla="*/ 1330241 h 1384383"/>
                <a:gd name="csX1868" fmla="*/ 874545 w 1690436"/>
                <a:gd name="csY1868" fmla="*/ 1330994 h 1384383"/>
                <a:gd name="csX1869" fmla="*/ 874545 w 1690436"/>
                <a:gd name="csY1869" fmla="*/ 1333250 h 1384383"/>
                <a:gd name="csX1870" fmla="*/ 874545 w 1690436"/>
                <a:gd name="csY1870" fmla="*/ 1334001 h 1384383"/>
                <a:gd name="csX1871" fmla="*/ 873794 w 1690436"/>
                <a:gd name="csY1871" fmla="*/ 1335505 h 1384383"/>
                <a:gd name="csX1872" fmla="*/ 872290 w 1690436"/>
                <a:gd name="csY1872" fmla="*/ 1336257 h 1384383"/>
                <a:gd name="csX1873" fmla="*/ 871538 w 1690436"/>
                <a:gd name="csY1873" fmla="*/ 1337009 h 1384383"/>
                <a:gd name="csX1874" fmla="*/ 860258 w 1690436"/>
                <a:gd name="csY1874" fmla="*/ 1340017 h 1384383"/>
                <a:gd name="csX1875" fmla="*/ 853490 w 1690436"/>
                <a:gd name="csY1875" fmla="*/ 1343777 h 1384383"/>
                <a:gd name="csX1876" fmla="*/ 851986 w 1690436"/>
                <a:gd name="csY1876" fmla="*/ 1344529 h 1384383"/>
                <a:gd name="csX1877" fmla="*/ 851234 w 1690436"/>
                <a:gd name="csY1877" fmla="*/ 1344529 h 1384383"/>
                <a:gd name="csX1878" fmla="*/ 850482 w 1690436"/>
                <a:gd name="csY1878" fmla="*/ 1343777 h 1384383"/>
                <a:gd name="csX1879" fmla="*/ 849730 w 1690436"/>
                <a:gd name="csY1879" fmla="*/ 1343025 h 1384383"/>
                <a:gd name="csX1880" fmla="*/ 849730 w 1690436"/>
                <a:gd name="csY1880" fmla="*/ 1342273 h 1384383"/>
                <a:gd name="csX1881" fmla="*/ 849730 w 1690436"/>
                <a:gd name="csY1881" fmla="*/ 1340017 h 1384383"/>
                <a:gd name="csX1882" fmla="*/ 849730 w 1690436"/>
                <a:gd name="csY1882" fmla="*/ 1339265 h 1384383"/>
                <a:gd name="csX1883" fmla="*/ 848979 w 1690436"/>
                <a:gd name="csY1883" fmla="*/ 1338513 h 1384383"/>
                <a:gd name="csX1884" fmla="*/ 848979 w 1690436"/>
                <a:gd name="csY1884" fmla="*/ 1337761 h 1384383"/>
                <a:gd name="csX1885" fmla="*/ 847474 w 1690436"/>
                <a:gd name="csY1885" fmla="*/ 1336257 h 1384383"/>
                <a:gd name="csX1886" fmla="*/ 846722 w 1690436"/>
                <a:gd name="csY1886" fmla="*/ 1336257 h 1384383"/>
                <a:gd name="csX1887" fmla="*/ 845970 w 1690436"/>
                <a:gd name="csY1887" fmla="*/ 1335505 h 1384383"/>
                <a:gd name="csX1888" fmla="*/ 844466 w 1690436"/>
                <a:gd name="csY1888" fmla="*/ 1335505 h 1384383"/>
                <a:gd name="csX1889" fmla="*/ 843715 w 1690436"/>
                <a:gd name="csY1889" fmla="*/ 1335505 h 1384383"/>
                <a:gd name="csX1890" fmla="*/ 842962 w 1690436"/>
                <a:gd name="csY1890" fmla="*/ 1336257 h 1384383"/>
                <a:gd name="csX1891" fmla="*/ 840707 w 1690436"/>
                <a:gd name="csY1891" fmla="*/ 1340017 h 1384383"/>
                <a:gd name="csX1892" fmla="*/ 839955 w 1690436"/>
                <a:gd name="csY1892" fmla="*/ 1340769 h 1384383"/>
                <a:gd name="csX1893" fmla="*/ 838451 w 1690436"/>
                <a:gd name="csY1893" fmla="*/ 1341521 h 1384383"/>
                <a:gd name="csX1894" fmla="*/ 835443 w 1690436"/>
                <a:gd name="csY1894" fmla="*/ 1343777 h 1384383"/>
                <a:gd name="csX1895" fmla="*/ 833939 w 1690436"/>
                <a:gd name="csY1895" fmla="*/ 1344529 h 1384383"/>
                <a:gd name="csX1896" fmla="*/ 832435 w 1690436"/>
                <a:gd name="csY1896" fmla="*/ 1344529 h 1384383"/>
                <a:gd name="csX1897" fmla="*/ 827171 w 1690436"/>
                <a:gd name="csY1897" fmla="*/ 1343777 h 1384383"/>
                <a:gd name="csX1898" fmla="*/ 826419 w 1690436"/>
                <a:gd name="csY1898" fmla="*/ 1343025 h 1384383"/>
                <a:gd name="csX1899" fmla="*/ 826419 w 1690436"/>
                <a:gd name="csY1899" fmla="*/ 1342273 h 1384383"/>
                <a:gd name="csX1900" fmla="*/ 825667 w 1690436"/>
                <a:gd name="csY1900" fmla="*/ 1341521 h 1384383"/>
                <a:gd name="csX1901" fmla="*/ 825667 w 1690436"/>
                <a:gd name="csY1901" fmla="*/ 1340769 h 1384383"/>
                <a:gd name="csX1902" fmla="*/ 825667 w 1690436"/>
                <a:gd name="csY1902" fmla="*/ 1340017 h 1384383"/>
                <a:gd name="csX1903" fmla="*/ 824915 w 1690436"/>
                <a:gd name="csY1903" fmla="*/ 1339265 h 1384383"/>
                <a:gd name="csX1904" fmla="*/ 824163 w 1690436"/>
                <a:gd name="csY1904" fmla="*/ 1339265 h 1384383"/>
                <a:gd name="csX1905" fmla="*/ 823411 w 1690436"/>
                <a:gd name="csY1905" fmla="*/ 1339265 h 1384383"/>
                <a:gd name="csX1906" fmla="*/ 822659 w 1690436"/>
                <a:gd name="csY1906" fmla="*/ 1339265 h 1384383"/>
                <a:gd name="csX1907" fmla="*/ 819651 w 1690436"/>
                <a:gd name="csY1907" fmla="*/ 1341521 h 1384383"/>
                <a:gd name="csX1908" fmla="*/ 815891 w 1690436"/>
                <a:gd name="csY1908" fmla="*/ 1343777 h 1384383"/>
                <a:gd name="csX1909" fmla="*/ 814387 w 1690436"/>
                <a:gd name="csY1909" fmla="*/ 1344529 h 1384383"/>
                <a:gd name="csX1910" fmla="*/ 812883 w 1690436"/>
                <a:gd name="csY1910" fmla="*/ 1344529 h 1384383"/>
                <a:gd name="csX1911" fmla="*/ 812132 w 1690436"/>
                <a:gd name="csY1911" fmla="*/ 1344529 h 1384383"/>
                <a:gd name="csX1912" fmla="*/ 811380 w 1690436"/>
                <a:gd name="csY1912" fmla="*/ 1344529 h 1384383"/>
                <a:gd name="csX1913" fmla="*/ 810628 w 1690436"/>
                <a:gd name="csY1913" fmla="*/ 1343777 h 1384383"/>
                <a:gd name="csX1914" fmla="*/ 809876 w 1690436"/>
                <a:gd name="csY1914" fmla="*/ 1343777 h 1384383"/>
                <a:gd name="csX1915" fmla="*/ 809124 w 1690436"/>
                <a:gd name="csY1915" fmla="*/ 1343025 h 1384383"/>
                <a:gd name="csX1916" fmla="*/ 809124 w 1690436"/>
                <a:gd name="csY1916" fmla="*/ 1341521 h 1384383"/>
                <a:gd name="csX1917" fmla="*/ 809124 w 1690436"/>
                <a:gd name="csY1917" fmla="*/ 1340769 h 1384383"/>
                <a:gd name="csX1918" fmla="*/ 809876 w 1690436"/>
                <a:gd name="csY1918" fmla="*/ 1340017 h 1384383"/>
                <a:gd name="csX1919" fmla="*/ 810628 w 1690436"/>
                <a:gd name="csY1919" fmla="*/ 1339265 h 1384383"/>
                <a:gd name="csX1920" fmla="*/ 812132 w 1690436"/>
                <a:gd name="csY1920" fmla="*/ 1337761 h 1384383"/>
                <a:gd name="csX1921" fmla="*/ 812883 w 1690436"/>
                <a:gd name="csY1921" fmla="*/ 1336257 h 1384383"/>
                <a:gd name="csX1922" fmla="*/ 813636 w 1690436"/>
                <a:gd name="csY1922" fmla="*/ 1334754 h 1384383"/>
                <a:gd name="csX1923" fmla="*/ 814387 w 1690436"/>
                <a:gd name="csY1923" fmla="*/ 1334001 h 1384383"/>
                <a:gd name="csX1924" fmla="*/ 813636 w 1690436"/>
                <a:gd name="csY1924" fmla="*/ 1333250 h 1384383"/>
                <a:gd name="csX1925" fmla="*/ 811380 w 1690436"/>
                <a:gd name="csY1925" fmla="*/ 1333250 h 1384383"/>
                <a:gd name="csX1926" fmla="*/ 805364 w 1690436"/>
                <a:gd name="csY1926" fmla="*/ 1334001 h 1384383"/>
                <a:gd name="csX1927" fmla="*/ 802356 w 1690436"/>
                <a:gd name="csY1927" fmla="*/ 1334001 h 1384383"/>
                <a:gd name="csX1928" fmla="*/ 800852 w 1690436"/>
                <a:gd name="csY1928" fmla="*/ 1335505 h 1384383"/>
                <a:gd name="csX1929" fmla="*/ 801604 w 1690436"/>
                <a:gd name="csY1929" fmla="*/ 1336257 h 1384383"/>
                <a:gd name="csX1930" fmla="*/ 801604 w 1690436"/>
                <a:gd name="csY1930" fmla="*/ 1337009 h 1384383"/>
                <a:gd name="csX1931" fmla="*/ 802356 w 1690436"/>
                <a:gd name="csY1931" fmla="*/ 1337761 h 1384383"/>
                <a:gd name="csX1932" fmla="*/ 804612 w 1690436"/>
                <a:gd name="csY1932" fmla="*/ 1340017 h 1384383"/>
                <a:gd name="csX1933" fmla="*/ 804612 w 1690436"/>
                <a:gd name="csY1933" fmla="*/ 1340769 h 1384383"/>
                <a:gd name="csX1934" fmla="*/ 804612 w 1690436"/>
                <a:gd name="csY1934" fmla="*/ 1341521 h 1384383"/>
                <a:gd name="csX1935" fmla="*/ 805364 w 1690436"/>
                <a:gd name="csY1935" fmla="*/ 1342273 h 1384383"/>
                <a:gd name="csX1936" fmla="*/ 804612 w 1690436"/>
                <a:gd name="csY1936" fmla="*/ 1343777 h 1384383"/>
                <a:gd name="csX1937" fmla="*/ 803860 w 1690436"/>
                <a:gd name="csY1937" fmla="*/ 1344529 h 1384383"/>
                <a:gd name="csX1938" fmla="*/ 791076 w 1690436"/>
                <a:gd name="csY1938" fmla="*/ 1352801 h 1384383"/>
                <a:gd name="csX1939" fmla="*/ 790324 w 1690436"/>
                <a:gd name="csY1939" fmla="*/ 1352801 h 1384383"/>
                <a:gd name="csX1940" fmla="*/ 790324 w 1690436"/>
                <a:gd name="csY1940" fmla="*/ 1353553 h 1384383"/>
                <a:gd name="csX1941" fmla="*/ 790324 w 1690436"/>
                <a:gd name="csY1941" fmla="*/ 1355057 h 1384383"/>
                <a:gd name="csX1942" fmla="*/ 790324 w 1690436"/>
                <a:gd name="csY1942" fmla="*/ 1355809 h 1384383"/>
                <a:gd name="csX1943" fmla="*/ 791076 w 1690436"/>
                <a:gd name="csY1943" fmla="*/ 1355809 h 1384383"/>
                <a:gd name="csX1944" fmla="*/ 791828 w 1690436"/>
                <a:gd name="csY1944" fmla="*/ 1356561 h 1384383"/>
                <a:gd name="csX1945" fmla="*/ 792580 w 1690436"/>
                <a:gd name="csY1945" fmla="*/ 1356561 h 1384383"/>
                <a:gd name="csX1946" fmla="*/ 793332 w 1690436"/>
                <a:gd name="csY1946" fmla="*/ 1356561 h 1384383"/>
                <a:gd name="csX1947" fmla="*/ 797092 w 1690436"/>
                <a:gd name="csY1947" fmla="*/ 1356561 h 1384383"/>
                <a:gd name="csX1948" fmla="*/ 799348 w 1690436"/>
                <a:gd name="csY1948" fmla="*/ 1356561 h 1384383"/>
                <a:gd name="csX1949" fmla="*/ 800100 w 1690436"/>
                <a:gd name="csY1949" fmla="*/ 1356561 h 1384383"/>
                <a:gd name="csX1950" fmla="*/ 800852 w 1690436"/>
                <a:gd name="csY1950" fmla="*/ 1356561 h 1384383"/>
                <a:gd name="csX1951" fmla="*/ 801604 w 1690436"/>
                <a:gd name="csY1951" fmla="*/ 1357313 h 1384383"/>
                <a:gd name="csX1952" fmla="*/ 802356 w 1690436"/>
                <a:gd name="csY1952" fmla="*/ 1358065 h 1384383"/>
                <a:gd name="csX1953" fmla="*/ 802356 w 1690436"/>
                <a:gd name="csY1953" fmla="*/ 1358816 h 1384383"/>
                <a:gd name="csX1954" fmla="*/ 802356 w 1690436"/>
                <a:gd name="csY1954" fmla="*/ 1359569 h 1384383"/>
                <a:gd name="csX1955" fmla="*/ 802356 w 1690436"/>
                <a:gd name="csY1955" fmla="*/ 1361073 h 1384383"/>
                <a:gd name="csX1956" fmla="*/ 802356 w 1690436"/>
                <a:gd name="csY1956" fmla="*/ 1362576 h 1384383"/>
                <a:gd name="csX1957" fmla="*/ 802356 w 1690436"/>
                <a:gd name="csY1957" fmla="*/ 1365584 h 1384383"/>
                <a:gd name="csX1958" fmla="*/ 801604 w 1690436"/>
                <a:gd name="csY1958" fmla="*/ 1366336 h 1384383"/>
                <a:gd name="csX1959" fmla="*/ 800852 w 1690436"/>
                <a:gd name="csY1959" fmla="*/ 1367840 h 1384383"/>
                <a:gd name="csX1960" fmla="*/ 800100 w 1690436"/>
                <a:gd name="csY1960" fmla="*/ 1368592 h 1384383"/>
                <a:gd name="csX1961" fmla="*/ 799348 w 1690436"/>
                <a:gd name="csY1961" fmla="*/ 1367840 h 1384383"/>
                <a:gd name="csX1962" fmla="*/ 797844 w 1690436"/>
                <a:gd name="csY1962" fmla="*/ 1367088 h 1384383"/>
                <a:gd name="csX1963" fmla="*/ 796340 w 1690436"/>
                <a:gd name="csY1963" fmla="*/ 1367088 h 1384383"/>
                <a:gd name="csX1964" fmla="*/ 795588 w 1690436"/>
                <a:gd name="csY1964" fmla="*/ 1367088 h 1384383"/>
                <a:gd name="csX1965" fmla="*/ 795588 w 1690436"/>
                <a:gd name="csY1965" fmla="*/ 1367840 h 1384383"/>
                <a:gd name="csX1966" fmla="*/ 794836 w 1690436"/>
                <a:gd name="csY1966" fmla="*/ 1368592 h 1384383"/>
                <a:gd name="csX1967" fmla="*/ 795588 w 1690436"/>
                <a:gd name="csY1967" fmla="*/ 1370096 h 1384383"/>
                <a:gd name="csX1968" fmla="*/ 795588 w 1690436"/>
                <a:gd name="csY1968" fmla="*/ 1370848 h 1384383"/>
                <a:gd name="csX1969" fmla="*/ 795588 w 1690436"/>
                <a:gd name="csY1969" fmla="*/ 1371600 h 1384383"/>
                <a:gd name="csX1970" fmla="*/ 796340 w 1690436"/>
                <a:gd name="csY1970" fmla="*/ 1372352 h 1384383"/>
                <a:gd name="csX1971" fmla="*/ 796340 w 1690436"/>
                <a:gd name="csY1971" fmla="*/ 1373104 h 1384383"/>
                <a:gd name="csX1972" fmla="*/ 795588 w 1690436"/>
                <a:gd name="csY1972" fmla="*/ 1374608 h 1384383"/>
                <a:gd name="csX1973" fmla="*/ 795588 w 1690436"/>
                <a:gd name="csY1973" fmla="*/ 1375360 h 1384383"/>
                <a:gd name="csX1974" fmla="*/ 794084 w 1690436"/>
                <a:gd name="csY1974" fmla="*/ 1376864 h 1384383"/>
                <a:gd name="csX1975" fmla="*/ 793332 w 1690436"/>
                <a:gd name="csY1975" fmla="*/ 1376864 h 1384383"/>
                <a:gd name="csX1976" fmla="*/ 792580 w 1690436"/>
                <a:gd name="csY1976" fmla="*/ 1376864 h 1384383"/>
                <a:gd name="csX1977" fmla="*/ 791828 w 1690436"/>
                <a:gd name="csY1977" fmla="*/ 1376864 h 1384383"/>
                <a:gd name="csX1978" fmla="*/ 791076 w 1690436"/>
                <a:gd name="csY1978" fmla="*/ 1376112 h 1384383"/>
                <a:gd name="csX1979" fmla="*/ 791076 w 1690436"/>
                <a:gd name="csY1979" fmla="*/ 1375360 h 1384383"/>
                <a:gd name="csX1980" fmla="*/ 790324 w 1690436"/>
                <a:gd name="csY1980" fmla="*/ 1374608 h 1384383"/>
                <a:gd name="csX1981" fmla="*/ 790324 w 1690436"/>
                <a:gd name="csY1981" fmla="*/ 1373856 h 1384383"/>
                <a:gd name="csX1982" fmla="*/ 789572 w 1690436"/>
                <a:gd name="csY1982" fmla="*/ 1373104 h 1384383"/>
                <a:gd name="csX1983" fmla="*/ 788068 w 1690436"/>
                <a:gd name="csY1983" fmla="*/ 1373104 h 1384383"/>
                <a:gd name="csX1984" fmla="*/ 787317 w 1690436"/>
                <a:gd name="csY1984" fmla="*/ 1373856 h 1384383"/>
                <a:gd name="csX1985" fmla="*/ 785813 w 1690436"/>
                <a:gd name="csY1985" fmla="*/ 1374608 h 1384383"/>
                <a:gd name="csX1986" fmla="*/ 784309 w 1690436"/>
                <a:gd name="csY1986" fmla="*/ 1376864 h 1384383"/>
                <a:gd name="csX1987" fmla="*/ 783557 w 1690436"/>
                <a:gd name="csY1987" fmla="*/ 1377616 h 1384383"/>
                <a:gd name="csX1988" fmla="*/ 782804 w 1690436"/>
                <a:gd name="csY1988" fmla="*/ 1379120 h 1384383"/>
                <a:gd name="csX1989" fmla="*/ 781301 w 1690436"/>
                <a:gd name="csY1989" fmla="*/ 1379120 h 1384383"/>
                <a:gd name="csX1990" fmla="*/ 779797 w 1690436"/>
                <a:gd name="csY1990" fmla="*/ 1377616 h 1384383"/>
                <a:gd name="csX1991" fmla="*/ 778293 w 1690436"/>
                <a:gd name="csY1991" fmla="*/ 1376864 h 1384383"/>
                <a:gd name="csX1992" fmla="*/ 776789 w 1690436"/>
                <a:gd name="csY1992" fmla="*/ 1376112 h 1384383"/>
                <a:gd name="csX1993" fmla="*/ 776789 w 1690436"/>
                <a:gd name="csY1993" fmla="*/ 1375360 h 1384383"/>
                <a:gd name="csX1994" fmla="*/ 776037 w 1690436"/>
                <a:gd name="csY1994" fmla="*/ 1374608 h 1384383"/>
                <a:gd name="csX1995" fmla="*/ 775285 w 1690436"/>
                <a:gd name="csY1995" fmla="*/ 1373104 h 1384383"/>
                <a:gd name="csX1996" fmla="*/ 775285 w 1690436"/>
                <a:gd name="csY1996" fmla="*/ 1372352 h 1384383"/>
                <a:gd name="csX1997" fmla="*/ 773781 w 1690436"/>
                <a:gd name="csY1997" fmla="*/ 1371600 h 1384383"/>
                <a:gd name="csX1998" fmla="*/ 773029 w 1690436"/>
                <a:gd name="csY1998" fmla="*/ 1372352 h 1384383"/>
                <a:gd name="csX1999" fmla="*/ 773029 w 1690436"/>
                <a:gd name="csY1999" fmla="*/ 1373104 h 1384383"/>
                <a:gd name="csX2000" fmla="*/ 771525 w 1690436"/>
                <a:gd name="csY2000" fmla="*/ 1374608 h 1384383"/>
                <a:gd name="csX2001" fmla="*/ 770773 w 1690436"/>
                <a:gd name="csY2001" fmla="*/ 1375360 h 1384383"/>
                <a:gd name="csX2002" fmla="*/ 770021 w 1690436"/>
                <a:gd name="csY2002" fmla="*/ 1375360 h 1384383"/>
                <a:gd name="csX2003" fmla="*/ 768517 w 1690436"/>
                <a:gd name="csY2003" fmla="*/ 1374608 h 1384383"/>
                <a:gd name="csX2004" fmla="*/ 767013 w 1690436"/>
                <a:gd name="csY2004" fmla="*/ 1374608 h 1384383"/>
                <a:gd name="csX2005" fmla="*/ 765509 w 1690436"/>
                <a:gd name="csY2005" fmla="*/ 1374608 h 1384383"/>
                <a:gd name="csX2006" fmla="*/ 765509 w 1690436"/>
                <a:gd name="csY2006" fmla="*/ 1375360 h 1384383"/>
                <a:gd name="csX2007" fmla="*/ 764005 w 1690436"/>
                <a:gd name="csY2007" fmla="*/ 1376864 h 1384383"/>
                <a:gd name="csX2008" fmla="*/ 764005 w 1690436"/>
                <a:gd name="csY2008" fmla="*/ 1377616 h 1384383"/>
                <a:gd name="csX2009" fmla="*/ 762502 w 1690436"/>
                <a:gd name="csY2009" fmla="*/ 1379120 h 1384383"/>
                <a:gd name="csX2010" fmla="*/ 760998 w 1690436"/>
                <a:gd name="csY2010" fmla="*/ 1379872 h 1384383"/>
                <a:gd name="csX2011" fmla="*/ 759493 w 1690436"/>
                <a:gd name="csY2011" fmla="*/ 1380624 h 1384383"/>
                <a:gd name="csX2012" fmla="*/ 757989 w 1690436"/>
                <a:gd name="csY2012" fmla="*/ 1381376 h 1384383"/>
                <a:gd name="csX2013" fmla="*/ 754230 w 1690436"/>
                <a:gd name="csY2013" fmla="*/ 1382128 h 1384383"/>
                <a:gd name="csX2014" fmla="*/ 742198 w 1690436"/>
                <a:gd name="csY2014" fmla="*/ 1384384 h 1384383"/>
                <a:gd name="csX2015" fmla="*/ 739190 w 1690436"/>
                <a:gd name="csY2015" fmla="*/ 1383632 h 1384383"/>
                <a:gd name="csX2016" fmla="*/ 738438 w 1690436"/>
                <a:gd name="csY2016" fmla="*/ 1382880 h 1384383"/>
                <a:gd name="csX2017" fmla="*/ 738438 w 1690436"/>
                <a:gd name="csY2017" fmla="*/ 1382128 h 1384383"/>
                <a:gd name="csX2018" fmla="*/ 738438 w 1690436"/>
                <a:gd name="csY2018" fmla="*/ 1381376 h 1384383"/>
                <a:gd name="csX2019" fmla="*/ 739190 w 1690436"/>
                <a:gd name="csY2019" fmla="*/ 1380624 h 1384383"/>
                <a:gd name="csX2020" fmla="*/ 739942 w 1690436"/>
                <a:gd name="csY2020" fmla="*/ 1379872 h 1384383"/>
                <a:gd name="csX2021" fmla="*/ 739942 w 1690436"/>
                <a:gd name="csY2021" fmla="*/ 1379120 h 1384383"/>
                <a:gd name="csX2022" fmla="*/ 739942 w 1690436"/>
                <a:gd name="csY2022" fmla="*/ 1378368 h 1384383"/>
                <a:gd name="csX2023" fmla="*/ 739190 w 1690436"/>
                <a:gd name="csY2023" fmla="*/ 1377616 h 1384383"/>
                <a:gd name="csX2024" fmla="*/ 738438 w 1690436"/>
                <a:gd name="csY2024" fmla="*/ 1376864 h 1384383"/>
                <a:gd name="csX2025" fmla="*/ 737686 w 1690436"/>
                <a:gd name="csY2025" fmla="*/ 1376864 h 1384383"/>
                <a:gd name="csX2026" fmla="*/ 732423 w 1690436"/>
                <a:gd name="csY2026" fmla="*/ 1377616 h 1384383"/>
                <a:gd name="csX2027" fmla="*/ 731670 w 1690436"/>
                <a:gd name="csY2027" fmla="*/ 1378368 h 1384383"/>
                <a:gd name="csX2028" fmla="*/ 730919 w 1690436"/>
                <a:gd name="csY2028" fmla="*/ 1378368 h 1384383"/>
                <a:gd name="csX2029" fmla="*/ 730166 w 1690436"/>
                <a:gd name="csY2029" fmla="*/ 1379120 h 1384383"/>
                <a:gd name="csX2030" fmla="*/ 729415 w 1690436"/>
                <a:gd name="csY2030" fmla="*/ 1379872 h 1384383"/>
                <a:gd name="csX2031" fmla="*/ 727910 w 1690436"/>
                <a:gd name="csY2031" fmla="*/ 1380624 h 1384383"/>
                <a:gd name="csX2032" fmla="*/ 726406 w 1690436"/>
                <a:gd name="csY2032" fmla="*/ 1381376 h 1384383"/>
                <a:gd name="csX2033" fmla="*/ 725655 w 1690436"/>
                <a:gd name="csY2033" fmla="*/ 1381376 h 1384383"/>
                <a:gd name="csX2034" fmla="*/ 724151 w 1690436"/>
                <a:gd name="csY2034" fmla="*/ 1380624 h 1384383"/>
                <a:gd name="csX2035" fmla="*/ 723399 w 1690436"/>
                <a:gd name="csY2035" fmla="*/ 1379872 h 1384383"/>
                <a:gd name="csX2036" fmla="*/ 722647 w 1690436"/>
                <a:gd name="csY2036" fmla="*/ 1379872 h 1384383"/>
                <a:gd name="csX2037" fmla="*/ 721895 w 1690436"/>
                <a:gd name="csY2037" fmla="*/ 1380624 h 1384383"/>
                <a:gd name="csX2038" fmla="*/ 721143 w 1690436"/>
                <a:gd name="csY2038" fmla="*/ 1381376 h 1384383"/>
                <a:gd name="csX2039" fmla="*/ 720391 w 1690436"/>
                <a:gd name="csY2039" fmla="*/ 1382128 h 1384383"/>
                <a:gd name="csX2040" fmla="*/ 718887 w 1690436"/>
                <a:gd name="csY2040" fmla="*/ 1382128 h 1384383"/>
                <a:gd name="csX2041" fmla="*/ 717383 w 1690436"/>
                <a:gd name="csY2041" fmla="*/ 1382128 h 1384383"/>
                <a:gd name="csX2042" fmla="*/ 715879 w 1690436"/>
                <a:gd name="csY2042" fmla="*/ 1381376 h 1384383"/>
                <a:gd name="csX2043" fmla="*/ 714375 w 1690436"/>
                <a:gd name="csY2043" fmla="*/ 1380624 h 1384383"/>
                <a:gd name="csX2044" fmla="*/ 711367 w 1690436"/>
                <a:gd name="csY2044" fmla="*/ 1380624 h 1384383"/>
                <a:gd name="csX2045" fmla="*/ 709863 w 1690436"/>
                <a:gd name="csY2045" fmla="*/ 1379872 h 1384383"/>
                <a:gd name="csX2046" fmla="*/ 709111 w 1690436"/>
                <a:gd name="csY2046" fmla="*/ 1379872 h 1384383"/>
                <a:gd name="csX2047" fmla="*/ 708359 w 1690436"/>
                <a:gd name="csY2047" fmla="*/ 1379120 h 1384383"/>
                <a:gd name="csX2048" fmla="*/ 707607 w 1690436"/>
                <a:gd name="csY2048" fmla="*/ 1378368 h 1384383"/>
                <a:gd name="csX2049" fmla="*/ 706855 w 1690436"/>
                <a:gd name="csY2049" fmla="*/ 1376112 h 1384383"/>
                <a:gd name="csX2050" fmla="*/ 706104 w 1690436"/>
                <a:gd name="csY2050" fmla="*/ 1374608 h 1384383"/>
                <a:gd name="csX2051" fmla="*/ 706104 w 1690436"/>
                <a:gd name="csY2051" fmla="*/ 1372352 h 1384383"/>
                <a:gd name="csX2052" fmla="*/ 706104 w 1690436"/>
                <a:gd name="csY2052" fmla="*/ 1370848 h 1384383"/>
                <a:gd name="csX2053" fmla="*/ 706104 w 1690436"/>
                <a:gd name="csY2053" fmla="*/ 1367088 h 1384383"/>
                <a:gd name="csX2054" fmla="*/ 706104 w 1690436"/>
                <a:gd name="csY2054" fmla="*/ 1366336 h 1384383"/>
                <a:gd name="csX2055" fmla="*/ 706104 w 1690436"/>
                <a:gd name="csY2055" fmla="*/ 1365584 h 1384383"/>
                <a:gd name="csX2056" fmla="*/ 707607 w 1690436"/>
                <a:gd name="csY2056" fmla="*/ 1363328 h 1384383"/>
                <a:gd name="csX2057" fmla="*/ 706855 w 1690436"/>
                <a:gd name="csY2057" fmla="*/ 1361824 h 1384383"/>
                <a:gd name="csX2058" fmla="*/ 705351 w 1690436"/>
                <a:gd name="csY2058" fmla="*/ 1360320 h 1384383"/>
                <a:gd name="csX2059" fmla="*/ 696327 w 1690436"/>
                <a:gd name="csY2059" fmla="*/ 1355057 h 1384383"/>
                <a:gd name="csX2060" fmla="*/ 694072 w 1690436"/>
                <a:gd name="csY2060" fmla="*/ 1352801 h 1384383"/>
                <a:gd name="csX2061" fmla="*/ 689560 w 1690436"/>
                <a:gd name="csY2061" fmla="*/ 1349793 h 1384383"/>
                <a:gd name="csX2062" fmla="*/ 689560 w 1690436"/>
                <a:gd name="csY2062" fmla="*/ 1349041 h 1384383"/>
                <a:gd name="csX2063" fmla="*/ 688808 w 1690436"/>
                <a:gd name="csY2063" fmla="*/ 1347537 h 1384383"/>
                <a:gd name="csX2064" fmla="*/ 689560 w 1690436"/>
                <a:gd name="csY2064" fmla="*/ 1346785 h 1384383"/>
                <a:gd name="csX2065" fmla="*/ 689560 w 1690436"/>
                <a:gd name="csY2065" fmla="*/ 1346033 h 1384383"/>
                <a:gd name="csX2066" fmla="*/ 690312 w 1690436"/>
                <a:gd name="csY2066" fmla="*/ 1346033 h 1384383"/>
                <a:gd name="csX2067" fmla="*/ 691816 w 1690436"/>
                <a:gd name="csY2067" fmla="*/ 1344529 h 1384383"/>
                <a:gd name="csX2068" fmla="*/ 699336 w 1690436"/>
                <a:gd name="csY2068" fmla="*/ 1342273 h 1384383"/>
                <a:gd name="csX2069" fmla="*/ 700087 w 1690436"/>
                <a:gd name="csY2069" fmla="*/ 1341521 h 1384383"/>
                <a:gd name="csX2070" fmla="*/ 700840 w 1690436"/>
                <a:gd name="csY2070" fmla="*/ 1340769 h 1384383"/>
                <a:gd name="csX2071" fmla="*/ 701591 w 1690436"/>
                <a:gd name="csY2071" fmla="*/ 1339265 h 1384383"/>
                <a:gd name="csX2072" fmla="*/ 701591 w 1690436"/>
                <a:gd name="csY2072" fmla="*/ 1338513 h 1384383"/>
                <a:gd name="csX2073" fmla="*/ 699336 w 1690436"/>
                <a:gd name="csY2073" fmla="*/ 1335505 h 1384383"/>
                <a:gd name="csX2074" fmla="*/ 698584 w 1690436"/>
                <a:gd name="csY2074" fmla="*/ 1334754 h 1384383"/>
                <a:gd name="csX2075" fmla="*/ 697832 w 1690436"/>
                <a:gd name="csY2075" fmla="*/ 1333250 h 1384383"/>
                <a:gd name="csX2076" fmla="*/ 697832 w 1690436"/>
                <a:gd name="csY2076" fmla="*/ 1330994 h 1384383"/>
                <a:gd name="csX2077" fmla="*/ 697832 w 1690436"/>
                <a:gd name="csY2077" fmla="*/ 1330241 h 1384383"/>
                <a:gd name="csX2078" fmla="*/ 698584 w 1690436"/>
                <a:gd name="csY2078" fmla="*/ 1328737 h 1384383"/>
                <a:gd name="csX2079" fmla="*/ 699336 w 1690436"/>
                <a:gd name="csY2079" fmla="*/ 1328737 h 1384383"/>
                <a:gd name="csX2080" fmla="*/ 700840 w 1690436"/>
                <a:gd name="csY2080" fmla="*/ 1327986 h 1384383"/>
                <a:gd name="csX2081" fmla="*/ 701591 w 1690436"/>
                <a:gd name="csY2081" fmla="*/ 1327234 h 1384383"/>
                <a:gd name="csX2082" fmla="*/ 701591 w 1690436"/>
                <a:gd name="csY2082" fmla="*/ 1326482 h 1384383"/>
                <a:gd name="csX2083" fmla="*/ 702344 w 1690436"/>
                <a:gd name="csY2083" fmla="*/ 1324978 h 1384383"/>
                <a:gd name="csX2084" fmla="*/ 702344 w 1690436"/>
                <a:gd name="csY2084" fmla="*/ 1324226 h 1384383"/>
                <a:gd name="csX2085" fmla="*/ 701591 w 1690436"/>
                <a:gd name="csY2085" fmla="*/ 1324226 h 1384383"/>
                <a:gd name="csX2086" fmla="*/ 699336 w 1690436"/>
                <a:gd name="csY2086" fmla="*/ 1324226 h 1384383"/>
                <a:gd name="csX2087" fmla="*/ 697080 w 1690436"/>
                <a:gd name="csY2087" fmla="*/ 1324226 h 1384383"/>
                <a:gd name="csX2088" fmla="*/ 694072 w 1690436"/>
                <a:gd name="csY2088" fmla="*/ 1323474 h 1384383"/>
                <a:gd name="csX2089" fmla="*/ 692568 w 1690436"/>
                <a:gd name="csY2089" fmla="*/ 1322722 h 1384383"/>
                <a:gd name="csX2090" fmla="*/ 685800 w 1690436"/>
                <a:gd name="csY2090" fmla="*/ 1318210 h 1384383"/>
                <a:gd name="csX2091" fmla="*/ 682792 w 1690436"/>
                <a:gd name="csY2091" fmla="*/ 1316706 h 1384383"/>
                <a:gd name="csX2092" fmla="*/ 679784 w 1690436"/>
                <a:gd name="csY2092" fmla="*/ 1316706 h 1384383"/>
                <a:gd name="csX2093" fmla="*/ 679032 w 1690436"/>
                <a:gd name="csY2093" fmla="*/ 1315954 h 1384383"/>
                <a:gd name="csX2094" fmla="*/ 678280 w 1690436"/>
                <a:gd name="csY2094" fmla="*/ 1315202 h 1384383"/>
                <a:gd name="csX2095" fmla="*/ 678280 w 1690436"/>
                <a:gd name="csY2095" fmla="*/ 1313698 h 1384383"/>
                <a:gd name="csX2096" fmla="*/ 678280 w 1690436"/>
                <a:gd name="csY2096" fmla="*/ 1311442 h 1384383"/>
                <a:gd name="csX2097" fmla="*/ 678280 w 1690436"/>
                <a:gd name="csY2097" fmla="*/ 1309938 h 1384383"/>
                <a:gd name="csX2098" fmla="*/ 677528 w 1690436"/>
                <a:gd name="csY2098" fmla="*/ 1309186 h 1384383"/>
                <a:gd name="csX2099" fmla="*/ 676776 w 1690436"/>
                <a:gd name="csY2099" fmla="*/ 1309186 h 1384383"/>
                <a:gd name="csX2100" fmla="*/ 671512 w 1690436"/>
                <a:gd name="csY2100" fmla="*/ 1308435 h 1384383"/>
                <a:gd name="csX2101" fmla="*/ 663993 w 1690436"/>
                <a:gd name="csY2101" fmla="*/ 1305426 h 1384383"/>
                <a:gd name="csX2102" fmla="*/ 662489 w 1690436"/>
                <a:gd name="csY2102" fmla="*/ 1303922 h 1384383"/>
                <a:gd name="csX2103" fmla="*/ 660985 w 1690436"/>
                <a:gd name="csY2103" fmla="*/ 1303171 h 1384383"/>
                <a:gd name="csX2104" fmla="*/ 660985 w 1690436"/>
                <a:gd name="csY2104" fmla="*/ 1301667 h 1384383"/>
                <a:gd name="csX2105" fmla="*/ 661737 w 1690436"/>
                <a:gd name="csY2105" fmla="*/ 1298658 h 1384383"/>
                <a:gd name="csX2106" fmla="*/ 660985 w 1690436"/>
                <a:gd name="csY2106" fmla="*/ 1297907 h 1384383"/>
                <a:gd name="csX2107" fmla="*/ 660985 w 1690436"/>
                <a:gd name="csY2107" fmla="*/ 1296403 h 1384383"/>
                <a:gd name="csX2108" fmla="*/ 655721 w 1690436"/>
                <a:gd name="csY2108" fmla="*/ 1290387 h 1384383"/>
                <a:gd name="csX2109" fmla="*/ 654969 w 1690436"/>
                <a:gd name="csY2109" fmla="*/ 1289635 h 1384383"/>
                <a:gd name="csX2110" fmla="*/ 654217 w 1690436"/>
                <a:gd name="csY2110" fmla="*/ 1288131 h 1384383"/>
                <a:gd name="csX2111" fmla="*/ 654969 w 1690436"/>
                <a:gd name="csY2111" fmla="*/ 1284371 h 1384383"/>
                <a:gd name="csX2112" fmla="*/ 660233 w 1690436"/>
                <a:gd name="csY2112" fmla="*/ 1271588 h 1384383"/>
                <a:gd name="csX2113" fmla="*/ 663241 w 1690436"/>
                <a:gd name="csY2113" fmla="*/ 1267076 h 1384383"/>
                <a:gd name="csX2114" fmla="*/ 665497 w 1690436"/>
                <a:gd name="csY2114" fmla="*/ 1265572 h 1384383"/>
                <a:gd name="csX2115" fmla="*/ 669257 w 1690436"/>
                <a:gd name="csY2115" fmla="*/ 1261812 h 1384383"/>
                <a:gd name="csX2116" fmla="*/ 670008 w 1690436"/>
                <a:gd name="csY2116" fmla="*/ 1260308 h 1384383"/>
                <a:gd name="csX2117" fmla="*/ 670008 w 1690436"/>
                <a:gd name="csY2117" fmla="*/ 1259556 h 1384383"/>
                <a:gd name="csX2118" fmla="*/ 666249 w 1690436"/>
                <a:gd name="csY2118" fmla="*/ 1254292 h 1384383"/>
                <a:gd name="csX2119" fmla="*/ 665497 w 1690436"/>
                <a:gd name="csY2119" fmla="*/ 1253540 h 1384383"/>
                <a:gd name="csX2120" fmla="*/ 664745 w 1690436"/>
                <a:gd name="csY2120" fmla="*/ 1253540 h 1384383"/>
                <a:gd name="csX2121" fmla="*/ 663993 w 1690436"/>
                <a:gd name="csY2121" fmla="*/ 1252788 h 1384383"/>
                <a:gd name="csX2122" fmla="*/ 659481 w 1690436"/>
                <a:gd name="csY2122" fmla="*/ 1252788 h 1384383"/>
                <a:gd name="csX2123" fmla="*/ 657977 w 1690436"/>
                <a:gd name="csY2123" fmla="*/ 1252788 h 1384383"/>
                <a:gd name="csX2124" fmla="*/ 657225 w 1690436"/>
                <a:gd name="csY2124" fmla="*/ 1252036 h 1384383"/>
                <a:gd name="csX2125" fmla="*/ 656473 w 1690436"/>
                <a:gd name="csY2125" fmla="*/ 1251284 h 1384383"/>
                <a:gd name="csX2126" fmla="*/ 655721 w 1690436"/>
                <a:gd name="csY2126" fmla="*/ 1249780 h 1384383"/>
                <a:gd name="csX2127" fmla="*/ 654969 w 1690436"/>
                <a:gd name="csY2127" fmla="*/ 1249028 h 1384383"/>
                <a:gd name="csX2128" fmla="*/ 655721 w 1690436"/>
                <a:gd name="csY2128" fmla="*/ 1248277 h 1384383"/>
                <a:gd name="csX2129" fmla="*/ 656473 w 1690436"/>
                <a:gd name="csY2129" fmla="*/ 1247524 h 1384383"/>
                <a:gd name="csX2130" fmla="*/ 659481 w 1690436"/>
                <a:gd name="csY2130" fmla="*/ 1247524 h 1384383"/>
                <a:gd name="csX2131" fmla="*/ 660233 w 1690436"/>
                <a:gd name="csY2131" fmla="*/ 1246773 h 1384383"/>
                <a:gd name="csX2132" fmla="*/ 660985 w 1690436"/>
                <a:gd name="csY2132" fmla="*/ 1246020 h 1384383"/>
                <a:gd name="csX2133" fmla="*/ 660985 w 1690436"/>
                <a:gd name="csY2133" fmla="*/ 1245269 h 1384383"/>
                <a:gd name="csX2134" fmla="*/ 660233 w 1690436"/>
                <a:gd name="csY2134" fmla="*/ 1244517 h 1384383"/>
                <a:gd name="csX2135" fmla="*/ 659481 w 1690436"/>
                <a:gd name="csY2135" fmla="*/ 1243013 h 1384383"/>
                <a:gd name="csX2136" fmla="*/ 659481 w 1690436"/>
                <a:gd name="csY2136" fmla="*/ 1242260 h 1384383"/>
                <a:gd name="csX2137" fmla="*/ 660233 w 1690436"/>
                <a:gd name="csY2137" fmla="*/ 1241509 h 1384383"/>
                <a:gd name="csX2138" fmla="*/ 660985 w 1690436"/>
                <a:gd name="csY2138" fmla="*/ 1240005 h 1384383"/>
                <a:gd name="csX2139" fmla="*/ 661737 w 1690436"/>
                <a:gd name="csY2139" fmla="*/ 1239253 h 1384383"/>
                <a:gd name="csX2140" fmla="*/ 662489 w 1690436"/>
                <a:gd name="csY2140" fmla="*/ 1239253 h 1384383"/>
                <a:gd name="csX2141" fmla="*/ 663241 w 1690436"/>
                <a:gd name="csY2141" fmla="*/ 1239253 h 1384383"/>
                <a:gd name="csX2142" fmla="*/ 663993 w 1690436"/>
                <a:gd name="csY2142" fmla="*/ 1239253 h 1384383"/>
                <a:gd name="csX2143" fmla="*/ 664745 w 1690436"/>
                <a:gd name="csY2143" fmla="*/ 1239253 h 1384383"/>
                <a:gd name="csX2144" fmla="*/ 666249 w 1690436"/>
                <a:gd name="csY2144" fmla="*/ 1238501 h 1384383"/>
                <a:gd name="csX2145" fmla="*/ 667001 w 1690436"/>
                <a:gd name="csY2145" fmla="*/ 1236997 h 1384383"/>
                <a:gd name="csX2146" fmla="*/ 667753 w 1690436"/>
                <a:gd name="csY2146" fmla="*/ 1236245 h 1384383"/>
                <a:gd name="csX2147" fmla="*/ 667753 w 1690436"/>
                <a:gd name="csY2147" fmla="*/ 1235493 h 1384383"/>
                <a:gd name="csX2148" fmla="*/ 664745 w 1690436"/>
                <a:gd name="csY2148" fmla="*/ 1230981 h 1384383"/>
                <a:gd name="csX2149" fmla="*/ 660985 w 1690436"/>
                <a:gd name="csY2149" fmla="*/ 1221958 h 1384383"/>
                <a:gd name="csX2150" fmla="*/ 660985 w 1690436"/>
                <a:gd name="csY2150" fmla="*/ 1220453 h 1384383"/>
                <a:gd name="csX2151" fmla="*/ 660985 w 1690436"/>
                <a:gd name="csY2151" fmla="*/ 1219701 h 1384383"/>
                <a:gd name="csX2152" fmla="*/ 662489 w 1690436"/>
                <a:gd name="csY2152" fmla="*/ 1218198 h 1384383"/>
                <a:gd name="csX2153" fmla="*/ 663241 w 1690436"/>
                <a:gd name="csY2153" fmla="*/ 1216694 h 1384383"/>
                <a:gd name="csX2154" fmla="*/ 663241 w 1690436"/>
                <a:gd name="csY2154" fmla="*/ 1215941 h 1384383"/>
                <a:gd name="csX2155" fmla="*/ 663241 w 1690436"/>
                <a:gd name="csY2155" fmla="*/ 1215190 h 1384383"/>
                <a:gd name="csX2156" fmla="*/ 662489 w 1690436"/>
                <a:gd name="csY2156" fmla="*/ 1214438 h 1384383"/>
                <a:gd name="csX2157" fmla="*/ 662489 w 1690436"/>
                <a:gd name="csY2157" fmla="*/ 1213686 h 1384383"/>
                <a:gd name="csX2158" fmla="*/ 661737 w 1690436"/>
                <a:gd name="csY2158" fmla="*/ 1213686 h 1384383"/>
                <a:gd name="csX2159" fmla="*/ 660985 w 1690436"/>
                <a:gd name="csY2159" fmla="*/ 1212934 h 1384383"/>
                <a:gd name="csX2160" fmla="*/ 660233 w 1690436"/>
                <a:gd name="csY2160" fmla="*/ 1212182 h 1384383"/>
                <a:gd name="csX2161" fmla="*/ 659481 w 1690436"/>
                <a:gd name="csY2161" fmla="*/ 1209926 h 1384383"/>
                <a:gd name="csX2162" fmla="*/ 659481 w 1690436"/>
                <a:gd name="csY2162" fmla="*/ 1208422 h 1384383"/>
                <a:gd name="csX2163" fmla="*/ 659481 w 1690436"/>
                <a:gd name="csY2163" fmla="*/ 1207670 h 1384383"/>
                <a:gd name="csX2164" fmla="*/ 660233 w 1690436"/>
                <a:gd name="csY2164" fmla="*/ 1206918 h 1384383"/>
                <a:gd name="csX2165" fmla="*/ 660985 w 1690436"/>
                <a:gd name="csY2165" fmla="*/ 1206166 h 1384383"/>
                <a:gd name="csX2166" fmla="*/ 661737 w 1690436"/>
                <a:gd name="csY2166" fmla="*/ 1204662 h 1384383"/>
                <a:gd name="csX2167" fmla="*/ 664745 w 1690436"/>
                <a:gd name="csY2167" fmla="*/ 1203158 h 1384383"/>
                <a:gd name="csX2168" fmla="*/ 665497 w 1690436"/>
                <a:gd name="csY2168" fmla="*/ 1202406 h 1384383"/>
                <a:gd name="csX2169" fmla="*/ 665497 w 1690436"/>
                <a:gd name="csY2169" fmla="*/ 1200150 h 1384383"/>
                <a:gd name="csX2170" fmla="*/ 668505 w 1690436"/>
                <a:gd name="csY2170" fmla="*/ 1187366 h 1384383"/>
                <a:gd name="csX2171" fmla="*/ 669257 w 1690436"/>
                <a:gd name="csY2171" fmla="*/ 1185862 h 1384383"/>
                <a:gd name="csX2172" fmla="*/ 670008 w 1690436"/>
                <a:gd name="csY2172" fmla="*/ 1185862 h 1384383"/>
                <a:gd name="csX2173" fmla="*/ 673768 w 1690436"/>
                <a:gd name="csY2173" fmla="*/ 1186615 h 1384383"/>
                <a:gd name="csX2174" fmla="*/ 674521 w 1690436"/>
                <a:gd name="csY2174" fmla="*/ 1186615 h 1384383"/>
                <a:gd name="csX2175" fmla="*/ 675272 w 1690436"/>
                <a:gd name="csY2175" fmla="*/ 1185862 h 1384383"/>
                <a:gd name="csX2176" fmla="*/ 676025 w 1690436"/>
                <a:gd name="csY2176" fmla="*/ 1185111 h 1384383"/>
                <a:gd name="csX2177" fmla="*/ 679032 w 1690436"/>
                <a:gd name="csY2177" fmla="*/ 1176839 h 1384383"/>
                <a:gd name="csX2178" fmla="*/ 679784 w 1690436"/>
                <a:gd name="csY2178" fmla="*/ 1176087 h 1384383"/>
                <a:gd name="csX2179" fmla="*/ 679784 w 1690436"/>
                <a:gd name="csY2179" fmla="*/ 1175335 h 1384383"/>
                <a:gd name="csX2180" fmla="*/ 680536 w 1690436"/>
                <a:gd name="csY2180" fmla="*/ 1175335 h 1384383"/>
                <a:gd name="csX2181" fmla="*/ 682040 w 1690436"/>
                <a:gd name="csY2181" fmla="*/ 1173831 h 1384383"/>
                <a:gd name="csX2182" fmla="*/ 682792 w 1690436"/>
                <a:gd name="csY2182" fmla="*/ 1173079 h 1384383"/>
                <a:gd name="csX2183" fmla="*/ 682792 w 1690436"/>
                <a:gd name="csY2183" fmla="*/ 1172327 h 1384383"/>
                <a:gd name="csX2184" fmla="*/ 682040 w 1690436"/>
                <a:gd name="csY2184" fmla="*/ 1171575 h 1384383"/>
                <a:gd name="csX2185" fmla="*/ 682040 w 1690436"/>
                <a:gd name="csY2185" fmla="*/ 1167063 h 1384383"/>
                <a:gd name="csX2186" fmla="*/ 682792 w 1690436"/>
                <a:gd name="csY2186" fmla="*/ 1164807 h 1384383"/>
                <a:gd name="csX2187" fmla="*/ 683544 w 1690436"/>
                <a:gd name="csY2187" fmla="*/ 1163303 h 1384383"/>
                <a:gd name="csX2188" fmla="*/ 683544 w 1690436"/>
                <a:gd name="csY2188" fmla="*/ 1162551 h 1384383"/>
                <a:gd name="csX2189" fmla="*/ 684296 w 1690436"/>
                <a:gd name="csY2189" fmla="*/ 1162551 h 1384383"/>
                <a:gd name="csX2190" fmla="*/ 685800 w 1690436"/>
                <a:gd name="csY2190" fmla="*/ 1161047 h 1384383"/>
                <a:gd name="csX2191" fmla="*/ 686552 w 1690436"/>
                <a:gd name="csY2191" fmla="*/ 1160296 h 1384383"/>
                <a:gd name="csX2192" fmla="*/ 686552 w 1690436"/>
                <a:gd name="csY2192" fmla="*/ 1159543 h 1384383"/>
                <a:gd name="csX2193" fmla="*/ 685800 w 1690436"/>
                <a:gd name="csY2193" fmla="*/ 1159543 h 1384383"/>
                <a:gd name="csX2194" fmla="*/ 685800 w 1690436"/>
                <a:gd name="csY2194" fmla="*/ 1158040 h 1384383"/>
                <a:gd name="csX2195" fmla="*/ 685048 w 1690436"/>
                <a:gd name="csY2195" fmla="*/ 1157288 h 1384383"/>
                <a:gd name="csX2196" fmla="*/ 684296 w 1690436"/>
                <a:gd name="csY2196" fmla="*/ 1149768 h 1384383"/>
                <a:gd name="csX2197" fmla="*/ 684296 w 1690436"/>
                <a:gd name="csY2197" fmla="*/ 1149016 h 1384383"/>
                <a:gd name="csX2198" fmla="*/ 683544 w 1690436"/>
                <a:gd name="csY2198" fmla="*/ 1148264 h 1384383"/>
                <a:gd name="csX2199" fmla="*/ 682792 w 1690436"/>
                <a:gd name="csY2199" fmla="*/ 1147512 h 1384383"/>
                <a:gd name="csX2200" fmla="*/ 682040 w 1690436"/>
                <a:gd name="csY2200" fmla="*/ 1146760 h 1384383"/>
                <a:gd name="csX2201" fmla="*/ 681288 w 1690436"/>
                <a:gd name="csY2201" fmla="*/ 1146008 h 1384383"/>
                <a:gd name="csX2202" fmla="*/ 680536 w 1690436"/>
                <a:gd name="csY2202" fmla="*/ 1146008 h 1384383"/>
                <a:gd name="csX2203" fmla="*/ 678280 w 1690436"/>
                <a:gd name="csY2203" fmla="*/ 1145256 h 1384383"/>
                <a:gd name="csX2204" fmla="*/ 676776 w 1690436"/>
                <a:gd name="csY2204" fmla="*/ 1144504 h 1384383"/>
                <a:gd name="csX2205" fmla="*/ 675272 w 1690436"/>
                <a:gd name="csY2205" fmla="*/ 1144504 h 1384383"/>
                <a:gd name="csX2206" fmla="*/ 674521 w 1690436"/>
                <a:gd name="csY2206" fmla="*/ 1144504 h 1384383"/>
                <a:gd name="csX2207" fmla="*/ 673768 w 1690436"/>
                <a:gd name="csY2207" fmla="*/ 1145256 h 1384383"/>
                <a:gd name="csX2208" fmla="*/ 672265 w 1690436"/>
                <a:gd name="csY2208" fmla="*/ 1145256 h 1384383"/>
                <a:gd name="csX2209" fmla="*/ 671512 w 1690436"/>
                <a:gd name="csY2209" fmla="*/ 1145256 h 1384383"/>
                <a:gd name="csX2210" fmla="*/ 670761 w 1690436"/>
                <a:gd name="csY2210" fmla="*/ 1145256 h 1384383"/>
                <a:gd name="csX2211" fmla="*/ 670008 w 1690436"/>
                <a:gd name="csY2211" fmla="*/ 1145256 h 1384383"/>
                <a:gd name="csX2212" fmla="*/ 669257 w 1690436"/>
                <a:gd name="csY2212" fmla="*/ 1143752 h 1384383"/>
                <a:gd name="csX2213" fmla="*/ 669257 w 1690436"/>
                <a:gd name="csY2213" fmla="*/ 1143000 h 1384383"/>
                <a:gd name="csX2214" fmla="*/ 668505 w 1690436"/>
                <a:gd name="csY2214" fmla="*/ 1141496 h 1384383"/>
                <a:gd name="csX2215" fmla="*/ 667753 w 1690436"/>
                <a:gd name="csY2215" fmla="*/ 1141496 h 1384383"/>
                <a:gd name="csX2216" fmla="*/ 665497 w 1690436"/>
                <a:gd name="csY2216" fmla="*/ 1140744 h 1384383"/>
                <a:gd name="csX2217" fmla="*/ 664745 w 1690436"/>
                <a:gd name="csY2217" fmla="*/ 1139992 h 1384383"/>
                <a:gd name="csX2218" fmla="*/ 663993 w 1690436"/>
                <a:gd name="csY2218" fmla="*/ 1138488 h 1384383"/>
                <a:gd name="csX2219" fmla="*/ 663993 w 1690436"/>
                <a:gd name="csY2219" fmla="*/ 1135481 h 1384383"/>
                <a:gd name="csX2220" fmla="*/ 663241 w 1690436"/>
                <a:gd name="csY2220" fmla="*/ 1135481 h 1384383"/>
                <a:gd name="csX2221" fmla="*/ 662489 w 1690436"/>
                <a:gd name="csY2221" fmla="*/ 1135481 h 1384383"/>
                <a:gd name="csX2222" fmla="*/ 661737 w 1690436"/>
                <a:gd name="csY2222" fmla="*/ 1135481 h 1384383"/>
                <a:gd name="csX2223" fmla="*/ 660233 w 1690436"/>
                <a:gd name="csY2223" fmla="*/ 1136984 h 1384383"/>
                <a:gd name="csX2224" fmla="*/ 658729 w 1690436"/>
                <a:gd name="csY2224" fmla="*/ 1139240 h 1384383"/>
                <a:gd name="csX2225" fmla="*/ 657977 w 1690436"/>
                <a:gd name="csY2225" fmla="*/ 1139240 h 1384383"/>
                <a:gd name="csX2226" fmla="*/ 657225 w 1690436"/>
                <a:gd name="csY2226" fmla="*/ 1139992 h 1384383"/>
                <a:gd name="csX2227" fmla="*/ 656473 w 1690436"/>
                <a:gd name="csY2227" fmla="*/ 1139240 h 1384383"/>
                <a:gd name="csX2228" fmla="*/ 655721 w 1690436"/>
                <a:gd name="csY2228" fmla="*/ 1139240 h 1384383"/>
                <a:gd name="csX2229" fmla="*/ 652713 w 1690436"/>
                <a:gd name="csY2229" fmla="*/ 1136984 h 1384383"/>
                <a:gd name="csX2230" fmla="*/ 648953 w 1690436"/>
                <a:gd name="csY2230" fmla="*/ 1134728 h 1384383"/>
                <a:gd name="csX2231" fmla="*/ 645193 w 1690436"/>
                <a:gd name="csY2231" fmla="*/ 1133977 h 1384383"/>
                <a:gd name="csX2232" fmla="*/ 644442 w 1690436"/>
                <a:gd name="csY2232" fmla="*/ 1133224 h 1384383"/>
                <a:gd name="csX2233" fmla="*/ 643689 w 1690436"/>
                <a:gd name="csY2233" fmla="*/ 1133224 h 1384383"/>
                <a:gd name="csX2234" fmla="*/ 642186 w 1690436"/>
                <a:gd name="csY2234" fmla="*/ 1133977 h 1384383"/>
                <a:gd name="csX2235" fmla="*/ 637674 w 1690436"/>
                <a:gd name="csY2235" fmla="*/ 1133224 h 1384383"/>
                <a:gd name="csX2236" fmla="*/ 636922 w 1690436"/>
                <a:gd name="csY2236" fmla="*/ 1133977 h 1384383"/>
                <a:gd name="csX2237" fmla="*/ 636170 w 1690436"/>
                <a:gd name="csY2237" fmla="*/ 1133977 h 1384383"/>
                <a:gd name="csX2238" fmla="*/ 636170 w 1690436"/>
                <a:gd name="csY2238" fmla="*/ 1134728 h 1384383"/>
                <a:gd name="csX2239" fmla="*/ 635418 w 1690436"/>
                <a:gd name="csY2239" fmla="*/ 1136232 h 1384383"/>
                <a:gd name="csX2240" fmla="*/ 634666 w 1690436"/>
                <a:gd name="csY2240" fmla="*/ 1136984 h 1384383"/>
                <a:gd name="csX2241" fmla="*/ 633914 w 1690436"/>
                <a:gd name="csY2241" fmla="*/ 1137736 h 1384383"/>
                <a:gd name="csX2242" fmla="*/ 633162 w 1690436"/>
                <a:gd name="csY2242" fmla="*/ 1137736 h 1384383"/>
                <a:gd name="csX2243" fmla="*/ 632410 w 1690436"/>
                <a:gd name="csY2243" fmla="*/ 1138488 h 1384383"/>
                <a:gd name="csX2244" fmla="*/ 630906 w 1690436"/>
                <a:gd name="csY2244" fmla="*/ 1138488 h 1384383"/>
                <a:gd name="csX2245" fmla="*/ 630154 w 1690436"/>
                <a:gd name="csY2245" fmla="*/ 1138488 h 1384383"/>
                <a:gd name="csX2246" fmla="*/ 629402 w 1690436"/>
                <a:gd name="csY2246" fmla="*/ 1139240 h 1384383"/>
                <a:gd name="csX2247" fmla="*/ 627898 w 1690436"/>
                <a:gd name="csY2247" fmla="*/ 1139992 h 1384383"/>
                <a:gd name="csX2248" fmla="*/ 627146 w 1690436"/>
                <a:gd name="csY2248" fmla="*/ 1140744 h 1384383"/>
                <a:gd name="csX2249" fmla="*/ 626394 w 1690436"/>
                <a:gd name="csY2249" fmla="*/ 1140744 h 1384383"/>
                <a:gd name="csX2250" fmla="*/ 625642 w 1690436"/>
                <a:gd name="csY2250" fmla="*/ 1140744 h 1384383"/>
                <a:gd name="csX2251" fmla="*/ 613610 w 1690436"/>
                <a:gd name="csY2251" fmla="*/ 1142248 h 1384383"/>
                <a:gd name="csX2252" fmla="*/ 611355 w 1690436"/>
                <a:gd name="csY2252" fmla="*/ 1141496 h 1384383"/>
                <a:gd name="csX2253" fmla="*/ 609851 w 1690436"/>
                <a:gd name="csY2253" fmla="*/ 1140744 h 1384383"/>
                <a:gd name="csX2254" fmla="*/ 609851 w 1690436"/>
                <a:gd name="csY2254" fmla="*/ 1139992 h 1384383"/>
                <a:gd name="csX2255" fmla="*/ 609851 w 1690436"/>
                <a:gd name="csY2255" fmla="*/ 1139240 h 1384383"/>
                <a:gd name="csX2256" fmla="*/ 609851 w 1690436"/>
                <a:gd name="csY2256" fmla="*/ 1138488 h 1384383"/>
                <a:gd name="csX2257" fmla="*/ 610603 w 1690436"/>
                <a:gd name="csY2257" fmla="*/ 1134728 h 1384383"/>
                <a:gd name="csX2258" fmla="*/ 611355 w 1690436"/>
                <a:gd name="csY2258" fmla="*/ 1133977 h 1384383"/>
                <a:gd name="csX2259" fmla="*/ 610603 w 1690436"/>
                <a:gd name="csY2259" fmla="*/ 1132472 h 1384383"/>
                <a:gd name="csX2260" fmla="*/ 610603 w 1690436"/>
                <a:gd name="csY2260" fmla="*/ 1131721 h 1384383"/>
                <a:gd name="csX2261" fmla="*/ 610603 w 1690436"/>
                <a:gd name="csY2261" fmla="*/ 1130968 h 1384383"/>
                <a:gd name="csX2262" fmla="*/ 607595 w 1690436"/>
                <a:gd name="csY2262" fmla="*/ 1126457 h 1384383"/>
                <a:gd name="csX2263" fmla="*/ 606843 w 1690436"/>
                <a:gd name="csY2263" fmla="*/ 1124953 h 1384383"/>
                <a:gd name="csX2264" fmla="*/ 606091 w 1690436"/>
                <a:gd name="csY2264" fmla="*/ 1121193 h 1384383"/>
                <a:gd name="csX2265" fmla="*/ 605339 w 1690436"/>
                <a:gd name="csY2265" fmla="*/ 1119689 h 1384383"/>
                <a:gd name="csX2266" fmla="*/ 603083 w 1690436"/>
                <a:gd name="csY2266" fmla="*/ 1112921 h 1384383"/>
                <a:gd name="csX2267" fmla="*/ 601579 w 1690436"/>
                <a:gd name="csY2267" fmla="*/ 1108409 h 1384383"/>
                <a:gd name="csX2268" fmla="*/ 601579 w 1690436"/>
                <a:gd name="csY2268" fmla="*/ 1106905 h 1384383"/>
                <a:gd name="csX2269" fmla="*/ 600075 w 1690436"/>
                <a:gd name="csY2269" fmla="*/ 1106905 h 1384383"/>
                <a:gd name="csX2270" fmla="*/ 599323 w 1690436"/>
                <a:gd name="csY2270" fmla="*/ 1106153 h 1384383"/>
                <a:gd name="csX2271" fmla="*/ 597819 w 1690436"/>
                <a:gd name="csY2271" fmla="*/ 1105402 h 1384383"/>
                <a:gd name="csX2272" fmla="*/ 591051 w 1690436"/>
                <a:gd name="csY2272" fmla="*/ 1096378 h 1384383"/>
                <a:gd name="csX2273" fmla="*/ 590299 w 1690436"/>
                <a:gd name="csY2273" fmla="*/ 1094874 h 1384383"/>
                <a:gd name="csX2274" fmla="*/ 589548 w 1690436"/>
                <a:gd name="csY2274" fmla="*/ 1094122 h 1384383"/>
                <a:gd name="csX2275" fmla="*/ 589548 w 1690436"/>
                <a:gd name="csY2275" fmla="*/ 1089610 h 1384383"/>
                <a:gd name="csX2276" fmla="*/ 589548 w 1690436"/>
                <a:gd name="csY2276" fmla="*/ 1088106 h 1384383"/>
                <a:gd name="csX2277" fmla="*/ 586540 w 1690436"/>
                <a:gd name="csY2277" fmla="*/ 1077578 h 1384383"/>
                <a:gd name="csX2278" fmla="*/ 586540 w 1690436"/>
                <a:gd name="csY2278" fmla="*/ 1076074 h 1384383"/>
                <a:gd name="csX2279" fmla="*/ 586540 w 1690436"/>
                <a:gd name="csY2279" fmla="*/ 1075323 h 1384383"/>
                <a:gd name="csX2280" fmla="*/ 586540 w 1690436"/>
                <a:gd name="csY2280" fmla="*/ 1074570 h 1384383"/>
                <a:gd name="csX2281" fmla="*/ 587291 w 1690436"/>
                <a:gd name="csY2281" fmla="*/ 1073066 h 1384383"/>
                <a:gd name="csX2282" fmla="*/ 588044 w 1690436"/>
                <a:gd name="csY2282" fmla="*/ 1072315 h 1384383"/>
                <a:gd name="csX2283" fmla="*/ 587291 w 1690436"/>
                <a:gd name="csY2283" fmla="*/ 1071563 h 1384383"/>
                <a:gd name="csX2284" fmla="*/ 585788 w 1690436"/>
                <a:gd name="csY2284" fmla="*/ 1070059 h 1384383"/>
                <a:gd name="csX2285" fmla="*/ 584284 w 1690436"/>
                <a:gd name="csY2285" fmla="*/ 1068555 h 1384383"/>
                <a:gd name="csX2286" fmla="*/ 582780 w 1690436"/>
                <a:gd name="csY2286" fmla="*/ 1065547 h 1384383"/>
                <a:gd name="csX2287" fmla="*/ 581276 w 1690436"/>
                <a:gd name="csY2287" fmla="*/ 1064043 h 1384383"/>
                <a:gd name="csX2288" fmla="*/ 580524 w 1690436"/>
                <a:gd name="csY2288" fmla="*/ 1063291 h 1384383"/>
                <a:gd name="csX2289" fmla="*/ 579772 w 1690436"/>
                <a:gd name="csY2289" fmla="*/ 1063291 h 1384383"/>
                <a:gd name="csX2290" fmla="*/ 578268 w 1690436"/>
                <a:gd name="csY2290" fmla="*/ 1063291 h 1384383"/>
                <a:gd name="csX2291" fmla="*/ 577516 w 1690436"/>
                <a:gd name="csY2291" fmla="*/ 1062539 h 1384383"/>
                <a:gd name="csX2292" fmla="*/ 576012 w 1690436"/>
                <a:gd name="csY2292" fmla="*/ 1061035 h 1384383"/>
                <a:gd name="csX2293" fmla="*/ 576012 w 1690436"/>
                <a:gd name="csY2293" fmla="*/ 1060283 h 1384383"/>
                <a:gd name="csX2294" fmla="*/ 575260 w 1690436"/>
                <a:gd name="csY2294" fmla="*/ 1058779 h 1384383"/>
                <a:gd name="csX2295" fmla="*/ 576764 w 1690436"/>
                <a:gd name="csY2295" fmla="*/ 1055771 h 1384383"/>
                <a:gd name="csX2296" fmla="*/ 577516 w 1690436"/>
                <a:gd name="csY2296" fmla="*/ 1043740 h 1384383"/>
                <a:gd name="csX2297" fmla="*/ 579020 w 1690436"/>
                <a:gd name="csY2297" fmla="*/ 1040732 h 1384383"/>
                <a:gd name="csX2298" fmla="*/ 581276 w 1690436"/>
                <a:gd name="csY2298" fmla="*/ 1039228 h 1384383"/>
                <a:gd name="csX2299" fmla="*/ 582028 w 1690436"/>
                <a:gd name="csY2299" fmla="*/ 1038476 h 1384383"/>
                <a:gd name="csX2300" fmla="*/ 582780 w 1690436"/>
                <a:gd name="csY2300" fmla="*/ 1037724 h 1384383"/>
                <a:gd name="csX2301" fmla="*/ 584284 w 1690436"/>
                <a:gd name="csY2301" fmla="*/ 1034716 h 1384383"/>
                <a:gd name="csX2302" fmla="*/ 585035 w 1690436"/>
                <a:gd name="csY2302" fmla="*/ 1032460 h 1384383"/>
                <a:gd name="csX2303" fmla="*/ 585035 w 1690436"/>
                <a:gd name="csY2303" fmla="*/ 1030956 h 1384383"/>
                <a:gd name="csX2304" fmla="*/ 585788 w 1690436"/>
                <a:gd name="csY2304" fmla="*/ 1027196 h 1384383"/>
                <a:gd name="csX2305" fmla="*/ 586540 w 1690436"/>
                <a:gd name="csY2305" fmla="*/ 1026444 h 1384383"/>
                <a:gd name="csX2306" fmla="*/ 587291 w 1690436"/>
                <a:gd name="csY2306" fmla="*/ 1025692 h 1384383"/>
                <a:gd name="csX2307" fmla="*/ 588795 w 1690436"/>
                <a:gd name="csY2307" fmla="*/ 1025692 h 1384383"/>
                <a:gd name="csX2308" fmla="*/ 590299 w 1690436"/>
                <a:gd name="csY2308" fmla="*/ 1024940 h 1384383"/>
                <a:gd name="csX2309" fmla="*/ 591051 w 1690436"/>
                <a:gd name="csY2309" fmla="*/ 1024188 h 1384383"/>
                <a:gd name="csX2310" fmla="*/ 592555 w 1690436"/>
                <a:gd name="csY2310" fmla="*/ 1022684 h 1384383"/>
                <a:gd name="csX2311" fmla="*/ 592555 w 1690436"/>
                <a:gd name="csY2311" fmla="*/ 1021180 h 1384383"/>
                <a:gd name="csX2312" fmla="*/ 593307 w 1690436"/>
                <a:gd name="csY2312" fmla="*/ 1019676 h 1384383"/>
                <a:gd name="csX2313" fmla="*/ 593307 w 1690436"/>
                <a:gd name="csY2313" fmla="*/ 1016668 h 1384383"/>
                <a:gd name="csX2314" fmla="*/ 593307 w 1690436"/>
                <a:gd name="csY2314" fmla="*/ 1015917 h 1384383"/>
                <a:gd name="csX2315" fmla="*/ 589548 w 1690436"/>
                <a:gd name="csY2315" fmla="*/ 1002381 h 1384383"/>
                <a:gd name="csX2316" fmla="*/ 588795 w 1690436"/>
                <a:gd name="csY2316" fmla="*/ 1000877 h 1384383"/>
                <a:gd name="csX2317" fmla="*/ 588044 w 1690436"/>
                <a:gd name="csY2317" fmla="*/ 1000125 h 1384383"/>
                <a:gd name="csX2318" fmla="*/ 587291 w 1690436"/>
                <a:gd name="csY2318" fmla="*/ 999373 h 1384383"/>
                <a:gd name="csX2319" fmla="*/ 587291 w 1690436"/>
                <a:gd name="csY2319" fmla="*/ 998621 h 1384383"/>
                <a:gd name="csX2320" fmla="*/ 586540 w 1690436"/>
                <a:gd name="csY2320" fmla="*/ 997869 h 1384383"/>
                <a:gd name="csX2321" fmla="*/ 571500 w 1690436"/>
                <a:gd name="csY2321" fmla="*/ 991101 h 1384383"/>
                <a:gd name="csX2322" fmla="*/ 569996 w 1690436"/>
                <a:gd name="csY2322" fmla="*/ 989597 h 1384383"/>
                <a:gd name="csX2323" fmla="*/ 566236 w 1690436"/>
                <a:gd name="csY2323" fmla="*/ 985086 h 1384383"/>
                <a:gd name="csX2324" fmla="*/ 565484 w 1690436"/>
                <a:gd name="csY2324" fmla="*/ 984334 h 1384383"/>
                <a:gd name="csX2325" fmla="*/ 565484 w 1690436"/>
                <a:gd name="csY2325" fmla="*/ 982829 h 1384383"/>
                <a:gd name="csX2326" fmla="*/ 565484 w 1690436"/>
                <a:gd name="csY2326" fmla="*/ 982078 h 1384383"/>
                <a:gd name="csX2327" fmla="*/ 566236 w 1690436"/>
                <a:gd name="csY2327" fmla="*/ 980574 h 1384383"/>
                <a:gd name="csX2328" fmla="*/ 566236 w 1690436"/>
                <a:gd name="csY2328" fmla="*/ 978318 h 1384383"/>
                <a:gd name="csX2329" fmla="*/ 566988 w 1690436"/>
                <a:gd name="csY2329" fmla="*/ 974558 h 1384383"/>
                <a:gd name="csX2330" fmla="*/ 567740 w 1690436"/>
                <a:gd name="csY2330" fmla="*/ 964782 h 1384383"/>
                <a:gd name="csX2331" fmla="*/ 567740 w 1690436"/>
                <a:gd name="csY2331" fmla="*/ 961774 h 1384383"/>
                <a:gd name="csX2332" fmla="*/ 568492 w 1690436"/>
                <a:gd name="csY2332" fmla="*/ 960270 h 1384383"/>
                <a:gd name="csX2333" fmla="*/ 568492 w 1690436"/>
                <a:gd name="csY2333" fmla="*/ 959518 h 1384383"/>
                <a:gd name="csX2334" fmla="*/ 569244 w 1690436"/>
                <a:gd name="csY2334" fmla="*/ 959518 h 1384383"/>
                <a:gd name="csX2335" fmla="*/ 571500 w 1690436"/>
                <a:gd name="csY2335" fmla="*/ 957263 h 1384383"/>
                <a:gd name="csX2336" fmla="*/ 572252 w 1690436"/>
                <a:gd name="csY2336" fmla="*/ 956510 h 1384383"/>
                <a:gd name="csX2337" fmla="*/ 572252 w 1690436"/>
                <a:gd name="csY2337" fmla="*/ 955759 h 1384383"/>
                <a:gd name="csX2338" fmla="*/ 573004 w 1690436"/>
                <a:gd name="csY2338" fmla="*/ 954255 h 1384383"/>
                <a:gd name="csX2339" fmla="*/ 573756 w 1690436"/>
                <a:gd name="csY2339" fmla="*/ 951999 h 1384383"/>
                <a:gd name="csX2340" fmla="*/ 573756 w 1690436"/>
                <a:gd name="csY2340" fmla="*/ 950495 h 1384383"/>
                <a:gd name="csX2341" fmla="*/ 573756 w 1690436"/>
                <a:gd name="csY2341" fmla="*/ 949743 h 1384383"/>
                <a:gd name="csX2342" fmla="*/ 573756 w 1690436"/>
                <a:gd name="csY2342" fmla="*/ 946735 h 1384383"/>
                <a:gd name="csX2343" fmla="*/ 572252 w 1690436"/>
                <a:gd name="csY2343" fmla="*/ 943727 h 1384383"/>
                <a:gd name="csX2344" fmla="*/ 570748 w 1690436"/>
                <a:gd name="csY2344" fmla="*/ 939967 h 1384383"/>
                <a:gd name="csX2345" fmla="*/ 564732 w 1690436"/>
                <a:gd name="csY2345" fmla="*/ 935455 h 1384383"/>
                <a:gd name="csX2346" fmla="*/ 563229 w 1690436"/>
                <a:gd name="csY2346" fmla="*/ 933199 h 1384383"/>
                <a:gd name="csX2347" fmla="*/ 552701 w 1690436"/>
                <a:gd name="csY2347" fmla="*/ 925680 h 1384383"/>
                <a:gd name="csX2348" fmla="*/ 550445 w 1690436"/>
                <a:gd name="csY2348" fmla="*/ 925680 h 1384383"/>
                <a:gd name="csX2349" fmla="*/ 548941 w 1690436"/>
                <a:gd name="csY2349" fmla="*/ 924928 h 1384383"/>
                <a:gd name="csX2350" fmla="*/ 546685 w 1690436"/>
                <a:gd name="csY2350" fmla="*/ 923424 h 1384383"/>
                <a:gd name="csX2351" fmla="*/ 542925 w 1690436"/>
                <a:gd name="csY2351" fmla="*/ 919664 h 1384383"/>
                <a:gd name="csX2352" fmla="*/ 542925 w 1690436"/>
                <a:gd name="csY2352" fmla="*/ 918912 h 1384383"/>
                <a:gd name="csX2353" fmla="*/ 543677 w 1690436"/>
                <a:gd name="csY2353" fmla="*/ 918160 h 1384383"/>
                <a:gd name="csX2354" fmla="*/ 543677 w 1690436"/>
                <a:gd name="csY2354" fmla="*/ 916656 h 1384383"/>
                <a:gd name="csX2355" fmla="*/ 543677 w 1690436"/>
                <a:gd name="csY2355" fmla="*/ 915152 h 1384383"/>
                <a:gd name="csX2356" fmla="*/ 544429 w 1690436"/>
                <a:gd name="csY2356" fmla="*/ 914400 h 1384383"/>
                <a:gd name="csX2357" fmla="*/ 544429 w 1690436"/>
                <a:gd name="csY2357" fmla="*/ 912896 h 1384383"/>
                <a:gd name="csX2358" fmla="*/ 543677 w 1690436"/>
                <a:gd name="csY2358" fmla="*/ 911392 h 1384383"/>
                <a:gd name="csX2359" fmla="*/ 542925 w 1690436"/>
                <a:gd name="csY2359" fmla="*/ 910640 h 1384383"/>
                <a:gd name="csX2360" fmla="*/ 539917 w 1690436"/>
                <a:gd name="csY2360" fmla="*/ 908384 h 1384383"/>
                <a:gd name="csX2361" fmla="*/ 538413 w 1690436"/>
                <a:gd name="csY2361" fmla="*/ 906880 h 1384383"/>
                <a:gd name="csX2362" fmla="*/ 536157 w 1690436"/>
                <a:gd name="csY2362" fmla="*/ 908384 h 1384383"/>
                <a:gd name="csX2363" fmla="*/ 532397 w 1690436"/>
                <a:gd name="csY2363" fmla="*/ 909888 h 1384383"/>
                <a:gd name="csX2364" fmla="*/ 529390 w 1690436"/>
                <a:gd name="csY2364" fmla="*/ 910640 h 1384383"/>
                <a:gd name="csX2365" fmla="*/ 525630 w 1690436"/>
                <a:gd name="csY2365" fmla="*/ 911392 h 1384383"/>
                <a:gd name="csX2366" fmla="*/ 521870 w 1690436"/>
                <a:gd name="csY2366" fmla="*/ 912144 h 1384383"/>
                <a:gd name="csX2367" fmla="*/ 520366 w 1690436"/>
                <a:gd name="csY2367" fmla="*/ 914400 h 1384383"/>
                <a:gd name="csX2368" fmla="*/ 518862 w 1690436"/>
                <a:gd name="csY2368" fmla="*/ 916656 h 1384383"/>
                <a:gd name="csX2369" fmla="*/ 516606 w 1690436"/>
                <a:gd name="csY2369" fmla="*/ 918912 h 1384383"/>
                <a:gd name="csX2370" fmla="*/ 513598 w 1690436"/>
                <a:gd name="csY2370" fmla="*/ 919664 h 1384383"/>
                <a:gd name="csX2371" fmla="*/ 510590 w 1690436"/>
                <a:gd name="csY2371" fmla="*/ 918160 h 1384383"/>
                <a:gd name="csX2372" fmla="*/ 506830 w 1690436"/>
                <a:gd name="csY2372" fmla="*/ 912896 h 1384383"/>
                <a:gd name="csX2373" fmla="*/ 503822 w 1690436"/>
                <a:gd name="csY2373" fmla="*/ 909888 h 1384383"/>
                <a:gd name="csX2374" fmla="*/ 501567 w 1690436"/>
                <a:gd name="csY2374" fmla="*/ 909136 h 1384383"/>
                <a:gd name="csX2375" fmla="*/ 482015 w 1690436"/>
                <a:gd name="csY2375" fmla="*/ 909888 h 1384383"/>
                <a:gd name="csX2376" fmla="*/ 480511 w 1690436"/>
                <a:gd name="csY2376" fmla="*/ 910640 h 1384383"/>
                <a:gd name="csX2377" fmla="*/ 479007 w 1690436"/>
                <a:gd name="csY2377" fmla="*/ 912144 h 1384383"/>
                <a:gd name="csX2378" fmla="*/ 478255 w 1690436"/>
                <a:gd name="csY2378" fmla="*/ 913648 h 1384383"/>
                <a:gd name="csX2379" fmla="*/ 476752 w 1690436"/>
                <a:gd name="csY2379" fmla="*/ 914400 h 1384383"/>
                <a:gd name="csX2380" fmla="*/ 476752 w 1690436"/>
                <a:gd name="csY2380" fmla="*/ 915904 h 1384383"/>
                <a:gd name="csX2381" fmla="*/ 478255 w 1690436"/>
                <a:gd name="csY2381" fmla="*/ 918912 h 1384383"/>
                <a:gd name="csX2382" fmla="*/ 478255 w 1690436"/>
                <a:gd name="csY2382" fmla="*/ 921920 h 1384383"/>
                <a:gd name="csX2383" fmla="*/ 477503 w 1690436"/>
                <a:gd name="csY2383" fmla="*/ 925680 h 1384383"/>
                <a:gd name="csX2384" fmla="*/ 475999 w 1690436"/>
                <a:gd name="csY2384" fmla="*/ 929440 h 1384383"/>
                <a:gd name="csX2385" fmla="*/ 473743 w 1690436"/>
                <a:gd name="csY2385" fmla="*/ 930944 h 1384383"/>
                <a:gd name="csX2386" fmla="*/ 472239 w 1690436"/>
                <a:gd name="csY2386" fmla="*/ 931695 h 1384383"/>
                <a:gd name="csX2387" fmla="*/ 470735 w 1690436"/>
                <a:gd name="csY2387" fmla="*/ 931695 h 1384383"/>
                <a:gd name="csX2388" fmla="*/ 469232 w 1690436"/>
                <a:gd name="csY2388" fmla="*/ 931695 h 1384383"/>
                <a:gd name="csX2389" fmla="*/ 467728 w 1690436"/>
                <a:gd name="csY2389" fmla="*/ 930944 h 1384383"/>
                <a:gd name="csX2390" fmla="*/ 466975 w 1690436"/>
                <a:gd name="csY2390" fmla="*/ 928688 h 1384383"/>
                <a:gd name="csX2391" fmla="*/ 466224 w 1690436"/>
                <a:gd name="csY2391" fmla="*/ 927184 h 1384383"/>
                <a:gd name="csX2392" fmla="*/ 466224 w 1690436"/>
                <a:gd name="csY2392" fmla="*/ 924928 h 1384383"/>
                <a:gd name="csX2393" fmla="*/ 466224 w 1690436"/>
                <a:gd name="csY2393" fmla="*/ 923424 h 1384383"/>
                <a:gd name="csX2394" fmla="*/ 464720 w 1690436"/>
                <a:gd name="csY2394" fmla="*/ 921168 h 1384383"/>
                <a:gd name="csX2395" fmla="*/ 463216 w 1690436"/>
                <a:gd name="csY2395" fmla="*/ 919664 h 1384383"/>
                <a:gd name="csX2396" fmla="*/ 461712 w 1690436"/>
                <a:gd name="csY2396" fmla="*/ 918912 h 1384383"/>
                <a:gd name="csX2397" fmla="*/ 459456 w 1690436"/>
                <a:gd name="csY2397" fmla="*/ 918160 h 1384383"/>
                <a:gd name="csX2398" fmla="*/ 459456 w 1690436"/>
                <a:gd name="csY2398" fmla="*/ 925680 h 1384383"/>
                <a:gd name="csX2399" fmla="*/ 458704 w 1690436"/>
                <a:gd name="csY2399" fmla="*/ 928688 h 1384383"/>
                <a:gd name="csX2400" fmla="*/ 457200 w 1690436"/>
                <a:gd name="csY2400" fmla="*/ 931695 h 1384383"/>
                <a:gd name="csX2401" fmla="*/ 456448 w 1690436"/>
                <a:gd name="csY2401" fmla="*/ 932448 h 1384383"/>
                <a:gd name="csX2402" fmla="*/ 454192 w 1690436"/>
                <a:gd name="csY2402" fmla="*/ 933199 h 1384383"/>
                <a:gd name="csX2403" fmla="*/ 453440 w 1690436"/>
                <a:gd name="csY2403" fmla="*/ 933199 h 1384383"/>
                <a:gd name="csX2404" fmla="*/ 452688 w 1690436"/>
                <a:gd name="csY2404" fmla="*/ 933951 h 1384383"/>
                <a:gd name="csX2405" fmla="*/ 451936 w 1690436"/>
                <a:gd name="csY2405" fmla="*/ 935455 h 1384383"/>
                <a:gd name="csX2406" fmla="*/ 451184 w 1690436"/>
                <a:gd name="csY2406" fmla="*/ 936207 h 1384383"/>
                <a:gd name="csX2407" fmla="*/ 448928 w 1690436"/>
                <a:gd name="csY2407" fmla="*/ 937711 h 1384383"/>
                <a:gd name="csX2408" fmla="*/ 447424 w 1690436"/>
                <a:gd name="csY2408" fmla="*/ 937711 h 1384383"/>
                <a:gd name="csX2409" fmla="*/ 445920 w 1690436"/>
                <a:gd name="csY2409" fmla="*/ 937711 h 1384383"/>
                <a:gd name="csX2410" fmla="*/ 441409 w 1690436"/>
                <a:gd name="csY2410" fmla="*/ 934703 h 1384383"/>
                <a:gd name="csX2411" fmla="*/ 435393 w 1690436"/>
                <a:gd name="csY2411" fmla="*/ 932448 h 1384383"/>
                <a:gd name="csX2412" fmla="*/ 432385 w 1690436"/>
                <a:gd name="csY2412" fmla="*/ 930191 h 1384383"/>
                <a:gd name="csX2413" fmla="*/ 430881 w 1690436"/>
                <a:gd name="csY2413" fmla="*/ 926431 h 1384383"/>
                <a:gd name="csX2414" fmla="*/ 429377 w 1690436"/>
                <a:gd name="csY2414" fmla="*/ 921920 h 1384383"/>
                <a:gd name="csX2415" fmla="*/ 427873 w 1690436"/>
                <a:gd name="csY2415" fmla="*/ 918912 h 1384383"/>
                <a:gd name="csX2416" fmla="*/ 424113 w 1690436"/>
                <a:gd name="csY2416" fmla="*/ 915904 h 1384383"/>
                <a:gd name="csX2417" fmla="*/ 421105 w 1690436"/>
                <a:gd name="csY2417" fmla="*/ 920416 h 1384383"/>
                <a:gd name="csX2418" fmla="*/ 424865 w 1690436"/>
                <a:gd name="csY2418" fmla="*/ 931695 h 1384383"/>
                <a:gd name="csX2419" fmla="*/ 421105 w 1690436"/>
                <a:gd name="csY2419" fmla="*/ 935455 h 1384383"/>
                <a:gd name="csX2420" fmla="*/ 418849 w 1690436"/>
                <a:gd name="csY2420" fmla="*/ 935455 h 1384383"/>
                <a:gd name="csX2421" fmla="*/ 413586 w 1690436"/>
                <a:gd name="csY2421" fmla="*/ 932448 h 1384383"/>
                <a:gd name="csX2422" fmla="*/ 410577 w 1690436"/>
                <a:gd name="csY2422" fmla="*/ 930944 h 1384383"/>
                <a:gd name="csX2423" fmla="*/ 397794 w 1690436"/>
                <a:gd name="csY2423" fmla="*/ 930944 h 1384383"/>
                <a:gd name="csX2424" fmla="*/ 391026 w 1690436"/>
                <a:gd name="csY2424" fmla="*/ 932448 h 1384383"/>
                <a:gd name="csX2425" fmla="*/ 387266 w 1690436"/>
                <a:gd name="csY2425" fmla="*/ 933199 h 1384383"/>
                <a:gd name="csX2426" fmla="*/ 385762 w 1690436"/>
                <a:gd name="csY2426" fmla="*/ 933951 h 1384383"/>
                <a:gd name="csX2427" fmla="*/ 384258 w 1690436"/>
                <a:gd name="csY2427" fmla="*/ 934703 h 1384383"/>
                <a:gd name="csX2428" fmla="*/ 372227 w 1690436"/>
                <a:gd name="csY2428" fmla="*/ 933199 h 1384383"/>
                <a:gd name="csX2429" fmla="*/ 369219 w 1690436"/>
                <a:gd name="csY2429" fmla="*/ 934703 h 1384383"/>
                <a:gd name="csX2430" fmla="*/ 363955 w 1690436"/>
                <a:gd name="csY2430" fmla="*/ 938463 h 1384383"/>
                <a:gd name="csX2431" fmla="*/ 361699 w 1690436"/>
                <a:gd name="csY2431" fmla="*/ 939215 h 1384383"/>
                <a:gd name="csX2432" fmla="*/ 358692 w 1690436"/>
                <a:gd name="csY2432" fmla="*/ 938463 h 1384383"/>
                <a:gd name="csX2433" fmla="*/ 349668 w 1690436"/>
                <a:gd name="csY2433" fmla="*/ 936959 h 1384383"/>
                <a:gd name="csX2434" fmla="*/ 347412 w 1690436"/>
                <a:gd name="csY2434" fmla="*/ 936959 h 1384383"/>
                <a:gd name="csX2435" fmla="*/ 341396 w 1690436"/>
                <a:gd name="csY2435" fmla="*/ 937711 h 1384383"/>
                <a:gd name="csX2436" fmla="*/ 333877 w 1690436"/>
                <a:gd name="csY2436" fmla="*/ 937711 h 1384383"/>
                <a:gd name="csX2437" fmla="*/ 330117 w 1690436"/>
                <a:gd name="csY2437" fmla="*/ 939967 h 1384383"/>
                <a:gd name="csX2438" fmla="*/ 328613 w 1690436"/>
                <a:gd name="csY2438" fmla="*/ 943727 h 1384383"/>
                <a:gd name="csX2439" fmla="*/ 327109 w 1690436"/>
                <a:gd name="csY2439" fmla="*/ 948239 h 1384383"/>
                <a:gd name="csX2440" fmla="*/ 325605 w 1690436"/>
                <a:gd name="csY2440" fmla="*/ 952751 h 1384383"/>
                <a:gd name="csX2441" fmla="*/ 323349 w 1690436"/>
                <a:gd name="csY2441" fmla="*/ 955759 h 1384383"/>
                <a:gd name="csX2442" fmla="*/ 323349 w 1690436"/>
                <a:gd name="csY2442" fmla="*/ 957263 h 1384383"/>
                <a:gd name="csX2443" fmla="*/ 324100 w 1690436"/>
                <a:gd name="csY2443" fmla="*/ 958767 h 1384383"/>
                <a:gd name="csX2444" fmla="*/ 324853 w 1690436"/>
                <a:gd name="csY2444" fmla="*/ 961774 h 1384383"/>
                <a:gd name="csX2445" fmla="*/ 324853 w 1690436"/>
                <a:gd name="csY2445" fmla="*/ 970046 h 1384383"/>
                <a:gd name="csX2446" fmla="*/ 325605 w 1690436"/>
                <a:gd name="csY2446" fmla="*/ 972302 h 1384383"/>
                <a:gd name="csX2447" fmla="*/ 326357 w 1690436"/>
                <a:gd name="csY2447" fmla="*/ 976814 h 1384383"/>
                <a:gd name="csX2448" fmla="*/ 327109 w 1690436"/>
                <a:gd name="csY2448" fmla="*/ 979070 h 1384383"/>
                <a:gd name="csX2449" fmla="*/ 326357 w 1690436"/>
                <a:gd name="csY2449" fmla="*/ 980574 h 1384383"/>
                <a:gd name="csX2450" fmla="*/ 321845 w 1690436"/>
                <a:gd name="csY2450" fmla="*/ 984334 h 1384383"/>
                <a:gd name="csX2451" fmla="*/ 319589 w 1690436"/>
                <a:gd name="csY2451" fmla="*/ 982829 h 1384383"/>
                <a:gd name="csX2452" fmla="*/ 312821 w 1690436"/>
                <a:gd name="csY2452" fmla="*/ 979822 h 1384383"/>
                <a:gd name="csX2453" fmla="*/ 311317 w 1690436"/>
                <a:gd name="csY2453" fmla="*/ 978318 h 1384383"/>
                <a:gd name="csX2454" fmla="*/ 310565 w 1690436"/>
                <a:gd name="csY2454" fmla="*/ 965534 h 1384383"/>
                <a:gd name="csX2455" fmla="*/ 311317 w 1690436"/>
                <a:gd name="csY2455" fmla="*/ 950495 h 1384383"/>
                <a:gd name="csX2456" fmla="*/ 309813 w 1690436"/>
                <a:gd name="csY2456" fmla="*/ 942975 h 1384383"/>
                <a:gd name="csX2457" fmla="*/ 306053 w 1690436"/>
                <a:gd name="csY2457" fmla="*/ 937711 h 1384383"/>
                <a:gd name="csX2458" fmla="*/ 300789 w 1690436"/>
                <a:gd name="csY2458" fmla="*/ 936959 h 1384383"/>
                <a:gd name="csX2459" fmla="*/ 296278 w 1690436"/>
                <a:gd name="csY2459" fmla="*/ 940719 h 1384383"/>
                <a:gd name="csX2460" fmla="*/ 291766 w 1690436"/>
                <a:gd name="csY2460" fmla="*/ 951999 h 1384383"/>
                <a:gd name="csX2461" fmla="*/ 288758 w 1690436"/>
                <a:gd name="csY2461" fmla="*/ 956510 h 1384383"/>
                <a:gd name="csX2462" fmla="*/ 284246 w 1690436"/>
                <a:gd name="csY2462" fmla="*/ 961023 h 1384383"/>
                <a:gd name="csX2463" fmla="*/ 278982 w 1690436"/>
                <a:gd name="csY2463" fmla="*/ 963278 h 1384383"/>
                <a:gd name="csX2464" fmla="*/ 273719 w 1690436"/>
                <a:gd name="csY2464" fmla="*/ 961023 h 1384383"/>
                <a:gd name="csX2465" fmla="*/ 272215 w 1690436"/>
                <a:gd name="csY2465" fmla="*/ 958767 h 1384383"/>
                <a:gd name="csX2466" fmla="*/ 269959 w 1690436"/>
                <a:gd name="csY2466" fmla="*/ 952751 h 1384383"/>
                <a:gd name="csX2467" fmla="*/ 266199 w 1690436"/>
                <a:gd name="csY2467" fmla="*/ 947487 h 1384383"/>
                <a:gd name="csX2468" fmla="*/ 262439 w 1690436"/>
                <a:gd name="csY2468" fmla="*/ 939967 h 1384383"/>
                <a:gd name="csX2469" fmla="*/ 261687 w 1690436"/>
                <a:gd name="csY2469" fmla="*/ 936959 h 1384383"/>
                <a:gd name="csX2470" fmla="*/ 260183 w 1690436"/>
                <a:gd name="csY2470" fmla="*/ 929440 h 1384383"/>
                <a:gd name="csX2471" fmla="*/ 260183 w 1690436"/>
                <a:gd name="csY2471" fmla="*/ 925680 h 1384383"/>
                <a:gd name="csX2472" fmla="*/ 261687 w 1690436"/>
                <a:gd name="csY2472" fmla="*/ 921168 h 1384383"/>
                <a:gd name="csX2473" fmla="*/ 261687 w 1690436"/>
                <a:gd name="csY2473" fmla="*/ 919664 h 1384383"/>
                <a:gd name="csX2474" fmla="*/ 262439 w 1690436"/>
                <a:gd name="csY2474" fmla="*/ 917408 h 1384383"/>
                <a:gd name="csX2475" fmla="*/ 263191 w 1690436"/>
                <a:gd name="csY2475" fmla="*/ 916656 h 1384383"/>
                <a:gd name="csX2476" fmla="*/ 263943 w 1690436"/>
                <a:gd name="csY2476" fmla="*/ 916656 h 1384383"/>
                <a:gd name="csX2477" fmla="*/ 269207 w 1690436"/>
                <a:gd name="csY2477" fmla="*/ 914400 h 1384383"/>
                <a:gd name="csX2478" fmla="*/ 269959 w 1690436"/>
                <a:gd name="csY2478" fmla="*/ 911392 h 1384383"/>
                <a:gd name="csX2479" fmla="*/ 268455 w 1690436"/>
                <a:gd name="csY2479" fmla="*/ 909888 h 1384383"/>
                <a:gd name="csX2480" fmla="*/ 265447 w 1690436"/>
                <a:gd name="csY2480" fmla="*/ 908384 h 1384383"/>
                <a:gd name="csX2481" fmla="*/ 262439 w 1690436"/>
                <a:gd name="csY2481" fmla="*/ 907632 h 1384383"/>
                <a:gd name="csX2482" fmla="*/ 258679 w 1690436"/>
                <a:gd name="csY2482" fmla="*/ 908384 h 1384383"/>
                <a:gd name="csX2483" fmla="*/ 248151 w 1690436"/>
                <a:gd name="csY2483" fmla="*/ 910640 h 1384383"/>
                <a:gd name="csX2484" fmla="*/ 245143 w 1690436"/>
                <a:gd name="csY2484" fmla="*/ 908384 h 1384383"/>
                <a:gd name="csX2485" fmla="*/ 231608 w 1690436"/>
                <a:gd name="csY2485" fmla="*/ 903872 h 1384383"/>
                <a:gd name="csX2486" fmla="*/ 224088 w 1690436"/>
                <a:gd name="csY2486" fmla="*/ 902369 h 1384383"/>
                <a:gd name="csX2487" fmla="*/ 172954 w 1690436"/>
                <a:gd name="csY2487" fmla="*/ 902369 h 1384383"/>
                <a:gd name="csX2488" fmla="*/ 152651 w 1690436"/>
                <a:gd name="csY2488" fmla="*/ 899361 h 1384383"/>
                <a:gd name="csX2489" fmla="*/ 103772 w 1690436"/>
                <a:gd name="csY2489" fmla="*/ 892593 h 1384383"/>
                <a:gd name="csX2490" fmla="*/ 100012 w 1690436"/>
                <a:gd name="csY2490" fmla="*/ 890337 h 1384383"/>
                <a:gd name="csX2491" fmla="*/ 94749 w 1690436"/>
                <a:gd name="csY2491" fmla="*/ 883569 h 1384383"/>
                <a:gd name="csX2492" fmla="*/ 90989 w 1690436"/>
                <a:gd name="csY2492" fmla="*/ 879809 h 1384383"/>
                <a:gd name="csX2493" fmla="*/ 86477 w 1690436"/>
                <a:gd name="csY2493" fmla="*/ 878305 h 1384383"/>
                <a:gd name="csX2494" fmla="*/ 81213 w 1690436"/>
                <a:gd name="csY2494" fmla="*/ 878305 h 1384383"/>
                <a:gd name="csX2495" fmla="*/ 75949 w 1690436"/>
                <a:gd name="csY2495" fmla="*/ 879809 h 1384383"/>
                <a:gd name="csX2496" fmla="*/ 70686 w 1690436"/>
                <a:gd name="csY2496" fmla="*/ 882817 h 1384383"/>
                <a:gd name="csX2497" fmla="*/ 67678 w 1690436"/>
                <a:gd name="csY2497" fmla="*/ 888833 h 1384383"/>
                <a:gd name="csX2498" fmla="*/ 56398 w 1690436"/>
                <a:gd name="csY2498" fmla="*/ 900112 h 1384383"/>
                <a:gd name="csX2499" fmla="*/ 53390 w 1690436"/>
                <a:gd name="csY2499" fmla="*/ 901616 h 1384383"/>
                <a:gd name="csX2500" fmla="*/ 49630 w 1690436"/>
                <a:gd name="csY2500" fmla="*/ 903120 h 1384383"/>
                <a:gd name="csX2501" fmla="*/ 23311 w 1690436"/>
                <a:gd name="csY2501" fmla="*/ 912896 h 1384383"/>
                <a:gd name="csX2502" fmla="*/ 20303 w 1690436"/>
                <a:gd name="csY2502" fmla="*/ 914400 h 1384383"/>
                <a:gd name="csX2503" fmla="*/ 11280 w 1690436"/>
                <a:gd name="csY2503" fmla="*/ 921920 h 1384383"/>
                <a:gd name="csX2504" fmla="*/ 4512 w 1690436"/>
                <a:gd name="csY2504" fmla="*/ 930191 h 1384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  <a:cxn ang="0">
                  <a:pos x="csX2271" y="csY2271"/>
                </a:cxn>
                <a:cxn ang="0">
                  <a:pos x="csX2272" y="csY2272"/>
                </a:cxn>
                <a:cxn ang="0">
                  <a:pos x="csX2273" y="csY2273"/>
                </a:cxn>
                <a:cxn ang="0">
                  <a:pos x="csX2274" y="csY2274"/>
                </a:cxn>
                <a:cxn ang="0">
                  <a:pos x="csX2275" y="csY2275"/>
                </a:cxn>
                <a:cxn ang="0">
                  <a:pos x="csX2276" y="csY2276"/>
                </a:cxn>
                <a:cxn ang="0">
                  <a:pos x="csX2277" y="csY2277"/>
                </a:cxn>
                <a:cxn ang="0">
                  <a:pos x="csX2278" y="csY2278"/>
                </a:cxn>
                <a:cxn ang="0">
                  <a:pos x="csX2279" y="csY2279"/>
                </a:cxn>
                <a:cxn ang="0">
                  <a:pos x="csX2280" y="csY2280"/>
                </a:cxn>
                <a:cxn ang="0">
                  <a:pos x="csX2281" y="csY2281"/>
                </a:cxn>
                <a:cxn ang="0">
                  <a:pos x="csX2282" y="csY2282"/>
                </a:cxn>
                <a:cxn ang="0">
                  <a:pos x="csX2283" y="csY2283"/>
                </a:cxn>
                <a:cxn ang="0">
                  <a:pos x="csX2284" y="csY2284"/>
                </a:cxn>
                <a:cxn ang="0">
                  <a:pos x="csX2285" y="csY2285"/>
                </a:cxn>
                <a:cxn ang="0">
                  <a:pos x="csX2286" y="csY2286"/>
                </a:cxn>
                <a:cxn ang="0">
                  <a:pos x="csX2287" y="csY2287"/>
                </a:cxn>
                <a:cxn ang="0">
                  <a:pos x="csX2288" y="csY2288"/>
                </a:cxn>
                <a:cxn ang="0">
                  <a:pos x="csX2289" y="csY2289"/>
                </a:cxn>
                <a:cxn ang="0">
                  <a:pos x="csX2290" y="csY2290"/>
                </a:cxn>
                <a:cxn ang="0">
                  <a:pos x="csX2291" y="csY2291"/>
                </a:cxn>
                <a:cxn ang="0">
                  <a:pos x="csX2292" y="csY2292"/>
                </a:cxn>
                <a:cxn ang="0">
                  <a:pos x="csX2293" y="csY2293"/>
                </a:cxn>
                <a:cxn ang="0">
                  <a:pos x="csX2294" y="csY2294"/>
                </a:cxn>
                <a:cxn ang="0">
                  <a:pos x="csX2295" y="csY2295"/>
                </a:cxn>
                <a:cxn ang="0">
                  <a:pos x="csX2296" y="csY2296"/>
                </a:cxn>
                <a:cxn ang="0">
                  <a:pos x="csX2297" y="csY2297"/>
                </a:cxn>
                <a:cxn ang="0">
                  <a:pos x="csX2298" y="csY2298"/>
                </a:cxn>
                <a:cxn ang="0">
                  <a:pos x="csX2299" y="csY2299"/>
                </a:cxn>
                <a:cxn ang="0">
                  <a:pos x="csX2300" y="csY2300"/>
                </a:cxn>
                <a:cxn ang="0">
                  <a:pos x="csX2301" y="csY2301"/>
                </a:cxn>
                <a:cxn ang="0">
                  <a:pos x="csX2302" y="csY2302"/>
                </a:cxn>
                <a:cxn ang="0">
                  <a:pos x="csX2303" y="csY2303"/>
                </a:cxn>
                <a:cxn ang="0">
                  <a:pos x="csX2304" y="csY2304"/>
                </a:cxn>
                <a:cxn ang="0">
                  <a:pos x="csX2305" y="csY2305"/>
                </a:cxn>
                <a:cxn ang="0">
                  <a:pos x="csX2306" y="csY2306"/>
                </a:cxn>
                <a:cxn ang="0">
                  <a:pos x="csX2307" y="csY2307"/>
                </a:cxn>
                <a:cxn ang="0">
                  <a:pos x="csX2308" y="csY2308"/>
                </a:cxn>
                <a:cxn ang="0">
                  <a:pos x="csX2309" y="csY2309"/>
                </a:cxn>
                <a:cxn ang="0">
                  <a:pos x="csX2310" y="csY2310"/>
                </a:cxn>
                <a:cxn ang="0">
                  <a:pos x="csX2311" y="csY2311"/>
                </a:cxn>
                <a:cxn ang="0">
                  <a:pos x="csX2312" y="csY2312"/>
                </a:cxn>
                <a:cxn ang="0">
                  <a:pos x="csX2313" y="csY2313"/>
                </a:cxn>
                <a:cxn ang="0">
                  <a:pos x="csX2314" y="csY2314"/>
                </a:cxn>
                <a:cxn ang="0">
                  <a:pos x="csX2315" y="csY2315"/>
                </a:cxn>
                <a:cxn ang="0">
                  <a:pos x="csX2316" y="csY2316"/>
                </a:cxn>
                <a:cxn ang="0">
                  <a:pos x="csX2317" y="csY2317"/>
                </a:cxn>
                <a:cxn ang="0">
                  <a:pos x="csX2318" y="csY2318"/>
                </a:cxn>
                <a:cxn ang="0">
                  <a:pos x="csX2319" y="csY2319"/>
                </a:cxn>
                <a:cxn ang="0">
                  <a:pos x="csX2320" y="csY2320"/>
                </a:cxn>
                <a:cxn ang="0">
                  <a:pos x="csX2321" y="csY2321"/>
                </a:cxn>
                <a:cxn ang="0">
                  <a:pos x="csX2322" y="csY2322"/>
                </a:cxn>
                <a:cxn ang="0">
                  <a:pos x="csX2323" y="csY2323"/>
                </a:cxn>
                <a:cxn ang="0">
                  <a:pos x="csX2324" y="csY2324"/>
                </a:cxn>
                <a:cxn ang="0">
                  <a:pos x="csX2325" y="csY2325"/>
                </a:cxn>
                <a:cxn ang="0">
                  <a:pos x="csX2326" y="csY2326"/>
                </a:cxn>
                <a:cxn ang="0">
                  <a:pos x="csX2327" y="csY2327"/>
                </a:cxn>
                <a:cxn ang="0">
                  <a:pos x="csX2328" y="csY2328"/>
                </a:cxn>
                <a:cxn ang="0">
                  <a:pos x="csX2329" y="csY2329"/>
                </a:cxn>
                <a:cxn ang="0">
                  <a:pos x="csX2330" y="csY2330"/>
                </a:cxn>
                <a:cxn ang="0">
                  <a:pos x="csX2331" y="csY2331"/>
                </a:cxn>
                <a:cxn ang="0">
                  <a:pos x="csX2332" y="csY2332"/>
                </a:cxn>
                <a:cxn ang="0">
                  <a:pos x="csX2333" y="csY2333"/>
                </a:cxn>
                <a:cxn ang="0">
                  <a:pos x="csX2334" y="csY2334"/>
                </a:cxn>
                <a:cxn ang="0">
                  <a:pos x="csX2335" y="csY2335"/>
                </a:cxn>
                <a:cxn ang="0">
                  <a:pos x="csX2336" y="csY2336"/>
                </a:cxn>
                <a:cxn ang="0">
                  <a:pos x="csX2337" y="csY2337"/>
                </a:cxn>
                <a:cxn ang="0">
                  <a:pos x="csX2338" y="csY2338"/>
                </a:cxn>
                <a:cxn ang="0">
                  <a:pos x="csX2339" y="csY2339"/>
                </a:cxn>
                <a:cxn ang="0">
                  <a:pos x="csX2340" y="csY2340"/>
                </a:cxn>
                <a:cxn ang="0">
                  <a:pos x="csX2341" y="csY2341"/>
                </a:cxn>
                <a:cxn ang="0">
                  <a:pos x="csX2342" y="csY2342"/>
                </a:cxn>
                <a:cxn ang="0">
                  <a:pos x="csX2343" y="csY2343"/>
                </a:cxn>
                <a:cxn ang="0">
                  <a:pos x="csX2344" y="csY2344"/>
                </a:cxn>
                <a:cxn ang="0">
                  <a:pos x="csX2345" y="csY2345"/>
                </a:cxn>
                <a:cxn ang="0">
                  <a:pos x="csX2346" y="csY2346"/>
                </a:cxn>
                <a:cxn ang="0">
                  <a:pos x="csX2347" y="csY2347"/>
                </a:cxn>
                <a:cxn ang="0">
                  <a:pos x="csX2348" y="csY2348"/>
                </a:cxn>
                <a:cxn ang="0">
                  <a:pos x="csX2349" y="csY2349"/>
                </a:cxn>
                <a:cxn ang="0">
                  <a:pos x="csX2350" y="csY2350"/>
                </a:cxn>
                <a:cxn ang="0">
                  <a:pos x="csX2351" y="csY2351"/>
                </a:cxn>
                <a:cxn ang="0">
                  <a:pos x="csX2352" y="csY2352"/>
                </a:cxn>
                <a:cxn ang="0">
                  <a:pos x="csX2353" y="csY2353"/>
                </a:cxn>
                <a:cxn ang="0">
                  <a:pos x="csX2354" y="csY2354"/>
                </a:cxn>
                <a:cxn ang="0">
                  <a:pos x="csX2355" y="csY2355"/>
                </a:cxn>
                <a:cxn ang="0">
                  <a:pos x="csX2356" y="csY2356"/>
                </a:cxn>
                <a:cxn ang="0">
                  <a:pos x="csX2357" y="csY2357"/>
                </a:cxn>
                <a:cxn ang="0">
                  <a:pos x="csX2358" y="csY2358"/>
                </a:cxn>
                <a:cxn ang="0">
                  <a:pos x="csX2359" y="csY2359"/>
                </a:cxn>
                <a:cxn ang="0">
                  <a:pos x="csX2360" y="csY2360"/>
                </a:cxn>
                <a:cxn ang="0">
                  <a:pos x="csX2361" y="csY2361"/>
                </a:cxn>
                <a:cxn ang="0">
                  <a:pos x="csX2362" y="csY2362"/>
                </a:cxn>
                <a:cxn ang="0">
                  <a:pos x="csX2363" y="csY2363"/>
                </a:cxn>
                <a:cxn ang="0">
                  <a:pos x="csX2364" y="csY2364"/>
                </a:cxn>
                <a:cxn ang="0">
                  <a:pos x="csX2365" y="csY2365"/>
                </a:cxn>
                <a:cxn ang="0">
                  <a:pos x="csX2366" y="csY2366"/>
                </a:cxn>
                <a:cxn ang="0">
                  <a:pos x="csX2367" y="csY2367"/>
                </a:cxn>
                <a:cxn ang="0">
                  <a:pos x="csX2368" y="csY2368"/>
                </a:cxn>
                <a:cxn ang="0">
                  <a:pos x="csX2369" y="csY2369"/>
                </a:cxn>
                <a:cxn ang="0">
                  <a:pos x="csX2370" y="csY2370"/>
                </a:cxn>
                <a:cxn ang="0">
                  <a:pos x="csX2371" y="csY2371"/>
                </a:cxn>
                <a:cxn ang="0">
                  <a:pos x="csX2372" y="csY2372"/>
                </a:cxn>
                <a:cxn ang="0">
                  <a:pos x="csX2373" y="csY2373"/>
                </a:cxn>
                <a:cxn ang="0">
                  <a:pos x="csX2374" y="csY2374"/>
                </a:cxn>
                <a:cxn ang="0">
                  <a:pos x="csX2375" y="csY2375"/>
                </a:cxn>
                <a:cxn ang="0">
                  <a:pos x="csX2376" y="csY2376"/>
                </a:cxn>
                <a:cxn ang="0">
                  <a:pos x="csX2377" y="csY2377"/>
                </a:cxn>
                <a:cxn ang="0">
                  <a:pos x="csX2378" y="csY2378"/>
                </a:cxn>
                <a:cxn ang="0">
                  <a:pos x="csX2379" y="csY2379"/>
                </a:cxn>
                <a:cxn ang="0">
                  <a:pos x="csX2380" y="csY2380"/>
                </a:cxn>
                <a:cxn ang="0">
                  <a:pos x="csX2381" y="csY2381"/>
                </a:cxn>
                <a:cxn ang="0">
                  <a:pos x="csX2382" y="csY2382"/>
                </a:cxn>
                <a:cxn ang="0">
                  <a:pos x="csX2383" y="csY2383"/>
                </a:cxn>
                <a:cxn ang="0">
                  <a:pos x="csX2384" y="csY2384"/>
                </a:cxn>
                <a:cxn ang="0">
                  <a:pos x="csX2385" y="csY2385"/>
                </a:cxn>
                <a:cxn ang="0">
                  <a:pos x="csX2386" y="csY2386"/>
                </a:cxn>
                <a:cxn ang="0">
                  <a:pos x="csX2387" y="csY2387"/>
                </a:cxn>
                <a:cxn ang="0">
                  <a:pos x="csX2388" y="csY2388"/>
                </a:cxn>
                <a:cxn ang="0">
                  <a:pos x="csX2389" y="csY2389"/>
                </a:cxn>
                <a:cxn ang="0">
                  <a:pos x="csX2390" y="csY2390"/>
                </a:cxn>
                <a:cxn ang="0">
                  <a:pos x="csX2391" y="csY2391"/>
                </a:cxn>
                <a:cxn ang="0">
                  <a:pos x="csX2392" y="csY2392"/>
                </a:cxn>
                <a:cxn ang="0">
                  <a:pos x="csX2393" y="csY2393"/>
                </a:cxn>
                <a:cxn ang="0">
                  <a:pos x="csX2394" y="csY2394"/>
                </a:cxn>
                <a:cxn ang="0">
                  <a:pos x="csX2395" y="csY2395"/>
                </a:cxn>
                <a:cxn ang="0">
                  <a:pos x="csX2396" y="csY2396"/>
                </a:cxn>
                <a:cxn ang="0">
                  <a:pos x="csX2397" y="csY2397"/>
                </a:cxn>
                <a:cxn ang="0">
                  <a:pos x="csX2398" y="csY2398"/>
                </a:cxn>
                <a:cxn ang="0">
                  <a:pos x="csX2399" y="csY2399"/>
                </a:cxn>
                <a:cxn ang="0">
                  <a:pos x="csX2400" y="csY2400"/>
                </a:cxn>
                <a:cxn ang="0">
                  <a:pos x="csX2401" y="csY2401"/>
                </a:cxn>
                <a:cxn ang="0">
                  <a:pos x="csX2402" y="csY2402"/>
                </a:cxn>
                <a:cxn ang="0">
                  <a:pos x="csX2403" y="csY2403"/>
                </a:cxn>
                <a:cxn ang="0">
                  <a:pos x="csX2404" y="csY2404"/>
                </a:cxn>
                <a:cxn ang="0">
                  <a:pos x="csX2405" y="csY2405"/>
                </a:cxn>
                <a:cxn ang="0">
                  <a:pos x="csX2406" y="csY2406"/>
                </a:cxn>
                <a:cxn ang="0">
                  <a:pos x="csX2407" y="csY2407"/>
                </a:cxn>
                <a:cxn ang="0">
                  <a:pos x="csX2408" y="csY2408"/>
                </a:cxn>
                <a:cxn ang="0">
                  <a:pos x="csX2409" y="csY2409"/>
                </a:cxn>
                <a:cxn ang="0">
                  <a:pos x="csX2410" y="csY2410"/>
                </a:cxn>
                <a:cxn ang="0">
                  <a:pos x="csX2411" y="csY2411"/>
                </a:cxn>
                <a:cxn ang="0">
                  <a:pos x="csX2412" y="csY2412"/>
                </a:cxn>
                <a:cxn ang="0">
                  <a:pos x="csX2413" y="csY2413"/>
                </a:cxn>
                <a:cxn ang="0">
                  <a:pos x="csX2414" y="csY2414"/>
                </a:cxn>
                <a:cxn ang="0">
                  <a:pos x="csX2415" y="csY2415"/>
                </a:cxn>
                <a:cxn ang="0">
                  <a:pos x="csX2416" y="csY2416"/>
                </a:cxn>
                <a:cxn ang="0">
                  <a:pos x="csX2417" y="csY2417"/>
                </a:cxn>
                <a:cxn ang="0">
                  <a:pos x="csX2418" y="csY2418"/>
                </a:cxn>
                <a:cxn ang="0">
                  <a:pos x="csX2419" y="csY2419"/>
                </a:cxn>
                <a:cxn ang="0">
                  <a:pos x="csX2420" y="csY2420"/>
                </a:cxn>
                <a:cxn ang="0">
                  <a:pos x="csX2421" y="csY2421"/>
                </a:cxn>
                <a:cxn ang="0">
                  <a:pos x="csX2422" y="csY2422"/>
                </a:cxn>
                <a:cxn ang="0">
                  <a:pos x="csX2423" y="csY2423"/>
                </a:cxn>
                <a:cxn ang="0">
                  <a:pos x="csX2424" y="csY2424"/>
                </a:cxn>
                <a:cxn ang="0">
                  <a:pos x="csX2425" y="csY2425"/>
                </a:cxn>
                <a:cxn ang="0">
                  <a:pos x="csX2426" y="csY2426"/>
                </a:cxn>
                <a:cxn ang="0">
                  <a:pos x="csX2427" y="csY2427"/>
                </a:cxn>
                <a:cxn ang="0">
                  <a:pos x="csX2428" y="csY2428"/>
                </a:cxn>
                <a:cxn ang="0">
                  <a:pos x="csX2429" y="csY2429"/>
                </a:cxn>
                <a:cxn ang="0">
                  <a:pos x="csX2430" y="csY2430"/>
                </a:cxn>
                <a:cxn ang="0">
                  <a:pos x="csX2431" y="csY2431"/>
                </a:cxn>
                <a:cxn ang="0">
                  <a:pos x="csX2432" y="csY2432"/>
                </a:cxn>
                <a:cxn ang="0">
                  <a:pos x="csX2433" y="csY2433"/>
                </a:cxn>
                <a:cxn ang="0">
                  <a:pos x="csX2434" y="csY2434"/>
                </a:cxn>
                <a:cxn ang="0">
                  <a:pos x="csX2435" y="csY2435"/>
                </a:cxn>
                <a:cxn ang="0">
                  <a:pos x="csX2436" y="csY2436"/>
                </a:cxn>
                <a:cxn ang="0">
                  <a:pos x="csX2437" y="csY2437"/>
                </a:cxn>
                <a:cxn ang="0">
                  <a:pos x="csX2438" y="csY2438"/>
                </a:cxn>
                <a:cxn ang="0">
                  <a:pos x="csX2439" y="csY2439"/>
                </a:cxn>
                <a:cxn ang="0">
                  <a:pos x="csX2440" y="csY2440"/>
                </a:cxn>
                <a:cxn ang="0">
                  <a:pos x="csX2441" y="csY2441"/>
                </a:cxn>
                <a:cxn ang="0">
                  <a:pos x="csX2442" y="csY2442"/>
                </a:cxn>
                <a:cxn ang="0">
                  <a:pos x="csX2443" y="csY2443"/>
                </a:cxn>
                <a:cxn ang="0">
                  <a:pos x="csX2444" y="csY2444"/>
                </a:cxn>
                <a:cxn ang="0">
                  <a:pos x="csX2445" y="csY2445"/>
                </a:cxn>
                <a:cxn ang="0">
                  <a:pos x="csX2446" y="csY2446"/>
                </a:cxn>
                <a:cxn ang="0">
                  <a:pos x="csX2447" y="csY2447"/>
                </a:cxn>
                <a:cxn ang="0">
                  <a:pos x="csX2448" y="csY2448"/>
                </a:cxn>
                <a:cxn ang="0">
                  <a:pos x="csX2449" y="csY2449"/>
                </a:cxn>
                <a:cxn ang="0">
                  <a:pos x="csX2450" y="csY2450"/>
                </a:cxn>
                <a:cxn ang="0">
                  <a:pos x="csX2451" y="csY2451"/>
                </a:cxn>
                <a:cxn ang="0">
                  <a:pos x="csX2452" y="csY2452"/>
                </a:cxn>
                <a:cxn ang="0">
                  <a:pos x="csX2453" y="csY2453"/>
                </a:cxn>
                <a:cxn ang="0">
                  <a:pos x="csX2454" y="csY2454"/>
                </a:cxn>
                <a:cxn ang="0">
                  <a:pos x="csX2455" y="csY2455"/>
                </a:cxn>
                <a:cxn ang="0">
                  <a:pos x="csX2456" y="csY2456"/>
                </a:cxn>
                <a:cxn ang="0">
                  <a:pos x="csX2457" y="csY2457"/>
                </a:cxn>
                <a:cxn ang="0">
                  <a:pos x="csX2458" y="csY2458"/>
                </a:cxn>
                <a:cxn ang="0">
                  <a:pos x="csX2459" y="csY2459"/>
                </a:cxn>
                <a:cxn ang="0">
                  <a:pos x="csX2460" y="csY2460"/>
                </a:cxn>
                <a:cxn ang="0">
                  <a:pos x="csX2461" y="csY2461"/>
                </a:cxn>
                <a:cxn ang="0">
                  <a:pos x="csX2462" y="csY2462"/>
                </a:cxn>
                <a:cxn ang="0">
                  <a:pos x="csX2463" y="csY2463"/>
                </a:cxn>
                <a:cxn ang="0">
                  <a:pos x="csX2464" y="csY2464"/>
                </a:cxn>
                <a:cxn ang="0">
                  <a:pos x="csX2465" y="csY2465"/>
                </a:cxn>
                <a:cxn ang="0">
                  <a:pos x="csX2466" y="csY2466"/>
                </a:cxn>
                <a:cxn ang="0">
                  <a:pos x="csX2467" y="csY2467"/>
                </a:cxn>
                <a:cxn ang="0">
                  <a:pos x="csX2468" y="csY2468"/>
                </a:cxn>
                <a:cxn ang="0">
                  <a:pos x="csX2469" y="csY2469"/>
                </a:cxn>
                <a:cxn ang="0">
                  <a:pos x="csX2470" y="csY2470"/>
                </a:cxn>
                <a:cxn ang="0">
                  <a:pos x="csX2471" y="csY2471"/>
                </a:cxn>
                <a:cxn ang="0">
                  <a:pos x="csX2472" y="csY2472"/>
                </a:cxn>
                <a:cxn ang="0">
                  <a:pos x="csX2473" y="csY2473"/>
                </a:cxn>
                <a:cxn ang="0">
                  <a:pos x="csX2474" y="csY2474"/>
                </a:cxn>
                <a:cxn ang="0">
                  <a:pos x="csX2475" y="csY2475"/>
                </a:cxn>
                <a:cxn ang="0">
                  <a:pos x="csX2476" y="csY2476"/>
                </a:cxn>
                <a:cxn ang="0">
                  <a:pos x="csX2477" y="csY2477"/>
                </a:cxn>
                <a:cxn ang="0">
                  <a:pos x="csX2478" y="csY2478"/>
                </a:cxn>
                <a:cxn ang="0">
                  <a:pos x="csX2479" y="csY2479"/>
                </a:cxn>
                <a:cxn ang="0">
                  <a:pos x="csX2480" y="csY2480"/>
                </a:cxn>
                <a:cxn ang="0">
                  <a:pos x="csX2481" y="csY2481"/>
                </a:cxn>
                <a:cxn ang="0">
                  <a:pos x="csX2482" y="csY2482"/>
                </a:cxn>
                <a:cxn ang="0">
                  <a:pos x="csX2483" y="csY2483"/>
                </a:cxn>
                <a:cxn ang="0">
                  <a:pos x="csX2484" y="csY2484"/>
                </a:cxn>
                <a:cxn ang="0">
                  <a:pos x="csX2485" y="csY2485"/>
                </a:cxn>
                <a:cxn ang="0">
                  <a:pos x="csX2486" y="csY2486"/>
                </a:cxn>
                <a:cxn ang="0">
                  <a:pos x="csX2487" y="csY2487"/>
                </a:cxn>
                <a:cxn ang="0">
                  <a:pos x="csX2488" y="csY2488"/>
                </a:cxn>
                <a:cxn ang="0">
                  <a:pos x="csX2489" y="csY2489"/>
                </a:cxn>
                <a:cxn ang="0">
                  <a:pos x="csX2490" y="csY2490"/>
                </a:cxn>
                <a:cxn ang="0">
                  <a:pos x="csX2491" y="csY2491"/>
                </a:cxn>
                <a:cxn ang="0">
                  <a:pos x="csX2492" y="csY2492"/>
                </a:cxn>
                <a:cxn ang="0">
                  <a:pos x="csX2493" y="csY2493"/>
                </a:cxn>
                <a:cxn ang="0">
                  <a:pos x="csX2494" y="csY2494"/>
                </a:cxn>
                <a:cxn ang="0">
                  <a:pos x="csX2495" y="csY2495"/>
                </a:cxn>
                <a:cxn ang="0">
                  <a:pos x="csX2496" y="csY2496"/>
                </a:cxn>
                <a:cxn ang="0">
                  <a:pos x="csX2497" y="csY2497"/>
                </a:cxn>
                <a:cxn ang="0">
                  <a:pos x="csX2498" y="csY2498"/>
                </a:cxn>
                <a:cxn ang="0">
                  <a:pos x="csX2499" y="csY2499"/>
                </a:cxn>
                <a:cxn ang="0">
                  <a:pos x="csX2500" y="csY2500"/>
                </a:cxn>
                <a:cxn ang="0">
                  <a:pos x="csX2501" y="csY2501"/>
                </a:cxn>
                <a:cxn ang="0">
                  <a:pos x="csX2502" y="csY2502"/>
                </a:cxn>
                <a:cxn ang="0">
                  <a:pos x="csX2503" y="csY2503"/>
                </a:cxn>
                <a:cxn ang="0">
                  <a:pos x="csX2504" y="csY2504"/>
                </a:cxn>
              </a:cxnLst>
              <a:rect l="l" t="t" r="r" b="b"/>
              <a:pathLst>
                <a:path w="1690436" h="1384383">
                  <a:moveTo>
                    <a:pt x="4512" y="930191"/>
                  </a:moveTo>
                  <a:lnTo>
                    <a:pt x="3008" y="918160"/>
                  </a:lnTo>
                  <a:lnTo>
                    <a:pt x="3008" y="897857"/>
                  </a:lnTo>
                  <a:lnTo>
                    <a:pt x="0" y="873793"/>
                  </a:lnTo>
                  <a:lnTo>
                    <a:pt x="0" y="869282"/>
                  </a:lnTo>
                  <a:lnTo>
                    <a:pt x="752" y="864770"/>
                  </a:lnTo>
                  <a:lnTo>
                    <a:pt x="4512" y="860258"/>
                  </a:lnTo>
                  <a:lnTo>
                    <a:pt x="5264" y="856498"/>
                  </a:lnTo>
                  <a:lnTo>
                    <a:pt x="5264" y="847474"/>
                  </a:lnTo>
                  <a:lnTo>
                    <a:pt x="5264" y="845971"/>
                  </a:lnTo>
                  <a:lnTo>
                    <a:pt x="6016" y="845218"/>
                  </a:lnTo>
                  <a:lnTo>
                    <a:pt x="7520" y="844467"/>
                  </a:lnTo>
                  <a:lnTo>
                    <a:pt x="10528" y="844467"/>
                  </a:lnTo>
                  <a:lnTo>
                    <a:pt x="11280" y="843714"/>
                  </a:lnTo>
                  <a:lnTo>
                    <a:pt x="13535" y="840707"/>
                  </a:lnTo>
                  <a:lnTo>
                    <a:pt x="12784" y="838451"/>
                  </a:lnTo>
                  <a:lnTo>
                    <a:pt x="10528" y="835443"/>
                  </a:lnTo>
                  <a:lnTo>
                    <a:pt x="9024" y="832435"/>
                  </a:lnTo>
                  <a:lnTo>
                    <a:pt x="9776" y="828675"/>
                  </a:lnTo>
                  <a:lnTo>
                    <a:pt x="11280" y="826419"/>
                  </a:lnTo>
                  <a:lnTo>
                    <a:pt x="13535" y="825667"/>
                  </a:lnTo>
                  <a:lnTo>
                    <a:pt x="16544" y="826419"/>
                  </a:lnTo>
                  <a:lnTo>
                    <a:pt x="18047" y="827171"/>
                  </a:lnTo>
                  <a:lnTo>
                    <a:pt x="20303" y="829427"/>
                  </a:lnTo>
                  <a:lnTo>
                    <a:pt x="21807" y="830179"/>
                  </a:lnTo>
                  <a:lnTo>
                    <a:pt x="22559" y="830931"/>
                  </a:lnTo>
                  <a:lnTo>
                    <a:pt x="23311" y="830931"/>
                  </a:lnTo>
                  <a:lnTo>
                    <a:pt x="24063" y="830179"/>
                  </a:lnTo>
                  <a:lnTo>
                    <a:pt x="25567" y="828675"/>
                  </a:lnTo>
                  <a:lnTo>
                    <a:pt x="26319" y="828675"/>
                  </a:lnTo>
                  <a:lnTo>
                    <a:pt x="28575" y="827171"/>
                  </a:lnTo>
                  <a:lnTo>
                    <a:pt x="26319" y="824163"/>
                  </a:lnTo>
                  <a:lnTo>
                    <a:pt x="21807" y="818899"/>
                  </a:lnTo>
                  <a:lnTo>
                    <a:pt x="21807" y="815892"/>
                  </a:lnTo>
                  <a:lnTo>
                    <a:pt x="25567" y="810628"/>
                  </a:lnTo>
                  <a:lnTo>
                    <a:pt x="26319" y="806868"/>
                  </a:lnTo>
                  <a:lnTo>
                    <a:pt x="26319" y="803108"/>
                  </a:lnTo>
                  <a:lnTo>
                    <a:pt x="27823" y="800100"/>
                  </a:lnTo>
                  <a:lnTo>
                    <a:pt x="29327" y="797092"/>
                  </a:lnTo>
                  <a:lnTo>
                    <a:pt x="32335" y="794836"/>
                  </a:lnTo>
                  <a:lnTo>
                    <a:pt x="37599" y="791076"/>
                  </a:lnTo>
                  <a:lnTo>
                    <a:pt x="40607" y="788820"/>
                  </a:lnTo>
                  <a:lnTo>
                    <a:pt x="41359" y="786565"/>
                  </a:lnTo>
                  <a:lnTo>
                    <a:pt x="42110" y="782053"/>
                  </a:lnTo>
                  <a:lnTo>
                    <a:pt x="44367" y="779797"/>
                  </a:lnTo>
                  <a:lnTo>
                    <a:pt x="46622" y="779045"/>
                  </a:lnTo>
                  <a:lnTo>
                    <a:pt x="49630" y="776789"/>
                  </a:lnTo>
                  <a:lnTo>
                    <a:pt x="53390" y="772277"/>
                  </a:lnTo>
                  <a:lnTo>
                    <a:pt x="56398" y="770773"/>
                  </a:lnTo>
                  <a:lnTo>
                    <a:pt x="62414" y="773029"/>
                  </a:lnTo>
                  <a:lnTo>
                    <a:pt x="66174" y="773029"/>
                  </a:lnTo>
                  <a:lnTo>
                    <a:pt x="69933" y="771525"/>
                  </a:lnTo>
                  <a:lnTo>
                    <a:pt x="72942" y="770021"/>
                  </a:lnTo>
                  <a:lnTo>
                    <a:pt x="74446" y="767765"/>
                  </a:lnTo>
                  <a:lnTo>
                    <a:pt x="78205" y="761750"/>
                  </a:lnTo>
                  <a:lnTo>
                    <a:pt x="79709" y="760245"/>
                  </a:lnTo>
                  <a:lnTo>
                    <a:pt x="80461" y="760245"/>
                  </a:lnTo>
                  <a:lnTo>
                    <a:pt x="80461" y="758741"/>
                  </a:lnTo>
                  <a:lnTo>
                    <a:pt x="81213" y="757237"/>
                  </a:lnTo>
                  <a:lnTo>
                    <a:pt x="81213" y="755734"/>
                  </a:lnTo>
                  <a:lnTo>
                    <a:pt x="81965" y="754982"/>
                  </a:lnTo>
                  <a:lnTo>
                    <a:pt x="81213" y="753478"/>
                  </a:lnTo>
                  <a:lnTo>
                    <a:pt x="81213" y="750470"/>
                  </a:lnTo>
                  <a:lnTo>
                    <a:pt x="80461" y="748214"/>
                  </a:lnTo>
                  <a:lnTo>
                    <a:pt x="78957" y="745958"/>
                  </a:lnTo>
                  <a:lnTo>
                    <a:pt x="78957" y="745206"/>
                  </a:lnTo>
                  <a:lnTo>
                    <a:pt x="78957" y="744454"/>
                  </a:lnTo>
                  <a:lnTo>
                    <a:pt x="78957" y="743702"/>
                  </a:lnTo>
                  <a:lnTo>
                    <a:pt x="78957" y="742950"/>
                  </a:lnTo>
                  <a:lnTo>
                    <a:pt x="78957" y="741446"/>
                  </a:lnTo>
                  <a:lnTo>
                    <a:pt x="79709" y="741446"/>
                  </a:lnTo>
                  <a:lnTo>
                    <a:pt x="83469" y="738438"/>
                  </a:lnTo>
                  <a:lnTo>
                    <a:pt x="87229" y="733926"/>
                  </a:lnTo>
                  <a:lnTo>
                    <a:pt x="106028" y="706856"/>
                  </a:lnTo>
                  <a:lnTo>
                    <a:pt x="110540" y="704599"/>
                  </a:lnTo>
                  <a:lnTo>
                    <a:pt x="115052" y="703096"/>
                  </a:lnTo>
                  <a:lnTo>
                    <a:pt x="138363" y="698584"/>
                  </a:lnTo>
                  <a:lnTo>
                    <a:pt x="142123" y="697832"/>
                  </a:lnTo>
                  <a:lnTo>
                    <a:pt x="146635" y="694824"/>
                  </a:lnTo>
                  <a:lnTo>
                    <a:pt x="149643" y="693320"/>
                  </a:lnTo>
                  <a:lnTo>
                    <a:pt x="152651" y="691816"/>
                  </a:lnTo>
                  <a:lnTo>
                    <a:pt x="156410" y="691064"/>
                  </a:lnTo>
                  <a:lnTo>
                    <a:pt x="170698" y="691816"/>
                  </a:lnTo>
                  <a:lnTo>
                    <a:pt x="180474" y="693320"/>
                  </a:lnTo>
                  <a:lnTo>
                    <a:pt x="185738" y="692568"/>
                  </a:lnTo>
                  <a:lnTo>
                    <a:pt x="217321" y="679784"/>
                  </a:lnTo>
                  <a:lnTo>
                    <a:pt x="220328" y="679032"/>
                  </a:lnTo>
                  <a:lnTo>
                    <a:pt x="222584" y="677528"/>
                  </a:lnTo>
                  <a:lnTo>
                    <a:pt x="224840" y="676024"/>
                  </a:lnTo>
                  <a:lnTo>
                    <a:pt x="227096" y="673017"/>
                  </a:lnTo>
                  <a:lnTo>
                    <a:pt x="227848" y="673017"/>
                  </a:lnTo>
                  <a:lnTo>
                    <a:pt x="229352" y="672264"/>
                  </a:lnTo>
                  <a:lnTo>
                    <a:pt x="230856" y="672264"/>
                  </a:lnTo>
                  <a:lnTo>
                    <a:pt x="231608" y="672264"/>
                  </a:lnTo>
                  <a:lnTo>
                    <a:pt x="232360" y="672264"/>
                  </a:lnTo>
                  <a:lnTo>
                    <a:pt x="233112" y="673017"/>
                  </a:lnTo>
                  <a:lnTo>
                    <a:pt x="233112" y="673768"/>
                  </a:lnTo>
                  <a:lnTo>
                    <a:pt x="233864" y="674520"/>
                  </a:lnTo>
                  <a:lnTo>
                    <a:pt x="236120" y="680536"/>
                  </a:lnTo>
                  <a:lnTo>
                    <a:pt x="237624" y="683544"/>
                  </a:lnTo>
                  <a:lnTo>
                    <a:pt x="242887" y="689560"/>
                  </a:lnTo>
                  <a:lnTo>
                    <a:pt x="245143" y="692568"/>
                  </a:lnTo>
                  <a:lnTo>
                    <a:pt x="247400" y="694072"/>
                  </a:lnTo>
                  <a:lnTo>
                    <a:pt x="249655" y="694072"/>
                  </a:lnTo>
                  <a:lnTo>
                    <a:pt x="251911" y="692568"/>
                  </a:lnTo>
                  <a:lnTo>
                    <a:pt x="276726" y="667753"/>
                  </a:lnTo>
                  <a:lnTo>
                    <a:pt x="281238" y="662489"/>
                  </a:lnTo>
                  <a:lnTo>
                    <a:pt x="283494" y="660233"/>
                  </a:lnTo>
                  <a:lnTo>
                    <a:pt x="286502" y="657977"/>
                  </a:lnTo>
                  <a:lnTo>
                    <a:pt x="303798" y="651209"/>
                  </a:lnTo>
                  <a:lnTo>
                    <a:pt x="314325" y="645194"/>
                  </a:lnTo>
                  <a:lnTo>
                    <a:pt x="319589" y="645945"/>
                  </a:lnTo>
                  <a:lnTo>
                    <a:pt x="328613" y="648201"/>
                  </a:lnTo>
                  <a:lnTo>
                    <a:pt x="334628" y="648953"/>
                  </a:lnTo>
                  <a:lnTo>
                    <a:pt x="365459" y="647449"/>
                  </a:lnTo>
                  <a:lnTo>
                    <a:pt x="403058" y="648953"/>
                  </a:lnTo>
                  <a:lnTo>
                    <a:pt x="412834" y="648201"/>
                  </a:lnTo>
                  <a:lnTo>
                    <a:pt x="418849" y="648953"/>
                  </a:lnTo>
                  <a:lnTo>
                    <a:pt x="425617" y="650457"/>
                  </a:lnTo>
                  <a:lnTo>
                    <a:pt x="432385" y="653465"/>
                  </a:lnTo>
                  <a:lnTo>
                    <a:pt x="436145" y="656473"/>
                  </a:lnTo>
                  <a:lnTo>
                    <a:pt x="438401" y="657225"/>
                  </a:lnTo>
                  <a:lnTo>
                    <a:pt x="438401" y="657977"/>
                  </a:lnTo>
                  <a:lnTo>
                    <a:pt x="439905" y="658729"/>
                  </a:lnTo>
                  <a:lnTo>
                    <a:pt x="441409" y="658729"/>
                  </a:lnTo>
                  <a:lnTo>
                    <a:pt x="445169" y="658729"/>
                  </a:lnTo>
                  <a:lnTo>
                    <a:pt x="446673" y="658729"/>
                  </a:lnTo>
                  <a:lnTo>
                    <a:pt x="448928" y="657977"/>
                  </a:lnTo>
                  <a:lnTo>
                    <a:pt x="449680" y="657977"/>
                  </a:lnTo>
                  <a:lnTo>
                    <a:pt x="450432" y="658729"/>
                  </a:lnTo>
                  <a:lnTo>
                    <a:pt x="450432" y="659481"/>
                  </a:lnTo>
                  <a:lnTo>
                    <a:pt x="451184" y="660233"/>
                  </a:lnTo>
                  <a:lnTo>
                    <a:pt x="451936" y="660985"/>
                  </a:lnTo>
                  <a:lnTo>
                    <a:pt x="453440" y="661737"/>
                  </a:lnTo>
                  <a:lnTo>
                    <a:pt x="454944" y="662489"/>
                  </a:lnTo>
                  <a:lnTo>
                    <a:pt x="457200" y="662489"/>
                  </a:lnTo>
                  <a:lnTo>
                    <a:pt x="462464" y="663241"/>
                  </a:lnTo>
                  <a:lnTo>
                    <a:pt x="466975" y="664745"/>
                  </a:lnTo>
                  <a:lnTo>
                    <a:pt x="467728" y="665497"/>
                  </a:lnTo>
                  <a:lnTo>
                    <a:pt x="469232" y="665497"/>
                  </a:lnTo>
                  <a:lnTo>
                    <a:pt x="470735" y="665497"/>
                  </a:lnTo>
                  <a:lnTo>
                    <a:pt x="473743" y="664745"/>
                  </a:lnTo>
                  <a:lnTo>
                    <a:pt x="511342" y="644441"/>
                  </a:lnTo>
                  <a:lnTo>
                    <a:pt x="513598" y="642186"/>
                  </a:lnTo>
                  <a:lnTo>
                    <a:pt x="515854" y="639178"/>
                  </a:lnTo>
                  <a:lnTo>
                    <a:pt x="518110" y="633914"/>
                  </a:lnTo>
                  <a:lnTo>
                    <a:pt x="519614" y="631658"/>
                  </a:lnTo>
                  <a:lnTo>
                    <a:pt x="522622" y="628650"/>
                  </a:lnTo>
                  <a:lnTo>
                    <a:pt x="526382" y="626394"/>
                  </a:lnTo>
                  <a:lnTo>
                    <a:pt x="544429" y="619626"/>
                  </a:lnTo>
                  <a:lnTo>
                    <a:pt x="545181" y="618875"/>
                  </a:lnTo>
                  <a:lnTo>
                    <a:pt x="545933" y="617370"/>
                  </a:lnTo>
                  <a:lnTo>
                    <a:pt x="546685" y="616619"/>
                  </a:lnTo>
                  <a:lnTo>
                    <a:pt x="547437" y="615866"/>
                  </a:lnTo>
                  <a:lnTo>
                    <a:pt x="548189" y="615866"/>
                  </a:lnTo>
                  <a:lnTo>
                    <a:pt x="548941" y="615866"/>
                  </a:lnTo>
                  <a:lnTo>
                    <a:pt x="549693" y="615115"/>
                  </a:lnTo>
                  <a:lnTo>
                    <a:pt x="550445" y="614362"/>
                  </a:lnTo>
                  <a:lnTo>
                    <a:pt x="551197" y="612859"/>
                  </a:lnTo>
                  <a:lnTo>
                    <a:pt x="551949" y="612107"/>
                  </a:lnTo>
                  <a:lnTo>
                    <a:pt x="554205" y="611355"/>
                  </a:lnTo>
                  <a:lnTo>
                    <a:pt x="555709" y="610603"/>
                  </a:lnTo>
                  <a:lnTo>
                    <a:pt x="556461" y="609851"/>
                  </a:lnTo>
                  <a:lnTo>
                    <a:pt x="557965" y="607595"/>
                  </a:lnTo>
                  <a:lnTo>
                    <a:pt x="558716" y="606843"/>
                  </a:lnTo>
                  <a:lnTo>
                    <a:pt x="560972" y="605339"/>
                  </a:lnTo>
                  <a:lnTo>
                    <a:pt x="563229" y="604587"/>
                  </a:lnTo>
                  <a:lnTo>
                    <a:pt x="563980" y="603083"/>
                  </a:lnTo>
                  <a:lnTo>
                    <a:pt x="564732" y="603083"/>
                  </a:lnTo>
                  <a:lnTo>
                    <a:pt x="567740" y="602331"/>
                  </a:lnTo>
                  <a:lnTo>
                    <a:pt x="563980" y="594811"/>
                  </a:lnTo>
                  <a:lnTo>
                    <a:pt x="563229" y="591051"/>
                  </a:lnTo>
                  <a:lnTo>
                    <a:pt x="563229" y="588043"/>
                  </a:lnTo>
                  <a:lnTo>
                    <a:pt x="563229" y="587292"/>
                  </a:lnTo>
                  <a:lnTo>
                    <a:pt x="562476" y="586540"/>
                  </a:lnTo>
                  <a:lnTo>
                    <a:pt x="560972" y="584283"/>
                  </a:lnTo>
                  <a:lnTo>
                    <a:pt x="560220" y="583532"/>
                  </a:lnTo>
                  <a:lnTo>
                    <a:pt x="559469" y="581276"/>
                  </a:lnTo>
                  <a:lnTo>
                    <a:pt x="559469" y="579020"/>
                  </a:lnTo>
                  <a:lnTo>
                    <a:pt x="558716" y="577516"/>
                  </a:lnTo>
                  <a:lnTo>
                    <a:pt x="557965" y="575260"/>
                  </a:lnTo>
                  <a:lnTo>
                    <a:pt x="557212" y="573756"/>
                  </a:lnTo>
                  <a:lnTo>
                    <a:pt x="556461" y="569996"/>
                  </a:lnTo>
                  <a:lnTo>
                    <a:pt x="555709" y="568492"/>
                  </a:lnTo>
                  <a:lnTo>
                    <a:pt x="555709" y="566236"/>
                  </a:lnTo>
                  <a:lnTo>
                    <a:pt x="555709" y="564732"/>
                  </a:lnTo>
                  <a:lnTo>
                    <a:pt x="557212" y="563228"/>
                  </a:lnTo>
                  <a:lnTo>
                    <a:pt x="557212" y="562476"/>
                  </a:lnTo>
                  <a:lnTo>
                    <a:pt x="557212" y="561724"/>
                  </a:lnTo>
                  <a:lnTo>
                    <a:pt x="557212" y="560220"/>
                  </a:lnTo>
                  <a:lnTo>
                    <a:pt x="557965" y="558717"/>
                  </a:lnTo>
                  <a:lnTo>
                    <a:pt x="557965" y="557965"/>
                  </a:lnTo>
                  <a:lnTo>
                    <a:pt x="559469" y="556461"/>
                  </a:lnTo>
                  <a:lnTo>
                    <a:pt x="559469" y="555709"/>
                  </a:lnTo>
                  <a:lnTo>
                    <a:pt x="560220" y="552701"/>
                  </a:lnTo>
                  <a:lnTo>
                    <a:pt x="560220" y="551197"/>
                  </a:lnTo>
                  <a:lnTo>
                    <a:pt x="560972" y="550445"/>
                  </a:lnTo>
                  <a:lnTo>
                    <a:pt x="561724" y="548941"/>
                  </a:lnTo>
                  <a:lnTo>
                    <a:pt x="563229" y="546685"/>
                  </a:lnTo>
                  <a:lnTo>
                    <a:pt x="564732" y="543677"/>
                  </a:lnTo>
                  <a:lnTo>
                    <a:pt x="565484" y="542925"/>
                  </a:lnTo>
                  <a:lnTo>
                    <a:pt x="566988" y="542173"/>
                  </a:lnTo>
                  <a:lnTo>
                    <a:pt x="567740" y="541421"/>
                  </a:lnTo>
                  <a:lnTo>
                    <a:pt x="568492" y="540669"/>
                  </a:lnTo>
                  <a:lnTo>
                    <a:pt x="569244" y="539917"/>
                  </a:lnTo>
                  <a:lnTo>
                    <a:pt x="569244" y="539165"/>
                  </a:lnTo>
                  <a:lnTo>
                    <a:pt x="569244" y="532398"/>
                  </a:lnTo>
                  <a:lnTo>
                    <a:pt x="569244" y="528638"/>
                  </a:lnTo>
                  <a:lnTo>
                    <a:pt x="568492" y="526382"/>
                  </a:lnTo>
                  <a:lnTo>
                    <a:pt x="566988" y="522622"/>
                  </a:lnTo>
                  <a:lnTo>
                    <a:pt x="566236" y="521118"/>
                  </a:lnTo>
                  <a:lnTo>
                    <a:pt x="564732" y="520366"/>
                  </a:lnTo>
                  <a:lnTo>
                    <a:pt x="563229" y="519614"/>
                  </a:lnTo>
                  <a:lnTo>
                    <a:pt x="557965" y="516606"/>
                  </a:lnTo>
                  <a:lnTo>
                    <a:pt x="557212" y="515854"/>
                  </a:lnTo>
                  <a:lnTo>
                    <a:pt x="555709" y="515854"/>
                  </a:lnTo>
                  <a:lnTo>
                    <a:pt x="554205" y="515854"/>
                  </a:lnTo>
                  <a:lnTo>
                    <a:pt x="552701" y="515854"/>
                  </a:lnTo>
                  <a:lnTo>
                    <a:pt x="551949" y="515102"/>
                  </a:lnTo>
                  <a:lnTo>
                    <a:pt x="549693" y="513598"/>
                  </a:lnTo>
                  <a:lnTo>
                    <a:pt x="548941" y="513598"/>
                  </a:lnTo>
                  <a:lnTo>
                    <a:pt x="548189" y="513598"/>
                  </a:lnTo>
                  <a:lnTo>
                    <a:pt x="547437" y="513598"/>
                  </a:lnTo>
                  <a:lnTo>
                    <a:pt x="546685" y="513598"/>
                  </a:lnTo>
                  <a:lnTo>
                    <a:pt x="544429" y="514350"/>
                  </a:lnTo>
                  <a:lnTo>
                    <a:pt x="543677" y="515102"/>
                  </a:lnTo>
                  <a:lnTo>
                    <a:pt x="542925" y="515102"/>
                  </a:lnTo>
                  <a:lnTo>
                    <a:pt x="542173" y="515854"/>
                  </a:lnTo>
                  <a:lnTo>
                    <a:pt x="540669" y="517358"/>
                  </a:lnTo>
                  <a:lnTo>
                    <a:pt x="540669" y="518110"/>
                  </a:lnTo>
                  <a:lnTo>
                    <a:pt x="539917" y="518110"/>
                  </a:lnTo>
                  <a:lnTo>
                    <a:pt x="538413" y="518110"/>
                  </a:lnTo>
                  <a:lnTo>
                    <a:pt x="537661" y="518110"/>
                  </a:lnTo>
                  <a:lnTo>
                    <a:pt x="536909" y="517358"/>
                  </a:lnTo>
                  <a:lnTo>
                    <a:pt x="536157" y="516606"/>
                  </a:lnTo>
                  <a:lnTo>
                    <a:pt x="530141" y="509838"/>
                  </a:lnTo>
                  <a:lnTo>
                    <a:pt x="530141" y="508334"/>
                  </a:lnTo>
                  <a:lnTo>
                    <a:pt x="529390" y="506830"/>
                  </a:lnTo>
                  <a:lnTo>
                    <a:pt x="529390" y="502319"/>
                  </a:lnTo>
                  <a:lnTo>
                    <a:pt x="529390" y="500063"/>
                  </a:lnTo>
                  <a:lnTo>
                    <a:pt x="530141" y="498559"/>
                  </a:lnTo>
                  <a:lnTo>
                    <a:pt x="530141" y="497807"/>
                  </a:lnTo>
                  <a:lnTo>
                    <a:pt x="530141" y="496303"/>
                  </a:lnTo>
                  <a:lnTo>
                    <a:pt x="530893" y="494799"/>
                  </a:lnTo>
                  <a:lnTo>
                    <a:pt x="532397" y="491791"/>
                  </a:lnTo>
                  <a:lnTo>
                    <a:pt x="532397" y="490287"/>
                  </a:lnTo>
                  <a:lnTo>
                    <a:pt x="533901" y="486527"/>
                  </a:lnTo>
                  <a:lnTo>
                    <a:pt x="534653" y="486527"/>
                  </a:lnTo>
                  <a:lnTo>
                    <a:pt x="535405" y="486527"/>
                  </a:lnTo>
                  <a:lnTo>
                    <a:pt x="537661" y="488031"/>
                  </a:lnTo>
                  <a:lnTo>
                    <a:pt x="539165" y="488031"/>
                  </a:lnTo>
                  <a:lnTo>
                    <a:pt x="539917" y="488783"/>
                  </a:lnTo>
                  <a:lnTo>
                    <a:pt x="540669" y="489535"/>
                  </a:lnTo>
                  <a:lnTo>
                    <a:pt x="541421" y="488783"/>
                  </a:lnTo>
                  <a:lnTo>
                    <a:pt x="542173" y="488783"/>
                  </a:lnTo>
                  <a:lnTo>
                    <a:pt x="542925" y="488783"/>
                  </a:lnTo>
                  <a:lnTo>
                    <a:pt x="543677" y="488031"/>
                  </a:lnTo>
                  <a:lnTo>
                    <a:pt x="543677" y="487279"/>
                  </a:lnTo>
                  <a:lnTo>
                    <a:pt x="542925" y="486527"/>
                  </a:lnTo>
                  <a:lnTo>
                    <a:pt x="542925" y="485775"/>
                  </a:lnTo>
                  <a:lnTo>
                    <a:pt x="543677" y="485023"/>
                  </a:lnTo>
                  <a:lnTo>
                    <a:pt x="544429" y="484271"/>
                  </a:lnTo>
                  <a:lnTo>
                    <a:pt x="545181" y="483519"/>
                  </a:lnTo>
                  <a:lnTo>
                    <a:pt x="545933" y="483519"/>
                  </a:lnTo>
                  <a:lnTo>
                    <a:pt x="546685" y="481263"/>
                  </a:lnTo>
                  <a:lnTo>
                    <a:pt x="546685" y="480511"/>
                  </a:lnTo>
                  <a:lnTo>
                    <a:pt x="545933" y="479007"/>
                  </a:lnTo>
                  <a:lnTo>
                    <a:pt x="545933" y="478255"/>
                  </a:lnTo>
                  <a:lnTo>
                    <a:pt x="545933" y="477503"/>
                  </a:lnTo>
                  <a:lnTo>
                    <a:pt x="546685" y="475999"/>
                  </a:lnTo>
                  <a:lnTo>
                    <a:pt x="547437" y="474495"/>
                  </a:lnTo>
                  <a:lnTo>
                    <a:pt x="548189" y="473743"/>
                  </a:lnTo>
                  <a:lnTo>
                    <a:pt x="548941" y="472991"/>
                  </a:lnTo>
                  <a:lnTo>
                    <a:pt x="549693" y="472240"/>
                  </a:lnTo>
                  <a:lnTo>
                    <a:pt x="550445" y="472240"/>
                  </a:lnTo>
                  <a:lnTo>
                    <a:pt x="551197" y="472240"/>
                  </a:lnTo>
                  <a:lnTo>
                    <a:pt x="551949" y="472240"/>
                  </a:lnTo>
                  <a:lnTo>
                    <a:pt x="552701" y="471488"/>
                  </a:lnTo>
                  <a:lnTo>
                    <a:pt x="554205" y="469232"/>
                  </a:lnTo>
                  <a:lnTo>
                    <a:pt x="556461" y="467728"/>
                  </a:lnTo>
                  <a:lnTo>
                    <a:pt x="557212" y="466224"/>
                  </a:lnTo>
                  <a:lnTo>
                    <a:pt x="557212" y="465472"/>
                  </a:lnTo>
                  <a:lnTo>
                    <a:pt x="557965" y="464720"/>
                  </a:lnTo>
                  <a:lnTo>
                    <a:pt x="557212" y="463216"/>
                  </a:lnTo>
                  <a:lnTo>
                    <a:pt x="557212" y="462464"/>
                  </a:lnTo>
                  <a:lnTo>
                    <a:pt x="558716" y="462464"/>
                  </a:lnTo>
                  <a:lnTo>
                    <a:pt x="558716" y="461712"/>
                  </a:lnTo>
                  <a:lnTo>
                    <a:pt x="558716" y="460960"/>
                  </a:lnTo>
                  <a:lnTo>
                    <a:pt x="558716" y="460208"/>
                  </a:lnTo>
                  <a:lnTo>
                    <a:pt x="559469" y="459456"/>
                  </a:lnTo>
                  <a:lnTo>
                    <a:pt x="560972" y="458704"/>
                  </a:lnTo>
                  <a:lnTo>
                    <a:pt x="560972" y="457952"/>
                  </a:lnTo>
                  <a:lnTo>
                    <a:pt x="561724" y="457200"/>
                  </a:lnTo>
                  <a:lnTo>
                    <a:pt x="562476" y="457200"/>
                  </a:lnTo>
                  <a:lnTo>
                    <a:pt x="563229" y="456448"/>
                  </a:lnTo>
                  <a:lnTo>
                    <a:pt x="563980" y="456448"/>
                  </a:lnTo>
                  <a:lnTo>
                    <a:pt x="563980" y="457200"/>
                  </a:lnTo>
                  <a:lnTo>
                    <a:pt x="564732" y="457200"/>
                  </a:lnTo>
                  <a:lnTo>
                    <a:pt x="565484" y="457200"/>
                  </a:lnTo>
                  <a:lnTo>
                    <a:pt x="566236" y="457200"/>
                  </a:lnTo>
                  <a:lnTo>
                    <a:pt x="566988" y="456448"/>
                  </a:lnTo>
                  <a:lnTo>
                    <a:pt x="567740" y="455696"/>
                  </a:lnTo>
                  <a:lnTo>
                    <a:pt x="568492" y="454944"/>
                  </a:lnTo>
                  <a:lnTo>
                    <a:pt x="569244" y="451936"/>
                  </a:lnTo>
                  <a:lnTo>
                    <a:pt x="569996" y="451184"/>
                  </a:lnTo>
                  <a:lnTo>
                    <a:pt x="570748" y="450432"/>
                  </a:lnTo>
                  <a:lnTo>
                    <a:pt x="573004" y="448176"/>
                  </a:lnTo>
                  <a:lnTo>
                    <a:pt x="573756" y="447424"/>
                  </a:lnTo>
                  <a:lnTo>
                    <a:pt x="574508" y="446672"/>
                  </a:lnTo>
                  <a:lnTo>
                    <a:pt x="576012" y="446672"/>
                  </a:lnTo>
                  <a:lnTo>
                    <a:pt x="577516" y="446672"/>
                  </a:lnTo>
                  <a:lnTo>
                    <a:pt x="578268" y="445921"/>
                  </a:lnTo>
                  <a:lnTo>
                    <a:pt x="577516" y="444417"/>
                  </a:lnTo>
                  <a:lnTo>
                    <a:pt x="575260" y="441409"/>
                  </a:lnTo>
                  <a:lnTo>
                    <a:pt x="574508" y="440657"/>
                  </a:lnTo>
                  <a:lnTo>
                    <a:pt x="574508" y="439905"/>
                  </a:lnTo>
                  <a:lnTo>
                    <a:pt x="574508" y="438401"/>
                  </a:lnTo>
                  <a:lnTo>
                    <a:pt x="575260" y="437649"/>
                  </a:lnTo>
                  <a:lnTo>
                    <a:pt x="575260" y="436897"/>
                  </a:lnTo>
                  <a:lnTo>
                    <a:pt x="576012" y="436145"/>
                  </a:lnTo>
                  <a:lnTo>
                    <a:pt x="576764" y="435393"/>
                  </a:lnTo>
                  <a:lnTo>
                    <a:pt x="577516" y="434641"/>
                  </a:lnTo>
                  <a:lnTo>
                    <a:pt x="579020" y="433137"/>
                  </a:lnTo>
                  <a:lnTo>
                    <a:pt x="579772" y="432385"/>
                  </a:lnTo>
                  <a:lnTo>
                    <a:pt x="580524" y="432385"/>
                  </a:lnTo>
                  <a:lnTo>
                    <a:pt x="581276" y="432385"/>
                  </a:lnTo>
                  <a:lnTo>
                    <a:pt x="582028" y="432385"/>
                  </a:lnTo>
                  <a:lnTo>
                    <a:pt x="582780" y="433137"/>
                  </a:lnTo>
                  <a:lnTo>
                    <a:pt x="583531" y="433137"/>
                  </a:lnTo>
                  <a:lnTo>
                    <a:pt x="584284" y="433137"/>
                  </a:lnTo>
                  <a:lnTo>
                    <a:pt x="585035" y="432385"/>
                  </a:lnTo>
                  <a:lnTo>
                    <a:pt x="585788" y="432385"/>
                  </a:lnTo>
                  <a:lnTo>
                    <a:pt x="586540" y="431633"/>
                  </a:lnTo>
                  <a:lnTo>
                    <a:pt x="586540" y="430881"/>
                  </a:lnTo>
                  <a:lnTo>
                    <a:pt x="586540" y="429377"/>
                  </a:lnTo>
                  <a:lnTo>
                    <a:pt x="586540" y="426369"/>
                  </a:lnTo>
                  <a:lnTo>
                    <a:pt x="585035" y="421857"/>
                  </a:lnTo>
                  <a:lnTo>
                    <a:pt x="583531" y="418097"/>
                  </a:lnTo>
                  <a:lnTo>
                    <a:pt x="582780" y="416593"/>
                  </a:lnTo>
                  <a:lnTo>
                    <a:pt x="582028" y="415090"/>
                  </a:lnTo>
                  <a:lnTo>
                    <a:pt x="581276" y="409074"/>
                  </a:lnTo>
                  <a:lnTo>
                    <a:pt x="580524" y="408322"/>
                  </a:lnTo>
                  <a:lnTo>
                    <a:pt x="579772" y="406818"/>
                  </a:lnTo>
                  <a:lnTo>
                    <a:pt x="578268" y="404562"/>
                  </a:lnTo>
                  <a:lnTo>
                    <a:pt x="577516" y="403058"/>
                  </a:lnTo>
                  <a:lnTo>
                    <a:pt x="574508" y="392530"/>
                  </a:lnTo>
                  <a:lnTo>
                    <a:pt x="572252" y="387266"/>
                  </a:lnTo>
                  <a:lnTo>
                    <a:pt x="571500" y="385763"/>
                  </a:lnTo>
                  <a:lnTo>
                    <a:pt x="569244" y="380499"/>
                  </a:lnTo>
                  <a:lnTo>
                    <a:pt x="568492" y="379747"/>
                  </a:lnTo>
                  <a:lnTo>
                    <a:pt x="566988" y="378995"/>
                  </a:lnTo>
                  <a:lnTo>
                    <a:pt x="566236" y="378995"/>
                  </a:lnTo>
                  <a:lnTo>
                    <a:pt x="566236" y="378243"/>
                  </a:lnTo>
                  <a:lnTo>
                    <a:pt x="564732" y="375987"/>
                  </a:lnTo>
                  <a:lnTo>
                    <a:pt x="563980" y="375235"/>
                  </a:lnTo>
                  <a:lnTo>
                    <a:pt x="563229" y="374483"/>
                  </a:lnTo>
                  <a:lnTo>
                    <a:pt x="560972" y="373731"/>
                  </a:lnTo>
                  <a:lnTo>
                    <a:pt x="560220" y="373731"/>
                  </a:lnTo>
                  <a:lnTo>
                    <a:pt x="559469" y="372979"/>
                  </a:lnTo>
                  <a:lnTo>
                    <a:pt x="558716" y="371475"/>
                  </a:lnTo>
                  <a:lnTo>
                    <a:pt x="557965" y="370723"/>
                  </a:lnTo>
                  <a:lnTo>
                    <a:pt x="557212" y="369971"/>
                  </a:lnTo>
                  <a:lnTo>
                    <a:pt x="555709" y="369219"/>
                  </a:lnTo>
                  <a:lnTo>
                    <a:pt x="552701" y="368467"/>
                  </a:lnTo>
                  <a:lnTo>
                    <a:pt x="549693" y="366963"/>
                  </a:lnTo>
                  <a:lnTo>
                    <a:pt x="548189" y="366211"/>
                  </a:lnTo>
                  <a:lnTo>
                    <a:pt x="543677" y="360195"/>
                  </a:lnTo>
                  <a:lnTo>
                    <a:pt x="542925" y="358692"/>
                  </a:lnTo>
                  <a:lnTo>
                    <a:pt x="541421" y="355684"/>
                  </a:lnTo>
                  <a:lnTo>
                    <a:pt x="541421" y="354932"/>
                  </a:lnTo>
                  <a:lnTo>
                    <a:pt x="540669" y="354932"/>
                  </a:lnTo>
                  <a:lnTo>
                    <a:pt x="540669" y="354180"/>
                  </a:lnTo>
                  <a:lnTo>
                    <a:pt x="543677" y="342148"/>
                  </a:lnTo>
                  <a:lnTo>
                    <a:pt x="543677" y="341396"/>
                  </a:lnTo>
                  <a:lnTo>
                    <a:pt x="549693" y="336132"/>
                  </a:lnTo>
                  <a:lnTo>
                    <a:pt x="550445" y="335380"/>
                  </a:lnTo>
                  <a:lnTo>
                    <a:pt x="551949" y="331620"/>
                  </a:lnTo>
                  <a:lnTo>
                    <a:pt x="552701" y="330868"/>
                  </a:lnTo>
                  <a:lnTo>
                    <a:pt x="553452" y="330116"/>
                  </a:lnTo>
                  <a:lnTo>
                    <a:pt x="553452" y="329365"/>
                  </a:lnTo>
                  <a:lnTo>
                    <a:pt x="554205" y="328613"/>
                  </a:lnTo>
                  <a:lnTo>
                    <a:pt x="556461" y="324101"/>
                  </a:lnTo>
                  <a:lnTo>
                    <a:pt x="560220" y="315077"/>
                  </a:lnTo>
                  <a:lnTo>
                    <a:pt x="560220" y="314325"/>
                  </a:lnTo>
                  <a:lnTo>
                    <a:pt x="560972" y="312069"/>
                  </a:lnTo>
                  <a:lnTo>
                    <a:pt x="558716" y="299286"/>
                  </a:lnTo>
                  <a:lnTo>
                    <a:pt x="558716" y="297782"/>
                  </a:lnTo>
                  <a:lnTo>
                    <a:pt x="559469" y="296278"/>
                  </a:lnTo>
                  <a:lnTo>
                    <a:pt x="563229" y="288006"/>
                  </a:lnTo>
                  <a:lnTo>
                    <a:pt x="563980" y="282742"/>
                  </a:lnTo>
                  <a:lnTo>
                    <a:pt x="568492" y="280486"/>
                  </a:lnTo>
                  <a:lnTo>
                    <a:pt x="569244" y="280486"/>
                  </a:lnTo>
                  <a:lnTo>
                    <a:pt x="573004" y="281238"/>
                  </a:lnTo>
                  <a:lnTo>
                    <a:pt x="573756" y="281238"/>
                  </a:lnTo>
                  <a:lnTo>
                    <a:pt x="574508" y="281238"/>
                  </a:lnTo>
                  <a:lnTo>
                    <a:pt x="576012" y="281238"/>
                  </a:lnTo>
                  <a:lnTo>
                    <a:pt x="576764" y="281238"/>
                  </a:lnTo>
                  <a:lnTo>
                    <a:pt x="576764" y="280486"/>
                  </a:lnTo>
                  <a:lnTo>
                    <a:pt x="578268" y="279734"/>
                  </a:lnTo>
                  <a:lnTo>
                    <a:pt x="579020" y="278230"/>
                  </a:lnTo>
                  <a:lnTo>
                    <a:pt x="580524" y="276726"/>
                  </a:lnTo>
                  <a:lnTo>
                    <a:pt x="581276" y="275974"/>
                  </a:lnTo>
                  <a:lnTo>
                    <a:pt x="581276" y="275222"/>
                  </a:lnTo>
                  <a:lnTo>
                    <a:pt x="583531" y="273718"/>
                  </a:lnTo>
                  <a:lnTo>
                    <a:pt x="584284" y="273718"/>
                  </a:lnTo>
                  <a:lnTo>
                    <a:pt x="585035" y="272967"/>
                  </a:lnTo>
                  <a:lnTo>
                    <a:pt x="588044" y="266199"/>
                  </a:lnTo>
                  <a:lnTo>
                    <a:pt x="588795" y="264695"/>
                  </a:lnTo>
                  <a:lnTo>
                    <a:pt x="589548" y="264695"/>
                  </a:lnTo>
                  <a:lnTo>
                    <a:pt x="590299" y="263943"/>
                  </a:lnTo>
                  <a:lnTo>
                    <a:pt x="591051" y="263943"/>
                  </a:lnTo>
                  <a:lnTo>
                    <a:pt x="591803" y="264695"/>
                  </a:lnTo>
                  <a:lnTo>
                    <a:pt x="591803" y="265447"/>
                  </a:lnTo>
                  <a:lnTo>
                    <a:pt x="592555" y="265447"/>
                  </a:lnTo>
                  <a:lnTo>
                    <a:pt x="592555" y="266199"/>
                  </a:lnTo>
                  <a:lnTo>
                    <a:pt x="594059" y="266199"/>
                  </a:lnTo>
                  <a:lnTo>
                    <a:pt x="594811" y="266951"/>
                  </a:lnTo>
                  <a:lnTo>
                    <a:pt x="596315" y="266951"/>
                  </a:lnTo>
                  <a:lnTo>
                    <a:pt x="597067" y="266951"/>
                  </a:lnTo>
                  <a:lnTo>
                    <a:pt x="597819" y="266951"/>
                  </a:lnTo>
                  <a:lnTo>
                    <a:pt x="600075" y="265447"/>
                  </a:lnTo>
                  <a:lnTo>
                    <a:pt x="601579" y="264695"/>
                  </a:lnTo>
                  <a:lnTo>
                    <a:pt x="603083" y="263943"/>
                  </a:lnTo>
                  <a:lnTo>
                    <a:pt x="603835" y="263191"/>
                  </a:lnTo>
                  <a:lnTo>
                    <a:pt x="604587" y="263191"/>
                  </a:lnTo>
                  <a:lnTo>
                    <a:pt x="605339" y="262439"/>
                  </a:lnTo>
                  <a:lnTo>
                    <a:pt x="606843" y="262439"/>
                  </a:lnTo>
                  <a:lnTo>
                    <a:pt x="613610" y="263191"/>
                  </a:lnTo>
                  <a:lnTo>
                    <a:pt x="614363" y="263191"/>
                  </a:lnTo>
                  <a:lnTo>
                    <a:pt x="615114" y="262439"/>
                  </a:lnTo>
                  <a:lnTo>
                    <a:pt x="617370" y="261687"/>
                  </a:lnTo>
                  <a:lnTo>
                    <a:pt x="618123" y="260935"/>
                  </a:lnTo>
                  <a:lnTo>
                    <a:pt x="618874" y="260935"/>
                  </a:lnTo>
                  <a:lnTo>
                    <a:pt x="621882" y="260935"/>
                  </a:lnTo>
                  <a:lnTo>
                    <a:pt x="622634" y="260935"/>
                  </a:lnTo>
                  <a:lnTo>
                    <a:pt x="624138" y="260183"/>
                  </a:lnTo>
                  <a:lnTo>
                    <a:pt x="627146" y="258679"/>
                  </a:lnTo>
                  <a:lnTo>
                    <a:pt x="627898" y="257927"/>
                  </a:lnTo>
                  <a:lnTo>
                    <a:pt x="630154" y="257927"/>
                  </a:lnTo>
                  <a:lnTo>
                    <a:pt x="633914" y="255671"/>
                  </a:lnTo>
                  <a:lnTo>
                    <a:pt x="634666" y="254919"/>
                  </a:lnTo>
                  <a:lnTo>
                    <a:pt x="634666" y="253415"/>
                  </a:lnTo>
                  <a:lnTo>
                    <a:pt x="635418" y="251911"/>
                  </a:lnTo>
                  <a:lnTo>
                    <a:pt x="633914" y="245143"/>
                  </a:lnTo>
                  <a:lnTo>
                    <a:pt x="634666" y="241384"/>
                  </a:lnTo>
                  <a:lnTo>
                    <a:pt x="634666" y="239880"/>
                  </a:lnTo>
                  <a:lnTo>
                    <a:pt x="633914" y="238376"/>
                  </a:lnTo>
                  <a:lnTo>
                    <a:pt x="632410" y="233864"/>
                  </a:lnTo>
                  <a:lnTo>
                    <a:pt x="631658" y="232360"/>
                  </a:lnTo>
                  <a:lnTo>
                    <a:pt x="629402" y="212057"/>
                  </a:lnTo>
                  <a:lnTo>
                    <a:pt x="629402" y="210553"/>
                  </a:lnTo>
                  <a:lnTo>
                    <a:pt x="628650" y="210553"/>
                  </a:lnTo>
                  <a:lnTo>
                    <a:pt x="627898" y="209801"/>
                  </a:lnTo>
                  <a:lnTo>
                    <a:pt x="624138" y="209049"/>
                  </a:lnTo>
                  <a:lnTo>
                    <a:pt x="623386" y="209049"/>
                  </a:lnTo>
                  <a:lnTo>
                    <a:pt x="621882" y="207545"/>
                  </a:lnTo>
                  <a:lnTo>
                    <a:pt x="621130" y="206793"/>
                  </a:lnTo>
                  <a:lnTo>
                    <a:pt x="621130" y="206041"/>
                  </a:lnTo>
                  <a:lnTo>
                    <a:pt x="620378" y="206041"/>
                  </a:lnTo>
                  <a:lnTo>
                    <a:pt x="620378" y="205289"/>
                  </a:lnTo>
                  <a:lnTo>
                    <a:pt x="618874" y="187241"/>
                  </a:lnTo>
                  <a:lnTo>
                    <a:pt x="619627" y="185738"/>
                  </a:lnTo>
                  <a:lnTo>
                    <a:pt x="620378" y="184234"/>
                  </a:lnTo>
                  <a:lnTo>
                    <a:pt x="621130" y="183482"/>
                  </a:lnTo>
                  <a:lnTo>
                    <a:pt x="621882" y="182730"/>
                  </a:lnTo>
                  <a:lnTo>
                    <a:pt x="624138" y="180474"/>
                  </a:lnTo>
                  <a:lnTo>
                    <a:pt x="625642" y="178970"/>
                  </a:lnTo>
                  <a:lnTo>
                    <a:pt x="626394" y="177466"/>
                  </a:lnTo>
                  <a:lnTo>
                    <a:pt x="628650" y="174458"/>
                  </a:lnTo>
                  <a:lnTo>
                    <a:pt x="630154" y="172954"/>
                  </a:lnTo>
                  <a:lnTo>
                    <a:pt x="631658" y="169946"/>
                  </a:lnTo>
                  <a:lnTo>
                    <a:pt x="631658" y="169194"/>
                  </a:lnTo>
                  <a:lnTo>
                    <a:pt x="631658" y="167690"/>
                  </a:lnTo>
                  <a:lnTo>
                    <a:pt x="630906" y="165434"/>
                  </a:lnTo>
                  <a:lnTo>
                    <a:pt x="628650" y="160922"/>
                  </a:lnTo>
                  <a:lnTo>
                    <a:pt x="627898" y="157914"/>
                  </a:lnTo>
                  <a:lnTo>
                    <a:pt x="627146" y="157162"/>
                  </a:lnTo>
                  <a:lnTo>
                    <a:pt x="626394" y="156411"/>
                  </a:lnTo>
                  <a:lnTo>
                    <a:pt x="625642" y="156411"/>
                  </a:lnTo>
                  <a:lnTo>
                    <a:pt x="624138" y="156411"/>
                  </a:lnTo>
                  <a:lnTo>
                    <a:pt x="621130" y="157162"/>
                  </a:lnTo>
                  <a:lnTo>
                    <a:pt x="620378" y="157162"/>
                  </a:lnTo>
                  <a:lnTo>
                    <a:pt x="620378" y="154907"/>
                  </a:lnTo>
                  <a:lnTo>
                    <a:pt x="625642" y="129340"/>
                  </a:lnTo>
                  <a:lnTo>
                    <a:pt x="625642" y="128588"/>
                  </a:lnTo>
                  <a:lnTo>
                    <a:pt x="626394" y="127084"/>
                  </a:lnTo>
                  <a:lnTo>
                    <a:pt x="626394" y="126332"/>
                  </a:lnTo>
                  <a:lnTo>
                    <a:pt x="627146" y="125580"/>
                  </a:lnTo>
                  <a:lnTo>
                    <a:pt x="627898" y="124828"/>
                  </a:lnTo>
                  <a:lnTo>
                    <a:pt x="629402" y="123324"/>
                  </a:lnTo>
                  <a:lnTo>
                    <a:pt x="630154" y="122572"/>
                  </a:lnTo>
                  <a:lnTo>
                    <a:pt x="633162" y="121820"/>
                  </a:lnTo>
                  <a:lnTo>
                    <a:pt x="634666" y="121068"/>
                  </a:lnTo>
                  <a:lnTo>
                    <a:pt x="640682" y="120316"/>
                  </a:lnTo>
                  <a:lnTo>
                    <a:pt x="644442" y="121068"/>
                  </a:lnTo>
                  <a:lnTo>
                    <a:pt x="648201" y="121820"/>
                  </a:lnTo>
                  <a:lnTo>
                    <a:pt x="649705" y="122572"/>
                  </a:lnTo>
                  <a:lnTo>
                    <a:pt x="664745" y="130092"/>
                  </a:lnTo>
                  <a:lnTo>
                    <a:pt x="667753" y="131595"/>
                  </a:lnTo>
                  <a:lnTo>
                    <a:pt x="668505" y="131595"/>
                  </a:lnTo>
                  <a:lnTo>
                    <a:pt x="670008" y="130843"/>
                  </a:lnTo>
                  <a:lnTo>
                    <a:pt x="671512" y="130843"/>
                  </a:lnTo>
                  <a:lnTo>
                    <a:pt x="675272" y="127836"/>
                  </a:lnTo>
                  <a:lnTo>
                    <a:pt x="678280" y="125580"/>
                  </a:lnTo>
                  <a:lnTo>
                    <a:pt x="678280" y="124828"/>
                  </a:lnTo>
                  <a:lnTo>
                    <a:pt x="678280" y="124076"/>
                  </a:lnTo>
                  <a:lnTo>
                    <a:pt x="677528" y="120316"/>
                  </a:lnTo>
                  <a:lnTo>
                    <a:pt x="676776" y="115804"/>
                  </a:lnTo>
                  <a:lnTo>
                    <a:pt x="676776" y="112044"/>
                  </a:lnTo>
                  <a:lnTo>
                    <a:pt x="676776" y="111292"/>
                  </a:lnTo>
                  <a:lnTo>
                    <a:pt x="676776" y="110540"/>
                  </a:lnTo>
                  <a:lnTo>
                    <a:pt x="676025" y="109788"/>
                  </a:lnTo>
                  <a:lnTo>
                    <a:pt x="674521" y="108284"/>
                  </a:lnTo>
                  <a:lnTo>
                    <a:pt x="673768" y="106780"/>
                  </a:lnTo>
                  <a:lnTo>
                    <a:pt x="673768" y="106028"/>
                  </a:lnTo>
                  <a:lnTo>
                    <a:pt x="673768" y="105276"/>
                  </a:lnTo>
                  <a:lnTo>
                    <a:pt x="673768" y="104524"/>
                  </a:lnTo>
                  <a:lnTo>
                    <a:pt x="673768" y="103773"/>
                  </a:lnTo>
                  <a:lnTo>
                    <a:pt x="676025" y="100013"/>
                  </a:lnTo>
                  <a:lnTo>
                    <a:pt x="676776" y="99261"/>
                  </a:lnTo>
                  <a:lnTo>
                    <a:pt x="676776" y="98509"/>
                  </a:lnTo>
                  <a:lnTo>
                    <a:pt x="676776" y="97757"/>
                  </a:lnTo>
                  <a:lnTo>
                    <a:pt x="676776" y="97005"/>
                  </a:lnTo>
                  <a:lnTo>
                    <a:pt x="676025" y="96253"/>
                  </a:lnTo>
                  <a:lnTo>
                    <a:pt x="673768" y="93245"/>
                  </a:lnTo>
                  <a:lnTo>
                    <a:pt x="673768" y="92493"/>
                  </a:lnTo>
                  <a:lnTo>
                    <a:pt x="673016" y="91741"/>
                  </a:lnTo>
                  <a:lnTo>
                    <a:pt x="673016" y="88733"/>
                  </a:lnTo>
                  <a:lnTo>
                    <a:pt x="673016" y="87981"/>
                  </a:lnTo>
                  <a:lnTo>
                    <a:pt x="673016" y="87229"/>
                  </a:lnTo>
                  <a:lnTo>
                    <a:pt x="673768" y="86477"/>
                  </a:lnTo>
                  <a:lnTo>
                    <a:pt x="675272" y="83469"/>
                  </a:lnTo>
                  <a:lnTo>
                    <a:pt x="682792" y="74445"/>
                  </a:lnTo>
                  <a:lnTo>
                    <a:pt x="683544" y="73694"/>
                  </a:lnTo>
                  <a:lnTo>
                    <a:pt x="685048" y="74445"/>
                  </a:lnTo>
                  <a:lnTo>
                    <a:pt x="687304" y="75197"/>
                  </a:lnTo>
                  <a:lnTo>
                    <a:pt x="690312" y="77453"/>
                  </a:lnTo>
                  <a:lnTo>
                    <a:pt x="702344" y="83469"/>
                  </a:lnTo>
                  <a:lnTo>
                    <a:pt x="704599" y="85725"/>
                  </a:lnTo>
                  <a:lnTo>
                    <a:pt x="707607" y="87981"/>
                  </a:lnTo>
                  <a:lnTo>
                    <a:pt x="712119" y="93245"/>
                  </a:lnTo>
                  <a:lnTo>
                    <a:pt x="712119" y="93997"/>
                  </a:lnTo>
                  <a:lnTo>
                    <a:pt x="712871" y="95501"/>
                  </a:lnTo>
                  <a:lnTo>
                    <a:pt x="715879" y="104524"/>
                  </a:lnTo>
                  <a:lnTo>
                    <a:pt x="715879" y="105276"/>
                  </a:lnTo>
                  <a:lnTo>
                    <a:pt x="717383" y="105276"/>
                  </a:lnTo>
                  <a:lnTo>
                    <a:pt x="719639" y="106028"/>
                  </a:lnTo>
                  <a:lnTo>
                    <a:pt x="724151" y="106028"/>
                  </a:lnTo>
                  <a:lnTo>
                    <a:pt x="727910" y="106028"/>
                  </a:lnTo>
                  <a:lnTo>
                    <a:pt x="728663" y="106028"/>
                  </a:lnTo>
                  <a:lnTo>
                    <a:pt x="728663" y="106780"/>
                  </a:lnTo>
                  <a:lnTo>
                    <a:pt x="731670" y="109036"/>
                  </a:lnTo>
                  <a:lnTo>
                    <a:pt x="733174" y="109036"/>
                  </a:lnTo>
                  <a:lnTo>
                    <a:pt x="739942" y="107532"/>
                  </a:lnTo>
                  <a:lnTo>
                    <a:pt x="742198" y="107532"/>
                  </a:lnTo>
                  <a:lnTo>
                    <a:pt x="743702" y="107532"/>
                  </a:lnTo>
                  <a:lnTo>
                    <a:pt x="745958" y="108284"/>
                  </a:lnTo>
                  <a:lnTo>
                    <a:pt x="746710" y="109036"/>
                  </a:lnTo>
                  <a:lnTo>
                    <a:pt x="747462" y="108284"/>
                  </a:lnTo>
                  <a:lnTo>
                    <a:pt x="749718" y="106780"/>
                  </a:lnTo>
                  <a:lnTo>
                    <a:pt x="750470" y="105276"/>
                  </a:lnTo>
                  <a:lnTo>
                    <a:pt x="751974" y="102268"/>
                  </a:lnTo>
                  <a:lnTo>
                    <a:pt x="753478" y="100764"/>
                  </a:lnTo>
                  <a:lnTo>
                    <a:pt x="757238" y="98509"/>
                  </a:lnTo>
                  <a:lnTo>
                    <a:pt x="757989" y="100013"/>
                  </a:lnTo>
                  <a:lnTo>
                    <a:pt x="757989" y="101516"/>
                  </a:lnTo>
                  <a:lnTo>
                    <a:pt x="760245" y="105276"/>
                  </a:lnTo>
                  <a:lnTo>
                    <a:pt x="760245" y="106028"/>
                  </a:lnTo>
                  <a:lnTo>
                    <a:pt x="760245" y="109788"/>
                  </a:lnTo>
                  <a:lnTo>
                    <a:pt x="760245" y="110540"/>
                  </a:lnTo>
                  <a:lnTo>
                    <a:pt x="760998" y="111292"/>
                  </a:lnTo>
                  <a:lnTo>
                    <a:pt x="764757" y="116556"/>
                  </a:lnTo>
                  <a:lnTo>
                    <a:pt x="764757" y="117308"/>
                  </a:lnTo>
                  <a:lnTo>
                    <a:pt x="764757" y="118060"/>
                  </a:lnTo>
                  <a:lnTo>
                    <a:pt x="764757" y="118812"/>
                  </a:lnTo>
                  <a:lnTo>
                    <a:pt x="764757" y="119564"/>
                  </a:lnTo>
                  <a:lnTo>
                    <a:pt x="764757" y="120316"/>
                  </a:lnTo>
                  <a:lnTo>
                    <a:pt x="762502" y="122572"/>
                  </a:lnTo>
                  <a:lnTo>
                    <a:pt x="761749" y="123324"/>
                  </a:lnTo>
                  <a:lnTo>
                    <a:pt x="759493" y="130092"/>
                  </a:lnTo>
                  <a:lnTo>
                    <a:pt x="757989" y="135355"/>
                  </a:lnTo>
                  <a:lnTo>
                    <a:pt x="754982" y="142123"/>
                  </a:lnTo>
                  <a:lnTo>
                    <a:pt x="751974" y="148139"/>
                  </a:lnTo>
                  <a:lnTo>
                    <a:pt x="750470" y="150395"/>
                  </a:lnTo>
                  <a:lnTo>
                    <a:pt x="749718" y="151147"/>
                  </a:lnTo>
                  <a:lnTo>
                    <a:pt x="748966" y="154155"/>
                  </a:lnTo>
                  <a:lnTo>
                    <a:pt x="748214" y="154907"/>
                  </a:lnTo>
                  <a:lnTo>
                    <a:pt x="748214" y="155659"/>
                  </a:lnTo>
                  <a:lnTo>
                    <a:pt x="748214" y="156411"/>
                  </a:lnTo>
                  <a:lnTo>
                    <a:pt x="748966" y="157162"/>
                  </a:lnTo>
                  <a:lnTo>
                    <a:pt x="749718" y="157914"/>
                  </a:lnTo>
                  <a:lnTo>
                    <a:pt x="751222" y="157914"/>
                  </a:lnTo>
                  <a:lnTo>
                    <a:pt x="752726" y="157162"/>
                  </a:lnTo>
                  <a:lnTo>
                    <a:pt x="754230" y="154907"/>
                  </a:lnTo>
                  <a:lnTo>
                    <a:pt x="754982" y="154155"/>
                  </a:lnTo>
                  <a:lnTo>
                    <a:pt x="756485" y="153403"/>
                  </a:lnTo>
                  <a:lnTo>
                    <a:pt x="764005" y="149643"/>
                  </a:lnTo>
                  <a:lnTo>
                    <a:pt x="764757" y="149643"/>
                  </a:lnTo>
                  <a:lnTo>
                    <a:pt x="765509" y="148891"/>
                  </a:lnTo>
                  <a:lnTo>
                    <a:pt x="766261" y="148139"/>
                  </a:lnTo>
                  <a:lnTo>
                    <a:pt x="767765" y="145883"/>
                  </a:lnTo>
                  <a:lnTo>
                    <a:pt x="768517" y="145131"/>
                  </a:lnTo>
                  <a:lnTo>
                    <a:pt x="769269" y="143627"/>
                  </a:lnTo>
                  <a:lnTo>
                    <a:pt x="770773" y="140619"/>
                  </a:lnTo>
                  <a:lnTo>
                    <a:pt x="771525" y="139867"/>
                  </a:lnTo>
                  <a:lnTo>
                    <a:pt x="772277" y="139115"/>
                  </a:lnTo>
                  <a:lnTo>
                    <a:pt x="773781" y="139115"/>
                  </a:lnTo>
                  <a:lnTo>
                    <a:pt x="775285" y="139115"/>
                  </a:lnTo>
                  <a:lnTo>
                    <a:pt x="783557" y="139867"/>
                  </a:lnTo>
                  <a:lnTo>
                    <a:pt x="785813" y="140619"/>
                  </a:lnTo>
                  <a:lnTo>
                    <a:pt x="797092" y="142123"/>
                  </a:lnTo>
                  <a:lnTo>
                    <a:pt x="798596" y="142123"/>
                  </a:lnTo>
                  <a:lnTo>
                    <a:pt x="799348" y="142123"/>
                  </a:lnTo>
                  <a:lnTo>
                    <a:pt x="804612" y="139115"/>
                  </a:lnTo>
                  <a:lnTo>
                    <a:pt x="809876" y="133851"/>
                  </a:lnTo>
                  <a:lnTo>
                    <a:pt x="811380" y="131595"/>
                  </a:lnTo>
                  <a:lnTo>
                    <a:pt x="812132" y="128588"/>
                  </a:lnTo>
                  <a:lnTo>
                    <a:pt x="812883" y="126332"/>
                  </a:lnTo>
                  <a:lnTo>
                    <a:pt x="812883" y="125580"/>
                  </a:lnTo>
                  <a:lnTo>
                    <a:pt x="815891" y="124076"/>
                  </a:lnTo>
                  <a:lnTo>
                    <a:pt x="818147" y="122572"/>
                  </a:lnTo>
                  <a:lnTo>
                    <a:pt x="820403" y="120316"/>
                  </a:lnTo>
                  <a:lnTo>
                    <a:pt x="821155" y="119564"/>
                  </a:lnTo>
                  <a:lnTo>
                    <a:pt x="821907" y="118060"/>
                  </a:lnTo>
                  <a:lnTo>
                    <a:pt x="822659" y="117308"/>
                  </a:lnTo>
                  <a:lnTo>
                    <a:pt x="824163" y="115052"/>
                  </a:lnTo>
                  <a:lnTo>
                    <a:pt x="825667" y="113548"/>
                  </a:lnTo>
                  <a:lnTo>
                    <a:pt x="827171" y="112044"/>
                  </a:lnTo>
                  <a:lnTo>
                    <a:pt x="827171" y="111292"/>
                  </a:lnTo>
                  <a:lnTo>
                    <a:pt x="827171" y="110540"/>
                  </a:lnTo>
                  <a:lnTo>
                    <a:pt x="827923" y="109788"/>
                  </a:lnTo>
                  <a:lnTo>
                    <a:pt x="828675" y="109036"/>
                  </a:lnTo>
                  <a:lnTo>
                    <a:pt x="832435" y="109036"/>
                  </a:lnTo>
                  <a:lnTo>
                    <a:pt x="833187" y="109036"/>
                  </a:lnTo>
                  <a:lnTo>
                    <a:pt x="833939" y="109036"/>
                  </a:lnTo>
                  <a:lnTo>
                    <a:pt x="834691" y="109788"/>
                  </a:lnTo>
                  <a:lnTo>
                    <a:pt x="836947" y="110540"/>
                  </a:lnTo>
                  <a:lnTo>
                    <a:pt x="838451" y="110540"/>
                  </a:lnTo>
                  <a:lnTo>
                    <a:pt x="842211" y="109788"/>
                  </a:lnTo>
                  <a:lnTo>
                    <a:pt x="845219" y="108284"/>
                  </a:lnTo>
                  <a:lnTo>
                    <a:pt x="851234" y="105276"/>
                  </a:lnTo>
                  <a:lnTo>
                    <a:pt x="854994" y="101516"/>
                  </a:lnTo>
                  <a:lnTo>
                    <a:pt x="857250" y="99261"/>
                  </a:lnTo>
                  <a:lnTo>
                    <a:pt x="858002" y="98509"/>
                  </a:lnTo>
                  <a:lnTo>
                    <a:pt x="859506" y="98509"/>
                  </a:lnTo>
                  <a:lnTo>
                    <a:pt x="861762" y="97757"/>
                  </a:lnTo>
                  <a:lnTo>
                    <a:pt x="863266" y="97005"/>
                  </a:lnTo>
                  <a:lnTo>
                    <a:pt x="864018" y="97005"/>
                  </a:lnTo>
                  <a:lnTo>
                    <a:pt x="865522" y="93997"/>
                  </a:lnTo>
                  <a:lnTo>
                    <a:pt x="866274" y="93245"/>
                  </a:lnTo>
                  <a:lnTo>
                    <a:pt x="867026" y="92493"/>
                  </a:lnTo>
                  <a:lnTo>
                    <a:pt x="868530" y="90989"/>
                  </a:lnTo>
                  <a:lnTo>
                    <a:pt x="869281" y="90237"/>
                  </a:lnTo>
                  <a:lnTo>
                    <a:pt x="870034" y="87981"/>
                  </a:lnTo>
                  <a:lnTo>
                    <a:pt x="870785" y="87229"/>
                  </a:lnTo>
                  <a:lnTo>
                    <a:pt x="876049" y="82717"/>
                  </a:lnTo>
                  <a:lnTo>
                    <a:pt x="876801" y="81965"/>
                  </a:lnTo>
                  <a:lnTo>
                    <a:pt x="876801" y="81213"/>
                  </a:lnTo>
                  <a:lnTo>
                    <a:pt x="877553" y="79709"/>
                  </a:lnTo>
                  <a:lnTo>
                    <a:pt x="878305" y="78957"/>
                  </a:lnTo>
                  <a:lnTo>
                    <a:pt x="878305" y="78205"/>
                  </a:lnTo>
                  <a:lnTo>
                    <a:pt x="879057" y="78205"/>
                  </a:lnTo>
                  <a:lnTo>
                    <a:pt x="880561" y="77453"/>
                  </a:lnTo>
                  <a:lnTo>
                    <a:pt x="882817" y="77453"/>
                  </a:lnTo>
                  <a:lnTo>
                    <a:pt x="885825" y="77453"/>
                  </a:lnTo>
                  <a:lnTo>
                    <a:pt x="886577" y="76701"/>
                  </a:lnTo>
                  <a:lnTo>
                    <a:pt x="888833" y="75949"/>
                  </a:lnTo>
                  <a:lnTo>
                    <a:pt x="890337" y="75949"/>
                  </a:lnTo>
                  <a:lnTo>
                    <a:pt x="891841" y="75949"/>
                  </a:lnTo>
                  <a:lnTo>
                    <a:pt x="892593" y="75949"/>
                  </a:lnTo>
                  <a:lnTo>
                    <a:pt x="893345" y="76701"/>
                  </a:lnTo>
                  <a:lnTo>
                    <a:pt x="894097" y="75949"/>
                  </a:lnTo>
                  <a:lnTo>
                    <a:pt x="897105" y="75197"/>
                  </a:lnTo>
                  <a:lnTo>
                    <a:pt x="930192" y="56398"/>
                  </a:lnTo>
                  <a:lnTo>
                    <a:pt x="933951" y="53390"/>
                  </a:lnTo>
                  <a:lnTo>
                    <a:pt x="933951" y="52638"/>
                  </a:lnTo>
                  <a:lnTo>
                    <a:pt x="933951" y="51134"/>
                  </a:lnTo>
                  <a:lnTo>
                    <a:pt x="934703" y="50382"/>
                  </a:lnTo>
                  <a:lnTo>
                    <a:pt x="936959" y="46622"/>
                  </a:lnTo>
                  <a:lnTo>
                    <a:pt x="936959" y="45118"/>
                  </a:lnTo>
                  <a:lnTo>
                    <a:pt x="936959" y="44366"/>
                  </a:lnTo>
                  <a:lnTo>
                    <a:pt x="936959" y="43615"/>
                  </a:lnTo>
                  <a:lnTo>
                    <a:pt x="938463" y="43615"/>
                  </a:lnTo>
                  <a:lnTo>
                    <a:pt x="939967" y="42863"/>
                  </a:lnTo>
                  <a:lnTo>
                    <a:pt x="941471" y="42111"/>
                  </a:lnTo>
                  <a:lnTo>
                    <a:pt x="957262" y="32335"/>
                  </a:lnTo>
                  <a:lnTo>
                    <a:pt x="959518" y="29327"/>
                  </a:lnTo>
                  <a:lnTo>
                    <a:pt x="962526" y="27071"/>
                  </a:lnTo>
                  <a:lnTo>
                    <a:pt x="963278" y="26319"/>
                  </a:lnTo>
                  <a:lnTo>
                    <a:pt x="964030" y="25567"/>
                  </a:lnTo>
                  <a:lnTo>
                    <a:pt x="964782" y="24815"/>
                  </a:lnTo>
                  <a:lnTo>
                    <a:pt x="967038" y="24063"/>
                  </a:lnTo>
                  <a:lnTo>
                    <a:pt x="970798" y="21055"/>
                  </a:lnTo>
                  <a:lnTo>
                    <a:pt x="975310" y="18799"/>
                  </a:lnTo>
                  <a:lnTo>
                    <a:pt x="976814" y="18047"/>
                  </a:lnTo>
                  <a:lnTo>
                    <a:pt x="979070" y="16544"/>
                  </a:lnTo>
                  <a:lnTo>
                    <a:pt x="993357" y="12032"/>
                  </a:lnTo>
                  <a:lnTo>
                    <a:pt x="1002381" y="6768"/>
                  </a:lnTo>
                  <a:lnTo>
                    <a:pt x="1007645" y="6016"/>
                  </a:lnTo>
                  <a:lnTo>
                    <a:pt x="1009149" y="5264"/>
                  </a:lnTo>
                  <a:lnTo>
                    <a:pt x="1010653" y="4512"/>
                  </a:lnTo>
                  <a:lnTo>
                    <a:pt x="1013660" y="2256"/>
                  </a:lnTo>
                  <a:lnTo>
                    <a:pt x="1014413" y="1504"/>
                  </a:lnTo>
                  <a:lnTo>
                    <a:pt x="1015165" y="1504"/>
                  </a:lnTo>
                  <a:lnTo>
                    <a:pt x="1016669" y="1504"/>
                  </a:lnTo>
                  <a:lnTo>
                    <a:pt x="1018924" y="2256"/>
                  </a:lnTo>
                  <a:lnTo>
                    <a:pt x="1020428" y="2256"/>
                  </a:lnTo>
                  <a:lnTo>
                    <a:pt x="1021932" y="1504"/>
                  </a:lnTo>
                  <a:lnTo>
                    <a:pt x="1022684" y="1504"/>
                  </a:lnTo>
                  <a:lnTo>
                    <a:pt x="1023436" y="2256"/>
                  </a:lnTo>
                  <a:lnTo>
                    <a:pt x="1026444" y="3008"/>
                  </a:lnTo>
                  <a:lnTo>
                    <a:pt x="1027196" y="3008"/>
                  </a:lnTo>
                  <a:lnTo>
                    <a:pt x="1027948" y="3008"/>
                  </a:lnTo>
                  <a:lnTo>
                    <a:pt x="1028700" y="2256"/>
                  </a:lnTo>
                  <a:lnTo>
                    <a:pt x="1028700" y="1504"/>
                  </a:lnTo>
                  <a:lnTo>
                    <a:pt x="1029452" y="752"/>
                  </a:lnTo>
                  <a:lnTo>
                    <a:pt x="1030204" y="0"/>
                  </a:lnTo>
                  <a:lnTo>
                    <a:pt x="1030956" y="0"/>
                  </a:lnTo>
                  <a:lnTo>
                    <a:pt x="1031708" y="0"/>
                  </a:lnTo>
                  <a:lnTo>
                    <a:pt x="1033212" y="1504"/>
                  </a:lnTo>
                  <a:lnTo>
                    <a:pt x="1034716" y="3008"/>
                  </a:lnTo>
                  <a:lnTo>
                    <a:pt x="1036972" y="4512"/>
                  </a:lnTo>
                  <a:lnTo>
                    <a:pt x="1038476" y="5264"/>
                  </a:lnTo>
                  <a:lnTo>
                    <a:pt x="1039980" y="5264"/>
                  </a:lnTo>
                  <a:lnTo>
                    <a:pt x="1041484" y="4512"/>
                  </a:lnTo>
                  <a:lnTo>
                    <a:pt x="1042235" y="5264"/>
                  </a:lnTo>
                  <a:lnTo>
                    <a:pt x="1042988" y="5264"/>
                  </a:lnTo>
                  <a:lnTo>
                    <a:pt x="1043739" y="6016"/>
                  </a:lnTo>
                  <a:lnTo>
                    <a:pt x="1045243" y="6016"/>
                  </a:lnTo>
                  <a:lnTo>
                    <a:pt x="1045995" y="6016"/>
                  </a:lnTo>
                  <a:lnTo>
                    <a:pt x="1047499" y="5264"/>
                  </a:lnTo>
                  <a:lnTo>
                    <a:pt x="1048252" y="5264"/>
                  </a:lnTo>
                  <a:lnTo>
                    <a:pt x="1049003" y="5264"/>
                  </a:lnTo>
                  <a:lnTo>
                    <a:pt x="1050507" y="5264"/>
                  </a:lnTo>
                  <a:lnTo>
                    <a:pt x="1052011" y="6016"/>
                  </a:lnTo>
                  <a:lnTo>
                    <a:pt x="1053515" y="6016"/>
                  </a:lnTo>
                  <a:lnTo>
                    <a:pt x="1055019" y="6016"/>
                  </a:lnTo>
                  <a:lnTo>
                    <a:pt x="1057275" y="7520"/>
                  </a:lnTo>
                  <a:lnTo>
                    <a:pt x="1058779" y="7520"/>
                  </a:lnTo>
                  <a:lnTo>
                    <a:pt x="1059531" y="7520"/>
                  </a:lnTo>
                  <a:lnTo>
                    <a:pt x="1060283" y="7520"/>
                  </a:lnTo>
                  <a:lnTo>
                    <a:pt x="1062539" y="6016"/>
                  </a:lnTo>
                  <a:lnTo>
                    <a:pt x="1063291" y="6016"/>
                  </a:lnTo>
                  <a:lnTo>
                    <a:pt x="1063291" y="5264"/>
                  </a:lnTo>
                  <a:lnTo>
                    <a:pt x="1064043" y="6016"/>
                  </a:lnTo>
                  <a:lnTo>
                    <a:pt x="1065547" y="6016"/>
                  </a:lnTo>
                  <a:lnTo>
                    <a:pt x="1067803" y="7520"/>
                  </a:lnTo>
                  <a:lnTo>
                    <a:pt x="1070811" y="9776"/>
                  </a:lnTo>
                  <a:lnTo>
                    <a:pt x="1071563" y="10528"/>
                  </a:lnTo>
                  <a:lnTo>
                    <a:pt x="1075322" y="10528"/>
                  </a:lnTo>
                  <a:lnTo>
                    <a:pt x="1076826" y="10528"/>
                  </a:lnTo>
                  <a:lnTo>
                    <a:pt x="1078331" y="9776"/>
                  </a:lnTo>
                  <a:lnTo>
                    <a:pt x="1079082" y="9776"/>
                  </a:lnTo>
                  <a:lnTo>
                    <a:pt x="1079834" y="9776"/>
                  </a:lnTo>
                  <a:lnTo>
                    <a:pt x="1081338" y="10528"/>
                  </a:lnTo>
                  <a:lnTo>
                    <a:pt x="1082090" y="10528"/>
                  </a:lnTo>
                  <a:lnTo>
                    <a:pt x="1084346" y="12032"/>
                  </a:lnTo>
                  <a:lnTo>
                    <a:pt x="1085850" y="12784"/>
                  </a:lnTo>
                  <a:lnTo>
                    <a:pt x="1086602" y="12784"/>
                  </a:lnTo>
                  <a:lnTo>
                    <a:pt x="1087354" y="12032"/>
                  </a:lnTo>
                  <a:lnTo>
                    <a:pt x="1088858" y="12032"/>
                  </a:lnTo>
                  <a:lnTo>
                    <a:pt x="1089610" y="12784"/>
                  </a:lnTo>
                  <a:lnTo>
                    <a:pt x="1091114" y="13536"/>
                  </a:lnTo>
                  <a:lnTo>
                    <a:pt x="1092618" y="15039"/>
                  </a:lnTo>
                  <a:lnTo>
                    <a:pt x="1094874" y="15791"/>
                  </a:lnTo>
                  <a:lnTo>
                    <a:pt x="1095626" y="16544"/>
                  </a:lnTo>
                  <a:lnTo>
                    <a:pt x="1093370" y="20303"/>
                  </a:lnTo>
                  <a:lnTo>
                    <a:pt x="1090362" y="24063"/>
                  </a:lnTo>
                  <a:lnTo>
                    <a:pt x="1088858" y="29327"/>
                  </a:lnTo>
                  <a:lnTo>
                    <a:pt x="1086602" y="36095"/>
                  </a:lnTo>
                  <a:lnTo>
                    <a:pt x="1084346" y="40607"/>
                  </a:lnTo>
                  <a:lnTo>
                    <a:pt x="1083594" y="43615"/>
                  </a:lnTo>
                  <a:lnTo>
                    <a:pt x="1082842" y="45118"/>
                  </a:lnTo>
                  <a:lnTo>
                    <a:pt x="1081338" y="50382"/>
                  </a:lnTo>
                  <a:lnTo>
                    <a:pt x="1082090" y="52638"/>
                  </a:lnTo>
                  <a:lnTo>
                    <a:pt x="1082842" y="53390"/>
                  </a:lnTo>
                  <a:lnTo>
                    <a:pt x="1083594" y="55646"/>
                  </a:lnTo>
                  <a:lnTo>
                    <a:pt x="1084346" y="56398"/>
                  </a:lnTo>
                  <a:lnTo>
                    <a:pt x="1084346" y="57150"/>
                  </a:lnTo>
                  <a:lnTo>
                    <a:pt x="1084346" y="59406"/>
                  </a:lnTo>
                  <a:lnTo>
                    <a:pt x="1084346" y="60158"/>
                  </a:lnTo>
                  <a:lnTo>
                    <a:pt x="1084346" y="60910"/>
                  </a:lnTo>
                  <a:lnTo>
                    <a:pt x="1084346" y="61662"/>
                  </a:lnTo>
                  <a:lnTo>
                    <a:pt x="1083594" y="62414"/>
                  </a:lnTo>
                  <a:lnTo>
                    <a:pt x="1083594" y="63166"/>
                  </a:lnTo>
                  <a:lnTo>
                    <a:pt x="1083594" y="63918"/>
                  </a:lnTo>
                  <a:lnTo>
                    <a:pt x="1084346" y="66174"/>
                  </a:lnTo>
                  <a:lnTo>
                    <a:pt x="1084346" y="66926"/>
                  </a:lnTo>
                  <a:lnTo>
                    <a:pt x="1085098" y="67678"/>
                  </a:lnTo>
                  <a:lnTo>
                    <a:pt x="1086602" y="69182"/>
                  </a:lnTo>
                  <a:lnTo>
                    <a:pt x="1087354" y="69934"/>
                  </a:lnTo>
                  <a:lnTo>
                    <a:pt x="1088858" y="70685"/>
                  </a:lnTo>
                  <a:lnTo>
                    <a:pt x="1090362" y="71438"/>
                  </a:lnTo>
                  <a:lnTo>
                    <a:pt x="1103897" y="73694"/>
                  </a:lnTo>
                  <a:lnTo>
                    <a:pt x="1104650" y="74445"/>
                  </a:lnTo>
                  <a:lnTo>
                    <a:pt x="1106905" y="75949"/>
                  </a:lnTo>
                  <a:lnTo>
                    <a:pt x="1107657" y="77453"/>
                  </a:lnTo>
                  <a:lnTo>
                    <a:pt x="1108409" y="78205"/>
                  </a:lnTo>
                  <a:lnTo>
                    <a:pt x="1140744" y="86477"/>
                  </a:lnTo>
                  <a:lnTo>
                    <a:pt x="1147512" y="84221"/>
                  </a:lnTo>
                  <a:lnTo>
                    <a:pt x="1148264" y="84221"/>
                  </a:lnTo>
                  <a:lnTo>
                    <a:pt x="1149016" y="83469"/>
                  </a:lnTo>
                  <a:lnTo>
                    <a:pt x="1149768" y="81965"/>
                  </a:lnTo>
                  <a:lnTo>
                    <a:pt x="1150520" y="81213"/>
                  </a:lnTo>
                  <a:lnTo>
                    <a:pt x="1151272" y="79709"/>
                  </a:lnTo>
                  <a:lnTo>
                    <a:pt x="1153528" y="78205"/>
                  </a:lnTo>
                  <a:lnTo>
                    <a:pt x="1154280" y="77453"/>
                  </a:lnTo>
                  <a:lnTo>
                    <a:pt x="1154280" y="76701"/>
                  </a:lnTo>
                  <a:lnTo>
                    <a:pt x="1155031" y="74445"/>
                  </a:lnTo>
                  <a:lnTo>
                    <a:pt x="1155031" y="73694"/>
                  </a:lnTo>
                  <a:lnTo>
                    <a:pt x="1155784" y="73694"/>
                  </a:lnTo>
                  <a:lnTo>
                    <a:pt x="1156536" y="72942"/>
                  </a:lnTo>
                  <a:lnTo>
                    <a:pt x="1157288" y="72190"/>
                  </a:lnTo>
                  <a:lnTo>
                    <a:pt x="1173079" y="64670"/>
                  </a:lnTo>
                  <a:lnTo>
                    <a:pt x="1177591" y="63918"/>
                  </a:lnTo>
                  <a:lnTo>
                    <a:pt x="1180599" y="62414"/>
                  </a:lnTo>
                  <a:lnTo>
                    <a:pt x="1181351" y="62414"/>
                  </a:lnTo>
                  <a:lnTo>
                    <a:pt x="1183607" y="61662"/>
                  </a:lnTo>
                  <a:lnTo>
                    <a:pt x="1188870" y="61662"/>
                  </a:lnTo>
                  <a:lnTo>
                    <a:pt x="1191127" y="62414"/>
                  </a:lnTo>
                  <a:lnTo>
                    <a:pt x="1195638" y="63166"/>
                  </a:lnTo>
                  <a:lnTo>
                    <a:pt x="1198646" y="64670"/>
                  </a:lnTo>
                  <a:lnTo>
                    <a:pt x="1205414" y="66174"/>
                  </a:lnTo>
                  <a:lnTo>
                    <a:pt x="1206918" y="66174"/>
                  </a:lnTo>
                  <a:lnTo>
                    <a:pt x="1208422" y="66174"/>
                  </a:lnTo>
                  <a:lnTo>
                    <a:pt x="1209926" y="66174"/>
                  </a:lnTo>
                  <a:lnTo>
                    <a:pt x="1216693" y="69182"/>
                  </a:lnTo>
                  <a:lnTo>
                    <a:pt x="1218197" y="69182"/>
                  </a:lnTo>
                  <a:lnTo>
                    <a:pt x="1220453" y="68430"/>
                  </a:lnTo>
                  <a:lnTo>
                    <a:pt x="1222709" y="69182"/>
                  </a:lnTo>
                  <a:lnTo>
                    <a:pt x="1223461" y="69934"/>
                  </a:lnTo>
                  <a:lnTo>
                    <a:pt x="1224965" y="70685"/>
                  </a:lnTo>
                  <a:lnTo>
                    <a:pt x="1227221" y="72190"/>
                  </a:lnTo>
                  <a:lnTo>
                    <a:pt x="1227973" y="73694"/>
                  </a:lnTo>
                  <a:lnTo>
                    <a:pt x="1228725" y="74445"/>
                  </a:lnTo>
                  <a:lnTo>
                    <a:pt x="1230229" y="78205"/>
                  </a:lnTo>
                  <a:lnTo>
                    <a:pt x="1230981" y="78957"/>
                  </a:lnTo>
                  <a:lnTo>
                    <a:pt x="1231733" y="79709"/>
                  </a:lnTo>
                  <a:lnTo>
                    <a:pt x="1243765" y="88733"/>
                  </a:lnTo>
                  <a:lnTo>
                    <a:pt x="1246772" y="90989"/>
                  </a:lnTo>
                  <a:lnTo>
                    <a:pt x="1253540" y="97005"/>
                  </a:lnTo>
                  <a:lnTo>
                    <a:pt x="1255044" y="98509"/>
                  </a:lnTo>
                  <a:lnTo>
                    <a:pt x="1262564" y="103020"/>
                  </a:lnTo>
                  <a:lnTo>
                    <a:pt x="1263316" y="104524"/>
                  </a:lnTo>
                  <a:lnTo>
                    <a:pt x="1264820" y="106028"/>
                  </a:lnTo>
                  <a:lnTo>
                    <a:pt x="1265572" y="106780"/>
                  </a:lnTo>
                  <a:lnTo>
                    <a:pt x="1268580" y="108284"/>
                  </a:lnTo>
                  <a:lnTo>
                    <a:pt x="1270084" y="109036"/>
                  </a:lnTo>
                  <a:lnTo>
                    <a:pt x="1271587" y="109788"/>
                  </a:lnTo>
                  <a:lnTo>
                    <a:pt x="1273091" y="109788"/>
                  </a:lnTo>
                  <a:lnTo>
                    <a:pt x="1279107" y="108284"/>
                  </a:lnTo>
                  <a:lnTo>
                    <a:pt x="1279859" y="108284"/>
                  </a:lnTo>
                  <a:lnTo>
                    <a:pt x="1280611" y="109036"/>
                  </a:lnTo>
                  <a:lnTo>
                    <a:pt x="1282867" y="111292"/>
                  </a:lnTo>
                  <a:lnTo>
                    <a:pt x="1288131" y="112796"/>
                  </a:lnTo>
                  <a:lnTo>
                    <a:pt x="1291891" y="115804"/>
                  </a:lnTo>
                  <a:lnTo>
                    <a:pt x="1293395" y="117308"/>
                  </a:lnTo>
                  <a:lnTo>
                    <a:pt x="1294899" y="119564"/>
                  </a:lnTo>
                  <a:lnTo>
                    <a:pt x="1297155" y="120316"/>
                  </a:lnTo>
                  <a:lnTo>
                    <a:pt x="1301666" y="124076"/>
                  </a:lnTo>
                  <a:lnTo>
                    <a:pt x="1320466" y="133099"/>
                  </a:lnTo>
                  <a:lnTo>
                    <a:pt x="1323474" y="134603"/>
                  </a:lnTo>
                  <a:lnTo>
                    <a:pt x="1327234" y="136107"/>
                  </a:lnTo>
                  <a:lnTo>
                    <a:pt x="1334753" y="137611"/>
                  </a:lnTo>
                  <a:lnTo>
                    <a:pt x="1337009" y="137611"/>
                  </a:lnTo>
                  <a:lnTo>
                    <a:pt x="1337761" y="137611"/>
                  </a:lnTo>
                  <a:lnTo>
                    <a:pt x="1340017" y="136107"/>
                  </a:lnTo>
                  <a:lnTo>
                    <a:pt x="1340769" y="136107"/>
                  </a:lnTo>
                  <a:lnTo>
                    <a:pt x="1341521" y="136107"/>
                  </a:lnTo>
                  <a:lnTo>
                    <a:pt x="1343025" y="137611"/>
                  </a:lnTo>
                  <a:lnTo>
                    <a:pt x="1343777" y="139115"/>
                  </a:lnTo>
                  <a:lnTo>
                    <a:pt x="1344529" y="139867"/>
                  </a:lnTo>
                  <a:lnTo>
                    <a:pt x="1345281" y="140619"/>
                  </a:lnTo>
                  <a:lnTo>
                    <a:pt x="1349041" y="142123"/>
                  </a:lnTo>
                  <a:lnTo>
                    <a:pt x="1349793" y="142875"/>
                  </a:lnTo>
                  <a:lnTo>
                    <a:pt x="1351297" y="145131"/>
                  </a:lnTo>
                  <a:lnTo>
                    <a:pt x="1352049" y="145883"/>
                  </a:lnTo>
                  <a:lnTo>
                    <a:pt x="1352049" y="146635"/>
                  </a:lnTo>
                  <a:lnTo>
                    <a:pt x="1352801" y="147387"/>
                  </a:lnTo>
                  <a:lnTo>
                    <a:pt x="1353553" y="147387"/>
                  </a:lnTo>
                  <a:lnTo>
                    <a:pt x="1355057" y="148139"/>
                  </a:lnTo>
                  <a:lnTo>
                    <a:pt x="1355809" y="147387"/>
                  </a:lnTo>
                  <a:lnTo>
                    <a:pt x="1359568" y="146635"/>
                  </a:lnTo>
                  <a:lnTo>
                    <a:pt x="1360321" y="145883"/>
                  </a:lnTo>
                  <a:lnTo>
                    <a:pt x="1361824" y="145883"/>
                  </a:lnTo>
                  <a:lnTo>
                    <a:pt x="1363328" y="145883"/>
                  </a:lnTo>
                  <a:lnTo>
                    <a:pt x="1367088" y="145131"/>
                  </a:lnTo>
                  <a:lnTo>
                    <a:pt x="1369344" y="145131"/>
                  </a:lnTo>
                  <a:lnTo>
                    <a:pt x="1373856" y="146635"/>
                  </a:lnTo>
                  <a:lnTo>
                    <a:pt x="1375360" y="146635"/>
                  </a:lnTo>
                  <a:lnTo>
                    <a:pt x="1376112" y="145883"/>
                  </a:lnTo>
                  <a:lnTo>
                    <a:pt x="1376864" y="145883"/>
                  </a:lnTo>
                  <a:lnTo>
                    <a:pt x="1378368" y="145131"/>
                  </a:lnTo>
                  <a:lnTo>
                    <a:pt x="1379120" y="144379"/>
                  </a:lnTo>
                  <a:lnTo>
                    <a:pt x="1384383" y="142123"/>
                  </a:lnTo>
                  <a:lnTo>
                    <a:pt x="1386640" y="140619"/>
                  </a:lnTo>
                  <a:lnTo>
                    <a:pt x="1387392" y="139115"/>
                  </a:lnTo>
                  <a:lnTo>
                    <a:pt x="1388143" y="139115"/>
                  </a:lnTo>
                  <a:lnTo>
                    <a:pt x="1388896" y="138363"/>
                  </a:lnTo>
                  <a:lnTo>
                    <a:pt x="1389647" y="138363"/>
                  </a:lnTo>
                  <a:lnTo>
                    <a:pt x="1393407" y="138363"/>
                  </a:lnTo>
                  <a:lnTo>
                    <a:pt x="1394159" y="137611"/>
                  </a:lnTo>
                  <a:lnTo>
                    <a:pt x="1394911" y="137611"/>
                  </a:lnTo>
                  <a:lnTo>
                    <a:pt x="1397167" y="136107"/>
                  </a:lnTo>
                  <a:lnTo>
                    <a:pt x="1442286" y="177466"/>
                  </a:lnTo>
                  <a:lnTo>
                    <a:pt x="1463341" y="197017"/>
                  </a:lnTo>
                  <a:lnTo>
                    <a:pt x="1467853" y="231608"/>
                  </a:lnTo>
                  <a:lnTo>
                    <a:pt x="1469357" y="236120"/>
                  </a:lnTo>
                  <a:lnTo>
                    <a:pt x="1473869" y="235368"/>
                  </a:lnTo>
                  <a:lnTo>
                    <a:pt x="1480636" y="236872"/>
                  </a:lnTo>
                  <a:lnTo>
                    <a:pt x="1488156" y="238376"/>
                  </a:lnTo>
                  <a:lnTo>
                    <a:pt x="1488908" y="238376"/>
                  </a:lnTo>
                  <a:lnTo>
                    <a:pt x="1489660" y="239128"/>
                  </a:lnTo>
                  <a:lnTo>
                    <a:pt x="1494172" y="242136"/>
                  </a:lnTo>
                  <a:lnTo>
                    <a:pt x="1497180" y="241384"/>
                  </a:lnTo>
                  <a:lnTo>
                    <a:pt x="1503947" y="237624"/>
                  </a:lnTo>
                  <a:lnTo>
                    <a:pt x="1509963" y="236120"/>
                  </a:lnTo>
                  <a:lnTo>
                    <a:pt x="1513723" y="234616"/>
                  </a:lnTo>
                  <a:lnTo>
                    <a:pt x="1518987" y="230104"/>
                  </a:lnTo>
                  <a:lnTo>
                    <a:pt x="1520491" y="227848"/>
                  </a:lnTo>
                  <a:lnTo>
                    <a:pt x="1521243" y="227096"/>
                  </a:lnTo>
                  <a:lnTo>
                    <a:pt x="1522747" y="227096"/>
                  </a:lnTo>
                  <a:lnTo>
                    <a:pt x="1523499" y="226344"/>
                  </a:lnTo>
                  <a:lnTo>
                    <a:pt x="1525003" y="225592"/>
                  </a:lnTo>
                  <a:lnTo>
                    <a:pt x="1525755" y="224840"/>
                  </a:lnTo>
                  <a:lnTo>
                    <a:pt x="1526507" y="224840"/>
                  </a:lnTo>
                  <a:lnTo>
                    <a:pt x="1528011" y="224840"/>
                  </a:lnTo>
                  <a:lnTo>
                    <a:pt x="1529515" y="225592"/>
                  </a:lnTo>
                  <a:lnTo>
                    <a:pt x="1533275" y="227848"/>
                  </a:lnTo>
                  <a:lnTo>
                    <a:pt x="1534778" y="228600"/>
                  </a:lnTo>
                  <a:lnTo>
                    <a:pt x="1536282" y="228600"/>
                  </a:lnTo>
                  <a:lnTo>
                    <a:pt x="1537786" y="228600"/>
                  </a:lnTo>
                  <a:lnTo>
                    <a:pt x="1539290" y="227848"/>
                  </a:lnTo>
                  <a:lnTo>
                    <a:pt x="1542298" y="226344"/>
                  </a:lnTo>
                  <a:lnTo>
                    <a:pt x="1543050" y="226344"/>
                  </a:lnTo>
                  <a:lnTo>
                    <a:pt x="1543802" y="226344"/>
                  </a:lnTo>
                  <a:lnTo>
                    <a:pt x="1545306" y="226344"/>
                  </a:lnTo>
                  <a:lnTo>
                    <a:pt x="1546810" y="227096"/>
                  </a:lnTo>
                  <a:lnTo>
                    <a:pt x="1549066" y="228600"/>
                  </a:lnTo>
                  <a:lnTo>
                    <a:pt x="1549818" y="229352"/>
                  </a:lnTo>
                  <a:lnTo>
                    <a:pt x="1550570" y="230104"/>
                  </a:lnTo>
                  <a:lnTo>
                    <a:pt x="1554330" y="235368"/>
                  </a:lnTo>
                  <a:lnTo>
                    <a:pt x="1555082" y="235368"/>
                  </a:lnTo>
                  <a:lnTo>
                    <a:pt x="1555834" y="236120"/>
                  </a:lnTo>
                  <a:lnTo>
                    <a:pt x="1558090" y="235368"/>
                  </a:lnTo>
                  <a:lnTo>
                    <a:pt x="1559594" y="235368"/>
                  </a:lnTo>
                  <a:lnTo>
                    <a:pt x="1562601" y="233864"/>
                  </a:lnTo>
                  <a:lnTo>
                    <a:pt x="1564105" y="233112"/>
                  </a:lnTo>
                  <a:lnTo>
                    <a:pt x="1568617" y="231608"/>
                  </a:lnTo>
                  <a:lnTo>
                    <a:pt x="1569369" y="231608"/>
                  </a:lnTo>
                  <a:lnTo>
                    <a:pt x="1570873" y="232360"/>
                  </a:lnTo>
                  <a:lnTo>
                    <a:pt x="1573881" y="233112"/>
                  </a:lnTo>
                  <a:lnTo>
                    <a:pt x="1581401" y="236872"/>
                  </a:lnTo>
                  <a:lnTo>
                    <a:pt x="1582905" y="238376"/>
                  </a:lnTo>
                  <a:lnTo>
                    <a:pt x="1585913" y="243639"/>
                  </a:lnTo>
                  <a:lnTo>
                    <a:pt x="1586665" y="244391"/>
                  </a:lnTo>
                  <a:lnTo>
                    <a:pt x="1587416" y="244391"/>
                  </a:lnTo>
                  <a:lnTo>
                    <a:pt x="1588920" y="244391"/>
                  </a:lnTo>
                  <a:lnTo>
                    <a:pt x="1589673" y="244391"/>
                  </a:lnTo>
                  <a:lnTo>
                    <a:pt x="1590424" y="243639"/>
                  </a:lnTo>
                  <a:lnTo>
                    <a:pt x="1590424" y="242888"/>
                  </a:lnTo>
                  <a:lnTo>
                    <a:pt x="1591928" y="242888"/>
                  </a:lnTo>
                  <a:lnTo>
                    <a:pt x="1594184" y="242888"/>
                  </a:lnTo>
                  <a:lnTo>
                    <a:pt x="1594184" y="242136"/>
                  </a:lnTo>
                  <a:lnTo>
                    <a:pt x="1597192" y="241384"/>
                  </a:lnTo>
                  <a:lnTo>
                    <a:pt x="1597944" y="240632"/>
                  </a:lnTo>
                  <a:lnTo>
                    <a:pt x="1599448" y="241384"/>
                  </a:lnTo>
                  <a:lnTo>
                    <a:pt x="1611480" y="246648"/>
                  </a:lnTo>
                  <a:lnTo>
                    <a:pt x="1615992" y="248151"/>
                  </a:lnTo>
                  <a:lnTo>
                    <a:pt x="1619752" y="248903"/>
                  </a:lnTo>
                  <a:lnTo>
                    <a:pt x="1622759" y="248903"/>
                  </a:lnTo>
                  <a:lnTo>
                    <a:pt x="1625015" y="248151"/>
                  </a:lnTo>
                  <a:lnTo>
                    <a:pt x="1625767" y="248151"/>
                  </a:lnTo>
                  <a:lnTo>
                    <a:pt x="1634039" y="247399"/>
                  </a:lnTo>
                  <a:lnTo>
                    <a:pt x="1635543" y="248151"/>
                  </a:lnTo>
                  <a:lnTo>
                    <a:pt x="1636295" y="248903"/>
                  </a:lnTo>
                  <a:lnTo>
                    <a:pt x="1637799" y="248903"/>
                  </a:lnTo>
                  <a:lnTo>
                    <a:pt x="1638551" y="251159"/>
                  </a:lnTo>
                  <a:lnTo>
                    <a:pt x="1638551" y="251911"/>
                  </a:lnTo>
                  <a:lnTo>
                    <a:pt x="1637799" y="252663"/>
                  </a:lnTo>
                  <a:lnTo>
                    <a:pt x="1637799" y="253415"/>
                  </a:lnTo>
                  <a:lnTo>
                    <a:pt x="1638551" y="254167"/>
                  </a:lnTo>
                  <a:lnTo>
                    <a:pt x="1638551" y="254919"/>
                  </a:lnTo>
                  <a:lnTo>
                    <a:pt x="1640055" y="254919"/>
                  </a:lnTo>
                  <a:lnTo>
                    <a:pt x="1642311" y="255671"/>
                  </a:lnTo>
                  <a:lnTo>
                    <a:pt x="1643063" y="256423"/>
                  </a:lnTo>
                  <a:lnTo>
                    <a:pt x="1643063" y="257175"/>
                  </a:lnTo>
                  <a:lnTo>
                    <a:pt x="1643063" y="258679"/>
                  </a:lnTo>
                  <a:lnTo>
                    <a:pt x="1643063" y="259431"/>
                  </a:lnTo>
                  <a:lnTo>
                    <a:pt x="1643814" y="260183"/>
                  </a:lnTo>
                  <a:lnTo>
                    <a:pt x="1645318" y="260183"/>
                  </a:lnTo>
                  <a:lnTo>
                    <a:pt x="1646071" y="260183"/>
                  </a:lnTo>
                  <a:lnTo>
                    <a:pt x="1647574" y="259431"/>
                  </a:lnTo>
                  <a:lnTo>
                    <a:pt x="1649078" y="259431"/>
                  </a:lnTo>
                  <a:lnTo>
                    <a:pt x="1649831" y="259431"/>
                  </a:lnTo>
                  <a:lnTo>
                    <a:pt x="1652086" y="260183"/>
                  </a:lnTo>
                  <a:lnTo>
                    <a:pt x="1654342" y="261687"/>
                  </a:lnTo>
                  <a:lnTo>
                    <a:pt x="1658854" y="264695"/>
                  </a:lnTo>
                  <a:lnTo>
                    <a:pt x="1660358" y="266951"/>
                  </a:lnTo>
                  <a:lnTo>
                    <a:pt x="1661862" y="267703"/>
                  </a:lnTo>
                  <a:lnTo>
                    <a:pt x="1662614" y="270711"/>
                  </a:lnTo>
                  <a:lnTo>
                    <a:pt x="1663366" y="271463"/>
                  </a:lnTo>
                  <a:lnTo>
                    <a:pt x="1664118" y="272215"/>
                  </a:lnTo>
                  <a:lnTo>
                    <a:pt x="1664870" y="272967"/>
                  </a:lnTo>
                  <a:lnTo>
                    <a:pt x="1668630" y="275222"/>
                  </a:lnTo>
                  <a:lnTo>
                    <a:pt x="1670133" y="275974"/>
                  </a:lnTo>
                  <a:lnTo>
                    <a:pt x="1670886" y="275974"/>
                  </a:lnTo>
                  <a:lnTo>
                    <a:pt x="1671638" y="275974"/>
                  </a:lnTo>
                  <a:lnTo>
                    <a:pt x="1673893" y="275974"/>
                  </a:lnTo>
                  <a:lnTo>
                    <a:pt x="1676150" y="275222"/>
                  </a:lnTo>
                  <a:lnTo>
                    <a:pt x="1679909" y="276726"/>
                  </a:lnTo>
                  <a:lnTo>
                    <a:pt x="1680661" y="278230"/>
                  </a:lnTo>
                  <a:lnTo>
                    <a:pt x="1680661" y="278982"/>
                  </a:lnTo>
                  <a:lnTo>
                    <a:pt x="1681413" y="280486"/>
                  </a:lnTo>
                  <a:lnTo>
                    <a:pt x="1682917" y="282742"/>
                  </a:lnTo>
                  <a:lnTo>
                    <a:pt x="1683669" y="284246"/>
                  </a:lnTo>
                  <a:lnTo>
                    <a:pt x="1685925" y="285750"/>
                  </a:lnTo>
                  <a:lnTo>
                    <a:pt x="1686677" y="286502"/>
                  </a:lnTo>
                  <a:lnTo>
                    <a:pt x="1687429" y="287254"/>
                  </a:lnTo>
                  <a:lnTo>
                    <a:pt x="1687429" y="288006"/>
                  </a:lnTo>
                  <a:lnTo>
                    <a:pt x="1688181" y="290262"/>
                  </a:lnTo>
                  <a:lnTo>
                    <a:pt x="1688181" y="291014"/>
                  </a:lnTo>
                  <a:lnTo>
                    <a:pt x="1690437" y="294022"/>
                  </a:lnTo>
                  <a:lnTo>
                    <a:pt x="1690437" y="295526"/>
                  </a:lnTo>
                  <a:lnTo>
                    <a:pt x="1690437" y="296278"/>
                  </a:lnTo>
                  <a:lnTo>
                    <a:pt x="1690437" y="297782"/>
                  </a:lnTo>
                  <a:lnTo>
                    <a:pt x="1690437" y="299286"/>
                  </a:lnTo>
                  <a:lnTo>
                    <a:pt x="1688933" y="300037"/>
                  </a:lnTo>
                  <a:lnTo>
                    <a:pt x="1687429" y="300789"/>
                  </a:lnTo>
                  <a:lnTo>
                    <a:pt x="1686677" y="301542"/>
                  </a:lnTo>
                  <a:lnTo>
                    <a:pt x="1685925" y="303046"/>
                  </a:lnTo>
                  <a:lnTo>
                    <a:pt x="1683669" y="308309"/>
                  </a:lnTo>
                  <a:lnTo>
                    <a:pt x="1682917" y="310565"/>
                  </a:lnTo>
                  <a:lnTo>
                    <a:pt x="1682165" y="315077"/>
                  </a:lnTo>
                  <a:lnTo>
                    <a:pt x="1682165" y="317333"/>
                  </a:lnTo>
                  <a:lnTo>
                    <a:pt x="1682165" y="318837"/>
                  </a:lnTo>
                  <a:lnTo>
                    <a:pt x="1680661" y="323349"/>
                  </a:lnTo>
                  <a:lnTo>
                    <a:pt x="1678405" y="325605"/>
                  </a:lnTo>
                  <a:lnTo>
                    <a:pt x="1677653" y="327109"/>
                  </a:lnTo>
                  <a:lnTo>
                    <a:pt x="1673893" y="330116"/>
                  </a:lnTo>
                  <a:lnTo>
                    <a:pt x="1671638" y="332372"/>
                  </a:lnTo>
                  <a:lnTo>
                    <a:pt x="1661110" y="338388"/>
                  </a:lnTo>
                  <a:lnTo>
                    <a:pt x="1649831" y="355684"/>
                  </a:lnTo>
                  <a:lnTo>
                    <a:pt x="1648327" y="357940"/>
                  </a:lnTo>
                  <a:lnTo>
                    <a:pt x="1649078" y="359444"/>
                  </a:lnTo>
                  <a:lnTo>
                    <a:pt x="1649078" y="360195"/>
                  </a:lnTo>
                  <a:lnTo>
                    <a:pt x="1649078" y="361699"/>
                  </a:lnTo>
                  <a:lnTo>
                    <a:pt x="1649078" y="362451"/>
                  </a:lnTo>
                  <a:lnTo>
                    <a:pt x="1648327" y="363203"/>
                  </a:lnTo>
                  <a:lnTo>
                    <a:pt x="1646822" y="363203"/>
                  </a:lnTo>
                  <a:lnTo>
                    <a:pt x="1646071" y="363203"/>
                  </a:lnTo>
                  <a:lnTo>
                    <a:pt x="1645318" y="363203"/>
                  </a:lnTo>
                  <a:lnTo>
                    <a:pt x="1643814" y="362451"/>
                  </a:lnTo>
                  <a:lnTo>
                    <a:pt x="1641559" y="362451"/>
                  </a:lnTo>
                  <a:lnTo>
                    <a:pt x="1640055" y="362451"/>
                  </a:lnTo>
                  <a:lnTo>
                    <a:pt x="1631783" y="365459"/>
                  </a:lnTo>
                  <a:lnTo>
                    <a:pt x="1631031" y="366211"/>
                  </a:lnTo>
                  <a:lnTo>
                    <a:pt x="1630279" y="366963"/>
                  </a:lnTo>
                  <a:lnTo>
                    <a:pt x="1629527" y="367715"/>
                  </a:lnTo>
                  <a:lnTo>
                    <a:pt x="1628775" y="370723"/>
                  </a:lnTo>
                  <a:lnTo>
                    <a:pt x="1628775" y="372227"/>
                  </a:lnTo>
                  <a:lnTo>
                    <a:pt x="1628023" y="372979"/>
                  </a:lnTo>
                  <a:lnTo>
                    <a:pt x="1628775" y="378243"/>
                  </a:lnTo>
                  <a:lnTo>
                    <a:pt x="1628775" y="384259"/>
                  </a:lnTo>
                  <a:lnTo>
                    <a:pt x="1626519" y="394034"/>
                  </a:lnTo>
                  <a:lnTo>
                    <a:pt x="1626519" y="394786"/>
                  </a:lnTo>
                  <a:lnTo>
                    <a:pt x="1627271" y="395538"/>
                  </a:lnTo>
                  <a:lnTo>
                    <a:pt x="1627271" y="396290"/>
                  </a:lnTo>
                  <a:lnTo>
                    <a:pt x="1627271" y="397042"/>
                  </a:lnTo>
                  <a:lnTo>
                    <a:pt x="1630279" y="400050"/>
                  </a:lnTo>
                  <a:lnTo>
                    <a:pt x="1631031" y="401554"/>
                  </a:lnTo>
                  <a:lnTo>
                    <a:pt x="1632535" y="404562"/>
                  </a:lnTo>
                  <a:lnTo>
                    <a:pt x="1632535" y="406066"/>
                  </a:lnTo>
                  <a:lnTo>
                    <a:pt x="1632535" y="406818"/>
                  </a:lnTo>
                  <a:lnTo>
                    <a:pt x="1632535" y="407570"/>
                  </a:lnTo>
                  <a:lnTo>
                    <a:pt x="1632535" y="409074"/>
                  </a:lnTo>
                  <a:lnTo>
                    <a:pt x="1631031" y="409826"/>
                  </a:lnTo>
                  <a:lnTo>
                    <a:pt x="1628775" y="411330"/>
                  </a:lnTo>
                  <a:lnTo>
                    <a:pt x="1628023" y="412082"/>
                  </a:lnTo>
                  <a:lnTo>
                    <a:pt x="1626519" y="412834"/>
                  </a:lnTo>
                  <a:lnTo>
                    <a:pt x="1626519" y="413586"/>
                  </a:lnTo>
                  <a:lnTo>
                    <a:pt x="1625767" y="415090"/>
                  </a:lnTo>
                  <a:lnTo>
                    <a:pt x="1625015" y="415090"/>
                  </a:lnTo>
                  <a:lnTo>
                    <a:pt x="1622759" y="415842"/>
                  </a:lnTo>
                  <a:lnTo>
                    <a:pt x="1619752" y="415842"/>
                  </a:lnTo>
                  <a:lnTo>
                    <a:pt x="1607720" y="415842"/>
                  </a:lnTo>
                  <a:lnTo>
                    <a:pt x="1602456" y="415090"/>
                  </a:lnTo>
                  <a:lnTo>
                    <a:pt x="1598696" y="413586"/>
                  </a:lnTo>
                  <a:lnTo>
                    <a:pt x="1597944" y="413586"/>
                  </a:lnTo>
                  <a:lnTo>
                    <a:pt x="1597192" y="413586"/>
                  </a:lnTo>
                  <a:lnTo>
                    <a:pt x="1596440" y="414338"/>
                  </a:lnTo>
                  <a:lnTo>
                    <a:pt x="1595688" y="416593"/>
                  </a:lnTo>
                  <a:lnTo>
                    <a:pt x="1594936" y="417345"/>
                  </a:lnTo>
                  <a:lnTo>
                    <a:pt x="1591928" y="420353"/>
                  </a:lnTo>
                  <a:lnTo>
                    <a:pt x="1591176" y="421105"/>
                  </a:lnTo>
                  <a:lnTo>
                    <a:pt x="1591176" y="421857"/>
                  </a:lnTo>
                  <a:lnTo>
                    <a:pt x="1590424" y="423361"/>
                  </a:lnTo>
                  <a:lnTo>
                    <a:pt x="1585913" y="443664"/>
                  </a:lnTo>
                  <a:lnTo>
                    <a:pt x="1583656" y="450432"/>
                  </a:lnTo>
                  <a:lnTo>
                    <a:pt x="1582905" y="453440"/>
                  </a:lnTo>
                  <a:lnTo>
                    <a:pt x="1582905" y="455696"/>
                  </a:lnTo>
                  <a:lnTo>
                    <a:pt x="1584409" y="462464"/>
                  </a:lnTo>
                  <a:lnTo>
                    <a:pt x="1585161" y="463968"/>
                  </a:lnTo>
                  <a:lnTo>
                    <a:pt x="1584409" y="465472"/>
                  </a:lnTo>
                  <a:lnTo>
                    <a:pt x="1584409" y="466976"/>
                  </a:lnTo>
                  <a:lnTo>
                    <a:pt x="1584409" y="468480"/>
                  </a:lnTo>
                  <a:lnTo>
                    <a:pt x="1584409" y="469984"/>
                  </a:lnTo>
                  <a:lnTo>
                    <a:pt x="1584409" y="473743"/>
                  </a:lnTo>
                  <a:lnTo>
                    <a:pt x="1584409" y="474495"/>
                  </a:lnTo>
                  <a:lnTo>
                    <a:pt x="1584409" y="475999"/>
                  </a:lnTo>
                  <a:lnTo>
                    <a:pt x="1584409" y="476751"/>
                  </a:lnTo>
                  <a:lnTo>
                    <a:pt x="1583656" y="477503"/>
                  </a:lnTo>
                  <a:lnTo>
                    <a:pt x="1582905" y="477503"/>
                  </a:lnTo>
                  <a:lnTo>
                    <a:pt x="1580649" y="479007"/>
                  </a:lnTo>
                  <a:lnTo>
                    <a:pt x="1579897" y="479007"/>
                  </a:lnTo>
                  <a:lnTo>
                    <a:pt x="1579897" y="479759"/>
                  </a:lnTo>
                  <a:lnTo>
                    <a:pt x="1578393" y="482015"/>
                  </a:lnTo>
                  <a:lnTo>
                    <a:pt x="1578393" y="484271"/>
                  </a:lnTo>
                  <a:lnTo>
                    <a:pt x="1577641" y="491791"/>
                  </a:lnTo>
                  <a:lnTo>
                    <a:pt x="1577641" y="495551"/>
                  </a:lnTo>
                  <a:lnTo>
                    <a:pt x="1577641" y="496303"/>
                  </a:lnTo>
                  <a:lnTo>
                    <a:pt x="1577641" y="497807"/>
                  </a:lnTo>
                  <a:lnTo>
                    <a:pt x="1578393" y="498559"/>
                  </a:lnTo>
                  <a:lnTo>
                    <a:pt x="1580649" y="499310"/>
                  </a:lnTo>
                  <a:lnTo>
                    <a:pt x="1581401" y="499310"/>
                  </a:lnTo>
                  <a:lnTo>
                    <a:pt x="1582153" y="499310"/>
                  </a:lnTo>
                  <a:lnTo>
                    <a:pt x="1582905" y="498559"/>
                  </a:lnTo>
                  <a:lnTo>
                    <a:pt x="1582905" y="497807"/>
                  </a:lnTo>
                  <a:lnTo>
                    <a:pt x="1584409" y="494799"/>
                  </a:lnTo>
                  <a:lnTo>
                    <a:pt x="1585161" y="494047"/>
                  </a:lnTo>
                  <a:lnTo>
                    <a:pt x="1585161" y="493295"/>
                  </a:lnTo>
                  <a:lnTo>
                    <a:pt x="1585913" y="493295"/>
                  </a:lnTo>
                  <a:lnTo>
                    <a:pt x="1587416" y="492543"/>
                  </a:lnTo>
                  <a:lnTo>
                    <a:pt x="1588920" y="492543"/>
                  </a:lnTo>
                  <a:lnTo>
                    <a:pt x="1589673" y="491791"/>
                  </a:lnTo>
                  <a:lnTo>
                    <a:pt x="1590424" y="491791"/>
                  </a:lnTo>
                  <a:lnTo>
                    <a:pt x="1591176" y="491791"/>
                  </a:lnTo>
                  <a:lnTo>
                    <a:pt x="1591928" y="493295"/>
                  </a:lnTo>
                  <a:lnTo>
                    <a:pt x="1591928" y="494047"/>
                  </a:lnTo>
                  <a:lnTo>
                    <a:pt x="1591176" y="495551"/>
                  </a:lnTo>
                  <a:lnTo>
                    <a:pt x="1588920" y="498559"/>
                  </a:lnTo>
                  <a:lnTo>
                    <a:pt x="1588920" y="499310"/>
                  </a:lnTo>
                  <a:lnTo>
                    <a:pt x="1588169" y="500063"/>
                  </a:lnTo>
                  <a:lnTo>
                    <a:pt x="1588169" y="500815"/>
                  </a:lnTo>
                  <a:lnTo>
                    <a:pt x="1588169" y="501567"/>
                  </a:lnTo>
                  <a:lnTo>
                    <a:pt x="1588920" y="502319"/>
                  </a:lnTo>
                  <a:lnTo>
                    <a:pt x="1589673" y="503070"/>
                  </a:lnTo>
                  <a:lnTo>
                    <a:pt x="1590424" y="502319"/>
                  </a:lnTo>
                  <a:lnTo>
                    <a:pt x="1591176" y="502319"/>
                  </a:lnTo>
                  <a:lnTo>
                    <a:pt x="1592680" y="501567"/>
                  </a:lnTo>
                  <a:lnTo>
                    <a:pt x="1593433" y="500815"/>
                  </a:lnTo>
                  <a:lnTo>
                    <a:pt x="1594184" y="500815"/>
                  </a:lnTo>
                  <a:lnTo>
                    <a:pt x="1594936" y="501567"/>
                  </a:lnTo>
                  <a:lnTo>
                    <a:pt x="1595688" y="502319"/>
                  </a:lnTo>
                  <a:lnTo>
                    <a:pt x="1596440" y="504574"/>
                  </a:lnTo>
                  <a:lnTo>
                    <a:pt x="1597192" y="506078"/>
                  </a:lnTo>
                  <a:lnTo>
                    <a:pt x="1597192" y="507582"/>
                  </a:lnTo>
                  <a:lnTo>
                    <a:pt x="1597192" y="508334"/>
                  </a:lnTo>
                  <a:lnTo>
                    <a:pt x="1594936" y="513598"/>
                  </a:lnTo>
                  <a:lnTo>
                    <a:pt x="1594936" y="515102"/>
                  </a:lnTo>
                  <a:lnTo>
                    <a:pt x="1594936" y="516606"/>
                  </a:lnTo>
                  <a:lnTo>
                    <a:pt x="1594936" y="517358"/>
                  </a:lnTo>
                  <a:lnTo>
                    <a:pt x="1595688" y="521118"/>
                  </a:lnTo>
                  <a:lnTo>
                    <a:pt x="1595688" y="521870"/>
                  </a:lnTo>
                  <a:lnTo>
                    <a:pt x="1596440" y="522622"/>
                  </a:lnTo>
                  <a:lnTo>
                    <a:pt x="1598696" y="523374"/>
                  </a:lnTo>
                  <a:lnTo>
                    <a:pt x="1599448" y="523374"/>
                  </a:lnTo>
                  <a:lnTo>
                    <a:pt x="1600952" y="523374"/>
                  </a:lnTo>
                  <a:lnTo>
                    <a:pt x="1601704" y="522622"/>
                  </a:lnTo>
                  <a:lnTo>
                    <a:pt x="1603208" y="522622"/>
                  </a:lnTo>
                  <a:lnTo>
                    <a:pt x="1605464" y="522622"/>
                  </a:lnTo>
                  <a:lnTo>
                    <a:pt x="1606968" y="522622"/>
                  </a:lnTo>
                  <a:lnTo>
                    <a:pt x="1608472" y="523374"/>
                  </a:lnTo>
                  <a:lnTo>
                    <a:pt x="1609224" y="524878"/>
                  </a:lnTo>
                  <a:lnTo>
                    <a:pt x="1609976" y="526382"/>
                  </a:lnTo>
                  <a:lnTo>
                    <a:pt x="1611480" y="531646"/>
                  </a:lnTo>
                  <a:lnTo>
                    <a:pt x="1612232" y="533149"/>
                  </a:lnTo>
                  <a:lnTo>
                    <a:pt x="1612984" y="534653"/>
                  </a:lnTo>
                  <a:lnTo>
                    <a:pt x="1613735" y="535405"/>
                  </a:lnTo>
                  <a:lnTo>
                    <a:pt x="1620503" y="539165"/>
                  </a:lnTo>
                  <a:lnTo>
                    <a:pt x="1621255" y="539917"/>
                  </a:lnTo>
                  <a:lnTo>
                    <a:pt x="1622007" y="540669"/>
                  </a:lnTo>
                  <a:lnTo>
                    <a:pt x="1623511" y="542925"/>
                  </a:lnTo>
                  <a:lnTo>
                    <a:pt x="1623511" y="544429"/>
                  </a:lnTo>
                  <a:lnTo>
                    <a:pt x="1624263" y="545933"/>
                  </a:lnTo>
                  <a:lnTo>
                    <a:pt x="1625015" y="546685"/>
                  </a:lnTo>
                  <a:lnTo>
                    <a:pt x="1626519" y="548189"/>
                  </a:lnTo>
                  <a:lnTo>
                    <a:pt x="1632535" y="551197"/>
                  </a:lnTo>
                  <a:lnTo>
                    <a:pt x="1634791" y="551949"/>
                  </a:lnTo>
                  <a:lnTo>
                    <a:pt x="1638551" y="555709"/>
                  </a:lnTo>
                  <a:lnTo>
                    <a:pt x="1640055" y="560220"/>
                  </a:lnTo>
                  <a:lnTo>
                    <a:pt x="1641559" y="563228"/>
                  </a:lnTo>
                  <a:lnTo>
                    <a:pt x="1641559" y="563981"/>
                  </a:lnTo>
                  <a:lnTo>
                    <a:pt x="1641559" y="565484"/>
                  </a:lnTo>
                  <a:lnTo>
                    <a:pt x="1641559" y="566988"/>
                  </a:lnTo>
                  <a:lnTo>
                    <a:pt x="1640807" y="570748"/>
                  </a:lnTo>
                  <a:lnTo>
                    <a:pt x="1640055" y="572252"/>
                  </a:lnTo>
                  <a:lnTo>
                    <a:pt x="1639303" y="573004"/>
                  </a:lnTo>
                  <a:lnTo>
                    <a:pt x="1637047" y="576012"/>
                  </a:lnTo>
                  <a:lnTo>
                    <a:pt x="1636295" y="577516"/>
                  </a:lnTo>
                  <a:lnTo>
                    <a:pt x="1635543" y="579020"/>
                  </a:lnTo>
                  <a:lnTo>
                    <a:pt x="1634791" y="579772"/>
                  </a:lnTo>
                  <a:lnTo>
                    <a:pt x="1635543" y="582780"/>
                  </a:lnTo>
                  <a:lnTo>
                    <a:pt x="1638551" y="589547"/>
                  </a:lnTo>
                  <a:lnTo>
                    <a:pt x="1637047" y="588796"/>
                  </a:lnTo>
                  <a:lnTo>
                    <a:pt x="1634039" y="587292"/>
                  </a:lnTo>
                  <a:lnTo>
                    <a:pt x="1633287" y="587292"/>
                  </a:lnTo>
                  <a:lnTo>
                    <a:pt x="1632535" y="586540"/>
                  </a:lnTo>
                  <a:lnTo>
                    <a:pt x="1631031" y="585787"/>
                  </a:lnTo>
                  <a:lnTo>
                    <a:pt x="1631031" y="585036"/>
                  </a:lnTo>
                  <a:lnTo>
                    <a:pt x="1630279" y="585036"/>
                  </a:lnTo>
                  <a:lnTo>
                    <a:pt x="1629527" y="584283"/>
                  </a:lnTo>
                  <a:lnTo>
                    <a:pt x="1628775" y="584283"/>
                  </a:lnTo>
                  <a:lnTo>
                    <a:pt x="1628023" y="584283"/>
                  </a:lnTo>
                  <a:lnTo>
                    <a:pt x="1625767" y="584283"/>
                  </a:lnTo>
                  <a:lnTo>
                    <a:pt x="1625015" y="584283"/>
                  </a:lnTo>
                  <a:lnTo>
                    <a:pt x="1623511" y="584283"/>
                  </a:lnTo>
                  <a:lnTo>
                    <a:pt x="1622759" y="584283"/>
                  </a:lnTo>
                  <a:lnTo>
                    <a:pt x="1622007" y="583532"/>
                  </a:lnTo>
                  <a:lnTo>
                    <a:pt x="1621255" y="582780"/>
                  </a:lnTo>
                  <a:lnTo>
                    <a:pt x="1620503" y="582028"/>
                  </a:lnTo>
                  <a:lnTo>
                    <a:pt x="1620503" y="581276"/>
                  </a:lnTo>
                  <a:lnTo>
                    <a:pt x="1619752" y="580524"/>
                  </a:lnTo>
                  <a:lnTo>
                    <a:pt x="1618999" y="580524"/>
                  </a:lnTo>
                  <a:lnTo>
                    <a:pt x="1615992" y="580524"/>
                  </a:lnTo>
                  <a:lnTo>
                    <a:pt x="1615239" y="580524"/>
                  </a:lnTo>
                  <a:lnTo>
                    <a:pt x="1613735" y="579020"/>
                  </a:lnTo>
                  <a:lnTo>
                    <a:pt x="1606216" y="576764"/>
                  </a:lnTo>
                  <a:lnTo>
                    <a:pt x="1605464" y="576764"/>
                  </a:lnTo>
                  <a:lnTo>
                    <a:pt x="1604712" y="576012"/>
                  </a:lnTo>
                  <a:lnTo>
                    <a:pt x="1604712" y="575260"/>
                  </a:lnTo>
                  <a:lnTo>
                    <a:pt x="1603960" y="573756"/>
                  </a:lnTo>
                  <a:lnTo>
                    <a:pt x="1603960" y="573004"/>
                  </a:lnTo>
                  <a:lnTo>
                    <a:pt x="1603208" y="573004"/>
                  </a:lnTo>
                  <a:lnTo>
                    <a:pt x="1602456" y="573756"/>
                  </a:lnTo>
                  <a:lnTo>
                    <a:pt x="1600952" y="574508"/>
                  </a:lnTo>
                  <a:lnTo>
                    <a:pt x="1600952" y="576012"/>
                  </a:lnTo>
                  <a:lnTo>
                    <a:pt x="1600952" y="576764"/>
                  </a:lnTo>
                  <a:lnTo>
                    <a:pt x="1601704" y="579772"/>
                  </a:lnTo>
                  <a:lnTo>
                    <a:pt x="1601704" y="580524"/>
                  </a:lnTo>
                  <a:lnTo>
                    <a:pt x="1600952" y="581276"/>
                  </a:lnTo>
                  <a:lnTo>
                    <a:pt x="1600200" y="582028"/>
                  </a:lnTo>
                  <a:lnTo>
                    <a:pt x="1599448" y="582028"/>
                  </a:lnTo>
                  <a:lnTo>
                    <a:pt x="1597944" y="582028"/>
                  </a:lnTo>
                  <a:lnTo>
                    <a:pt x="1597192" y="582028"/>
                  </a:lnTo>
                  <a:lnTo>
                    <a:pt x="1596440" y="581276"/>
                  </a:lnTo>
                  <a:lnTo>
                    <a:pt x="1595688" y="580524"/>
                  </a:lnTo>
                  <a:lnTo>
                    <a:pt x="1592680" y="577516"/>
                  </a:lnTo>
                  <a:lnTo>
                    <a:pt x="1591928" y="577516"/>
                  </a:lnTo>
                  <a:lnTo>
                    <a:pt x="1591176" y="577516"/>
                  </a:lnTo>
                  <a:lnTo>
                    <a:pt x="1590424" y="577516"/>
                  </a:lnTo>
                  <a:lnTo>
                    <a:pt x="1588920" y="577516"/>
                  </a:lnTo>
                  <a:lnTo>
                    <a:pt x="1583656" y="579020"/>
                  </a:lnTo>
                  <a:lnTo>
                    <a:pt x="1581401" y="579020"/>
                  </a:lnTo>
                  <a:lnTo>
                    <a:pt x="1579897" y="580524"/>
                  </a:lnTo>
                  <a:lnTo>
                    <a:pt x="1573129" y="584283"/>
                  </a:lnTo>
                  <a:lnTo>
                    <a:pt x="1570873" y="585787"/>
                  </a:lnTo>
                  <a:lnTo>
                    <a:pt x="1568617" y="586540"/>
                  </a:lnTo>
                  <a:lnTo>
                    <a:pt x="1567113" y="585787"/>
                  </a:lnTo>
                  <a:lnTo>
                    <a:pt x="1564857" y="585787"/>
                  </a:lnTo>
                  <a:lnTo>
                    <a:pt x="1560345" y="584283"/>
                  </a:lnTo>
                  <a:lnTo>
                    <a:pt x="1559594" y="584283"/>
                  </a:lnTo>
                  <a:lnTo>
                    <a:pt x="1558841" y="584283"/>
                  </a:lnTo>
                  <a:lnTo>
                    <a:pt x="1557337" y="585036"/>
                  </a:lnTo>
                  <a:lnTo>
                    <a:pt x="1555082" y="586540"/>
                  </a:lnTo>
                  <a:lnTo>
                    <a:pt x="1552826" y="587292"/>
                  </a:lnTo>
                  <a:lnTo>
                    <a:pt x="1550570" y="588796"/>
                  </a:lnTo>
                  <a:lnTo>
                    <a:pt x="1549818" y="588796"/>
                  </a:lnTo>
                  <a:lnTo>
                    <a:pt x="1549066" y="588796"/>
                  </a:lnTo>
                  <a:lnTo>
                    <a:pt x="1548314" y="588796"/>
                  </a:lnTo>
                  <a:lnTo>
                    <a:pt x="1547562" y="588043"/>
                  </a:lnTo>
                  <a:lnTo>
                    <a:pt x="1546058" y="587292"/>
                  </a:lnTo>
                  <a:lnTo>
                    <a:pt x="1545306" y="586540"/>
                  </a:lnTo>
                  <a:lnTo>
                    <a:pt x="1544554" y="586540"/>
                  </a:lnTo>
                  <a:lnTo>
                    <a:pt x="1543802" y="586540"/>
                  </a:lnTo>
                  <a:lnTo>
                    <a:pt x="1543050" y="586540"/>
                  </a:lnTo>
                  <a:lnTo>
                    <a:pt x="1540042" y="587292"/>
                  </a:lnTo>
                  <a:lnTo>
                    <a:pt x="1538538" y="588043"/>
                  </a:lnTo>
                  <a:lnTo>
                    <a:pt x="1537034" y="588043"/>
                  </a:lnTo>
                  <a:lnTo>
                    <a:pt x="1536282" y="587292"/>
                  </a:lnTo>
                  <a:lnTo>
                    <a:pt x="1535530" y="587292"/>
                  </a:lnTo>
                  <a:lnTo>
                    <a:pt x="1534778" y="586540"/>
                  </a:lnTo>
                  <a:lnTo>
                    <a:pt x="1533275" y="585036"/>
                  </a:lnTo>
                  <a:lnTo>
                    <a:pt x="1532522" y="585036"/>
                  </a:lnTo>
                  <a:lnTo>
                    <a:pt x="1531771" y="585036"/>
                  </a:lnTo>
                  <a:lnTo>
                    <a:pt x="1531018" y="585787"/>
                  </a:lnTo>
                  <a:lnTo>
                    <a:pt x="1531018" y="587292"/>
                  </a:lnTo>
                  <a:lnTo>
                    <a:pt x="1531018" y="588043"/>
                  </a:lnTo>
                  <a:lnTo>
                    <a:pt x="1531771" y="588796"/>
                  </a:lnTo>
                  <a:lnTo>
                    <a:pt x="1552074" y="608347"/>
                  </a:lnTo>
                  <a:lnTo>
                    <a:pt x="1552826" y="608347"/>
                  </a:lnTo>
                  <a:lnTo>
                    <a:pt x="1552826" y="609851"/>
                  </a:lnTo>
                  <a:lnTo>
                    <a:pt x="1552826" y="610603"/>
                  </a:lnTo>
                  <a:lnTo>
                    <a:pt x="1553578" y="612107"/>
                  </a:lnTo>
                  <a:lnTo>
                    <a:pt x="1553578" y="615115"/>
                  </a:lnTo>
                  <a:lnTo>
                    <a:pt x="1553578" y="616619"/>
                  </a:lnTo>
                  <a:lnTo>
                    <a:pt x="1552826" y="617370"/>
                  </a:lnTo>
                  <a:lnTo>
                    <a:pt x="1550570" y="617370"/>
                  </a:lnTo>
                  <a:lnTo>
                    <a:pt x="1549818" y="617370"/>
                  </a:lnTo>
                  <a:lnTo>
                    <a:pt x="1547562" y="617370"/>
                  </a:lnTo>
                  <a:lnTo>
                    <a:pt x="1543802" y="617370"/>
                  </a:lnTo>
                  <a:lnTo>
                    <a:pt x="1543050" y="617370"/>
                  </a:lnTo>
                  <a:lnTo>
                    <a:pt x="1541546" y="616619"/>
                  </a:lnTo>
                  <a:lnTo>
                    <a:pt x="1540042" y="615115"/>
                  </a:lnTo>
                  <a:lnTo>
                    <a:pt x="1539290" y="614362"/>
                  </a:lnTo>
                  <a:lnTo>
                    <a:pt x="1537034" y="613611"/>
                  </a:lnTo>
                  <a:lnTo>
                    <a:pt x="1536282" y="612859"/>
                  </a:lnTo>
                  <a:lnTo>
                    <a:pt x="1534778" y="610603"/>
                  </a:lnTo>
                  <a:lnTo>
                    <a:pt x="1534026" y="610603"/>
                  </a:lnTo>
                  <a:lnTo>
                    <a:pt x="1533275" y="609851"/>
                  </a:lnTo>
                  <a:lnTo>
                    <a:pt x="1532522" y="609851"/>
                  </a:lnTo>
                  <a:lnTo>
                    <a:pt x="1531771" y="609851"/>
                  </a:lnTo>
                  <a:lnTo>
                    <a:pt x="1530267" y="609851"/>
                  </a:lnTo>
                  <a:lnTo>
                    <a:pt x="1529515" y="609851"/>
                  </a:lnTo>
                  <a:lnTo>
                    <a:pt x="1528763" y="609851"/>
                  </a:lnTo>
                  <a:lnTo>
                    <a:pt x="1527258" y="610603"/>
                  </a:lnTo>
                  <a:lnTo>
                    <a:pt x="1525755" y="612107"/>
                  </a:lnTo>
                  <a:lnTo>
                    <a:pt x="1515979" y="621130"/>
                  </a:lnTo>
                  <a:lnTo>
                    <a:pt x="1515227" y="621130"/>
                  </a:lnTo>
                  <a:lnTo>
                    <a:pt x="1514475" y="621130"/>
                  </a:lnTo>
                  <a:lnTo>
                    <a:pt x="1511467" y="621130"/>
                  </a:lnTo>
                  <a:lnTo>
                    <a:pt x="1509963" y="621130"/>
                  </a:lnTo>
                  <a:lnTo>
                    <a:pt x="1509211" y="621882"/>
                  </a:lnTo>
                  <a:lnTo>
                    <a:pt x="1508459" y="623386"/>
                  </a:lnTo>
                  <a:lnTo>
                    <a:pt x="1506956" y="625642"/>
                  </a:lnTo>
                  <a:lnTo>
                    <a:pt x="1503947" y="631658"/>
                  </a:lnTo>
                  <a:lnTo>
                    <a:pt x="1500939" y="635418"/>
                  </a:lnTo>
                  <a:lnTo>
                    <a:pt x="1497180" y="638426"/>
                  </a:lnTo>
                  <a:lnTo>
                    <a:pt x="1497180" y="639178"/>
                  </a:lnTo>
                  <a:lnTo>
                    <a:pt x="1496428" y="640681"/>
                  </a:lnTo>
                  <a:lnTo>
                    <a:pt x="1497180" y="642938"/>
                  </a:lnTo>
                  <a:lnTo>
                    <a:pt x="1497180" y="644441"/>
                  </a:lnTo>
                  <a:lnTo>
                    <a:pt x="1498684" y="646698"/>
                  </a:lnTo>
                  <a:lnTo>
                    <a:pt x="1498684" y="648953"/>
                  </a:lnTo>
                  <a:lnTo>
                    <a:pt x="1495676" y="654969"/>
                  </a:lnTo>
                  <a:lnTo>
                    <a:pt x="1497180" y="655721"/>
                  </a:lnTo>
                  <a:lnTo>
                    <a:pt x="1497932" y="655721"/>
                  </a:lnTo>
                  <a:lnTo>
                    <a:pt x="1500188" y="654217"/>
                  </a:lnTo>
                  <a:lnTo>
                    <a:pt x="1504699" y="649705"/>
                  </a:lnTo>
                  <a:lnTo>
                    <a:pt x="1505452" y="651209"/>
                  </a:lnTo>
                  <a:lnTo>
                    <a:pt x="1506956" y="651961"/>
                  </a:lnTo>
                  <a:lnTo>
                    <a:pt x="1508459" y="652713"/>
                  </a:lnTo>
                  <a:lnTo>
                    <a:pt x="1510715" y="654217"/>
                  </a:lnTo>
                  <a:lnTo>
                    <a:pt x="1512219" y="654969"/>
                  </a:lnTo>
                  <a:lnTo>
                    <a:pt x="1513723" y="656473"/>
                  </a:lnTo>
                  <a:lnTo>
                    <a:pt x="1514475" y="657225"/>
                  </a:lnTo>
                  <a:lnTo>
                    <a:pt x="1516731" y="660233"/>
                  </a:lnTo>
                  <a:lnTo>
                    <a:pt x="1516731" y="660985"/>
                  </a:lnTo>
                  <a:lnTo>
                    <a:pt x="1517483" y="662489"/>
                  </a:lnTo>
                  <a:lnTo>
                    <a:pt x="1518235" y="665497"/>
                  </a:lnTo>
                  <a:lnTo>
                    <a:pt x="1517483" y="667753"/>
                  </a:lnTo>
                  <a:lnTo>
                    <a:pt x="1517483" y="672264"/>
                  </a:lnTo>
                  <a:lnTo>
                    <a:pt x="1516731" y="679032"/>
                  </a:lnTo>
                  <a:lnTo>
                    <a:pt x="1515227" y="687304"/>
                  </a:lnTo>
                  <a:lnTo>
                    <a:pt x="1513723" y="694824"/>
                  </a:lnTo>
                  <a:lnTo>
                    <a:pt x="1513723" y="695576"/>
                  </a:lnTo>
                  <a:lnTo>
                    <a:pt x="1513723" y="697079"/>
                  </a:lnTo>
                  <a:lnTo>
                    <a:pt x="1514475" y="697832"/>
                  </a:lnTo>
                  <a:lnTo>
                    <a:pt x="1514475" y="698584"/>
                  </a:lnTo>
                  <a:lnTo>
                    <a:pt x="1515227" y="698584"/>
                  </a:lnTo>
                  <a:lnTo>
                    <a:pt x="1515979" y="699336"/>
                  </a:lnTo>
                  <a:lnTo>
                    <a:pt x="1517483" y="699336"/>
                  </a:lnTo>
                  <a:lnTo>
                    <a:pt x="1525755" y="700088"/>
                  </a:lnTo>
                  <a:lnTo>
                    <a:pt x="1526507" y="700088"/>
                  </a:lnTo>
                  <a:lnTo>
                    <a:pt x="1527258" y="700088"/>
                  </a:lnTo>
                  <a:lnTo>
                    <a:pt x="1528011" y="700839"/>
                  </a:lnTo>
                  <a:lnTo>
                    <a:pt x="1528011" y="701592"/>
                  </a:lnTo>
                  <a:lnTo>
                    <a:pt x="1528763" y="702343"/>
                  </a:lnTo>
                  <a:lnTo>
                    <a:pt x="1528763" y="703096"/>
                  </a:lnTo>
                  <a:lnTo>
                    <a:pt x="1529515" y="703847"/>
                  </a:lnTo>
                  <a:lnTo>
                    <a:pt x="1531018" y="714375"/>
                  </a:lnTo>
                  <a:lnTo>
                    <a:pt x="1531018" y="716631"/>
                  </a:lnTo>
                  <a:lnTo>
                    <a:pt x="1531018" y="717383"/>
                  </a:lnTo>
                  <a:lnTo>
                    <a:pt x="1530267" y="718887"/>
                  </a:lnTo>
                  <a:lnTo>
                    <a:pt x="1529515" y="720391"/>
                  </a:lnTo>
                  <a:lnTo>
                    <a:pt x="1529515" y="721143"/>
                  </a:lnTo>
                  <a:lnTo>
                    <a:pt x="1528763" y="721895"/>
                  </a:lnTo>
                  <a:lnTo>
                    <a:pt x="1527258" y="723399"/>
                  </a:lnTo>
                  <a:lnTo>
                    <a:pt x="1526507" y="723399"/>
                  </a:lnTo>
                  <a:lnTo>
                    <a:pt x="1524251" y="724151"/>
                  </a:lnTo>
                  <a:lnTo>
                    <a:pt x="1521243" y="724903"/>
                  </a:lnTo>
                  <a:lnTo>
                    <a:pt x="1504699" y="725655"/>
                  </a:lnTo>
                  <a:lnTo>
                    <a:pt x="1503196" y="724903"/>
                  </a:lnTo>
                  <a:lnTo>
                    <a:pt x="1502443" y="724151"/>
                  </a:lnTo>
                  <a:lnTo>
                    <a:pt x="1502443" y="723399"/>
                  </a:lnTo>
                  <a:lnTo>
                    <a:pt x="1502443" y="722647"/>
                  </a:lnTo>
                  <a:lnTo>
                    <a:pt x="1501692" y="721895"/>
                  </a:lnTo>
                  <a:lnTo>
                    <a:pt x="1500939" y="721895"/>
                  </a:lnTo>
                  <a:lnTo>
                    <a:pt x="1499436" y="721895"/>
                  </a:lnTo>
                  <a:lnTo>
                    <a:pt x="1496428" y="721895"/>
                  </a:lnTo>
                  <a:lnTo>
                    <a:pt x="1492668" y="721895"/>
                  </a:lnTo>
                  <a:lnTo>
                    <a:pt x="1488156" y="721895"/>
                  </a:lnTo>
                  <a:lnTo>
                    <a:pt x="1486652" y="722647"/>
                  </a:lnTo>
                  <a:lnTo>
                    <a:pt x="1485148" y="723399"/>
                  </a:lnTo>
                  <a:lnTo>
                    <a:pt x="1484396" y="723399"/>
                  </a:lnTo>
                  <a:lnTo>
                    <a:pt x="1483644" y="724151"/>
                  </a:lnTo>
                  <a:lnTo>
                    <a:pt x="1482892" y="725655"/>
                  </a:lnTo>
                  <a:lnTo>
                    <a:pt x="1482892" y="726407"/>
                  </a:lnTo>
                  <a:lnTo>
                    <a:pt x="1482140" y="727158"/>
                  </a:lnTo>
                  <a:lnTo>
                    <a:pt x="1482140" y="727911"/>
                  </a:lnTo>
                  <a:lnTo>
                    <a:pt x="1482140" y="728662"/>
                  </a:lnTo>
                  <a:lnTo>
                    <a:pt x="1482892" y="729415"/>
                  </a:lnTo>
                  <a:lnTo>
                    <a:pt x="1485148" y="730918"/>
                  </a:lnTo>
                  <a:lnTo>
                    <a:pt x="1486652" y="733926"/>
                  </a:lnTo>
                  <a:lnTo>
                    <a:pt x="1486652" y="734678"/>
                  </a:lnTo>
                  <a:lnTo>
                    <a:pt x="1487404" y="735430"/>
                  </a:lnTo>
                  <a:lnTo>
                    <a:pt x="1489660" y="736182"/>
                  </a:lnTo>
                  <a:lnTo>
                    <a:pt x="1491164" y="736934"/>
                  </a:lnTo>
                  <a:lnTo>
                    <a:pt x="1492668" y="737686"/>
                  </a:lnTo>
                  <a:lnTo>
                    <a:pt x="1493420" y="737686"/>
                  </a:lnTo>
                  <a:lnTo>
                    <a:pt x="1494172" y="737686"/>
                  </a:lnTo>
                  <a:lnTo>
                    <a:pt x="1494924" y="737686"/>
                  </a:lnTo>
                  <a:lnTo>
                    <a:pt x="1496428" y="736182"/>
                  </a:lnTo>
                  <a:lnTo>
                    <a:pt x="1497180" y="735430"/>
                  </a:lnTo>
                  <a:lnTo>
                    <a:pt x="1498684" y="734678"/>
                  </a:lnTo>
                  <a:lnTo>
                    <a:pt x="1499436" y="734678"/>
                  </a:lnTo>
                  <a:lnTo>
                    <a:pt x="1500188" y="734678"/>
                  </a:lnTo>
                  <a:lnTo>
                    <a:pt x="1501692" y="734678"/>
                  </a:lnTo>
                  <a:lnTo>
                    <a:pt x="1502443" y="734678"/>
                  </a:lnTo>
                  <a:lnTo>
                    <a:pt x="1503196" y="735430"/>
                  </a:lnTo>
                  <a:lnTo>
                    <a:pt x="1503947" y="736182"/>
                  </a:lnTo>
                  <a:lnTo>
                    <a:pt x="1504699" y="736182"/>
                  </a:lnTo>
                  <a:lnTo>
                    <a:pt x="1506203" y="739190"/>
                  </a:lnTo>
                  <a:lnTo>
                    <a:pt x="1506203" y="739942"/>
                  </a:lnTo>
                  <a:lnTo>
                    <a:pt x="1506956" y="739942"/>
                  </a:lnTo>
                  <a:lnTo>
                    <a:pt x="1507707" y="740694"/>
                  </a:lnTo>
                  <a:lnTo>
                    <a:pt x="1509963" y="741446"/>
                  </a:lnTo>
                  <a:lnTo>
                    <a:pt x="1510715" y="742198"/>
                  </a:lnTo>
                  <a:lnTo>
                    <a:pt x="1509963" y="743702"/>
                  </a:lnTo>
                  <a:lnTo>
                    <a:pt x="1509963" y="745206"/>
                  </a:lnTo>
                  <a:lnTo>
                    <a:pt x="1509963" y="746710"/>
                  </a:lnTo>
                  <a:lnTo>
                    <a:pt x="1510715" y="746710"/>
                  </a:lnTo>
                  <a:lnTo>
                    <a:pt x="1512219" y="747462"/>
                  </a:lnTo>
                  <a:lnTo>
                    <a:pt x="1512971" y="747462"/>
                  </a:lnTo>
                  <a:lnTo>
                    <a:pt x="1513723" y="748214"/>
                  </a:lnTo>
                  <a:lnTo>
                    <a:pt x="1514475" y="748966"/>
                  </a:lnTo>
                  <a:lnTo>
                    <a:pt x="1514475" y="749718"/>
                  </a:lnTo>
                  <a:lnTo>
                    <a:pt x="1513723" y="752726"/>
                  </a:lnTo>
                  <a:lnTo>
                    <a:pt x="1510715" y="757990"/>
                  </a:lnTo>
                  <a:lnTo>
                    <a:pt x="1510715" y="759494"/>
                  </a:lnTo>
                  <a:lnTo>
                    <a:pt x="1510715" y="760245"/>
                  </a:lnTo>
                  <a:lnTo>
                    <a:pt x="1511467" y="761750"/>
                  </a:lnTo>
                  <a:lnTo>
                    <a:pt x="1512219" y="761750"/>
                  </a:lnTo>
                  <a:lnTo>
                    <a:pt x="1513723" y="762501"/>
                  </a:lnTo>
                  <a:lnTo>
                    <a:pt x="1515227" y="762501"/>
                  </a:lnTo>
                  <a:lnTo>
                    <a:pt x="1515979" y="763254"/>
                  </a:lnTo>
                  <a:lnTo>
                    <a:pt x="1523499" y="770773"/>
                  </a:lnTo>
                  <a:lnTo>
                    <a:pt x="1524251" y="772277"/>
                  </a:lnTo>
                  <a:lnTo>
                    <a:pt x="1526507" y="775285"/>
                  </a:lnTo>
                  <a:lnTo>
                    <a:pt x="1527258" y="776037"/>
                  </a:lnTo>
                  <a:lnTo>
                    <a:pt x="1528011" y="780549"/>
                  </a:lnTo>
                  <a:lnTo>
                    <a:pt x="1528011" y="785813"/>
                  </a:lnTo>
                  <a:lnTo>
                    <a:pt x="1528011" y="790324"/>
                  </a:lnTo>
                  <a:lnTo>
                    <a:pt x="1527258" y="794084"/>
                  </a:lnTo>
                  <a:lnTo>
                    <a:pt x="1527258" y="795588"/>
                  </a:lnTo>
                  <a:lnTo>
                    <a:pt x="1528011" y="797092"/>
                  </a:lnTo>
                  <a:lnTo>
                    <a:pt x="1528763" y="797092"/>
                  </a:lnTo>
                  <a:lnTo>
                    <a:pt x="1528763" y="797844"/>
                  </a:lnTo>
                  <a:lnTo>
                    <a:pt x="1529515" y="798596"/>
                  </a:lnTo>
                  <a:lnTo>
                    <a:pt x="1529515" y="800100"/>
                  </a:lnTo>
                  <a:lnTo>
                    <a:pt x="1528763" y="804612"/>
                  </a:lnTo>
                  <a:lnTo>
                    <a:pt x="1528763" y="809124"/>
                  </a:lnTo>
                  <a:lnTo>
                    <a:pt x="1528763" y="810628"/>
                  </a:lnTo>
                  <a:lnTo>
                    <a:pt x="1528011" y="811380"/>
                  </a:lnTo>
                  <a:lnTo>
                    <a:pt x="1525003" y="819652"/>
                  </a:lnTo>
                  <a:lnTo>
                    <a:pt x="1524251" y="821907"/>
                  </a:lnTo>
                  <a:lnTo>
                    <a:pt x="1524251" y="823411"/>
                  </a:lnTo>
                  <a:lnTo>
                    <a:pt x="1525003" y="824915"/>
                  </a:lnTo>
                  <a:lnTo>
                    <a:pt x="1525003" y="825667"/>
                  </a:lnTo>
                  <a:lnTo>
                    <a:pt x="1525003" y="826419"/>
                  </a:lnTo>
                  <a:lnTo>
                    <a:pt x="1525003" y="827923"/>
                  </a:lnTo>
                  <a:lnTo>
                    <a:pt x="1524251" y="828675"/>
                  </a:lnTo>
                  <a:lnTo>
                    <a:pt x="1523499" y="829427"/>
                  </a:lnTo>
                  <a:lnTo>
                    <a:pt x="1522747" y="830931"/>
                  </a:lnTo>
                  <a:lnTo>
                    <a:pt x="1521243" y="832435"/>
                  </a:lnTo>
                  <a:lnTo>
                    <a:pt x="1519739" y="833187"/>
                  </a:lnTo>
                  <a:lnTo>
                    <a:pt x="1518987" y="833939"/>
                  </a:lnTo>
                  <a:lnTo>
                    <a:pt x="1517483" y="833187"/>
                  </a:lnTo>
                  <a:lnTo>
                    <a:pt x="1516731" y="833187"/>
                  </a:lnTo>
                  <a:lnTo>
                    <a:pt x="1515979" y="833187"/>
                  </a:lnTo>
                  <a:lnTo>
                    <a:pt x="1512971" y="830931"/>
                  </a:lnTo>
                  <a:lnTo>
                    <a:pt x="1512219" y="830931"/>
                  </a:lnTo>
                  <a:lnTo>
                    <a:pt x="1511467" y="831683"/>
                  </a:lnTo>
                  <a:lnTo>
                    <a:pt x="1510715" y="833187"/>
                  </a:lnTo>
                  <a:lnTo>
                    <a:pt x="1510715" y="833939"/>
                  </a:lnTo>
                  <a:lnTo>
                    <a:pt x="1510715" y="834691"/>
                  </a:lnTo>
                  <a:lnTo>
                    <a:pt x="1511467" y="835443"/>
                  </a:lnTo>
                  <a:lnTo>
                    <a:pt x="1513723" y="839954"/>
                  </a:lnTo>
                  <a:lnTo>
                    <a:pt x="1513723" y="840707"/>
                  </a:lnTo>
                  <a:lnTo>
                    <a:pt x="1513723" y="841459"/>
                  </a:lnTo>
                  <a:lnTo>
                    <a:pt x="1512971" y="842963"/>
                  </a:lnTo>
                  <a:lnTo>
                    <a:pt x="1508459" y="848226"/>
                  </a:lnTo>
                  <a:lnTo>
                    <a:pt x="1507707" y="848978"/>
                  </a:lnTo>
                  <a:lnTo>
                    <a:pt x="1506956" y="848978"/>
                  </a:lnTo>
                  <a:lnTo>
                    <a:pt x="1506203" y="848978"/>
                  </a:lnTo>
                  <a:lnTo>
                    <a:pt x="1505452" y="848978"/>
                  </a:lnTo>
                  <a:lnTo>
                    <a:pt x="1504699" y="849731"/>
                  </a:lnTo>
                  <a:lnTo>
                    <a:pt x="1503196" y="851234"/>
                  </a:lnTo>
                  <a:lnTo>
                    <a:pt x="1502443" y="853490"/>
                  </a:lnTo>
                  <a:lnTo>
                    <a:pt x="1500939" y="854242"/>
                  </a:lnTo>
                  <a:lnTo>
                    <a:pt x="1496428" y="857250"/>
                  </a:lnTo>
                  <a:lnTo>
                    <a:pt x="1495676" y="857250"/>
                  </a:lnTo>
                  <a:lnTo>
                    <a:pt x="1494172" y="858754"/>
                  </a:lnTo>
                  <a:lnTo>
                    <a:pt x="1493420" y="863266"/>
                  </a:lnTo>
                  <a:lnTo>
                    <a:pt x="1491164" y="879057"/>
                  </a:lnTo>
                  <a:lnTo>
                    <a:pt x="1491164" y="880561"/>
                  </a:lnTo>
                  <a:lnTo>
                    <a:pt x="1491164" y="882817"/>
                  </a:lnTo>
                  <a:lnTo>
                    <a:pt x="1490412" y="891841"/>
                  </a:lnTo>
                  <a:lnTo>
                    <a:pt x="1489660" y="892593"/>
                  </a:lnTo>
                  <a:lnTo>
                    <a:pt x="1488908" y="893345"/>
                  </a:lnTo>
                  <a:lnTo>
                    <a:pt x="1486652" y="894849"/>
                  </a:lnTo>
                  <a:lnTo>
                    <a:pt x="1485900" y="895601"/>
                  </a:lnTo>
                  <a:lnTo>
                    <a:pt x="1482892" y="899361"/>
                  </a:lnTo>
                  <a:lnTo>
                    <a:pt x="1481388" y="900112"/>
                  </a:lnTo>
                  <a:lnTo>
                    <a:pt x="1480636" y="900112"/>
                  </a:lnTo>
                  <a:lnTo>
                    <a:pt x="1479132" y="900112"/>
                  </a:lnTo>
                  <a:lnTo>
                    <a:pt x="1478380" y="900112"/>
                  </a:lnTo>
                  <a:lnTo>
                    <a:pt x="1477628" y="900112"/>
                  </a:lnTo>
                  <a:lnTo>
                    <a:pt x="1476877" y="900112"/>
                  </a:lnTo>
                  <a:lnTo>
                    <a:pt x="1476124" y="900865"/>
                  </a:lnTo>
                  <a:lnTo>
                    <a:pt x="1475373" y="901616"/>
                  </a:lnTo>
                  <a:lnTo>
                    <a:pt x="1473869" y="903872"/>
                  </a:lnTo>
                  <a:lnTo>
                    <a:pt x="1472364" y="905376"/>
                  </a:lnTo>
                  <a:lnTo>
                    <a:pt x="1472364" y="906129"/>
                  </a:lnTo>
                  <a:lnTo>
                    <a:pt x="1471613" y="906880"/>
                  </a:lnTo>
                  <a:lnTo>
                    <a:pt x="1471613" y="909136"/>
                  </a:lnTo>
                  <a:lnTo>
                    <a:pt x="1471613" y="912896"/>
                  </a:lnTo>
                  <a:lnTo>
                    <a:pt x="1470860" y="915152"/>
                  </a:lnTo>
                  <a:lnTo>
                    <a:pt x="1467853" y="925680"/>
                  </a:lnTo>
                  <a:lnTo>
                    <a:pt x="1466349" y="930944"/>
                  </a:lnTo>
                  <a:lnTo>
                    <a:pt x="1466349" y="932448"/>
                  </a:lnTo>
                  <a:lnTo>
                    <a:pt x="1466349" y="933951"/>
                  </a:lnTo>
                  <a:lnTo>
                    <a:pt x="1466349" y="934703"/>
                  </a:lnTo>
                  <a:lnTo>
                    <a:pt x="1462589" y="943727"/>
                  </a:lnTo>
                  <a:lnTo>
                    <a:pt x="1461837" y="944479"/>
                  </a:lnTo>
                  <a:lnTo>
                    <a:pt x="1461085" y="945231"/>
                  </a:lnTo>
                  <a:lnTo>
                    <a:pt x="1458829" y="945983"/>
                  </a:lnTo>
                  <a:lnTo>
                    <a:pt x="1456573" y="947487"/>
                  </a:lnTo>
                  <a:lnTo>
                    <a:pt x="1452061" y="947487"/>
                  </a:lnTo>
                  <a:lnTo>
                    <a:pt x="1409951" y="946735"/>
                  </a:lnTo>
                  <a:lnTo>
                    <a:pt x="1407695" y="947487"/>
                  </a:lnTo>
                  <a:lnTo>
                    <a:pt x="1406191" y="948239"/>
                  </a:lnTo>
                  <a:lnTo>
                    <a:pt x="1405439" y="948991"/>
                  </a:lnTo>
                  <a:lnTo>
                    <a:pt x="1403935" y="950495"/>
                  </a:lnTo>
                  <a:lnTo>
                    <a:pt x="1403935" y="951247"/>
                  </a:lnTo>
                  <a:lnTo>
                    <a:pt x="1401679" y="958767"/>
                  </a:lnTo>
                  <a:lnTo>
                    <a:pt x="1400927" y="960270"/>
                  </a:lnTo>
                  <a:lnTo>
                    <a:pt x="1399423" y="961023"/>
                  </a:lnTo>
                  <a:lnTo>
                    <a:pt x="1394911" y="964030"/>
                  </a:lnTo>
                  <a:lnTo>
                    <a:pt x="1391903" y="965534"/>
                  </a:lnTo>
                  <a:lnTo>
                    <a:pt x="1391151" y="967038"/>
                  </a:lnTo>
                  <a:lnTo>
                    <a:pt x="1389647" y="968542"/>
                  </a:lnTo>
                  <a:lnTo>
                    <a:pt x="1388896" y="969294"/>
                  </a:lnTo>
                  <a:lnTo>
                    <a:pt x="1388896" y="970046"/>
                  </a:lnTo>
                  <a:lnTo>
                    <a:pt x="1388896" y="971550"/>
                  </a:lnTo>
                  <a:lnTo>
                    <a:pt x="1388896" y="973054"/>
                  </a:lnTo>
                  <a:lnTo>
                    <a:pt x="1389647" y="973806"/>
                  </a:lnTo>
                  <a:lnTo>
                    <a:pt x="1390400" y="976062"/>
                  </a:lnTo>
                  <a:lnTo>
                    <a:pt x="1391151" y="978318"/>
                  </a:lnTo>
                  <a:lnTo>
                    <a:pt x="1391903" y="979070"/>
                  </a:lnTo>
                  <a:lnTo>
                    <a:pt x="1392655" y="979822"/>
                  </a:lnTo>
                  <a:lnTo>
                    <a:pt x="1397919" y="982078"/>
                  </a:lnTo>
                  <a:lnTo>
                    <a:pt x="1395663" y="989597"/>
                  </a:lnTo>
                  <a:lnTo>
                    <a:pt x="1395663" y="994109"/>
                  </a:lnTo>
                  <a:lnTo>
                    <a:pt x="1396415" y="994861"/>
                  </a:lnTo>
                  <a:lnTo>
                    <a:pt x="1397919" y="998621"/>
                  </a:lnTo>
                  <a:lnTo>
                    <a:pt x="1397919" y="999373"/>
                  </a:lnTo>
                  <a:lnTo>
                    <a:pt x="1397167" y="1000125"/>
                  </a:lnTo>
                  <a:lnTo>
                    <a:pt x="1396415" y="1000877"/>
                  </a:lnTo>
                  <a:lnTo>
                    <a:pt x="1394911" y="1001629"/>
                  </a:lnTo>
                  <a:lnTo>
                    <a:pt x="1394159" y="1002381"/>
                  </a:lnTo>
                  <a:lnTo>
                    <a:pt x="1394159" y="1003133"/>
                  </a:lnTo>
                  <a:lnTo>
                    <a:pt x="1391903" y="1009901"/>
                  </a:lnTo>
                  <a:lnTo>
                    <a:pt x="1391151" y="1011405"/>
                  </a:lnTo>
                  <a:lnTo>
                    <a:pt x="1388896" y="1014412"/>
                  </a:lnTo>
                  <a:lnTo>
                    <a:pt x="1388896" y="1015165"/>
                  </a:lnTo>
                  <a:lnTo>
                    <a:pt x="1388896" y="1015917"/>
                  </a:lnTo>
                  <a:lnTo>
                    <a:pt x="1389647" y="1015917"/>
                  </a:lnTo>
                  <a:lnTo>
                    <a:pt x="1390400" y="1015917"/>
                  </a:lnTo>
                  <a:lnTo>
                    <a:pt x="1391151" y="1015917"/>
                  </a:lnTo>
                  <a:lnTo>
                    <a:pt x="1392655" y="1015165"/>
                  </a:lnTo>
                  <a:lnTo>
                    <a:pt x="1393407" y="1014412"/>
                  </a:lnTo>
                  <a:lnTo>
                    <a:pt x="1394159" y="1014412"/>
                  </a:lnTo>
                  <a:lnTo>
                    <a:pt x="1394911" y="1015165"/>
                  </a:lnTo>
                  <a:lnTo>
                    <a:pt x="1395663" y="1015917"/>
                  </a:lnTo>
                  <a:lnTo>
                    <a:pt x="1395663" y="1016668"/>
                  </a:lnTo>
                  <a:lnTo>
                    <a:pt x="1395663" y="1018172"/>
                  </a:lnTo>
                  <a:lnTo>
                    <a:pt x="1391903" y="1022684"/>
                  </a:lnTo>
                  <a:lnTo>
                    <a:pt x="1391151" y="1024188"/>
                  </a:lnTo>
                  <a:lnTo>
                    <a:pt x="1388143" y="1031708"/>
                  </a:lnTo>
                  <a:lnTo>
                    <a:pt x="1386640" y="1033212"/>
                  </a:lnTo>
                  <a:lnTo>
                    <a:pt x="1385887" y="1034716"/>
                  </a:lnTo>
                  <a:lnTo>
                    <a:pt x="1385136" y="1034716"/>
                  </a:lnTo>
                  <a:lnTo>
                    <a:pt x="1384383" y="1035468"/>
                  </a:lnTo>
                  <a:lnTo>
                    <a:pt x="1385136" y="1036972"/>
                  </a:lnTo>
                  <a:lnTo>
                    <a:pt x="1385136" y="1037724"/>
                  </a:lnTo>
                  <a:lnTo>
                    <a:pt x="1387392" y="1039228"/>
                  </a:lnTo>
                  <a:lnTo>
                    <a:pt x="1385887" y="1040732"/>
                  </a:lnTo>
                  <a:lnTo>
                    <a:pt x="1385136" y="1041484"/>
                  </a:lnTo>
                  <a:lnTo>
                    <a:pt x="1384383" y="1042236"/>
                  </a:lnTo>
                  <a:lnTo>
                    <a:pt x="1382128" y="1042987"/>
                  </a:lnTo>
                  <a:lnTo>
                    <a:pt x="1380624" y="1042987"/>
                  </a:lnTo>
                  <a:lnTo>
                    <a:pt x="1379120" y="1043740"/>
                  </a:lnTo>
                  <a:lnTo>
                    <a:pt x="1377616" y="1047500"/>
                  </a:lnTo>
                  <a:lnTo>
                    <a:pt x="1378368" y="1049004"/>
                  </a:lnTo>
                  <a:lnTo>
                    <a:pt x="1377616" y="1049755"/>
                  </a:lnTo>
                  <a:lnTo>
                    <a:pt x="1375360" y="1054267"/>
                  </a:lnTo>
                  <a:lnTo>
                    <a:pt x="1372352" y="1060283"/>
                  </a:lnTo>
                  <a:lnTo>
                    <a:pt x="1371600" y="1061035"/>
                  </a:lnTo>
                  <a:lnTo>
                    <a:pt x="1370848" y="1062539"/>
                  </a:lnTo>
                  <a:lnTo>
                    <a:pt x="1369344" y="1063291"/>
                  </a:lnTo>
                  <a:lnTo>
                    <a:pt x="1368592" y="1064043"/>
                  </a:lnTo>
                  <a:lnTo>
                    <a:pt x="1367840" y="1064043"/>
                  </a:lnTo>
                  <a:lnTo>
                    <a:pt x="1367088" y="1064043"/>
                  </a:lnTo>
                  <a:lnTo>
                    <a:pt x="1365584" y="1064043"/>
                  </a:lnTo>
                  <a:lnTo>
                    <a:pt x="1364832" y="1064043"/>
                  </a:lnTo>
                  <a:lnTo>
                    <a:pt x="1364081" y="1063291"/>
                  </a:lnTo>
                  <a:lnTo>
                    <a:pt x="1364081" y="1062539"/>
                  </a:lnTo>
                  <a:lnTo>
                    <a:pt x="1363328" y="1062539"/>
                  </a:lnTo>
                  <a:lnTo>
                    <a:pt x="1362576" y="1062539"/>
                  </a:lnTo>
                  <a:lnTo>
                    <a:pt x="1359568" y="1063291"/>
                  </a:lnTo>
                  <a:lnTo>
                    <a:pt x="1358064" y="1063291"/>
                  </a:lnTo>
                  <a:lnTo>
                    <a:pt x="1357313" y="1063291"/>
                  </a:lnTo>
                  <a:lnTo>
                    <a:pt x="1356561" y="1063291"/>
                  </a:lnTo>
                  <a:lnTo>
                    <a:pt x="1355057" y="1063291"/>
                  </a:lnTo>
                  <a:lnTo>
                    <a:pt x="1354305" y="1061787"/>
                  </a:lnTo>
                  <a:lnTo>
                    <a:pt x="1353553" y="1061787"/>
                  </a:lnTo>
                  <a:lnTo>
                    <a:pt x="1352049" y="1062539"/>
                  </a:lnTo>
                  <a:lnTo>
                    <a:pt x="1351297" y="1064043"/>
                  </a:lnTo>
                  <a:lnTo>
                    <a:pt x="1349793" y="1065547"/>
                  </a:lnTo>
                  <a:lnTo>
                    <a:pt x="1348289" y="1066299"/>
                  </a:lnTo>
                  <a:lnTo>
                    <a:pt x="1346785" y="1067051"/>
                  </a:lnTo>
                  <a:lnTo>
                    <a:pt x="1346033" y="1067803"/>
                  </a:lnTo>
                  <a:lnTo>
                    <a:pt x="1345281" y="1069307"/>
                  </a:lnTo>
                  <a:lnTo>
                    <a:pt x="1346033" y="1071563"/>
                  </a:lnTo>
                  <a:lnTo>
                    <a:pt x="1346033" y="1073066"/>
                  </a:lnTo>
                  <a:lnTo>
                    <a:pt x="1346785" y="1073819"/>
                  </a:lnTo>
                  <a:lnTo>
                    <a:pt x="1347537" y="1073819"/>
                  </a:lnTo>
                  <a:lnTo>
                    <a:pt x="1348289" y="1074570"/>
                  </a:lnTo>
                  <a:lnTo>
                    <a:pt x="1349041" y="1074570"/>
                  </a:lnTo>
                  <a:lnTo>
                    <a:pt x="1351297" y="1074570"/>
                  </a:lnTo>
                  <a:lnTo>
                    <a:pt x="1352049" y="1075323"/>
                  </a:lnTo>
                  <a:lnTo>
                    <a:pt x="1352049" y="1076826"/>
                  </a:lnTo>
                  <a:lnTo>
                    <a:pt x="1351297" y="1079834"/>
                  </a:lnTo>
                  <a:lnTo>
                    <a:pt x="1348289" y="1085850"/>
                  </a:lnTo>
                  <a:lnTo>
                    <a:pt x="1346785" y="1088106"/>
                  </a:lnTo>
                  <a:lnTo>
                    <a:pt x="1344529" y="1091114"/>
                  </a:lnTo>
                  <a:lnTo>
                    <a:pt x="1343777" y="1092618"/>
                  </a:lnTo>
                  <a:lnTo>
                    <a:pt x="1343025" y="1095626"/>
                  </a:lnTo>
                  <a:lnTo>
                    <a:pt x="1342273" y="1097130"/>
                  </a:lnTo>
                  <a:lnTo>
                    <a:pt x="1341521" y="1097882"/>
                  </a:lnTo>
                  <a:lnTo>
                    <a:pt x="1340017" y="1099385"/>
                  </a:lnTo>
                  <a:lnTo>
                    <a:pt x="1340017" y="1100138"/>
                  </a:lnTo>
                  <a:lnTo>
                    <a:pt x="1339265" y="1101642"/>
                  </a:lnTo>
                  <a:lnTo>
                    <a:pt x="1339265" y="1103898"/>
                  </a:lnTo>
                  <a:lnTo>
                    <a:pt x="1339265" y="1105402"/>
                  </a:lnTo>
                  <a:lnTo>
                    <a:pt x="1340017" y="1106905"/>
                  </a:lnTo>
                  <a:lnTo>
                    <a:pt x="1340017" y="1108409"/>
                  </a:lnTo>
                  <a:lnTo>
                    <a:pt x="1339265" y="1109913"/>
                  </a:lnTo>
                  <a:lnTo>
                    <a:pt x="1335505" y="1118185"/>
                  </a:lnTo>
                  <a:lnTo>
                    <a:pt x="1334753" y="1121193"/>
                  </a:lnTo>
                  <a:lnTo>
                    <a:pt x="1333249" y="1130217"/>
                  </a:lnTo>
                  <a:lnTo>
                    <a:pt x="1324978" y="1136232"/>
                  </a:lnTo>
                  <a:lnTo>
                    <a:pt x="1324226" y="1136984"/>
                  </a:lnTo>
                  <a:lnTo>
                    <a:pt x="1321970" y="1141496"/>
                  </a:lnTo>
                  <a:lnTo>
                    <a:pt x="1321970" y="1142248"/>
                  </a:lnTo>
                  <a:lnTo>
                    <a:pt x="1321970" y="1143752"/>
                  </a:lnTo>
                  <a:lnTo>
                    <a:pt x="1321970" y="1149016"/>
                  </a:lnTo>
                  <a:lnTo>
                    <a:pt x="1321970" y="1152024"/>
                  </a:lnTo>
                  <a:lnTo>
                    <a:pt x="1321218" y="1153528"/>
                  </a:lnTo>
                  <a:lnTo>
                    <a:pt x="1321218" y="1154280"/>
                  </a:lnTo>
                  <a:lnTo>
                    <a:pt x="1314450" y="1165560"/>
                  </a:lnTo>
                  <a:lnTo>
                    <a:pt x="1311442" y="1171575"/>
                  </a:lnTo>
                  <a:lnTo>
                    <a:pt x="1310690" y="1176087"/>
                  </a:lnTo>
                  <a:lnTo>
                    <a:pt x="1310690" y="1177591"/>
                  </a:lnTo>
                  <a:lnTo>
                    <a:pt x="1310690" y="1178343"/>
                  </a:lnTo>
                  <a:lnTo>
                    <a:pt x="1312194" y="1178343"/>
                  </a:lnTo>
                  <a:lnTo>
                    <a:pt x="1312946" y="1178343"/>
                  </a:lnTo>
                  <a:lnTo>
                    <a:pt x="1313698" y="1178343"/>
                  </a:lnTo>
                  <a:lnTo>
                    <a:pt x="1315202" y="1179095"/>
                  </a:lnTo>
                  <a:lnTo>
                    <a:pt x="1316706" y="1179847"/>
                  </a:lnTo>
                  <a:lnTo>
                    <a:pt x="1317458" y="1179847"/>
                  </a:lnTo>
                  <a:lnTo>
                    <a:pt x="1318962" y="1179847"/>
                  </a:lnTo>
                  <a:lnTo>
                    <a:pt x="1319714" y="1179095"/>
                  </a:lnTo>
                  <a:lnTo>
                    <a:pt x="1320466" y="1179095"/>
                  </a:lnTo>
                  <a:lnTo>
                    <a:pt x="1321218" y="1179095"/>
                  </a:lnTo>
                  <a:lnTo>
                    <a:pt x="1321970" y="1179095"/>
                  </a:lnTo>
                  <a:lnTo>
                    <a:pt x="1322722" y="1179095"/>
                  </a:lnTo>
                  <a:lnTo>
                    <a:pt x="1324226" y="1179847"/>
                  </a:lnTo>
                  <a:lnTo>
                    <a:pt x="1324226" y="1180599"/>
                  </a:lnTo>
                  <a:lnTo>
                    <a:pt x="1324978" y="1180599"/>
                  </a:lnTo>
                  <a:lnTo>
                    <a:pt x="1325730" y="1182103"/>
                  </a:lnTo>
                  <a:lnTo>
                    <a:pt x="1326482" y="1183607"/>
                  </a:lnTo>
                  <a:lnTo>
                    <a:pt x="1327234" y="1184359"/>
                  </a:lnTo>
                  <a:lnTo>
                    <a:pt x="1326482" y="1186615"/>
                  </a:lnTo>
                  <a:lnTo>
                    <a:pt x="1324226" y="1191126"/>
                  </a:lnTo>
                  <a:lnTo>
                    <a:pt x="1322722" y="1191879"/>
                  </a:lnTo>
                  <a:lnTo>
                    <a:pt x="1319714" y="1194886"/>
                  </a:lnTo>
                  <a:lnTo>
                    <a:pt x="1318210" y="1195638"/>
                  </a:lnTo>
                  <a:lnTo>
                    <a:pt x="1315954" y="1195638"/>
                  </a:lnTo>
                  <a:lnTo>
                    <a:pt x="1313698" y="1194134"/>
                  </a:lnTo>
                  <a:lnTo>
                    <a:pt x="1311442" y="1194134"/>
                  </a:lnTo>
                  <a:lnTo>
                    <a:pt x="1309938" y="1195638"/>
                  </a:lnTo>
                  <a:lnTo>
                    <a:pt x="1308434" y="1197142"/>
                  </a:lnTo>
                  <a:lnTo>
                    <a:pt x="1305426" y="1199398"/>
                  </a:lnTo>
                  <a:lnTo>
                    <a:pt x="1297155" y="1201654"/>
                  </a:lnTo>
                  <a:lnTo>
                    <a:pt x="1282867" y="1209926"/>
                  </a:lnTo>
                  <a:lnTo>
                    <a:pt x="1264068" y="1216694"/>
                  </a:lnTo>
                  <a:lnTo>
                    <a:pt x="1252788" y="1223461"/>
                  </a:lnTo>
                  <a:lnTo>
                    <a:pt x="1232485" y="1231733"/>
                  </a:lnTo>
                  <a:lnTo>
                    <a:pt x="1230229" y="1233237"/>
                  </a:lnTo>
                  <a:lnTo>
                    <a:pt x="1224965" y="1237749"/>
                  </a:lnTo>
                  <a:lnTo>
                    <a:pt x="1222709" y="1239253"/>
                  </a:lnTo>
                  <a:lnTo>
                    <a:pt x="1212934" y="1240005"/>
                  </a:lnTo>
                  <a:lnTo>
                    <a:pt x="1209926" y="1242260"/>
                  </a:lnTo>
                  <a:lnTo>
                    <a:pt x="1208422" y="1244517"/>
                  </a:lnTo>
                  <a:lnTo>
                    <a:pt x="1207670" y="1246773"/>
                  </a:lnTo>
                  <a:lnTo>
                    <a:pt x="1206166" y="1249780"/>
                  </a:lnTo>
                  <a:lnTo>
                    <a:pt x="1205414" y="1250532"/>
                  </a:lnTo>
                  <a:lnTo>
                    <a:pt x="1201654" y="1249028"/>
                  </a:lnTo>
                  <a:lnTo>
                    <a:pt x="1199398" y="1249028"/>
                  </a:lnTo>
                  <a:lnTo>
                    <a:pt x="1197894" y="1250532"/>
                  </a:lnTo>
                  <a:lnTo>
                    <a:pt x="1196390" y="1252788"/>
                  </a:lnTo>
                  <a:lnTo>
                    <a:pt x="1194134" y="1253540"/>
                  </a:lnTo>
                  <a:lnTo>
                    <a:pt x="1194134" y="1252036"/>
                  </a:lnTo>
                  <a:lnTo>
                    <a:pt x="1193382" y="1251284"/>
                  </a:lnTo>
                  <a:lnTo>
                    <a:pt x="1193382" y="1250532"/>
                  </a:lnTo>
                  <a:lnTo>
                    <a:pt x="1193382" y="1249780"/>
                  </a:lnTo>
                  <a:lnTo>
                    <a:pt x="1193382" y="1249028"/>
                  </a:lnTo>
                  <a:lnTo>
                    <a:pt x="1194134" y="1248277"/>
                  </a:lnTo>
                  <a:lnTo>
                    <a:pt x="1194134" y="1247524"/>
                  </a:lnTo>
                  <a:lnTo>
                    <a:pt x="1194886" y="1246773"/>
                  </a:lnTo>
                  <a:lnTo>
                    <a:pt x="1195638" y="1246020"/>
                  </a:lnTo>
                  <a:lnTo>
                    <a:pt x="1195638" y="1245269"/>
                  </a:lnTo>
                  <a:lnTo>
                    <a:pt x="1195638" y="1244517"/>
                  </a:lnTo>
                  <a:lnTo>
                    <a:pt x="1195638" y="1243013"/>
                  </a:lnTo>
                  <a:lnTo>
                    <a:pt x="1195638" y="1242260"/>
                  </a:lnTo>
                  <a:lnTo>
                    <a:pt x="1194886" y="1242260"/>
                  </a:lnTo>
                  <a:lnTo>
                    <a:pt x="1194134" y="1241509"/>
                  </a:lnTo>
                  <a:lnTo>
                    <a:pt x="1190374" y="1241509"/>
                  </a:lnTo>
                  <a:lnTo>
                    <a:pt x="1186614" y="1241509"/>
                  </a:lnTo>
                  <a:lnTo>
                    <a:pt x="1184359" y="1242260"/>
                  </a:lnTo>
                  <a:lnTo>
                    <a:pt x="1182103" y="1241509"/>
                  </a:lnTo>
                  <a:lnTo>
                    <a:pt x="1180599" y="1241509"/>
                  </a:lnTo>
                  <a:lnTo>
                    <a:pt x="1179847" y="1240757"/>
                  </a:lnTo>
                  <a:lnTo>
                    <a:pt x="1178343" y="1240005"/>
                  </a:lnTo>
                  <a:lnTo>
                    <a:pt x="1177591" y="1239253"/>
                  </a:lnTo>
                  <a:lnTo>
                    <a:pt x="1176839" y="1239253"/>
                  </a:lnTo>
                  <a:lnTo>
                    <a:pt x="1175335" y="1239253"/>
                  </a:lnTo>
                  <a:lnTo>
                    <a:pt x="1170823" y="1239253"/>
                  </a:lnTo>
                  <a:lnTo>
                    <a:pt x="1168567" y="1239253"/>
                  </a:lnTo>
                  <a:lnTo>
                    <a:pt x="1167815" y="1239253"/>
                  </a:lnTo>
                  <a:lnTo>
                    <a:pt x="1167063" y="1238501"/>
                  </a:lnTo>
                  <a:lnTo>
                    <a:pt x="1166311" y="1238501"/>
                  </a:lnTo>
                  <a:lnTo>
                    <a:pt x="1165559" y="1238501"/>
                  </a:lnTo>
                  <a:lnTo>
                    <a:pt x="1163303" y="1238501"/>
                  </a:lnTo>
                  <a:lnTo>
                    <a:pt x="1159544" y="1239253"/>
                  </a:lnTo>
                  <a:lnTo>
                    <a:pt x="1147512" y="1246020"/>
                  </a:lnTo>
                  <a:lnTo>
                    <a:pt x="1145256" y="1246773"/>
                  </a:lnTo>
                  <a:lnTo>
                    <a:pt x="1144504" y="1247524"/>
                  </a:lnTo>
                  <a:lnTo>
                    <a:pt x="1142248" y="1247524"/>
                  </a:lnTo>
                  <a:lnTo>
                    <a:pt x="1139240" y="1247524"/>
                  </a:lnTo>
                  <a:lnTo>
                    <a:pt x="1137736" y="1247524"/>
                  </a:lnTo>
                  <a:lnTo>
                    <a:pt x="1135480" y="1248277"/>
                  </a:lnTo>
                  <a:lnTo>
                    <a:pt x="1133225" y="1249028"/>
                  </a:lnTo>
                  <a:lnTo>
                    <a:pt x="1130969" y="1249028"/>
                  </a:lnTo>
                  <a:lnTo>
                    <a:pt x="1130216" y="1248277"/>
                  </a:lnTo>
                  <a:lnTo>
                    <a:pt x="1129465" y="1248277"/>
                  </a:lnTo>
                  <a:lnTo>
                    <a:pt x="1128712" y="1247524"/>
                  </a:lnTo>
                  <a:lnTo>
                    <a:pt x="1127209" y="1246020"/>
                  </a:lnTo>
                  <a:lnTo>
                    <a:pt x="1126457" y="1245269"/>
                  </a:lnTo>
                  <a:lnTo>
                    <a:pt x="1125705" y="1246020"/>
                  </a:lnTo>
                  <a:lnTo>
                    <a:pt x="1124201" y="1246773"/>
                  </a:lnTo>
                  <a:lnTo>
                    <a:pt x="1123449" y="1247524"/>
                  </a:lnTo>
                  <a:lnTo>
                    <a:pt x="1122697" y="1247524"/>
                  </a:lnTo>
                  <a:lnTo>
                    <a:pt x="1121193" y="1247524"/>
                  </a:lnTo>
                  <a:lnTo>
                    <a:pt x="1119689" y="1246773"/>
                  </a:lnTo>
                  <a:lnTo>
                    <a:pt x="1118185" y="1246773"/>
                  </a:lnTo>
                  <a:lnTo>
                    <a:pt x="1117433" y="1246773"/>
                  </a:lnTo>
                  <a:lnTo>
                    <a:pt x="1115929" y="1248277"/>
                  </a:lnTo>
                  <a:lnTo>
                    <a:pt x="1114425" y="1249780"/>
                  </a:lnTo>
                  <a:lnTo>
                    <a:pt x="1113673" y="1249780"/>
                  </a:lnTo>
                  <a:lnTo>
                    <a:pt x="1112921" y="1249028"/>
                  </a:lnTo>
                  <a:lnTo>
                    <a:pt x="1111417" y="1248277"/>
                  </a:lnTo>
                  <a:lnTo>
                    <a:pt x="1110665" y="1248277"/>
                  </a:lnTo>
                  <a:lnTo>
                    <a:pt x="1109161" y="1248277"/>
                  </a:lnTo>
                  <a:lnTo>
                    <a:pt x="1106153" y="1249780"/>
                  </a:lnTo>
                  <a:lnTo>
                    <a:pt x="1104650" y="1249780"/>
                  </a:lnTo>
                  <a:lnTo>
                    <a:pt x="1102393" y="1250532"/>
                  </a:lnTo>
                  <a:lnTo>
                    <a:pt x="1101642" y="1249780"/>
                  </a:lnTo>
                  <a:lnTo>
                    <a:pt x="1100890" y="1249780"/>
                  </a:lnTo>
                  <a:lnTo>
                    <a:pt x="1100137" y="1249028"/>
                  </a:lnTo>
                  <a:lnTo>
                    <a:pt x="1099386" y="1248277"/>
                  </a:lnTo>
                  <a:lnTo>
                    <a:pt x="1099386" y="1247524"/>
                  </a:lnTo>
                  <a:lnTo>
                    <a:pt x="1098633" y="1247524"/>
                  </a:lnTo>
                  <a:lnTo>
                    <a:pt x="1097882" y="1246773"/>
                  </a:lnTo>
                  <a:lnTo>
                    <a:pt x="1096378" y="1246773"/>
                  </a:lnTo>
                  <a:lnTo>
                    <a:pt x="1091866" y="1248277"/>
                  </a:lnTo>
                  <a:lnTo>
                    <a:pt x="1083594" y="1252036"/>
                  </a:lnTo>
                  <a:lnTo>
                    <a:pt x="1081338" y="1253540"/>
                  </a:lnTo>
                  <a:lnTo>
                    <a:pt x="1079834" y="1255044"/>
                  </a:lnTo>
                  <a:lnTo>
                    <a:pt x="1077578" y="1255796"/>
                  </a:lnTo>
                  <a:lnTo>
                    <a:pt x="1072314" y="1257300"/>
                  </a:lnTo>
                  <a:lnTo>
                    <a:pt x="1054267" y="1264820"/>
                  </a:lnTo>
                  <a:lnTo>
                    <a:pt x="1053515" y="1264820"/>
                  </a:lnTo>
                  <a:lnTo>
                    <a:pt x="1052011" y="1265572"/>
                  </a:lnTo>
                  <a:lnTo>
                    <a:pt x="1051259" y="1265572"/>
                  </a:lnTo>
                  <a:lnTo>
                    <a:pt x="1049755" y="1266324"/>
                  </a:lnTo>
                  <a:lnTo>
                    <a:pt x="1046748" y="1270084"/>
                  </a:lnTo>
                  <a:lnTo>
                    <a:pt x="1045243" y="1270836"/>
                  </a:lnTo>
                  <a:lnTo>
                    <a:pt x="1030956" y="1279107"/>
                  </a:lnTo>
                  <a:lnTo>
                    <a:pt x="1027196" y="1279859"/>
                  </a:lnTo>
                  <a:lnTo>
                    <a:pt x="1024940" y="1279859"/>
                  </a:lnTo>
                  <a:lnTo>
                    <a:pt x="1024188" y="1279107"/>
                  </a:lnTo>
                  <a:lnTo>
                    <a:pt x="1023436" y="1278356"/>
                  </a:lnTo>
                  <a:lnTo>
                    <a:pt x="1022684" y="1277603"/>
                  </a:lnTo>
                  <a:lnTo>
                    <a:pt x="1021932" y="1277603"/>
                  </a:lnTo>
                  <a:lnTo>
                    <a:pt x="1020428" y="1277603"/>
                  </a:lnTo>
                  <a:lnTo>
                    <a:pt x="1019676" y="1277603"/>
                  </a:lnTo>
                  <a:lnTo>
                    <a:pt x="1012909" y="1278356"/>
                  </a:lnTo>
                  <a:lnTo>
                    <a:pt x="1010653" y="1278356"/>
                  </a:lnTo>
                  <a:lnTo>
                    <a:pt x="1003133" y="1279859"/>
                  </a:lnTo>
                  <a:lnTo>
                    <a:pt x="1001629" y="1279107"/>
                  </a:lnTo>
                  <a:lnTo>
                    <a:pt x="1000125" y="1279107"/>
                  </a:lnTo>
                  <a:lnTo>
                    <a:pt x="998621" y="1279107"/>
                  </a:lnTo>
                  <a:lnTo>
                    <a:pt x="997117" y="1279859"/>
                  </a:lnTo>
                  <a:lnTo>
                    <a:pt x="985086" y="1286627"/>
                  </a:lnTo>
                  <a:lnTo>
                    <a:pt x="984334" y="1287379"/>
                  </a:lnTo>
                  <a:lnTo>
                    <a:pt x="983582" y="1287379"/>
                  </a:lnTo>
                  <a:lnTo>
                    <a:pt x="981326" y="1288131"/>
                  </a:lnTo>
                  <a:lnTo>
                    <a:pt x="977566" y="1288883"/>
                  </a:lnTo>
                  <a:lnTo>
                    <a:pt x="973054" y="1289635"/>
                  </a:lnTo>
                  <a:lnTo>
                    <a:pt x="971550" y="1289635"/>
                  </a:lnTo>
                  <a:lnTo>
                    <a:pt x="970798" y="1290387"/>
                  </a:lnTo>
                  <a:lnTo>
                    <a:pt x="968542" y="1292643"/>
                  </a:lnTo>
                  <a:lnTo>
                    <a:pt x="966286" y="1296403"/>
                  </a:lnTo>
                  <a:lnTo>
                    <a:pt x="965534" y="1297155"/>
                  </a:lnTo>
                  <a:lnTo>
                    <a:pt x="965534" y="1297907"/>
                  </a:lnTo>
                  <a:lnTo>
                    <a:pt x="963278" y="1297907"/>
                  </a:lnTo>
                  <a:lnTo>
                    <a:pt x="960271" y="1297155"/>
                  </a:lnTo>
                  <a:lnTo>
                    <a:pt x="956511" y="1296403"/>
                  </a:lnTo>
                  <a:lnTo>
                    <a:pt x="955007" y="1296403"/>
                  </a:lnTo>
                  <a:lnTo>
                    <a:pt x="953503" y="1296403"/>
                  </a:lnTo>
                  <a:lnTo>
                    <a:pt x="946735" y="1298658"/>
                  </a:lnTo>
                  <a:lnTo>
                    <a:pt x="943727" y="1300163"/>
                  </a:lnTo>
                  <a:lnTo>
                    <a:pt x="937711" y="1304675"/>
                  </a:lnTo>
                  <a:lnTo>
                    <a:pt x="927936" y="1309938"/>
                  </a:lnTo>
                  <a:lnTo>
                    <a:pt x="924176" y="1311442"/>
                  </a:lnTo>
                  <a:lnTo>
                    <a:pt x="923424" y="1311442"/>
                  </a:lnTo>
                  <a:lnTo>
                    <a:pt x="921168" y="1311442"/>
                  </a:lnTo>
                  <a:lnTo>
                    <a:pt x="916656" y="1311442"/>
                  </a:lnTo>
                  <a:lnTo>
                    <a:pt x="915152" y="1311442"/>
                  </a:lnTo>
                  <a:lnTo>
                    <a:pt x="913648" y="1312194"/>
                  </a:lnTo>
                  <a:lnTo>
                    <a:pt x="911392" y="1313698"/>
                  </a:lnTo>
                  <a:lnTo>
                    <a:pt x="909888" y="1314450"/>
                  </a:lnTo>
                  <a:lnTo>
                    <a:pt x="908384" y="1314450"/>
                  </a:lnTo>
                  <a:lnTo>
                    <a:pt x="905377" y="1313698"/>
                  </a:lnTo>
                  <a:lnTo>
                    <a:pt x="903873" y="1314450"/>
                  </a:lnTo>
                  <a:lnTo>
                    <a:pt x="894849" y="1318210"/>
                  </a:lnTo>
                  <a:lnTo>
                    <a:pt x="893345" y="1319714"/>
                  </a:lnTo>
                  <a:lnTo>
                    <a:pt x="885073" y="1324226"/>
                  </a:lnTo>
                  <a:lnTo>
                    <a:pt x="884321" y="1324978"/>
                  </a:lnTo>
                  <a:lnTo>
                    <a:pt x="881313" y="1327234"/>
                  </a:lnTo>
                  <a:lnTo>
                    <a:pt x="879057" y="1329490"/>
                  </a:lnTo>
                  <a:lnTo>
                    <a:pt x="878305" y="1330241"/>
                  </a:lnTo>
                  <a:lnTo>
                    <a:pt x="876801" y="1330241"/>
                  </a:lnTo>
                  <a:lnTo>
                    <a:pt x="875298" y="1330241"/>
                  </a:lnTo>
                  <a:lnTo>
                    <a:pt x="874545" y="1330241"/>
                  </a:lnTo>
                  <a:lnTo>
                    <a:pt x="874545" y="1330994"/>
                  </a:lnTo>
                  <a:lnTo>
                    <a:pt x="874545" y="1333250"/>
                  </a:lnTo>
                  <a:lnTo>
                    <a:pt x="874545" y="1334001"/>
                  </a:lnTo>
                  <a:lnTo>
                    <a:pt x="873794" y="1335505"/>
                  </a:lnTo>
                  <a:lnTo>
                    <a:pt x="872290" y="1336257"/>
                  </a:lnTo>
                  <a:lnTo>
                    <a:pt x="871538" y="1337009"/>
                  </a:lnTo>
                  <a:lnTo>
                    <a:pt x="860258" y="1340017"/>
                  </a:lnTo>
                  <a:lnTo>
                    <a:pt x="853490" y="1343777"/>
                  </a:lnTo>
                  <a:lnTo>
                    <a:pt x="851986" y="1344529"/>
                  </a:lnTo>
                  <a:lnTo>
                    <a:pt x="851234" y="1344529"/>
                  </a:lnTo>
                  <a:lnTo>
                    <a:pt x="850482" y="1343777"/>
                  </a:lnTo>
                  <a:lnTo>
                    <a:pt x="849730" y="1343025"/>
                  </a:lnTo>
                  <a:lnTo>
                    <a:pt x="849730" y="1342273"/>
                  </a:lnTo>
                  <a:lnTo>
                    <a:pt x="849730" y="1340017"/>
                  </a:lnTo>
                  <a:lnTo>
                    <a:pt x="849730" y="1339265"/>
                  </a:lnTo>
                  <a:lnTo>
                    <a:pt x="848979" y="1338513"/>
                  </a:lnTo>
                  <a:lnTo>
                    <a:pt x="848979" y="1337761"/>
                  </a:lnTo>
                  <a:lnTo>
                    <a:pt x="847474" y="1336257"/>
                  </a:lnTo>
                  <a:lnTo>
                    <a:pt x="846722" y="1336257"/>
                  </a:lnTo>
                  <a:lnTo>
                    <a:pt x="845970" y="1335505"/>
                  </a:lnTo>
                  <a:lnTo>
                    <a:pt x="844466" y="1335505"/>
                  </a:lnTo>
                  <a:lnTo>
                    <a:pt x="843715" y="1335505"/>
                  </a:lnTo>
                  <a:lnTo>
                    <a:pt x="842962" y="1336257"/>
                  </a:lnTo>
                  <a:lnTo>
                    <a:pt x="840707" y="1340017"/>
                  </a:lnTo>
                  <a:lnTo>
                    <a:pt x="839955" y="1340769"/>
                  </a:lnTo>
                  <a:lnTo>
                    <a:pt x="838451" y="1341521"/>
                  </a:lnTo>
                  <a:lnTo>
                    <a:pt x="835443" y="1343777"/>
                  </a:lnTo>
                  <a:lnTo>
                    <a:pt x="833939" y="1344529"/>
                  </a:lnTo>
                  <a:lnTo>
                    <a:pt x="832435" y="1344529"/>
                  </a:lnTo>
                  <a:lnTo>
                    <a:pt x="827171" y="1343777"/>
                  </a:lnTo>
                  <a:lnTo>
                    <a:pt x="826419" y="1343025"/>
                  </a:lnTo>
                  <a:lnTo>
                    <a:pt x="826419" y="1342273"/>
                  </a:lnTo>
                  <a:lnTo>
                    <a:pt x="825667" y="1341521"/>
                  </a:lnTo>
                  <a:lnTo>
                    <a:pt x="825667" y="1340769"/>
                  </a:lnTo>
                  <a:lnTo>
                    <a:pt x="825667" y="1340017"/>
                  </a:lnTo>
                  <a:lnTo>
                    <a:pt x="824915" y="1339265"/>
                  </a:lnTo>
                  <a:lnTo>
                    <a:pt x="824163" y="1339265"/>
                  </a:lnTo>
                  <a:lnTo>
                    <a:pt x="823411" y="1339265"/>
                  </a:lnTo>
                  <a:lnTo>
                    <a:pt x="822659" y="1339265"/>
                  </a:lnTo>
                  <a:lnTo>
                    <a:pt x="819651" y="1341521"/>
                  </a:lnTo>
                  <a:lnTo>
                    <a:pt x="815891" y="1343777"/>
                  </a:lnTo>
                  <a:lnTo>
                    <a:pt x="814387" y="1344529"/>
                  </a:lnTo>
                  <a:lnTo>
                    <a:pt x="812883" y="1344529"/>
                  </a:lnTo>
                  <a:lnTo>
                    <a:pt x="812132" y="1344529"/>
                  </a:lnTo>
                  <a:lnTo>
                    <a:pt x="811380" y="1344529"/>
                  </a:lnTo>
                  <a:lnTo>
                    <a:pt x="810628" y="1343777"/>
                  </a:lnTo>
                  <a:lnTo>
                    <a:pt x="809876" y="1343777"/>
                  </a:lnTo>
                  <a:lnTo>
                    <a:pt x="809124" y="1343025"/>
                  </a:lnTo>
                  <a:lnTo>
                    <a:pt x="809124" y="1341521"/>
                  </a:lnTo>
                  <a:lnTo>
                    <a:pt x="809124" y="1340769"/>
                  </a:lnTo>
                  <a:lnTo>
                    <a:pt x="809876" y="1340017"/>
                  </a:lnTo>
                  <a:lnTo>
                    <a:pt x="810628" y="1339265"/>
                  </a:lnTo>
                  <a:lnTo>
                    <a:pt x="812132" y="1337761"/>
                  </a:lnTo>
                  <a:lnTo>
                    <a:pt x="812883" y="1336257"/>
                  </a:lnTo>
                  <a:lnTo>
                    <a:pt x="813636" y="1334754"/>
                  </a:lnTo>
                  <a:lnTo>
                    <a:pt x="814387" y="1334001"/>
                  </a:lnTo>
                  <a:lnTo>
                    <a:pt x="813636" y="1333250"/>
                  </a:lnTo>
                  <a:lnTo>
                    <a:pt x="811380" y="1333250"/>
                  </a:lnTo>
                  <a:lnTo>
                    <a:pt x="805364" y="1334001"/>
                  </a:lnTo>
                  <a:lnTo>
                    <a:pt x="802356" y="1334001"/>
                  </a:lnTo>
                  <a:lnTo>
                    <a:pt x="800852" y="1335505"/>
                  </a:lnTo>
                  <a:lnTo>
                    <a:pt x="801604" y="1336257"/>
                  </a:lnTo>
                  <a:lnTo>
                    <a:pt x="801604" y="1337009"/>
                  </a:lnTo>
                  <a:lnTo>
                    <a:pt x="802356" y="1337761"/>
                  </a:lnTo>
                  <a:lnTo>
                    <a:pt x="804612" y="1340017"/>
                  </a:lnTo>
                  <a:lnTo>
                    <a:pt x="804612" y="1340769"/>
                  </a:lnTo>
                  <a:lnTo>
                    <a:pt x="804612" y="1341521"/>
                  </a:lnTo>
                  <a:lnTo>
                    <a:pt x="805364" y="1342273"/>
                  </a:lnTo>
                  <a:lnTo>
                    <a:pt x="804612" y="1343777"/>
                  </a:lnTo>
                  <a:lnTo>
                    <a:pt x="803860" y="1344529"/>
                  </a:lnTo>
                  <a:lnTo>
                    <a:pt x="791076" y="1352801"/>
                  </a:lnTo>
                  <a:lnTo>
                    <a:pt x="790324" y="1352801"/>
                  </a:lnTo>
                  <a:lnTo>
                    <a:pt x="790324" y="1353553"/>
                  </a:lnTo>
                  <a:lnTo>
                    <a:pt x="790324" y="1355057"/>
                  </a:lnTo>
                  <a:lnTo>
                    <a:pt x="790324" y="1355809"/>
                  </a:lnTo>
                  <a:lnTo>
                    <a:pt x="791076" y="1355809"/>
                  </a:lnTo>
                  <a:lnTo>
                    <a:pt x="791828" y="1356561"/>
                  </a:lnTo>
                  <a:lnTo>
                    <a:pt x="792580" y="1356561"/>
                  </a:lnTo>
                  <a:lnTo>
                    <a:pt x="793332" y="1356561"/>
                  </a:lnTo>
                  <a:lnTo>
                    <a:pt x="797092" y="1356561"/>
                  </a:lnTo>
                  <a:lnTo>
                    <a:pt x="799348" y="1356561"/>
                  </a:lnTo>
                  <a:lnTo>
                    <a:pt x="800100" y="1356561"/>
                  </a:lnTo>
                  <a:lnTo>
                    <a:pt x="800852" y="1356561"/>
                  </a:lnTo>
                  <a:lnTo>
                    <a:pt x="801604" y="1357313"/>
                  </a:lnTo>
                  <a:lnTo>
                    <a:pt x="802356" y="1358065"/>
                  </a:lnTo>
                  <a:lnTo>
                    <a:pt x="802356" y="1358816"/>
                  </a:lnTo>
                  <a:lnTo>
                    <a:pt x="802356" y="1359569"/>
                  </a:lnTo>
                  <a:lnTo>
                    <a:pt x="802356" y="1361073"/>
                  </a:lnTo>
                  <a:lnTo>
                    <a:pt x="802356" y="1362576"/>
                  </a:lnTo>
                  <a:lnTo>
                    <a:pt x="802356" y="1365584"/>
                  </a:lnTo>
                  <a:lnTo>
                    <a:pt x="801604" y="1366336"/>
                  </a:lnTo>
                  <a:lnTo>
                    <a:pt x="800852" y="1367840"/>
                  </a:lnTo>
                  <a:lnTo>
                    <a:pt x="800100" y="1368592"/>
                  </a:lnTo>
                  <a:lnTo>
                    <a:pt x="799348" y="1367840"/>
                  </a:lnTo>
                  <a:lnTo>
                    <a:pt x="797844" y="1367088"/>
                  </a:lnTo>
                  <a:lnTo>
                    <a:pt x="796340" y="1367088"/>
                  </a:lnTo>
                  <a:lnTo>
                    <a:pt x="795588" y="1367088"/>
                  </a:lnTo>
                  <a:lnTo>
                    <a:pt x="795588" y="1367840"/>
                  </a:lnTo>
                  <a:lnTo>
                    <a:pt x="794836" y="1368592"/>
                  </a:lnTo>
                  <a:lnTo>
                    <a:pt x="795588" y="1370096"/>
                  </a:lnTo>
                  <a:lnTo>
                    <a:pt x="795588" y="1370848"/>
                  </a:lnTo>
                  <a:lnTo>
                    <a:pt x="795588" y="1371600"/>
                  </a:lnTo>
                  <a:lnTo>
                    <a:pt x="796340" y="1372352"/>
                  </a:lnTo>
                  <a:lnTo>
                    <a:pt x="796340" y="1373104"/>
                  </a:lnTo>
                  <a:lnTo>
                    <a:pt x="795588" y="1374608"/>
                  </a:lnTo>
                  <a:lnTo>
                    <a:pt x="795588" y="1375360"/>
                  </a:lnTo>
                  <a:lnTo>
                    <a:pt x="794084" y="1376864"/>
                  </a:lnTo>
                  <a:lnTo>
                    <a:pt x="793332" y="1376864"/>
                  </a:lnTo>
                  <a:lnTo>
                    <a:pt x="792580" y="1376864"/>
                  </a:lnTo>
                  <a:lnTo>
                    <a:pt x="791828" y="1376864"/>
                  </a:lnTo>
                  <a:lnTo>
                    <a:pt x="791076" y="1376112"/>
                  </a:lnTo>
                  <a:lnTo>
                    <a:pt x="791076" y="1375360"/>
                  </a:lnTo>
                  <a:lnTo>
                    <a:pt x="790324" y="1374608"/>
                  </a:lnTo>
                  <a:lnTo>
                    <a:pt x="790324" y="1373856"/>
                  </a:lnTo>
                  <a:lnTo>
                    <a:pt x="789572" y="1373104"/>
                  </a:lnTo>
                  <a:lnTo>
                    <a:pt x="788068" y="1373104"/>
                  </a:lnTo>
                  <a:lnTo>
                    <a:pt x="787317" y="1373856"/>
                  </a:lnTo>
                  <a:lnTo>
                    <a:pt x="785813" y="1374608"/>
                  </a:lnTo>
                  <a:lnTo>
                    <a:pt x="784309" y="1376864"/>
                  </a:lnTo>
                  <a:lnTo>
                    <a:pt x="783557" y="1377616"/>
                  </a:lnTo>
                  <a:lnTo>
                    <a:pt x="782804" y="1379120"/>
                  </a:lnTo>
                  <a:lnTo>
                    <a:pt x="781301" y="1379120"/>
                  </a:lnTo>
                  <a:lnTo>
                    <a:pt x="779797" y="1377616"/>
                  </a:lnTo>
                  <a:lnTo>
                    <a:pt x="778293" y="1376864"/>
                  </a:lnTo>
                  <a:lnTo>
                    <a:pt x="776789" y="1376112"/>
                  </a:lnTo>
                  <a:lnTo>
                    <a:pt x="776789" y="1375360"/>
                  </a:lnTo>
                  <a:lnTo>
                    <a:pt x="776037" y="1374608"/>
                  </a:lnTo>
                  <a:lnTo>
                    <a:pt x="775285" y="1373104"/>
                  </a:lnTo>
                  <a:lnTo>
                    <a:pt x="775285" y="1372352"/>
                  </a:lnTo>
                  <a:lnTo>
                    <a:pt x="773781" y="1371600"/>
                  </a:lnTo>
                  <a:lnTo>
                    <a:pt x="773029" y="1372352"/>
                  </a:lnTo>
                  <a:lnTo>
                    <a:pt x="773029" y="1373104"/>
                  </a:lnTo>
                  <a:lnTo>
                    <a:pt x="771525" y="1374608"/>
                  </a:lnTo>
                  <a:lnTo>
                    <a:pt x="770773" y="1375360"/>
                  </a:lnTo>
                  <a:lnTo>
                    <a:pt x="770021" y="1375360"/>
                  </a:lnTo>
                  <a:lnTo>
                    <a:pt x="768517" y="1374608"/>
                  </a:lnTo>
                  <a:lnTo>
                    <a:pt x="767013" y="1374608"/>
                  </a:lnTo>
                  <a:lnTo>
                    <a:pt x="765509" y="1374608"/>
                  </a:lnTo>
                  <a:lnTo>
                    <a:pt x="765509" y="1375360"/>
                  </a:lnTo>
                  <a:lnTo>
                    <a:pt x="764005" y="1376864"/>
                  </a:lnTo>
                  <a:lnTo>
                    <a:pt x="764005" y="1377616"/>
                  </a:lnTo>
                  <a:lnTo>
                    <a:pt x="762502" y="1379120"/>
                  </a:lnTo>
                  <a:lnTo>
                    <a:pt x="760998" y="1379872"/>
                  </a:lnTo>
                  <a:lnTo>
                    <a:pt x="759493" y="1380624"/>
                  </a:lnTo>
                  <a:lnTo>
                    <a:pt x="757989" y="1381376"/>
                  </a:lnTo>
                  <a:lnTo>
                    <a:pt x="754230" y="1382128"/>
                  </a:lnTo>
                  <a:lnTo>
                    <a:pt x="742198" y="1384384"/>
                  </a:lnTo>
                  <a:lnTo>
                    <a:pt x="739190" y="1383632"/>
                  </a:lnTo>
                  <a:lnTo>
                    <a:pt x="738438" y="1382880"/>
                  </a:lnTo>
                  <a:lnTo>
                    <a:pt x="738438" y="1382128"/>
                  </a:lnTo>
                  <a:lnTo>
                    <a:pt x="738438" y="1381376"/>
                  </a:lnTo>
                  <a:lnTo>
                    <a:pt x="739190" y="1380624"/>
                  </a:lnTo>
                  <a:lnTo>
                    <a:pt x="739942" y="1379872"/>
                  </a:lnTo>
                  <a:lnTo>
                    <a:pt x="739942" y="1379120"/>
                  </a:lnTo>
                  <a:lnTo>
                    <a:pt x="739942" y="1378368"/>
                  </a:lnTo>
                  <a:lnTo>
                    <a:pt x="739190" y="1377616"/>
                  </a:lnTo>
                  <a:lnTo>
                    <a:pt x="738438" y="1376864"/>
                  </a:lnTo>
                  <a:lnTo>
                    <a:pt x="737686" y="1376864"/>
                  </a:lnTo>
                  <a:lnTo>
                    <a:pt x="732423" y="1377616"/>
                  </a:lnTo>
                  <a:lnTo>
                    <a:pt x="731670" y="1378368"/>
                  </a:lnTo>
                  <a:lnTo>
                    <a:pt x="730919" y="1378368"/>
                  </a:lnTo>
                  <a:lnTo>
                    <a:pt x="730166" y="1379120"/>
                  </a:lnTo>
                  <a:lnTo>
                    <a:pt x="729415" y="1379872"/>
                  </a:lnTo>
                  <a:lnTo>
                    <a:pt x="727910" y="1380624"/>
                  </a:lnTo>
                  <a:lnTo>
                    <a:pt x="726406" y="1381376"/>
                  </a:lnTo>
                  <a:lnTo>
                    <a:pt x="725655" y="1381376"/>
                  </a:lnTo>
                  <a:lnTo>
                    <a:pt x="724151" y="1380624"/>
                  </a:lnTo>
                  <a:lnTo>
                    <a:pt x="723399" y="1379872"/>
                  </a:lnTo>
                  <a:lnTo>
                    <a:pt x="722647" y="1379872"/>
                  </a:lnTo>
                  <a:lnTo>
                    <a:pt x="721895" y="1380624"/>
                  </a:lnTo>
                  <a:lnTo>
                    <a:pt x="721143" y="1381376"/>
                  </a:lnTo>
                  <a:lnTo>
                    <a:pt x="720391" y="1382128"/>
                  </a:lnTo>
                  <a:lnTo>
                    <a:pt x="718887" y="1382128"/>
                  </a:lnTo>
                  <a:lnTo>
                    <a:pt x="717383" y="1382128"/>
                  </a:lnTo>
                  <a:lnTo>
                    <a:pt x="715879" y="1381376"/>
                  </a:lnTo>
                  <a:lnTo>
                    <a:pt x="714375" y="1380624"/>
                  </a:lnTo>
                  <a:lnTo>
                    <a:pt x="711367" y="1380624"/>
                  </a:lnTo>
                  <a:lnTo>
                    <a:pt x="709863" y="1379872"/>
                  </a:lnTo>
                  <a:lnTo>
                    <a:pt x="709111" y="1379872"/>
                  </a:lnTo>
                  <a:lnTo>
                    <a:pt x="708359" y="1379120"/>
                  </a:lnTo>
                  <a:lnTo>
                    <a:pt x="707607" y="1378368"/>
                  </a:lnTo>
                  <a:lnTo>
                    <a:pt x="706855" y="1376112"/>
                  </a:lnTo>
                  <a:lnTo>
                    <a:pt x="706104" y="1374608"/>
                  </a:lnTo>
                  <a:lnTo>
                    <a:pt x="706104" y="1372352"/>
                  </a:lnTo>
                  <a:lnTo>
                    <a:pt x="706104" y="1370848"/>
                  </a:lnTo>
                  <a:lnTo>
                    <a:pt x="706104" y="1367088"/>
                  </a:lnTo>
                  <a:lnTo>
                    <a:pt x="706104" y="1366336"/>
                  </a:lnTo>
                  <a:lnTo>
                    <a:pt x="706104" y="1365584"/>
                  </a:lnTo>
                  <a:lnTo>
                    <a:pt x="707607" y="1363328"/>
                  </a:lnTo>
                  <a:lnTo>
                    <a:pt x="706855" y="1361824"/>
                  </a:lnTo>
                  <a:lnTo>
                    <a:pt x="705351" y="1360320"/>
                  </a:lnTo>
                  <a:lnTo>
                    <a:pt x="696327" y="1355057"/>
                  </a:lnTo>
                  <a:lnTo>
                    <a:pt x="694072" y="1352801"/>
                  </a:lnTo>
                  <a:lnTo>
                    <a:pt x="689560" y="1349793"/>
                  </a:lnTo>
                  <a:lnTo>
                    <a:pt x="689560" y="1349041"/>
                  </a:lnTo>
                  <a:lnTo>
                    <a:pt x="688808" y="1347537"/>
                  </a:lnTo>
                  <a:lnTo>
                    <a:pt x="689560" y="1346785"/>
                  </a:lnTo>
                  <a:lnTo>
                    <a:pt x="689560" y="1346033"/>
                  </a:lnTo>
                  <a:lnTo>
                    <a:pt x="690312" y="1346033"/>
                  </a:lnTo>
                  <a:lnTo>
                    <a:pt x="691816" y="1344529"/>
                  </a:lnTo>
                  <a:lnTo>
                    <a:pt x="699336" y="1342273"/>
                  </a:lnTo>
                  <a:lnTo>
                    <a:pt x="700087" y="1341521"/>
                  </a:lnTo>
                  <a:lnTo>
                    <a:pt x="700840" y="1340769"/>
                  </a:lnTo>
                  <a:lnTo>
                    <a:pt x="701591" y="1339265"/>
                  </a:lnTo>
                  <a:lnTo>
                    <a:pt x="701591" y="1338513"/>
                  </a:lnTo>
                  <a:lnTo>
                    <a:pt x="699336" y="1335505"/>
                  </a:lnTo>
                  <a:lnTo>
                    <a:pt x="698584" y="1334754"/>
                  </a:lnTo>
                  <a:lnTo>
                    <a:pt x="697832" y="1333250"/>
                  </a:lnTo>
                  <a:lnTo>
                    <a:pt x="697832" y="1330994"/>
                  </a:lnTo>
                  <a:lnTo>
                    <a:pt x="697832" y="1330241"/>
                  </a:lnTo>
                  <a:lnTo>
                    <a:pt x="698584" y="1328737"/>
                  </a:lnTo>
                  <a:lnTo>
                    <a:pt x="699336" y="1328737"/>
                  </a:lnTo>
                  <a:lnTo>
                    <a:pt x="700840" y="1327986"/>
                  </a:lnTo>
                  <a:lnTo>
                    <a:pt x="701591" y="1327234"/>
                  </a:lnTo>
                  <a:lnTo>
                    <a:pt x="701591" y="1326482"/>
                  </a:lnTo>
                  <a:lnTo>
                    <a:pt x="702344" y="1324978"/>
                  </a:lnTo>
                  <a:lnTo>
                    <a:pt x="702344" y="1324226"/>
                  </a:lnTo>
                  <a:lnTo>
                    <a:pt x="701591" y="1324226"/>
                  </a:lnTo>
                  <a:lnTo>
                    <a:pt x="699336" y="1324226"/>
                  </a:lnTo>
                  <a:lnTo>
                    <a:pt x="697080" y="1324226"/>
                  </a:lnTo>
                  <a:lnTo>
                    <a:pt x="694072" y="1323474"/>
                  </a:lnTo>
                  <a:lnTo>
                    <a:pt x="692568" y="1322722"/>
                  </a:lnTo>
                  <a:lnTo>
                    <a:pt x="685800" y="1318210"/>
                  </a:lnTo>
                  <a:lnTo>
                    <a:pt x="682792" y="1316706"/>
                  </a:lnTo>
                  <a:lnTo>
                    <a:pt x="679784" y="1316706"/>
                  </a:lnTo>
                  <a:lnTo>
                    <a:pt x="679032" y="1315954"/>
                  </a:lnTo>
                  <a:lnTo>
                    <a:pt x="678280" y="1315202"/>
                  </a:lnTo>
                  <a:lnTo>
                    <a:pt x="678280" y="1313698"/>
                  </a:lnTo>
                  <a:lnTo>
                    <a:pt x="678280" y="1311442"/>
                  </a:lnTo>
                  <a:lnTo>
                    <a:pt x="678280" y="1309938"/>
                  </a:lnTo>
                  <a:lnTo>
                    <a:pt x="677528" y="1309186"/>
                  </a:lnTo>
                  <a:lnTo>
                    <a:pt x="676776" y="1309186"/>
                  </a:lnTo>
                  <a:lnTo>
                    <a:pt x="671512" y="1308435"/>
                  </a:lnTo>
                  <a:lnTo>
                    <a:pt x="663993" y="1305426"/>
                  </a:lnTo>
                  <a:lnTo>
                    <a:pt x="662489" y="1303922"/>
                  </a:lnTo>
                  <a:lnTo>
                    <a:pt x="660985" y="1303171"/>
                  </a:lnTo>
                  <a:lnTo>
                    <a:pt x="660985" y="1301667"/>
                  </a:lnTo>
                  <a:lnTo>
                    <a:pt x="661737" y="1298658"/>
                  </a:lnTo>
                  <a:lnTo>
                    <a:pt x="660985" y="1297907"/>
                  </a:lnTo>
                  <a:lnTo>
                    <a:pt x="660985" y="1296403"/>
                  </a:lnTo>
                  <a:lnTo>
                    <a:pt x="655721" y="1290387"/>
                  </a:lnTo>
                  <a:lnTo>
                    <a:pt x="654969" y="1289635"/>
                  </a:lnTo>
                  <a:lnTo>
                    <a:pt x="654217" y="1288131"/>
                  </a:lnTo>
                  <a:lnTo>
                    <a:pt x="654969" y="1284371"/>
                  </a:lnTo>
                  <a:lnTo>
                    <a:pt x="660233" y="1271588"/>
                  </a:lnTo>
                  <a:lnTo>
                    <a:pt x="663241" y="1267076"/>
                  </a:lnTo>
                  <a:lnTo>
                    <a:pt x="665497" y="1265572"/>
                  </a:lnTo>
                  <a:lnTo>
                    <a:pt x="669257" y="1261812"/>
                  </a:lnTo>
                  <a:lnTo>
                    <a:pt x="670008" y="1260308"/>
                  </a:lnTo>
                  <a:lnTo>
                    <a:pt x="670008" y="1259556"/>
                  </a:lnTo>
                  <a:lnTo>
                    <a:pt x="666249" y="1254292"/>
                  </a:lnTo>
                  <a:lnTo>
                    <a:pt x="665497" y="1253540"/>
                  </a:lnTo>
                  <a:lnTo>
                    <a:pt x="664745" y="1253540"/>
                  </a:lnTo>
                  <a:lnTo>
                    <a:pt x="663993" y="1252788"/>
                  </a:lnTo>
                  <a:lnTo>
                    <a:pt x="659481" y="1252788"/>
                  </a:lnTo>
                  <a:lnTo>
                    <a:pt x="657977" y="1252788"/>
                  </a:lnTo>
                  <a:lnTo>
                    <a:pt x="657225" y="1252036"/>
                  </a:lnTo>
                  <a:lnTo>
                    <a:pt x="656473" y="1251284"/>
                  </a:lnTo>
                  <a:lnTo>
                    <a:pt x="655721" y="1249780"/>
                  </a:lnTo>
                  <a:lnTo>
                    <a:pt x="654969" y="1249028"/>
                  </a:lnTo>
                  <a:lnTo>
                    <a:pt x="655721" y="1248277"/>
                  </a:lnTo>
                  <a:lnTo>
                    <a:pt x="656473" y="1247524"/>
                  </a:lnTo>
                  <a:lnTo>
                    <a:pt x="659481" y="1247524"/>
                  </a:lnTo>
                  <a:lnTo>
                    <a:pt x="660233" y="1246773"/>
                  </a:lnTo>
                  <a:lnTo>
                    <a:pt x="660985" y="1246020"/>
                  </a:lnTo>
                  <a:lnTo>
                    <a:pt x="660985" y="1245269"/>
                  </a:lnTo>
                  <a:lnTo>
                    <a:pt x="660233" y="1244517"/>
                  </a:lnTo>
                  <a:lnTo>
                    <a:pt x="659481" y="1243013"/>
                  </a:lnTo>
                  <a:lnTo>
                    <a:pt x="659481" y="1242260"/>
                  </a:lnTo>
                  <a:lnTo>
                    <a:pt x="660233" y="1241509"/>
                  </a:lnTo>
                  <a:lnTo>
                    <a:pt x="660985" y="1240005"/>
                  </a:lnTo>
                  <a:lnTo>
                    <a:pt x="661737" y="1239253"/>
                  </a:lnTo>
                  <a:lnTo>
                    <a:pt x="662489" y="1239253"/>
                  </a:lnTo>
                  <a:lnTo>
                    <a:pt x="663241" y="1239253"/>
                  </a:lnTo>
                  <a:lnTo>
                    <a:pt x="663993" y="1239253"/>
                  </a:lnTo>
                  <a:lnTo>
                    <a:pt x="664745" y="1239253"/>
                  </a:lnTo>
                  <a:lnTo>
                    <a:pt x="666249" y="1238501"/>
                  </a:lnTo>
                  <a:lnTo>
                    <a:pt x="667001" y="1236997"/>
                  </a:lnTo>
                  <a:lnTo>
                    <a:pt x="667753" y="1236245"/>
                  </a:lnTo>
                  <a:lnTo>
                    <a:pt x="667753" y="1235493"/>
                  </a:lnTo>
                  <a:lnTo>
                    <a:pt x="664745" y="1230981"/>
                  </a:lnTo>
                  <a:lnTo>
                    <a:pt x="660985" y="1221958"/>
                  </a:lnTo>
                  <a:lnTo>
                    <a:pt x="660985" y="1220453"/>
                  </a:lnTo>
                  <a:lnTo>
                    <a:pt x="660985" y="1219701"/>
                  </a:lnTo>
                  <a:lnTo>
                    <a:pt x="662489" y="1218198"/>
                  </a:lnTo>
                  <a:lnTo>
                    <a:pt x="663241" y="1216694"/>
                  </a:lnTo>
                  <a:lnTo>
                    <a:pt x="663241" y="1215941"/>
                  </a:lnTo>
                  <a:lnTo>
                    <a:pt x="663241" y="1215190"/>
                  </a:lnTo>
                  <a:lnTo>
                    <a:pt x="662489" y="1214438"/>
                  </a:lnTo>
                  <a:lnTo>
                    <a:pt x="662489" y="1213686"/>
                  </a:lnTo>
                  <a:lnTo>
                    <a:pt x="661737" y="1213686"/>
                  </a:lnTo>
                  <a:lnTo>
                    <a:pt x="660985" y="1212934"/>
                  </a:lnTo>
                  <a:lnTo>
                    <a:pt x="660233" y="1212182"/>
                  </a:lnTo>
                  <a:lnTo>
                    <a:pt x="659481" y="1209926"/>
                  </a:lnTo>
                  <a:lnTo>
                    <a:pt x="659481" y="1208422"/>
                  </a:lnTo>
                  <a:lnTo>
                    <a:pt x="659481" y="1207670"/>
                  </a:lnTo>
                  <a:lnTo>
                    <a:pt x="660233" y="1206918"/>
                  </a:lnTo>
                  <a:lnTo>
                    <a:pt x="660985" y="1206166"/>
                  </a:lnTo>
                  <a:lnTo>
                    <a:pt x="661737" y="1204662"/>
                  </a:lnTo>
                  <a:lnTo>
                    <a:pt x="664745" y="1203158"/>
                  </a:lnTo>
                  <a:lnTo>
                    <a:pt x="665497" y="1202406"/>
                  </a:lnTo>
                  <a:lnTo>
                    <a:pt x="665497" y="1200150"/>
                  </a:lnTo>
                  <a:lnTo>
                    <a:pt x="668505" y="1187366"/>
                  </a:lnTo>
                  <a:lnTo>
                    <a:pt x="669257" y="1185862"/>
                  </a:lnTo>
                  <a:lnTo>
                    <a:pt x="670008" y="1185862"/>
                  </a:lnTo>
                  <a:lnTo>
                    <a:pt x="673768" y="1186615"/>
                  </a:lnTo>
                  <a:lnTo>
                    <a:pt x="674521" y="1186615"/>
                  </a:lnTo>
                  <a:lnTo>
                    <a:pt x="675272" y="1185862"/>
                  </a:lnTo>
                  <a:lnTo>
                    <a:pt x="676025" y="1185111"/>
                  </a:lnTo>
                  <a:lnTo>
                    <a:pt x="679032" y="1176839"/>
                  </a:lnTo>
                  <a:lnTo>
                    <a:pt x="679784" y="1176087"/>
                  </a:lnTo>
                  <a:lnTo>
                    <a:pt x="679784" y="1175335"/>
                  </a:lnTo>
                  <a:lnTo>
                    <a:pt x="680536" y="1175335"/>
                  </a:lnTo>
                  <a:lnTo>
                    <a:pt x="682040" y="1173831"/>
                  </a:lnTo>
                  <a:lnTo>
                    <a:pt x="682792" y="1173079"/>
                  </a:lnTo>
                  <a:lnTo>
                    <a:pt x="682792" y="1172327"/>
                  </a:lnTo>
                  <a:lnTo>
                    <a:pt x="682040" y="1171575"/>
                  </a:lnTo>
                  <a:lnTo>
                    <a:pt x="682040" y="1167063"/>
                  </a:lnTo>
                  <a:lnTo>
                    <a:pt x="682792" y="1164807"/>
                  </a:lnTo>
                  <a:lnTo>
                    <a:pt x="683544" y="1163303"/>
                  </a:lnTo>
                  <a:lnTo>
                    <a:pt x="683544" y="1162551"/>
                  </a:lnTo>
                  <a:lnTo>
                    <a:pt x="684296" y="1162551"/>
                  </a:lnTo>
                  <a:lnTo>
                    <a:pt x="685800" y="1161047"/>
                  </a:lnTo>
                  <a:lnTo>
                    <a:pt x="686552" y="1160296"/>
                  </a:lnTo>
                  <a:lnTo>
                    <a:pt x="686552" y="1159543"/>
                  </a:lnTo>
                  <a:lnTo>
                    <a:pt x="685800" y="1159543"/>
                  </a:lnTo>
                  <a:lnTo>
                    <a:pt x="685800" y="1158040"/>
                  </a:lnTo>
                  <a:lnTo>
                    <a:pt x="685048" y="1157288"/>
                  </a:lnTo>
                  <a:lnTo>
                    <a:pt x="684296" y="1149768"/>
                  </a:lnTo>
                  <a:lnTo>
                    <a:pt x="684296" y="1149016"/>
                  </a:lnTo>
                  <a:lnTo>
                    <a:pt x="683544" y="1148264"/>
                  </a:lnTo>
                  <a:lnTo>
                    <a:pt x="682792" y="1147512"/>
                  </a:lnTo>
                  <a:lnTo>
                    <a:pt x="682040" y="1146760"/>
                  </a:lnTo>
                  <a:lnTo>
                    <a:pt x="681288" y="1146008"/>
                  </a:lnTo>
                  <a:lnTo>
                    <a:pt x="680536" y="1146008"/>
                  </a:lnTo>
                  <a:lnTo>
                    <a:pt x="678280" y="1145256"/>
                  </a:lnTo>
                  <a:lnTo>
                    <a:pt x="676776" y="1144504"/>
                  </a:lnTo>
                  <a:lnTo>
                    <a:pt x="675272" y="1144504"/>
                  </a:lnTo>
                  <a:lnTo>
                    <a:pt x="674521" y="1144504"/>
                  </a:lnTo>
                  <a:lnTo>
                    <a:pt x="673768" y="1145256"/>
                  </a:lnTo>
                  <a:lnTo>
                    <a:pt x="672265" y="1145256"/>
                  </a:lnTo>
                  <a:lnTo>
                    <a:pt x="671512" y="1145256"/>
                  </a:lnTo>
                  <a:lnTo>
                    <a:pt x="670761" y="1145256"/>
                  </a:lnTo>
                  <a:lnTo>
                    <a:pt x="670008" y="1145256"/>
                  </a:lnTo>
                  <a:lnTo>
                    <a:pt x="669257" y="1143752"/>
                  </a:lnTo>
                  <a:lnTo>
                    <a:pt x="669257" y="1143000"/>
                  </a:lnTo>
                  <a:lnTo>
                    <a:pt x="668505" y="1141496"/>
                  </a:lnTo>
                  <a:lnTo>
                    <a:pt x="667753" y="1141496"/>
                  </a:lnTo>
                  <a:lnTo>
                    <a:pt x="665497" y="1140744"/>
                  </a:lnTo>
                  <a:lnTo>
                    <a:pt x="664745" y="1139992"/>
                  </a:lnTo>
                  <a:lnTo>
                    <a:pt x="663993" y="1138488"/>
                  </a:lnTo>
                  <a:lnTo>
                    <a:pt x="663993" y="1135481"/>
                  </a:lnTo>
                  <a:lnTo>
                    <a:pt x="663241" y="1135481"/>
                  </a:lnTo>
                  <a:lnTo>
                    <a:pt x="662489" y="1135481"/>
                  </a:lnTo>
                  <a:lnTo>
                    <a:pt x="661737" y="1135481"/>
                  </a:lnTo>
                  <a:lnTo>
                    <a:pt x="660233" y="1136984"/>
                  </a:lnTo>
                  <a:lnTo>
                    <a:pt x="658729" y="1139240"/>
                  </a:lnTo>
                  <a:lnTo>
                    <a:pt x="657977" y="1139240"/>
                  </a:lnTo>
                  <a:lnTo>
                    <a:pt x="657225" y="1139992"/>
                  </a:lnTo>
                  <a:lnTo>
                    <a:pt x="656473" y="1139240"/>
                  </a:lnTo>
                  <a:lnTo>
                    <a:pt x="655721" y="1139240"/>
                  </a:lnTo>
                  <a:lnTo>
                    <a:pt x="652713" y="1136984"/>
                  </a:lnTo>
                  <a:lnTo>
                    <a:pt x="648953" y="1134728"/>
                  </a:lnTo>
                  <a:lnTo>
                    <a:pt x="645193" y="1133977"/>
                  </a:lnTo>
                  <a:lnTo>
                    <a:pt x="644442" y="1133224"/>
                  </a:lnTo>
                  <a:lnTo>
                    <a:pt x="643689" y="1133224"/>
                  </a:lnTo>
                  <a:lnTo>
                    <a:pt x="642186" y="1133977"/>
                  </a:lnTo>
                  <a:lnTo>
                    <a:pt x="637674" y="1133224"/>
                  </a:lnTo>
                  <a:lnTo>
                    <a:pt x="636922" y="1133977"/>
                  </a:lnTo>
                  <a:lnTo>
                    <a:pt x="636170" y="1133977"/>
                  </a:lnTo>
                  <a:lnTo>
                    <a:pt x="636170" y="1134728"/>
                  </a:lnTo>
                  <a:lnTo>
                    <a:pt x="635418" y="1136232"/>
                  </a:lnTo>
                  <a:lnTo>
                    <a:pt x="634666" y="1136984"/>
                  </a:lnTo>
                  <a:lnTo>
                    <a:pt x="633914" y="1137736"/>
                  </a:lnTo>
                  <a:lnTo>
                    <a:pt x="633162" y="1137736"/>
                  </a:lnTo>
                  <a:lnTo>
                    <a:pt x="632410" y="1138488"/>
                  </a:lnTo>
                  <a:lnTo>
                    <a:pt x="630906" y="1138488"/>
                  </a:lnTo>
                  <a:lnTo>
                    <a:pt x="630154" y="1138488"/>
                  </a:lnTo>
                  <a:lnTo>
                    <a:pt x="629402" y="1139240"/>
                  </a:lnTo>
                  <a:lnTo>
                    <a:pt x="627898" y="1139992"/>
                  </a:lnTo>
                  <a:lnTo>
                    <a:pt x="627146" y="1140744"/>
                  </a:lnTo>
                  <a:lnTo>
                    <a:pt x="626394" y="1140744"/>
                  </a:lnTo>
                  <a:lnTo>
                    <a:pt x="625642" y="1140744"/>
                  </a:lnTo>
                  <a:lnTo>
                    <a:pt x="613610" y="1142248"/>
                  </a:lnTo>
                  <a:lnTo>
                    <a:pt x="611355" y="1141496"/>
                  </a:lnTo>
                  <a:lnTo>
                    <a:pt x="609851" y="1140744"/>
                  </a:lnTo>
                  <a:lnTo>
                    <a:pt x="609851" y="1139992"/>
                  </a:lnTo>
                  <a:lnTo>
                    <a:pt x="609851" y="1139240"/>
                  </a:lnTo>
                  <a:lnTo>
                    <a:pt x="609851" y="1138488"/>
                  </a:lnTo>
                  <a:lnTo>
                    <a:pt x="610603" y="1134728"/>
                  </a:lnTo>
                  <a:lnTo>
                    <a:pt x="611355" y="1133977"/>
                  </a:lnTo>
                  <a:lnTo>
                    <a:pt x="610603" y="1132472"/>
                  </a:lnTo>
                  <a:lnTo>
                    <a:pt x="610603" y="1131721"/>
                  </a:lnTo>
                  <a:lnTo>
                    <a:pt x="610603" y="1130968"/>
                  </a:lnTo>
                  <a:lnTo>
                    <a:pt x="607595" y="1126457"/>
                  </a:lnTo>
                  <a:lnTo>
                    <a:pt x="606843" y="1124953"/>
                  </a:lnTo>
                  <a:lnTo>
                    <a:pt x="606091" y="1121193"/>
                  </a:lnTo>
                  <a:lnTo>
                    <a:pt x="605339" y="1119689"/>
                  </a:lnTo>
                  <a:lnTo>
                    <a:pt x="603083" y="1112921"/>
                  </a:lnTo>
                  <a:lnTo>
                    <a:pt x="601579" y="1108409"/>
                  </a:lnTo>
                  <a:lnTo>
                    <a:pt x="601579" y="1106905"/>
                  </a:lnTo>
                  <a:lnTo>
                    <a:pt x="600075" y="1106905"/>
                  </a:lnTo>
                  <a:lnTo>
                    <a:pt x="599323" y="1106153"/>
                  </a:lnTo>
                  <a:lnTo>
                    <a:pt x="597819" y="1105402"/>
                  </a:lnTo>
                  <a:lnTo>
                    <a:pt x="591051" y="1096378"/>
                  </a:lnTo>
                  <a:lnTo>
                    <a:pt x="590299" y="1094874"/>
                  </a:lnTo>
                  <a:lnTo>
                    <a:pt x="589548" y="1094122"/>
                  </a:lnTo>
                  <a:lnTo>
                    <a:pt x="589548" y="1089610"/>
                  </a:lnTo>
                  <a:lnTo>
                    <a:pt x="589548" y="1088106"/>
                  </a:lnTo>
                  <a:lnTo>
                    <a:pt x="586540" y="1077578"/>
                  </a:lnTo>
                  <a:lnTo>
                    <a:pt x="586540" y="1076074"/>
                  </a:lnTo>
                  <a:lnTo>
                    <a:pt x="586540" y="1075323"/>
                  </a:lnTo>
                  <a:lnTo>
                    <a:pt x="586540" y="1074570"/>
                  </a:lnTo>
                  <a:lnTo>
                    <a:pt x="587291" y="1073066"/>
                  </a:lnTo>
                  <a:lnTo>
                    <a:pt x="588044" y="1072315"/>
                  </a:lnTo>
                  <a:lnTo>
                    <a:pt x="587291" y="1071563"/>
                  </a:lnTo>
                  <a:lnTo>
                    <a:pt x="585788" y="1070059"/>
                  </a:lnTo>
                  <a:lnTo>
                    <a:pt x="584284" y="1068555"/>
                  </a:lnTo>
                  <a:lnTo>
                    <a:pt x="582780" y="1065547"/>
                  </a:lnTo>
                  <a:lnTo>
                    <a:pt x="581276" y="1064043"/>
                  </a:lnTo>
                  <a:lnTo>
                    <a:pt x="580524" y="1063291"/>
                  </a:lnTo>
                  <a:lnTo>
                    <a:pt x="579772" y="1063291"/>
                  </a:lnTo>
                  <a:lnTo>
                    <a:pt x="578268" y="1063291"/>
                  </a:lnTo>
                  <a:lnTo>
                    <a:pt x="577516" y="1062539"/>
                  </a:lnTo>
                  <a:lnTo>
                    <a:pt x="576012" y="1061035"/>
                  </a:lnTo>
                  <a:lnTo>
                    <a:pt x="576012" y="1060283"/>
                  </a:lnTo>
                  <a:lnTo>
                    <a:pt x="575260" y="1058779"/>
                  </a:lnTo>
                  <a:lnTo>
                    <a:pt x="576764" y="1055771"/>
                  </a:lnTo>
                  <a:lnTo>
                    <a:pt x="577516" y="1043740"/>
                  </a:lnTo>
                  <a:lnTo>
                    <a:pt x="579020" y="1040732"/>
                  </a:lnTo>
                  <a:lnTo>
                    <a:pt x="581276" y="1039228"/>
                  </a:lnTo>
                  <a:lnTo>
                    <a:pt x="582028" y="1038476"/>
                  </a:lnTo>
                  <a:lnTo>
                    <a:pt x="582780" y="1037724"/>
                  </a:lnTo>
                  <a:lnTo>
                    <a:pt x="584284" y="1034716"/>
                  </a:lnTo>
                  <a:lnTo>
                    <a:pt x="585035" y="1032460"/>
                  </a:lnTo>
                  <a:lnTo>
                    <a:pt x="585035" y="1030956"/>
                  </a:lnTo>
                  <a:lnTo>
                    <a:pt x="585788" y="1027196"/>
                  </a:lnTo>
                  <a:lnTo>
                    <a:pt x="586540" y="1026444"/>
                  </a:lnTo>
                  <a:lnTo>
                    <a:pt x="587291" y="1025692"/>
                  </a:lnTo>
                  <a:lnTo>
                    <a:pt x="588795" y="1025692"/>
                  </a:lnTo>
                  <a:lnTo>
                    <a:pt x="590299" y="1024940"/>
                  </a:lnTo>
                  <a:lnTo>
                    <a:pt x="591051" y="1024188"/>
                  </a:lnTo>
                  <a:lnTo>
                    <a:pt x="592555" y="1022684"/>
                  </a:lnTo>
                  <a:lnTo>
                    <a:pt x="592555" y="1021180"/>
                  </a:lnTo>
                  <a:lnTo>
                    <a:pt x="593307" y="1019676"/>
                  </a:lnTo>
                  <a:lnTo>
                    <a:pt x="593307" y="1016668"/>
                  </a:lnTo>
                  <a:lnTo>
                    <a:pt x="593307" y="1015917"/>
                  </a:lnTo>
                  <a:lnTo>
                    <a:pt x="589548" y="1002381"/>
                  </a:lnTo>
                  <a:lnTo>
                    <a:pt x="588795" y="1000877"/>
                  </a:lnTo>
                  <a:lnTo>
                    <a:pt x="588044" y="1000125"/>
                  </a:lnTo>
                  <a:lnTo>
                    <a:pt x="587291" y="999373"/>
                  </a:lnTo>
                  <a:lnTo>
                    <a:pt x="587291" y="998621"/>
                  </a:lnTo>
                  <a:lnTo>
                    <a:pt x="586540" y="997869"/>
                  </a:lnTo>
                  <a:lnTo>
                    <a:pt x="571500" y="991101"/>
                  </a:lnTo>
                  <a:lnTo>
                    <a:pt x="569996" y="989597"/>
                  </a:lnTo>
                  <a:lnTo>
                    <a:pt x="566236" y="985086"/>
                  </a:lnTo>
                  <a:lnTo>
                    <a:pt x="565484" y="984334"/>
                  </a:lnTo>
                  <a:lnTo>
                    <a:pt x="565484" y="982829"/>
                  </a:lnTo>
                  <a:lnTo>
                    <a:pt x="565484" y="982078"/>
                  </a:lnTo>
                  <a:lnTo>
                    <a:pt x="566236" y="980574"/>
                  </a:lnTo>
                  <a:lnTo>
                    <a:pt x="566236" y="978318"/>
                  </a:lnTo>
                  <a:lnTo>
                    <a:pt x="566988" y="974558"/>
                  </a:lnTo>
                  <a:lnTo>
                    <a:pt x="567740" y="964782"/>
                  </a:lnTo>
                  <a:lnTo>
                    <a:pt x="567740" y="961774"/>
                  </a:lnTo>
                  <a:lnTo>
                    <a:pt x="568492" y="960270"/>
                  </a:lnTo>
                  <a:lnTo>
                    <a:pt x="568492" y="959518"/>
                  </a:lnTo>
                  <a:lnTo>
                    <a:pt x="569244" y="959518"/>
                  </a:lnTo>
                  <a:lnTo>
                    <a:pt x="571500" y="957263"/>
                  </a:lnTo>
                  <a:lnTo>
                    <a:pt x="572252" y="956510"/>
                  </a:lnTo>
                  <a:lnTo>
                    <a:pt x="572252" y="955759"/>
                  </a:lnTo>
                  <a:lnTo>
                    <a:pt x="573004" y="954255"/>
                  </a:lnTo>
                  <a:lnTo>
                    <a:pt x="573756" y="951999"/>
                  </a:lnTo>
                  <a:lnTo>
                    <a:pt x="573756" y="950495"/>
                  </a:lnTo>
                  <a:lnTo>
                    <a:pt x="573756" y="949743"/>
                  </a:lnTo>
                  <a:lnTo>
                    <a:pt x="573756" y="946735"/>
                  </a:lnTo>
                  <a:lnTo>
                    <a:pt x="572252" y="943727"/>
                  </a:lnTo>
                  <a:lnTo>
                    <a:pt x="570748" y="939967"/>
                  </a:lnTo>
                  <a:lnTo>
                    <a:pt x="564732" y="935455"/>
                  </a:lnTo>
                  <a:lnTo>
                    <a:pt x="563229" y="933199"/>
                  </a:lnTo>
                  <a:lnTo>
                    <a:pt x="552701" y="925680"/>
                  </a:lnTo>
                  <a:lnTo>
                    <a:pt x="550445" y="925680"/>
                  </a:lnTo>
                  <a:lnTo>
                    <a:pt x="548941" y="924928"/>
                  </a:lnTo>
                  <a:lnTo>
                    <a:pt x="546685" y="923424"/>
                  </a:lnTo>
                  <a:lnTo>
                    <a:pt x="542925" y="919664"/>
                  </a:lnTo>
                  <a:lnTo>
                    <a:pt x="542925" y="918912"/>
                  </a:lnTo>
                  <a:lnTo>
                    <a:pt x="543677" y="918160"/>
                  </a:lnTo>
                  <a:lnTo>
                    <a:pt x="543677" y="916656"/>
                  </a:lnTo>
                  <a:lnTo>
                    <a:pt x="543677" y="915152"/>
                  </a:lnTo>
                  <a:lnTo>
                    <a:pt x="544429" y="914400"/>
                  </a:lnTo>
                  <a:lnTo>
                    <a:pt x="544429" y="912896"/>
                  </a:lnTo>
                  <a:lnTo>
                    <a:pt x="543677" y="911392"/>
                  </a:lnTo>
                  <a:lnTo>
                    <a:pt x="542925" y="910640"/>
                  </a:lnTo>
                  <a:lnTo>
                    <a:pt x="539917" y="908384"/>
                  </a:lnTo>
                  <a:lnTo>
                    <a:pt x="538413" y="906880"/>
                  </a:lnTo>
                  <a:lnTo>
                    <a:pt x="536157" y="908384"/>
                  </a:lnTo>
                  <a:lnTo>
                    <a:pt x="532397" y="909888"/>
                  </a:lnTo>
                  <a:lnTo>
                    <a:pt x="529390" y="910640"/>
                  </a:lnTo>
                  <a:lnTo>
                    <a:pt x="525630" y="911392"/>
                  </a:lnTo>
                  <a:lnTo>
                    <a:pt x="521870" y="912144"/>
                  </a:lnTo>
                  <a:lnTo>
                    <a:pt x="520366" y="914400"/>
                  </a:lnTo>
                  <a:lnTo>
                    <a:pt x="518862" y="916656"/>
                  </a:lnTo>
                  <a:lnTo>
                    <a:pt x="516606" y="918912"/>
                  </a:lnTo>
                  <a:lnTo>
                    <a:pt x="513598" y="919664"/>
                  </a:lnTo>
                  <a:lnTo>
                    <a:pt x="510590" y="918160"/>
                  </a:lnTo>
                  <a:lnTo>
                    <a:pt x="506830" y="912896"/>
                  </a:lnTo>
                  <a:lnTo>
                    <a:pt x="503822" y="909888"/>
                  </a:lnTo>
                  <a:lnTo>
                    <a:pt x="501567" y="909136"/>
                  </a:lnTo>
                  <a:lnTo>
                    <a:pt x="482015" y="909888"/>
                  </a:lnTo>
                  <a:lnTo>
                    <a:pt x="480511" y="910640"/>
                  </a:lnTo>
                  <a:lnTo>
                    <a:pt x="479007" y="912144"/>
                  </a:lnTo>
                  <a:lnTo>
                    <a:pt x="478255" y="913648"/>
                  </a:lnTo>
                  <a:lnTo>
                    <a:pt x="476752" y="914400"/>
                  </a:lnTo>
                  <a:lnTo>
                    <a:pt x="476752" y="915904"/>
                  </a:lnTo>
                  <a:lnTo>
                    <a:pt x="478255" y="918912"/>
                  </a:lnTo>
                  <a:lnTo>
                    <a:pt x="478255" y="921920"/>
                  </a:lnTo>
                  <a:lnTo>
                    <a:pt x="477503" y="925680"/>
                  </a:lnTo>
                  <a:lnTo>
                    <a:pt x="475999" y="929440"/>
                  </a:lnTo>
                  <a:lnTo>
                    <a:pt x="473743" y="930944"/>
                  </a:lnTo>
                  <a:lnTo>
                    <a:pt x="472239" y="931695"/>
                  </a:lnTo>
                  <a:lnTo>
                    <a:pt x="470735" y="931695"/>
                  </a:lnTo>
                  <a:lnTo>
                    <a:pt x="469232" y="931695"/>
                  </a:lnTo>
                  <a:lnTo>
                    <a:pt x="467728" y="930944"/>
                  </a:lnTo>
                  <a:lnTo>
                    <a:pt x="466975" y="928688"/>
                  </a:lnTo>
                  <a:lnTo>
                    <a:pt x="466224" y="927184"/>
                  </a:lnTo>
                  <a:lnTo>
                    <a:pt x="466224" y="924928"/>
                  </a:lnTo>
                  <a:lnTo>
                    <a:pt x="466224" y="923424"/>
                  </a:lnTo>
                  <a:lnTo>
                    <a:pt x="464720" y="921168"/>
                  </a:lnTo>
                  <a:lnTo>
                    <a:pt x="463216" y="919664"/>
                  </a:lnTo>
                  <a:lnTo>
                    <a:pt x="461712" y="918912"/>
                  </a:lnTo>
                  <a:lnTo>
                    <a:pt x="459456" y="918160"/>
                  </a:lnTo>
                  <a:lnTo>
                    <a:pt x="459456" y="925680"/>
                  </a:lnTo>
                  <a:lnTo>
                    <a:pt x="458704" y="928688"/>
                  </a:lnTo>
                  <a:lnTo>
                    <a:pt x="457200" y="931695"/>
                  </a:lnTo>
                  <a:lnTo>
                    <a:pt x="456448" y="932448"/>
                  </a:lnTo>
                  <a:lnTo>
                    <a:pt x="454192" y="933199"/>
                  </a:lnTo>
                  <a:lnTo>
                    <a:pt x="453440" y="933199"/>
                  </a:lnTo>
                  <a:lnTo>
                    <a:pt x="452688" y="933951"/>
                  </a:lnTo>
                  <a:lnTo>
                    <a:pt x="451936" y="935455"/>
                  </a:lnTo>
                  <a:lnTo>
                    <a:pt x="451184" y="936207"/>
                  </a:lnTo>
                  <a:lnTo>
                    <a:pt x="448928" y="937711"/>
                  </a:lnTo>
                  <a:lnTo>
                    <a:pt x="447424" y="937711"/>
                  </a:lnTo>
                  <a:lnTo>
                    <a:pt x="445920" y="937711"/>
                  </a:lnTo>
                  <a:lnTo>
                    <a:pt x="441409" y="934703"/>
                  </a:lnTo>
                  <a:lnTo>
                    <a:pt x="435393" y="932448"/>
                  </a:lnTo>
                  <a:lnTo>
                    <a:pt x="432385" y="930191"/>
                  </a:lnTo>
                  <a:lnTo>
                    <a:pt x="430881" y="926431"/>
                  </a:lnTo>
                  <a:lnTo>
                    <a:pt x="429377" y="921920"/>
                  </a:lnTo>
                  <a:lnTo>
                    <a:pt x="427873" y="918912"/>
                  </a:lnTo>
                  <a:lnTo>
                    <a:pt x="424113" y="915904"/>
                  </a:lnTo>
                  <a:lnTo>
                    <a:pt x="421105" y="920416"/>
                  </a:lnTo>
                  <a:lnTo>
                    <a:pt x="424865" y="931695"/>
                  </a:lnTo>
                  <a:lnTo>
                    <a:pt x="421105" y="935455"/>
                  </a:lnTo>
                  <a:lnTo>
                    <a:pt x="418849" y="935455"/>
                  </a:lnTo>
                  <a:lnTo>
                    <a:pt x="413586" y="932448"/>
                  </a:lnTo>
                  <a:lnTo>
                    <a:pt x="410577" y="930944"/>
                  </a:lnTo>
                  <a:lnTo>
                    <a:pt x="397794" y="930944"/>
                  </a:lnTo>
                  <a:lnTo>
                    <a:pt x="391026" y="932448"/>
                  </a:lnTo>
                  <a:lnTo>
                    <a:pt x="387266" y="933199"/>
                  </a:lnTo>
                  <a:lnTo>
                    <a:pt x="385762" y="933951"/>
                  </a:lnTo>
                  <a:lnTo>
                    <a:pt x="384258" y="934703"/>
                  </a:lnTo>
                  <a:lnTo>
                    <a:pt x="372227" y="933199"/>
                  </a:lnTo>
                  <a:lnTo>
                    <a:pt x="369219" y="934703"/>
                  </a:lnTo>
                  <a:lnTo>
                    <a:pt x="363955" y="938463"/>
                  </a:lnTo>
                  <a:lnTo>
                    <a:pt x="361699" y="939215"/>
                  </a:lnTo>
                  <a:lnTo>
                    <a:pt x="358692" y="938463"/>
                  </a:lnTo>
                  <a:lnTo>
                    <a:pt x="349668" y="936959"/>
                  </a:lnTo>
                  <a:lnTo>
                    <a:pt x="347412" y="936959"/>
                  </a:lnTo>
                  <a:lnTo>
                    <a:pt x="341396" y="937711"/>
                  </a:lnTo>
                  <a:lnTo>
                    <a:pt x="333877" y="937711"/>
                  </a:lnTo>
                  <a:lnTo>
                    <a:pt x="330117" y="939967"/>
                  </a:lnTo>
                  <a:lnTo>
                    <a:pt x="328613" y="943727"/>
                  </a:lnTo>
                  <a:lnTo>
                    <a:pt x="327109" y="948239"/>
                  </a:lnTo>
                  <a:lnTo>
                    <a:pt x="325605" y="952751"/>
                  </a:lnTo>
                  <a:lnTo>
                    <a:pt x="323349" y="955759"/>
                  </a:lnTo>
                  <a:lnTo>
                    <a:pt x="323349" y="957263"/>
                  </a:lnTo>
                  <a:lnTo>
                    <a:pt x="324100" y="958767"/>
                  </a:lnTo>
                  <a:lnTo>
                    <a:pt x="324853" y="961774"/>
                  </a:lnTo>
                  <a:lnTo>
                    <a:pt x="324853" y="970046"/>
                  </a:lnTo>
                  <a:lnTo>
                    <a:pt x="325605" y="972302"/>
                  </a:lnTo>
                  <a:lnTo>
                    <a:pt x="326357" y="976814"/>
                  </a:lnTo>
                  <a:lnTo>
                    <a:pt x="327109" y="979070"/>
                  </a:lnTo>
                  <a:lnTo>
                    <a:pt x="326357" y="980574"/>
                  </a:lnTo>
                  <a:lnTo>
                    <a:pt x="321845" y="984334"/>
                  </a:lnTo>
                  <a:lnTo>
                    <a:pt x="319589" y="982829"/>
                  </a:lnTo>
                  <a:lnTo>
                    <a:pt x="312821" y="979822"/>
                  </a:lnTo>
                  <a:lnTo>
                    <a:pt x="311317" y="978318"/>
                  </a:lnTo>
                  <a:lnTo>
                    <a:pt x="310565" y="965534"/>
                  </a:lnTo>
                  <a:lnTo>
                    <a:pt x="311317" y="950495"/>
                  </a:lnTo>
                  <a:lnTo>
                    <a:pt x="309813" y="942975"/>
                  </a:lnTo>
                  <a:lnTo>
                    <a:pt x="306053" y="937711"/>
                  </a:lnTo>
                  <a:lnTo>
                    <a:pt x="300789" y="936959"/>
                  </a:lnTo>
                  <a:lnTo>
                    <a:pt x="296278" y="940719"/>
                  </a:lnTo>
                  <a:lnTo>
                    <a:pt x="291766" y="951999"/>
                  </a:lnTo>
                  <a:lnTo>
                    <a:pt x="288758" y="956510"/>
                  </a:lnTo>
                  <a:lnTo>
                    <a:pt x="284246" y="961023"/>
                  </a:lnTo>
                  <a:lnTo>
                    <a:pt x="278982" y="963278"/>
                  </a:lnTo>
                  <a:lnTo>
                    <a:pt x="273719" y="961023"/>
                  </a:lnTo>
                  <a:lnTo>
                    <a:pt x="272215" y="958767"/>
                  </a:lnTo>
                  <a:lnTo>
                    <a:pt x="269959" y="952751"/>
                  </a:lnTo>
                  <a:lnTo>
                    <a:pt x="266199" y="947487"/>
                  </a:lnTo>
                  <a:lnTo>
                    <a:pt x="262439" y="939967"/>
                  </a:lnTo>
                  <a:lnTo>
                    <a:pt x="261687" y="936959"/>
                  </a:lnTo>
                  <a:lnTo>
                    <a:pt x="260183" y="929440"/>
                  </a:lnTo>
                  <a:lnTo>
                    <a:pt x="260183" y="925680"/>
                  </a:lnTo>
                  <a:lnTo>
                    <a:pt x="261687" y="921168"/>
                  </a:lnTo>
                  <a:lnTo>
                    <a:pt x="261687" y="919664"/>
                  </a:lnTo>
                  <a:lnTo>
                    <a:pt x="262439" y="917408"/>
                  </a:lnTo>
                  <a:lnTo>
                    <a:pt x="263191" y="916656"/>
                  </a:lnTo>
                  <a:lnTo>
                    <a:pt x="263943" y="916656"/>
                  </a:lnTo>
                  <a:lnTo>
                    <a:pt x="269207" y="914400"/>
                  </a:lnTo>
                  <a:lnTo>
                    <a:pt x="269959" y="911392"/>
                  </a:lnTo>
                  <a:lnTo>
                    <a:pt x="268455" y="909888"/>
                  </a:lnTo>
                  <a:lnTo>
                    <a:pt x="265447" y="908384"/>
                  </a:lnTo>
                  <a:lnTo>
                    <a:pt x="262439" y="907632"/>
                  </a:lnTo>
                  <a:lnTo>
                    <a:pt x="258679" y="908384"/>
                  </a:lnTo>
                  <a:lnTo>
                    <a:pt x="248151" y="910640"/>
                  </a:lnTo>
                  <a:lnTo>
                    <a:pt x="245143" y="908384"/>
                  </a:lnTo>
                  <a:lnTo>
                    <a:pt x="231608" y="903872"/>
                  </a:lnTo>
                  <a:lnTo>
                    <a:pt x="224088" y="902369"/>
                  </a:lnTo>
                  <a:lnTo>
                    <a:pt x="172954" y="902369"/>
                  </a:lnTo>
                  <a:lnTo>
                    <a:pt x="152651" y="899361"/>
                  </a:lnTo>
                  <a:lnTo>
                    <a:pt x="103772" y="892593"/>
                  </a:lnTo>
                  <a:lnTo>
                    <a:pt x="100012" y="890337"/>
                  </a:lnTo>
                  <a:lnTo>
                    <a:pt x="94749" y="883569"/>
                  </a:lnTo>
                  <a:lnTo>
                    <a:pt x="90989" y="879809"/>
                  </a:lnTo>
                  <a:lnTo>
                    <a:pt x="86477" y="878305"/>
                  </a:lnTo>
                  <a:lnTo>
                    <a:pt x="81213" y="878305"/>
                  </a:lnTo>
                  <a:lnTo>
                    <a:pt x="75949" y="879809"/>
                  </a:lnTo>
                  <a:lnTo>
                    <a:pt x="70686" y="882817"/>
                  </a:lnTo>
                  <a:lnTo>
                    <a:pt x="67678" y="888833"/>
                  </a:lnTo>
                  <a:lnTo>
                    <a:pt x="56398" y="900112"/>
                  </a:lnTo>
                  <a:lnTo>
                    <a:pt x="53390" y="901616"/>
                  </a:lnTo>
                  <a:lnTo>
                    <a:pt x="49630" y="903120"/>
                  </a:lnTo>
                  <a:lnTo>
                    <a:pt x="23311" y="912896"/>
                  </a:lnTo>
                  <a:lnTo>
                    <a:pt x="20303" y="914400"/>
                  </a:lnTo>
                  <a:lnTo>
                    <a:pt x="11280" y="921920"/>
                  </a:lnTo>
                  <a:lnTo>
                    <a:pt x="4512" y="930191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7" name="Forma Livre: Forma 236">
              <a:extLst>
                <a:ext uri="{FF2B5EF4-FFF2-40B4-BE49-F238E27FC236}">
                  <a16:creationId xmlns:a16="http://schemas.microsoft.com/office/drawing/2014/main" id="{2FA4B7B3-BC18-C920-F684-5E8B8AEEB070}"/>
                </a:ext>
              </a:extLst>
            </p:cNvPr>
            <p:cNvSpPr/>
            <p:nvPr/>
          </p:nvSpPr>
          <p:spPr>
            <a:xfrm>
              <a:off x="7380671" y="2993607"/>
              <a:ext cx="754981" cy="1262563"/>
            </a:xfrm>
            <a:custGeom>
              <a:avLst/>
              <a:gdLst>
                <a:gd name="csX0" fmla="*/ 76701 w 754981"/>
                <a:gd name="csY0" fmla="*/ 715127 h 1262563"/>
                <a:gd name="csX1" fmla="*/ 78957 w 754981"/>
                <a:gd name="csY1" fmla="*/ 711367 h 1262563"/>
                <a:gd name="csX2" fmla="*/ 81965 w 754981"/>
                <a:gd name="csY2" fmla="*/ 705351 h 1262563"/>
                <a:gd name="csX3" fmla="*/ 83469 w 754981"/>
                <a:gd name="csY3" fmla="*/ 700839 h 1262563"/>
                <a:gd name="csX4" fmla="*/ 83469 w 754981"/>
                <a:gd name="csY4" fmla="*/ 699335 h 1262563"/>
                <a:gd name="csX5" fmla="*/ 84973 w 754981"/>
                <a:gd name="csY5" fmla="*/ 698584 h 1262563"/>
                <a:gd name="csX6" fmla="*/ 87229 w 754981"/>
                <a:gd name="csY6" fmla="*/ 696328 h 1262563"/>
                <a:gd name="csX7" fmla="*/ 87981 w 754981"/>
                <a:gd name="csY7" fmla="*/ 694824 h 1262563"/>
                <a:gd name="csX8" fmla="*/ 88733 w 754981"/>
                <a:gd name="csY8" fmla="*/ 694072 h 1262563"/>
                <a:gd name="csX9" fmla="*/ 89485 w 754981"/>
                <a:gd name="csY9" fmla="*/ 693320 h 1262563"/>
                <a:gd name="csX10" fmla="*/ 90237 w 754981"/>
                <a:gd name="csY10" fmla="*/ 691064 h 1262563"/>
                <a:gd name="csX11" fmla="*/ 90237 w 754981"/>
                <a:gd name="csY11" fmla="*/ 689560 h 1262563"/>
                <a:gd name="csX12" fmla="*/ 90989 w 754981"/>
                <a:gd name="csY12" fmla="*/ 686552 h 1262563"/>
                <a:gd name="csX13" fmla="*/ 92493 w 754981"/>
                <a:gd name="csY13" fmla="*/ 682040 h 1262563"/>
                <a:gd name="csX14" fmla="*/ 95501 w 754981"/>
                <a:gd name="csY14" fmla="*/ 675272 h 1262563"/>
                <a:gd name="csX15" fmla="*/ 96253 w 754981"/>
                <a:gd name="csY15" fmla="*/ 672265 h 1262563"/>
                <a:gd name="csX16" fmla="*/ 97004 w 754981"/>
                <a:gd name="csY16" fmla="*/ 659481 h 1262563"/>
                <a:gd name="csX17" fmla="*/ 100764 w 754981"/>
                <a:gd name="csY17" fmla="*/ 647449 h 1262563"/>
                <a:gd name="csX18" fmla="*/ 102268 w 754981"/>
                <a:gd name="csY18" fmla="*/ 644441 h 1262563"/>
                <a:gd name="csX19" fmla="*/ 102268 w 754981"/>
                <a:gd name="csY19" fmla="*/ 642937 h 1262563"/>
                <a:gd name="csX20" fmla="*/ 103020 w 754981"/>
                <a:gd name="csY20" fmla="*/ 639178 h 1262563"/>
                <a:gd name="csX21" fmla="*/ 103772 w 754981"/>
                <a:gd name="csY21" fmla="*/ 636170 h 1262563"/>
                <a:gd name="csX22" fmla="*/ 104524 w 754981"/>
                <a:gd name="csY22" fmla="*/ 634666 h 1262563"/>
                <a:gd name="csX23" fmla="*/ 107532 w 754981"/>
                <a:gd name="csY23" fmla="*/ 630154 h 1262563"/>
                <a:gd name="csX24" fmla="*/ 112044 w 754981"/>
                <a:gd name="csY24" fmla="*/ 625642 h 1262563"/>
                <a:gd name="csX25" fmla="*/ 112796 w 754981"/>
                <a:gd name="csY25" fmla="*/ 624138 h 1262563"/>
                <a:gd name="csX26" fmla="*/ 113548 w 754981"/>
                <a:gd name="csY26" fmla="*/ 621130 h 1262563"/>
                <a:gd name="csX27" fmla="*/ 115804 w 754981"/>
                <a:gd name="csY27" fmla="*/ 618874 h 1262563"/>
                <a:gd name="csX28" fmla="*/ 120316 w 754981"/>
                <a:gd name="csY28" fmla="*/ 615115 h 1262563"/>
                <a:gd name="csX29" fmla="*/ 123323 w 754981"/>
                <a:gd name="csY29" fmla="*/ 611355 h 1262563"/>
                <a:gd name="csX30" fmla="*/ 132347 w 754981"/>
                <a:gd name="csY30" fmla="*/ 598571 h 1262563"/>
                <a:gd name="csX31" fmla="*/ 137611 w 754981"/>
                <a:gd name="csY31" fmla="*/ 592555 h 1262563"/>
                <a:gd name="csX32" fmla="*/ 139867 w 754981"/>
                <a:gd name="csY32" fmla="*/ 589547 h 1262563"/>
                <a:gd name="csX33" fmla="*/ 140619 w 754981"/>
                <a:gd name="csY33" fmla="*/ 586539 h 1262563"/>
                <a:gd name="csX34" fmla="*/ 141371 w 754981"/>
                <a:gd name="csY34" fmla="*/ 585036 h 1262563"/>
                <a:gd name="csX35" fmla="*/ 144379 w 754981"/>
                <a:gd name="csY35" fmla="*/ 582028 h 1262563"/>
                <a:gd name="csX36" fmla="*/ 145131 w 754981"/>
                <a:gd name="csY36" fmla="*/ 581276 h 1262563"/>
                <a:gd name="csX37" fmla="*/ 145131 w 754981"/>
                <a:gd name="csY37" fmla="*/ 579772 h 1262563"/>
                <a:gd name="csX38" fmla="*/ 145883 w 754981"/>
                <a:gd name="csY38" fmla="*/ 578268 h 1262563"/>
                <a:gd name="csX39" fmla="*/ 147387 w 754981"/>
                <a:gd name="csY39" fmla="*/ 576764 h 1262563"/>
                <a:gd name="csX40" fmla="*/ 149642 w 754981"/>
                <a:gd name="csY40" fmla="*/ 573756 h 1262563"/>
                <a:gd name="csX41" fmla="*/ 157914 w 754981"/>
                <a:gd name="csY41" fmla="*/ 566988 h 1262563"/>
                <a:gd name="csX42" fmla="*/ 160922 w 754981"/>
                <a:gd name="csY42" fmla="*/ 565484 h 1262563"/>
                <a:gd name="csX43" fmla="*/ 169946 w 754981"/>
                <a:gd name="csY43" fmla="*/ 563980 h 1262563"/>
                <a:gd name="csX44" fmla="*/ 172954 w 754981"/>
                <a:gd name="csY44" fmla="*/ 562476 h 1262563"/>
                <a:gd name="csX45" fmla="*/ 175962 w 754981"/>
                <a:gd name="csY45" fmla="*/ 559469 h 1262563"/>
                <a:gd name="csX46" fmla="*/ 178218 w 754981"/>
                <a:gd name="csY46" fmla="*/ 556460 h 1262563"/>
                <a:gd name="csX47" fmla="*/ 179721 w 754981"/>
                <a:gd name="csY47" fmla="*/ 552701 h 1262563"/>
                <a:gd name="csX48" fmla="*/ 179721 w 754981"/>
                <a:gd name="csY48" fmla="*/ 551197 h 1262563"/>
                <a:gd name="csX49" fmla="*/ 187993 w 754981"/>
                <a:gd name="csY49" fmla="*/ 540669 h 1262563"/>
                <a:gd name="csX50" fmla="*/ 188745 w 754981"/>
                <a:gd name="csY50" fmla="*/ 539165 h 1262563"/>
                <a:gd name="csX51" fmla="*/ 188745 w 754981"/>
                <a:gd name="csY51" fmla="*/ 536909 h 1262563"/>
                <a:gd name="csX52" fmla="*/ 187241 w 754981"/>
                <a:gd name="csY52" fmla="*/ 535405 h 1262563"/>
                <a:gd name="csX53" fmla="*/ 191753 w 754981"/>
                <a:gd name="csY53" fmla="*/ 527134 h 1262563"/>
                <a:gd name="csX54" fmla="*/ 193257 w 754981"/>
                <a:gd name="csY54" fmla="*/ 525630 h 1262563"/>
                <a:gd name="csX55" fmla="*/ 199273 w 754981"/>
                <a:gd name="csY55" fmla="*/ 516606 h 1262563"/>
                <a:gd name="csX56" fmla="*/ 203785 w 754981"/>
                <a:gd name="csY56" fmla="*/ 503822 h 1262563"/>
                <a:gd name="csX57" fmla="*/ 206041 w 754981"/>
                <a:gd name="csY57" fmla="*/ 499311 h 1262563"/>
                <a:gd name="csX58" fmla="*/ 210553 w 754981"/>
                <a:gd name="csY58" fmla="*/ 495551 h 1262563"/>
                <a:gd name="csX59" fmla="*/ 215064 w 754981"/>
                <a:gd name="csY59" fmla="*/ 492543 h 1262563"/>
                <a:gd name="csX60" fmla="*/ 216568 w 754981"/>
                <a:gd name="csY60" fmla="*/ 491039 h 1262563"/>
                <a:gd name="csX61" fmla="*/ 218072 w 754981"/>
                <a:gd name="csY61" fmla="*/ 488783 h 1262563"/>
                <a:gd name="csX62" fmla="*/ 218072 w 754981"/>
                <a:gd name="csY62" fmla="*/ 485775 h 1262563"/>
                <a:gd name="csX63" fmla="*/ 229352 w 754981"/>
                <a:gd name="csY63" fmla="*/ 451184 h 1262563"/>
                <a:gd name="csX64" fmla="*/ 229352 w 754981"/>
                <a:gd name="csY64" fmla="*/ 446672 h 1262563"/>
                <a:gd name="csX65" fmla="*/ 230104 w 754981"/>
                <a:gd name="csY65" fmla="*/ 445168 h 1262563"/>
                <a:gd name="csX66" fmla="*/ 231608 w 754981"/>
                <a:gd name="csY66" fmla="*/ 443664 h 1262563"/>
                <a:gd name="csX67" fmla="*/ 232360 w 754981"/>
                <a:gd name="csY67" fmla="*/ 442913 h 1262563"/>
                <a:gd name="csX68" fmla="*/ 233864 w 754981"/>
                <a:gd name="csY68" fmla="*/ 441409 h 1262563"/>
                <a:gd name="csX69" fmla="*/ 234616 w 754981"/>
                <a:gd name="csY69" fmla="*/ 439153 h 1262563"/>
                <a:gd name="csX70" fmla="*/ 234616 w 754981"/>
                <a:gd name="csY70" fmla="*/ 429377 h 1262563"/>
                <a:gd name="csX71" fmla="*/ 235368 w 754981"/>
                <a:gd name="csY71" fmla="*/ 426369 h 1262563"/>
                <a:gd name="csX72" fmla="*/ 237624 w 754981"/>
                <a:gd name="csY72" fmla="*/ 420353 h 1262563"/>
                <a:gd name="csX73" fmla="*/ 238376 w 754981"/>
                <a:gd name="csY73" fmla="*/ 417345 h 1262563"/>
                <a:gd name="csX74" fmla="*/ 238376 w 754981"/>
                <a:gd name="csY74" fmla="*/ 412834 h 1262563"/>
                <a:gd name="csX75" fmla="*/ 238376 w 754981"/>
                <a:gd name="csY75" fmla="*/ 407570 h 1262563"/>
                <a:gd name="csX76" fmla="*/ 238376 w 754981"/>
                <a:gd name="csY76" fmla="*/ 406066 h 1262563"/>
                <a:gd name="csX77" fmla="*/ 239128 w 754981"/>
                <a:gd name="csY77" fmla="*/ 403058 h 1262563"/>
                <a:gd name="csX78" fmla="*/ 239128 w 754981"/>
                <a:gd name="csY78" fmla="*/ 402306 h 1262563"/>
                <a:gd name="csX79" fmla="*/ 238376 w 754981"/>
                <a:gd name="csY79" fmla="*/ 401554 h 1262563"/>
                <a:gd name="csX80" fmla="*/ 236119 w 754981"/>
                <a:gd name="csY80" fmla="*/ 400050 h 1262563"/>
                <a:gd name="csX81" fmla="*/ 230104 w 754981"/>
                <a:gd name="csY81" fmla="*/ 397794 h 1262563"/>
                <a:gd name="csX82" fmla="*/ 217320 w 754981"/>
                <a:gd name="csY82" fmla="*/ 388770 h 1262563"/>
                <a:gd name="csX83" fmla="*/ 211304 w 754981"/>
                <a:gd name="csY83" fmla="*/ 383506 h 1262563"/>
                <a:gd name="csX84" fmla="*/ 206793 w 754981"/>
                <a:gd name="csY84" fmla="*/ 377491 h 1262563"/>
                <a:gd name="csX85" fmla="*/ 204537 w 754981"/>
                <a:gd name="csY85" fmla="*/ 370723 h 1262563"/>
                <a:gd name="csX86" fmla="*/ 204537 w 754981"/>
                <a:gd name="csY86" fmla="*/ 363203 h 1262563"/>
                <a:gd name="csX87" fmla="*/ 206041 w 754981"/>
                <a:gd name="csY87" fmla="*/ 359443 h 1262563"/>
                <a:gd name="csX88" fmla="*/ 206793 w 754981"/>
                <a:gd name="csY88" fmla="*/ 355684 h 1262563"/>
                <a:gd name="csX89" fmla="*/ 230856 w 754981"/>
                <a:gd name="csY89" fmla="*/ 327108 h 1262563"/>
                <a:gd name="csX90" fmla="*/ 235368 w 754981"/>
                <a:gd name="csY90" fmla="*/ 317333 h 1262563"/>
                <a:gd name="csX91" fmla="*/ 236119 w 754981"/>
                <a:gd name="csY91" fmla="*/ 314325 h 1262563"/>
                <a:gd name="csX92" fmla="*/ 235368 w 754981"/>
                <a:gd name="csY92" fmla="*/ 292518 h 1262563"/>
                <a:gd name="csX93" fmla="*/ 230104 w 754981"/>
                <a:gd name="csY93" fmla="*/ 274470 h 1262563"/>
                <a:gd name="csX94" fmla="*/ 230856 w 754981"/>
                <a:gd name="csY94" fmla="*/ 268455 h 1262563"/>
                <a:gd name="csX95" fmla="*/ 233864 w 754981"/>
                <a:gd name="csY95" fmla="*/ 264695 h 1262563"/>
                <a:gd name="csX96" fmla="*/ 256423 w 754981"/>
                <a:gd name="csY96" fmla="*/ 250407 h 1262563"/>
                <a:gd name="csX97" fmla="*/ 259431 w 754981"/>
                <a:gd name="csY97" fmla="*/ 248151 h 1262563"/>
                <a:gd name="csX98" fmla="*/ 262439 w 754981"/>
                <a:gd name="csY98" fmla="*/ 245895 h 1262563"/>
                <a:gd name="csX99" fmla="*/ 279734 w 754981"/>
                <a:gd name="csY99" fmla="*/ 240631 h 1262563"/>
                <a:gd name="csX100" fmla="*/ 284246 w 754981"/>
                <a:gd name="csY100" fmla="*/ 239880 h 1262563"/>
                <a:gd name="csX101" fmla="*/ 287254 w 754981"/>
                <a:gd name="csY101" fmla="*/ 239880 h 1262563"/>
                <a:gd name="csX102" fmla="*/ 291766 w 754981"/>
                <a:gd name="csY102" fmla="*/ 236872 h 1262563"/>
                <a:gd name="csX103" fmla="*/ 312069 w 754981"/>
                <a:gd name="csY103" fmla="*/ 227848 h 1262563"/>
                <a:gd name="csX104" fmla="*/ 314325 w 754981"/>
                <a:gd name="csY104" fmla="*/ 226344 h 1262563"/>
                <a:gd name="csX105" fmla="*/ 315829 w 754981"/>
                <a:gd name="csY105" fmla="*/ 223336 h 1262563"/>
                <a:gd name="csX106" fmla="*/ 316581 w 754981"/>
                <a:gd name="csY106" fmla="*/ 219576 h 1262563"/>
                <a:gd name="csX107" fmla="*/ 315829 w 754981"/>
                <a:gd name="csY107" fmla="*/ 212809 h 1262563"/>
                <a:gd name="csX108" fmla="*/ 315077 w 754981"/>
                <a:gd name="csY108" fmla="*/ 210553 h 1262563"/>
                <a:gd name="csX109" fmla="*/ 314325 w 754981"/>
                <a:gd name="csY109" fmla="*/ 209801 h 1262563"/>
                <a:gd name="csX110" fmla="*/ 315077 w 754981"/>
                <a:gd name="csY110" fmla="*/ 206793 h 1262563"/>
                <a:gd name="csX111" fmla="*/ 317333 w 754981"/>
                <a:gd name="csY111" fmla="*/ 203785 h 1262563"/>
                <a:gd name="csX112" fmla="*/ 321845 w 754981"/>
                <a:gd name="csY112" fmla="*/ 197769 h 1262563"/>
                <a:gd name="csX113" fmla="*/ 322596 w 754981"/>
                <a:gd name="csY113" fmla="*/ 196265 h 1262563"/>
                <a:gd name="csX114" fmla="*/ 323349 w 754981"/>
                <a:gd name="csY114" fmla="*/ 194761 h 1262563"/>
                <a:gd name="csX115" fmla="*/ 323349 w 754981"/>
                <a:gd name="csY115" fmla="*/ 193257 h 1262563"/>
                <a:gd name="csX116" fmla="*/ 327860 w 754981"/>
                <a:gd name="csY116" fmla="*/ 191001 h 1262563"/>
                <a:gd name="csX117" fmla="*/ 335380 w 754981"/>
                <a:gd name="csY117" fmla="*/ 183482 h 1262563"/>
                <a:gd name="csX118" fmla="*/ 339140 w 754981"/>
                <a:gd name="csY118" fmla="*/ 180474 h 1262563"/>
                <a:gd name="csX119" fmla="*/ 345156 w 754981"/>
                <a:gd name="csY119" fmla="*/ 179722 h 1262563"/>
                <a:gd name="csX120" fmla="*/ 356435 w 754981"/>
                <a:gd name="csY120" fmla="*/ 182730 h 1262563"/>
                <a:gd name="csX121" fmla="*/ 357939 w 754981"/>
                <a:gd name="csY121" fmla="*/ 181978 h 1262563"/>
                <a:gd name="csX122" fmla="*/ 357939 w 754981"/>
                <a:gd name="csY122" fmla="*/ 178970 h 1262563"/>
                <a:gd name="csX123" fmla="*/ 357939 w 754981"/>
                <a:gd name="csY123" fmla="*/ 177466 h 1262563"/>
                <a:gd name="csX124" fmla="*/ 357188 w 754981"/>
                <a:gd name="csY124" fmla="*/ 175962 h 1262563"/>
                <a:gd name="csX125" fmla="*/ 354932 w 754981"/>
                <a:gd name="csY125" fmla="*/ 173706 h 1262563"/>
                <a:gd name="csX126" fmla="*/ 353428 w 754981"/>
                <a:gd name="csY126" fmla="*/ 172954 h 1262563"/>
                <a:gd name="csX127" fmla="*/ 352675 w 754981"/>
                <a:gd name="csY127" fmla="*/ 170698 h 1262563"/>
                <a:gd name="csX128" fmla="*/ 351172 w 754981"/>
                <a:gd name="csY128" fmla="*/ 164682 h 1262563"/>
                <a:gd name="csX129" fmla="*/ 350420 w 754981"/>
                <a:gd name="csY129" fmla="*/ 153403 h 1262563"/>
                <a:gd name="csX130" fmla="*/ 351172 w 754981"/>
                <a:gd name="csY130" fmla="*/ 151147 h 1262563"/>
                <a:gd name="csX131" fmla="*/ 352675 w 754981"/>
                <a:gd name="csY131" fmla="*/ 148891 h 1262563"/>
                <a:gd name="csX132" fmla="*/ 366211 w 754981"/>
                <a:gd name="csY132" fmla="*/ 145883 h 1262563"/>
                <a:gd name="csX133" fmla="*/ 372227 w 754981"/>
                <a:gd name="csY133" fmla="*/ 142123 h 1262563"/>
                <a:gd name="csX134" fmla="*/ 372227 w 754981"/>
                <a:gd name="csY134" fmla="*/ 135355 h 1262563"/>
                <a:gd name="csX135" fmla="*/ 369971 w 754981"/>
                <a:gd name="csY135" fmla="*/ 133099 h 1262563"/>
                <a:gd name="csX136" fmla="*/ 366963 w 754981"/>
                <a:gd name="csY136" fmla="*/ 132347 h 1262563"/>
                <a:gd name="csX137" fmla="*/ 364707 w 754981"/>
                <a:gd name="csY137" fmla="*/ 130843 h 1262563"/>
                <a:gd name="csX138" fmla="*/ 363955 w 754981"/>
                <a:gd name="csY138" fmla="*/ 126332 h 1262563"/>
                <a:gd name="csX139" fmla="*/ 364707 w 754981"/>
                <a:gd name="csY139" fmla="*/ 123324 h 1262563"/>
                <a:gd name="csX140" fmla="*/ 366963 w 754981"/>
                <a:gd name="csY140" fmla="*/ 121820 h 1262563"/>
                <a:gd name="csX141" fmla="*/ 369219 w 754981"/>
                <a:gd name="csY141" fmla="*/ 120316 h 1262563"/>
                <a:gd name="csX142" fmla="*/ 378994 w 754981"/>
                <a:gd name="csY142" fmla="*/ 118812 h 1262563"/>
                <a:gd name="csX143" fmla="*/ 380499 w 754981"/>
                <a:gd name="csY143" fmla="*/ 117308 h 1262563"/>
                <a:gd name="csX144" fmla="*/ 381251 w 754981"/>
                <a:gd name="csY144" fmla="*/ 114300 h 1262563"/>
                <a:gd name="csX145" fmla="*/ 380499 w 754981"/>
                <a:gd name="csY145" fmla="*/ 110540 h 1262563"/>
                <a:gd name="csX146" fmla="*/ 373731 w 754981"/>
                <a:gd name="csY146" fmla="*/ 104524 h 1262563"/>
                <a:gd name="csX147" fmla="*/ 371475 w 754981"/>
                <a:gd name="csY147" fmla="*/ 100765 h 1262563"/>
                <a:gd name="csX148" fmla="*/ 370723 w 754981"/>
                <a:gd name="csY148" fmla="*/ 97756 h 1262563"/>
                <a:gd name="csX149" fmla="*/ 369971 w 754981"/>
                <a:gd name="csY149" fmla="*/ 88733 h 1262563"/>
                <a:gd name="csX150" fmla="*/ 371475 w 754981"/>
                <a:gd name="csY150" fmla="*/ 85725 h 1262563"/>
                <a:gd name="csX151" fmla="*/ 374483 w 754981"/>
                <a:gd name="csY151" fmla="*/ 84221 h 1262563"/>
                <a:gd name="csX152" fmla="*/ 380499 w 754981"/>
                <a:gd name="csY152" fmla="*/ 84221 h 1262563"/>
                <a:gd name="csX153" fmla="*/ 385011 w 754981"/>
                <a:gd name="csY153" fmla="*/ 83469 h 1262563"/>
                <a:gd name="csX154" fmla="*/ 387266 w 754981"/>
                <a:gd name="csY154" fmla="*/ 81965 h 1262563"/>
                <a:gd name="csX155" fmla="*/ 391778 w 754981"/>
                <a:gd name="csY155" fmla="*/ 76701 h 1262563"/>
                <a:gd name="csX156" fmla="*/ 394034 w 754981"/>
                <a:gd name="csY156" fmla="*/ 73693 h 1262563"/>
                <a:gd name="csX157" fmla="*/ 394034 w 754981"/>
                <a:gd name="csY157" fmla="*/ 70686 h 1262563"/>
                <a:gd name="csX158" fmla="*/ 392530 w 754981"/>
                <a:gd name="csY158" fmla="*/ 67678 h 1262563"/>
                <a:gd name="csX159" fmla="*/ 391026 w 754981"/>
                <a:gd name="csY159" fmla="*/ 65422 h 1262563"/>
                <a:gd name="csX160" fmla="*/ 387266 w 754981"/>
                <a:gd name="csY160" fmla="*/ 63166 h 1262563"/>
                <a:gd name="csX161" fmla="*/ 385762 w 754981"/>
                <a:gd name="csY161" fmla="*/ 60910 h 1262563"/>
                <a:gd name="csX162" fmla="*/ 385011 w 754981"/>
                <a:gd name="csY162" fmla="*/ 58654 h 1262563"/>
                <a:gd name="csX163" fmla="*/ 383507 w 754981"/>
                <a:gd name="csY163" fmla="*/ 57150 h 1262563"/>
                <a:gd name="csX164" fmla="*/ 380499 w 754981"/>
                <a:gd name="csY164" fmla="*/ 56398 h 1262563"/>
                <a:gd name="csX165" fmla="*/ 377491 w 754981"/>
                <a:gd name="csY165" fmla="*/ 56398 h 1262563"/>
                <a:gd name="csX166" fmla="*/ 374483 w 754981"/>
                <a:gd name="csY166" fmla="*/ 56398 h 1262563"/>
                <a:gd name="csX167" fmla="*/ 369971 w 754981"/>
                <a:gd name="csY167" fmla="*/ 53390 h 1262563"/>
                <a:gd name="csX168" fmla="*/ 366963 w 754981"/>
                <a:gd name="csY168" fmla="*/ 49630 h 1262563"/>
                <a:gd name="csX169" fmla="*/ 359443 w 754981"/>
                <a:gd name="csY169" fmla="*/ 36095 h 1262563"/>
                <a:gd name="csX170" fmla="*/ 357939 w 754981"/>
                <a:gd name="csY170" fmla="*/ 34591 h 1262563"/>
                <a:gd name="csX171" fmla="*/ 354932 w 754981"/>
                <a:gd name="csY171" fmla="*/ 34591 h 1262563"/>
                <a:gd name="csX172" fmla="*/ 335380 w 754981"/>
                <a:gd name="csY172" fmla="*/ 36095 h 1262563"/>
                <a:gd name="csX173" fmla="*/ 330868 w 754981"/>
                <a:gd name="csY173" fmla="*/ 37599 h 1262563"/>
                <a:gd name="csX174" fmla="*/ 328613 w 754981"/>
                <a:gd name="csY174" fmla="*/ 36847 h 1262563"/>
                <a:gd name="csX175" fmla="*/ 326356 w 754981"/>
                <a:gd name="csY175" fmla="*/ 36095 h 1262563"/>
                <a:gd name="csX176" fmla="*/ 319589 w 754981"/>
                <a:gd name="csY176" fmla="*/ 34591 h 1262563"/>
                <a:gd name="csX177" fmla="*/ 311317 w 754981"/>
                <a:gd name="csY177" fmla="*/ 29327 h 1262563"/>
                <a:gd name="csX178" fmla="*/ 306053 w 754981"/>
                <a:gd name="csY178" fmla="*/ 29327 h 1262563"/>
                <a:gd name="csX179" fmla="*/ 311317 w 754981"/>
                <a:gd name="csY179" fmla="*/ 22559 h 1262563"/>
                <a:gd name="csX180" fmla="*/ 312821 w 754981"/>
                <a:gd name="csY180" fmla="*/ 21807 h 1262563"/>
                <a:gd name="csX181" fmla="*/ 318085 w 754981"/>
                <a:gd name="csY181" fmla="*/ 21055 h 1262563"/>
                <a:gd name="csX182" fmla="*/ 321093 w 754981"/>
                <a:gd name="csY182" fmla="*/ 21807 h 1262563"/>
                <a:gd name="csX183" fmla="*/ 322596 w 754981"/>
                <a:gd name="csY183" fmla="*/ 24815 h 1262563"/>
                <a:gd name="csX184" fmla="*/ 323349 w 754981"/>
                <a:gd name="csY184" fmla="*/ 24815 h 1262563"/>
                <a:gd name="csX185" fmla="*/ 324853 w 754981"/>
                <a:gd name="csY185" fmla="*/ 24063 h 1262563"/>
                <a:gd name="csX186" fmla="*/ 326356 w 754981"/>
                <a:gd name="csY186" fmla="*/ 21807 h 1262563"/>
                <a:gd name="csX187" fmla="*/ 327109 w 754981"/>
                <a:gd name="csY187" fmla="*/ 21055 h 1262563"/>
                <a:gd name="csX188" fmla="*/ 331620 w 754981"/>
                <a:gd name="csY188" fmla="*/ 10528 h 1262563"/>
                <a:gd name="csX189" fmla="*/ 333124 w 754981"/>
                <a:gd name="csY189" fmla="*/ 8272 h 1262563"/>
                <a:gd name="csX190" fmla="*/ 334628 w 754981"/>
                <a:gd name="csY190" fmla="*/ 6016 h 1262563"/>
                <a:gd name="csX191" fmla="*/ 339892 w 754981"/>
                <a:gd name="csY191" fmla="*/ 3760 h 1262563"/>
                <a:gd name="csX192" fmla="*/ 345908 w 754981"/>
                <a:gd name="csY192" fmla="*/ 1504 h 1262563"/>
                <a:gd name="csX193" fmla="*/ 352675 w 754981"/>
                <a:gd name="csY193" fmla="*/ 0 h 1262563"/>
                <a:gd name="csX194" fmla="*/ 363955 w 754981"/>
                <a:gd name="csY194" fmla="*/ 0 h 1262563"/>
                <a:gd name="csX195" fmla="*/ 364707 w 754981"/>
                <a:gd name="csY195" fmla="*/ 752 h 1262563"/>
                <a:gd name="csX196" fmla="*/ 365459 w 754981"/>
                <a:gd name="csY196" fmla="*/ 752 h 1262563"/>
                <a:gd name="csX197" fmla="*/ 367715 w 754981"/>
                <a:gd name="csY197" fmla="*/ 3008 h 1262563"/>
                <a:gd name="csX198" fmla="*/ 391778 w 754981"/>
                <a:gd name="csY198" fmla="*/ 14287 h 1262563"/>
                <a:gd name="csX199" fmla="*/ 398546 w 754981"/>
                <a:gd name="csY199" fmla="*/ 15791 h 1262563"/>
                <a:gd name="csX200" fmla="*/ 405314 w 754981"/>
                <a:gd name="csY200" fmla="*/ 15791 h 1262563"/>
                <a:gd name="csX201" fmla="*/ 409073 w 754981"/>
                <a:gd name="csY201" fmla="*/ 14287 h 1262563"/>
                <a:gd name="csX202" fmla="*/ 412833 w 754981"/>
                <a:gd name="csY202" fmla="*/ 11280 h 1262563"/>
                <a:gd name="csX203" fmla="*/ 415090 w 754981"/>
                <a:gd name="csY203" fmla="*/ 10528 h 1262563"/>
                <a:gd name="csX204" fmla="*/ 418849 w 754981"/>
                <a:gd name="csY204" fmla="*/ 10528 h 1262563"/>
                <a:gd name="csX205" fmla="*/ 424865 w 754981"/>
                <a:gd name="csY205" fmla="*/ 11280 h 1262563"/>
                <a:gd name="csX206" fmla="*/ 430881 w 754981"/>
                <a:gd name="csY206" fmla="*/ 13536 h 1262563"/>
                <a:gd name="csX207" fmla="*/ 433889 w 754981"/>
                <a:gd name="csY207" fmla="*/ 15039 h 1262563"/>
                <a:gd name="csX208" fmla="*/ 436145 w 754981"/>
                <a:gd name="csY208" fmla="*/ 18047 h 1262563"/>
                <a:gd name="csX209" fmla="*/ 436897 w 754981"/>
                <a:gd name="csY209" fmla="*/ 21055 h 1262563"/>
                <a:gd name="csX210" fmla="*/ 436897 w 754981"/>
                <a:gd name="csY210" fmla="*/ 28575 h 1262563"/>
                <a:gd name="csX211" fmla="*/ 437649 w 754981"/>
                <a:gd name="csY211" fmla="*/ 31583 h 1262563"/>
                <a:gd name="csX212" fmla="*/ 439905 w 754981"/>
                <a:gd name="csY212" fmla="*/ 33087 h 1262563"/>
                <a:gd name="csX213" fmla="*/ 442912 w 754981"/>
                <a:gd name="csY213" fmla="*/ 34591 h 1262563"/>
                <a:gd name="csX214" fmla="*/ 445920 w 754981"/>
                <a:gd name="csY214" fmla="*/ 34591 h 1262563"/>
                <a:gd name="csX215" fmla="*/ 451936 w 754981"/>
                <a:gd name="csY215" fmla="*/ 33087 h 1262563"/>
                <a:gd name="csX216" fmla="*/ 454944 w 754981"/>
                <a:gd name="csY216" fmla="*/ 33839 h 1262563"/>
                <a:gd name="csX217" fmla="*/ 457200 w 754981"/>
                <a:gd name="csY217" fmla="*/ 34591 h 1262563"/>
                <a:gd name="csX218" fmla="*/ 471488 w 754981"/>
                <a:gd name="csY218" fmla="*/ 42862 h 1262563"/>
                <a:gd name="csX219" fmla="*/ 474495 w 754981"/>
                <a:gd name="csY219" fmla="*/ 45118 h 1262563"/>
                <a:gd name="csX220" fmla="*/ 476751 w 754981"/>
                <a:gd name="csY220" fmla="*/ 46622 h 1262563"/>
                <a:gd name="csX221" fmla="*/ 482767 w 754981"/>
                <a:gd name="csY221" fmla="*/ 47374 h 1262563"/>
                <a:gd name="csX222" fmla="*/ 485775 w 754981"/>
                <a:gd name="csY222" fmla="*/ 48126 h 1262563"/>
                <a:gd name="csX223" fmla="*/ 488783 w 754981"/>
                <a:gd name="csY223" fmla="*/ 51134 h 1262563"/>
                <a:gd name="csX224" fmla="*/ 491791 w 754981"/>
                <a:gd name="csY224" fmla="*/ 54894 h 1262563"/>
                <a:gd name="csX225" fmla="*/ 495550 w 754981"/>
                <a:gd name="csY225" fmla="*/ 64670 h 1262563"/>
                <a:gd name="csX226" fmla="*/ 493295 w 754981"/>
                <a:gd name="csY226" fmla="*/ 87981 h 1262563"/>
                <a:gd name="csX227" fmla="*/ 494047 w 754981"/>
                <a:gd name="csY227" fmla="*/ 88733 h 1262563"/>
                <a:gd name="csX228" fmla="*/ 497807 w 754981"/>
                <a:gd name="csY228" fmla="*/ 91741 h 1262563"/>
                <a:gd name="csX229" fmla="*/ 498558 w 754981"/>
                <a:gd name="csY229" fmla="*/ 93245 h 1262563"/>
                <a:gd name="csX230" fmla="*/ 499310 w 754981"/>
                <a:gd name="csY230" fmla="*/ 94749 h 1262563"/>
                <a:gd name="csX231" fmla="*/ 500063 w 754981"/>
                <a:gd name="csY231" fmla="*/ 95501 h 1262563"/>
                <a:gd name="csX232" fmla="*/ 500063 w 754981"/>
                <a:gd name="csY232" fmla="*/ 97756 h 1262563"/>
                <a:gd name="csX233" fmla="*/ 500063 w 754981"/>
                <a:gd name="csY233" fmla="*/ 99261 h 1262563"/>
                <a:gd name="csX234" fmla="*/ 501567 w 754981"/>
                <a:gd name="csY234" fmla="*/ 101516 h 1262563"/>
                <a:gd name="csX235" fmla="*/ 502318 w 754981"/>
                <a:gd name="csY235" fmla="*/ 103772 h 1262563"/>
                <a:gd name="csX236" fmla="*/ 503822 w 754981"/>
                <a:gd name="csY236" fmla="*/ 106028 h 1262563"/>
                <a:gd name="csX237" fmla="*/ 503822 w 754981"/>
                <a:gd name="csY237" fmla="*/ 107532 h 1262563"/>
                <a:gd name="csX238" fmla="*/ 503822 w 754981"/>
                <a:gd name="csY238" fmla="*/ 113548 h 1262563"/>
                <a:gd name="csX239" fmla="*/ 502318 w 754981"/>
                <a:gd name="csY239" fmla="*/ 123324 h 1262563"/>
                <a:gd name="csX240" fmla="*/ 502318 w 754981"/>
                <a:gd name="csY240" fmla="*/ 142875 h 1262563"/>
                <a:gd name="csX241" fmla="*/ 503822 w 754981"/>
                <a:gd name="csY241" fmla="*/ 148891 h 1262563"/>
                <a:gd name="csX242" fmla="*/ 503822 w 754981"/>
                <a:gd name="csY242" fmla="*/ 151899 h 1262563"/>
                <a:gd name="csX243" fmla="*/ 504574 w 754981"/>
                <a:gd name="csY243" fmla="*/ 154907 h 1262563"/>
                <a:gd name="csX244" fmla="*/ 509086 w 754981"/>
                <a:gd name="csY244" fmla="*/ 160170 h 1262563"/>
                <a:gd name="csX245" fmla="*/ 510590 w 754981"/>
                <a:gd name="csY245" fmla="*/ 163178 h 1262563"/>
                <a:gd name="csX246" fmla="*/ 509838 w 754981"/>
                <a:gd name="csY246" fmla="*/ 169194 h 1262563"/>
                <a:gd name="csX247" fmla="*/ 504574 w 754981"/>
                <a:gd name="csY247" fmla="*/ 180474 h 1262563"/>
                <a:gd name="csX248" fmla="*/ 506078 w 754981"/>
                <a:gd name="csY248" fmla="*/ 185737 h 1262563"/>
                <a:gd name="csX249" fmla="*/ 503070 w 754981"/>
                <a:gd name="csY249" fmla="*/ 193257 h 1262563"/>
                <a:gd name="csX250" fmla="*/ 503070 w 754981"/>
                <a:gd name="csY250" fmla="*/ 197017 h 1262563"/>
                <a:gd name="csX251" fmla="*/ 505326 w 754981"/>
                <a:gd name="csY251" fmla="*/ 200025 h 1262563"/>
                <a:gd name="csX252" fmla="*/ 503822 w 754981"/>
                <a:gd name="csY252" fmla="*/ 203033 h 1262563"/>
                <a:gd name="csX253" fmla="*/ 500063 w 754981"/>
                <a:gd name="csY253" fmla="*/ 207545 h 1262563"/>
                <a:gd name="csX254" fmla="*/ 498558 w 754981"/>
                <a:gd name="csY254" fmla="*/ 209801 h 1262563"/>
                <a:gd name="csX255" fmla="*/ 498558 w 754981"/>
                <a:gd name="csY255" fmla="*/ 212057 h 1262563"/>
                <a:gd name="csX256" fmla="*/ 497807 w 754981"/>
                <a:gd name="csY256" fmla="*/ 218072 h 1262563"/>
                <a:gd name="csX257" fmla="*/ 494047 w 754981"/>
                <a:gd name="csY257" fmla="*/ 227848 h 1262563"/>
                <a:gd name="csX258" fmla="*/ 493295 w 754981"/>
                <a:gd name="csY258" fmla="*/ 233864 h 1262563"/>
                <a:gd name="csX259" fmla="*/ 494799 w 754981"/>
                <a:gd name="csY259" fmla="*/ 239128 h 1262563"/>
                <a:gd name="csX260" fmla="*/ 492543 w 754981"/>
                <a:gd name="csY260" fmla="*/ 243640 h 1262563"/>
                <a:gd name="csX261" fmla="*/ 491791 w 754981"/>
                <a:gd name="csY261" fmla="*/ 247399 h 1262563"/>
                <a:gd name="csX262" fmla="*/ 491791 w 754981"/>
                <a:gd name="csY262" fmla="*/ 257175 h 1262563"/>
                <a:gd name="csX263" fmla="*/ 491791 w 754981"/>
                <a:gd name="csY263" fmla="*/ 257927 h 1262563"/>
                <a:gd name="csX264" fmla="*/ 491791 w 754981"/>
                <a:gd name="csY264" fmla="*/ 259431 h 1262563"/>
                <a:gd name="csX265" fmla="*/ 492543 w 754981"/>
                <a:gd name="csY265" fmla="*/ 260183 h 1262563"/>
                <a:gd name="csX266" fmla="*/ 493295 w 754981"/>
                <a:gd name="csY266" fmla="*/ 261687 h 1262563"/>
                <a:gd name="csX267" fmla="*/ 494047 w 754981"/>
                <a:gd name="csY267" fmla="*/ 262439 h 1262563"/>
                <a:gd name="csX268" fmla="*/ 493295 w 754981"/>
                <a:gd name="csY268" fmla="*/ 263943 h 1262563"/>
                <a:gd name="csX269" fmla="*/ 493295 w 754981"/>
                <a:gd name="csY269" fmla="*/ 265447 h 1262563"/>
                <a:gd name="csX270" fmla="*/ 491039 w 754981"/>
                <a:gd name="csY270" fmla="*/ 274470 h 1262563"/>
                <a:gd name="csX271" fmla="*/ 490287 w 754981"/>
                <a:gd name="csY271" fmla="*/ 277478 h 1262563"/>
                <a:gd name="csX272" fmla="*/ 488783 w 754981"/>
                <a:gd name="csY272" fmla="*/ 281238 h 1262563"/>
                <a:gd name="csX273" fmla="*/ 478255 w 754981"/>
                <a:gd name="csY273" fmla="*/ 290262 h 1262563"/>
                <a:gd name="csX274" fmla="*/ 469984 w 754981"/>
                <a:gd name="csY274" fmla="*/ 303797 h 1262563"/>
                <a:gd name="csX275" fmla="*/ 463216 w 754981"/>
                <a:gd name="csY275" fmla="*/ 302293 h 1262563"/>
                <a:gd name="csX276" fmla="*/ 457200 w 754981"/>
                <a:gd name="csY276" fmla="*/ 304549 h 1262563"/>
                <a:gd name="csX277" fmla="*/ 454192 w 754981"/>
                <a:gd name="csY277" fmla="*/ 309061 h 1262563"/>
                <a:gd name="csX278" fmla="*/ 458704 w 754981"/>
                <a:gd name="csY278" fmla="*/ 314325 h 1262563"/>
                <a:gd name="csX279" fmla="*/ 463968 w 754981"/>
                <a:gd name="csY279" fmla="*/ 317333 h 1262563"/>
                <a:gd name="csX280" fmla="*/ 466975 w 754981"/>
                <a:gd name="csY280" fmla="*/ 319589 h 1262563"/>
                <a:gd name="csX281" fmla="*/ 469231 w 754981"/>
                <a:gd name="csY281" fmla="*/ 327108 h 1262563"/>
                <a:gd name="csX282" fmla="*/ 472239 w 754981"/>
                <a:gd name="csY282" fmla="*/ 325605 h 1262563"/>
                <a:gd name="csX283" fmla="*/ 475247 w 754981"/>
                <a:gd name="csY283" fmla="*/ 322597 h 1262563"/>
                <a:gd name="csX284" fmla="*/ 477503 w 754981"/>
                <a:gd name="csY284" fmla="*/ 320341 h 1262563"/>
                <a:gd name="csX285" fmla="*/ 483519 w 754981"/>
                <a:gd name="csY285" fmla="*/ 321093 h 1262563"/>
                <a:gd name="csX286" fmla="*/ 488783 w 754981"/>
                <a:gd name="csY286" fmla="*/ 322597 h 1262563"/>
                <a:gd name="csX287" fmla="*/ 493295 w 754981"/>
                <a:gd name="csY287" fmla="*/ 325605 h 1262563"/>
                <a:gd name="csX288" fmla="*/ 494799 w 754981"/>
                <a:gd name="csY288" fmla="*/ 331620 h 1262563"/>
                <a:gd name="csX289" fmla="*/ 492543 w 754981"/>
                <a:gd name="csY289" fmla="*/ 337636 h 1262563"/>
                <a:gd name="csX290" fmla="*/ 488031 w 754981"/>
                <a:gd name="csY290" fmla="*/ 341396 h 1262563"/>
                <a:gd name="csX291" fmla="*/ 482015 w 754981"/>
                <a:gd name="csY291" fmla="*/ 343652 h 1262563"/>
                <a:gd name="csX292" fmla="*/ 477503 w 754981"/>
                <a:gd name="csY292" fmla="*/ 347412 h 1262563"/>
                <a:gd name="csX293" fmla="*/ 479759 w 754981"/>
                <a:gd name="csY293" fmla="*/ 348916 h 1262563"/>
                <a:gd name="csX294" fmla="*/ 481263 w 754981"/>
                <a:gd name="csY294" fmla="*/ 348916 h 1262563"/>
                <a:gd name="csX295" fmla="*/ 482015 w 754981"/>
                <a:gd name="csY295" fmla="*/ 348164 h 1262563"/>
                <a:gd name="csX296" fmla="*/ 485023 w 754981"/>
                <a:gd name="csY296" fmla="*/ 348164 h 1262563"/>
                <a:gd name="csX297" fmla="*/ 488783 w 754981"/>
                <a:gd name="csY297" fmla="*/ 347412 h 1262563"/>
                <a:gd name="csX298" fmla="*/ 489535 w 754981"/>
                <a:gd name="csY298" fmla="*/ 347412 h 1262563"/>
                <a:gd name="csX299" fmla="*/ 490287 w 754981"/>
                <a:gd name="csY299" fmla="*/ 348164 h 1262563"/>
                <a:gd name="csX300" fmla="*/ 491039 w 754981"/>
                <a:gd name="csY300" fmla="*/ 348164 h 1262563"/>
                <a:gd name="csX301" fmla="*/ 491791 w 754981"/>
                <a:gd name="csY301" fmla="*/ 348916 h 1262563"/>
                <a:gd name="csX302" fmla="*/ 491791 w 754981"/>
                <a:gd name="csY302" fmla="*/ 349668 h 1262563"/>
                <a:gd name="csX303" fmla="*/ 492543 w 754981"/>
                <a:gd name="csY303" fmla="*/ 354180 h 1262563"/>
                <a:gd name="csX304" fmla="*/ 492543 w 754981"/>
                <a:gd name="csY304" fmla="*/ 354932 h 1262563"/>
                <a:gd name="csX305" fmla="*/ 493295 w 754981"/>
                <a:gd name="csY305" fmla="*/ 354932 h 1262563"/>
                <a:gd name="csX306" fmla="*/ 494799 w 754981"/>
                <a:gd name="csY306" fmla="*/ 359443 h 1262563"/>
                <a:gd name="csX307" fmla="*/ 496303 w 754981"/>
                <a:gd name="csY307" fmla="*/ 360195 h 1262563"/>
                <a:gd name="csX308" fmla="*/ 497807 w 754981"/>
                <a:gd name="csY308" fmla="*/ 361699 h 1262563"/>
                <a:gd name="csX309" fmla="*/ 498558 w 754981"/>
                <a:gd name="csY309" fmla="*/ 361699 h 1262563"/>
                <a:gd name="csX310" fmla="*/ 499310 w 754981"/>
                <a:gd name="csY310" fmla="*/ 361699 h 1262563"/>
                <a:gd name="csX311" fmla="*/ 500063 w 754981"/>
                <a:gd name="csY311" fmla="*/ 360947 h 1262563"/>
                <a:gd name="csX312" fmla="*/ 500814 w 754981"/>
                <a:gd name="csY312" fmla="*/ 360947 h 1262563"/>
                <a:gd name="csX313" fmla="*/ 501567 w 754981"/>
                <a:gd name="csY313" fmla="*/ 360947 h 1262563"/>
                <a:gd name="csX314" fmla="*/ 503822 w 754981"/>
                <a:gd name="csY314" fmla="*/ 360947 h 1262563"/>
                <a:gd name="csX315" fmla="*/ 504574 w 754981"/>
                <a:gd name="csY315" fmla="*/ 360947 h 1262563"/>
                <a:gd name="csX316" fmla="*/ 505326 w 754981"/>
                <a:gd name="csY316" fmla="*/ 361699 h 1262563"/>
                <a:gd name="csX317" fmla="*/ 506078 w 754981"/>
                <a:gd name="csY317" fmla="*/ 363955 h 1262563"/>
                <a:gd name="csX318" fmla="*/ 506078 w 754981"/>
                <a:gd name="csY318" fmla="*/ 365459 h 1262563"/>
                <a:gd name="csX319" fmla="*/ 505326 w 754981"/>
                <a:gd name="csY319" fmla="*/ 366963 h 1262563"/>
                <a:gd name="csX320" fmla="*/ 505326 w 754981"/>
                <a:gd name="csY320" fmla="*/ 367715 h 1262563"/>
                <a:gd name="csX321" fmla="*/ 506830 w 754981"/>
                <a:gd name="csY321" fmla="*/ 368467 h 1262563"/>
                <a:gd name="csX322" fmla="*/ 507582 w 754981"/>
                <a:gd name="csY322" fmla="*/ 368467 h 1262563"/>
                <a:gd name="csX323" fmla="*/ 509838 w 754981"/>
                <a:gd name="csY323" fmla="*/ 368467 h 1262563"/>
                <a:gd name="csX324" fmla="*/ 510590 w 754981"/>
                <a:gd name="csY324" fmla="*/ 368467 h 1262563"/>
                <a:gd name="csX325" fmla="*/ 511342 w 754981"/>
                <a:gd name="csY325" fmla="*/ 369219 h 1262563"/>
                <a:gd name="csX326" fmla="*/ 512094 w 754981"/>
                <a:gd name="csY326" fmla="*/ 370723 h 1262563"/>
                <a:gd name="csX327" fmla="*/ 513598 w 754981"/>
                <a:gd name="csY327" fmla="*/ 375987 h 1262563"/>
                <a:gd name="csX328" fmla="*/ 514350 w 754981"/>
                <a:gd name="csY328" fmla="*/ 377491 h 1262563"/>
                <a:gd name="csX329" fmla="*/ 514350 w 754981"/>
                <a:gd name="csY329" fmla="*/ 378243 h 1262563"/>
                <a:gd name="csX330" fmla="*/ 514350 w 754981"/>
                <a:gd name="csY330" fmla="*/ 378995 h 1262563"/>
                <a:gd name="csX331" fmla="*/ 514350 w 754981"/>
                <a:gd name="csY331" fmla="*/ 379747 h 1262563"/>
                <a:gd name="csX332" fmla="*/ 515102 w 754981"/>
                <a:gd name="csY332" fmla="*/ 380499 h 1262563"/>
                <a:gd name="csX333" fmla="*/ 515854 w 754981"/>
                <a:gd name="csY333" fmla="*/ 381251 h 1262563"/>
                <a:gd name="csX334" fmla="*/ 516606 w 754981"/>
                <a:gd name="csY334" fmla="*/ 381251 h 1262563"/>
                <a:gd name="csX335" fmla="*/ 517358 w 754981"/>
                <a:gd name="csY335" fmla="*/ 380499 h 1262563"/>
                <a:gd name="csX336" fmla="*/ 517358 w 754981"/>
                <a:gd name="csY336" fmla="*/ 379747 h 1262563"/>
                <a:gd name="csX337" fmla="*/ 517358 w 754981"/>
                <a:gd name="csY337" fmla="*/ 378995 h 1262563"/>
                <a:gd name="csX338" fmla="*/ 517358 w 754981"/>
                <a:gd name="csY338" fmla="*/ 377491 h 1262563"/>
                <a:gd name="csX339" fmla="*/ 517358 w 754981"/>
                <a:gd name="csY339" fmla="*/ 376739 h 1262563"/>
                <a:gd name="csX340" fmla="*/ 518110 w 754981"/>
                <a:gd name="csY340" fmla="*/ 376739 h 1262563"/>
                <a:gd name="csX341" fmla="*/ 518862 w 754981"/>
                <a:gd name="csY341" fmla="*/ 376739 h 1262563"/>
                <a:gd name="csX342" fmla="*/ 519614 w 754981"/>
                <a:gd name="csY342" fmla="*/ 377491 h 1262563"/>
                <a:gd name="csX343" fmla="*/ 521869 w 754981"/>
                <a:gd name="csY343" fmla="*/ 381251 h 1262563"/>
                <a:gd name="csX344" fmla="*/ 522622 w 754981"/>
                <a:gd name="csY344" fmla="*/ 381251 h 1262563"/>
                <a:gd name="csX345" fmla="*/ 521869 w 754981"/>
                <a:gd name="csY345" fmla="*/ 382755 h 1262563"/>
                <a:gd name="csX346" fmla="*/ 521118 w 754981"/>
                <a:gd name="csY346" fmla="*/ 383506 h 1262563"/>
                <a:gd name="csX347" fmla="*/ 521869 w 754981"/>
                <a:gd name="csY347" fmla="*/ 384258 h 1262563"/>
                <a:gd name="csX348" fmla="*/ 521869 w 754981"/>
                <a:gd name="csY348" fmla="*/ 385011 h 1262563"/>
                <a:gd name="csX349" fmla="*/ 523374 w 754981"/>
                <a:gd name="csY349" fmla="*/ 385763 h 1262563"/>
                <a:gd name="csX350" fmla="*/ 524126 w 754981"/>
                <a:gd name="csY350" fmla="*/ 386515 h 1262563"/>
                <a:gd name="csX351" fmla="*/ 524126 w 754981"/>
                <a:gd name="csY351" fmla="*/ 387266 h 1262563"/>
                <a:gd name="csX352" fmla="*/ 524126 w 754981"/>
                <a:gd name="csY352" fmla="*/ 388770 h 1262563"/>
                <a:gd name="csX353" fmla="*/ 524126 w 754981"/>
                <a:gd name="csY353" fmla="*/ 389522 h 1262563"/>
                <a:gd name="csX354" fmla="*/ 524126 w 754981"/>
                <a:gd name="csY354" fmla="*/ 390274 h 1262563"/>
                <a:gd name="csX355" fmla="*/ 524126 w 754981"/>
                <a:gd name="csY355" fmla="*/ 391026 h 1262563"/>
                <a:gd name="csX356" fmla="*/ 524878 w 754981"/>
                <a:gd name="csY356" fmla="*/ 391778 h 1262563"/>
                <a:gd name="csX357" fmla="*/ 525629 w 754981"/>
                <a:gd name="csY357" fmla="*/ 392530 h 1262563"/>
                <a:gd name="csX358" fmla="*/ 526382 w 754981"/>
                <a:gd name="csY358" fmla="*/ 392530 h 1262563"/>
                <a:gd name="csX359" fmla="*/ 527133 w 754981"/>
                <a:gd name="csY359" fmla="*/ 393282 h 1262563"/>
                <a:gd name="csX360" fmla="*/ 528637 w 754981"/>
                <a:gd name="csY360" fmla="*/ 393282 h 1262563"/>
                <a:gd name="csX361" fmla="*/ 529389 w 754981"/>
                <a:gd name="csY361" fmla="*/ 393282 h 1262563"/>
                <a:gd name="csX362" fmla="*/ 530141 w 754981"/>
                <a:gd name="csY362" fmla="*/ 393282 h 1262563"/>
                <a:gd name="csX363" fmla="*/ 530893 w 754981"/>
                <a:gd name="csY363" fmla="*/ 394034 h 1262563"/>
                <a:gd name="csX364" fmla="*/ 531646 w 754981"/>
                <a:gd name="csY364" fmla="*/ 395538 h 1262563"/>
                <a:gd name="csX365" fmla="*/ 532397 w 754981"/>
                <a:gd name="csY365" fmla="*/ 397794 h 1262563"/>
                <a:gd name="csX366" fmla="*/ 535405 w 754981"/>
                <a:gd name="csY366" fmla="*/ 403810 h 1262563"/>
                <a:gd name="csX367" fmla="*/ 537661 w 754981"/>
                <a:gd name="csY367" fmla="*/ 406818 h 1262563"/>
                <a:gd name="csX368" fmla="*/ 539165 w 754981"/>
                <a:gd name="csY368" fmla="*/ 407570 h 1262563"/>
                <a:gd name="csX369" fmla="*/ 542925 w 754981"/>
                <a:gd name="csY369" fmla="*/ 409074 h 1262563"/>
                <a:gd name="csX370" fmla="*/ 542925 w 754981"/>
                <a:gd name="csY370" fmla="*/ 409826 h 1262563"/>
                <a:gd name="csX371" fmla="*/ 543677 w 754981"/>
                <a:gd name="csY371" fmla="*/ 410578 h 1262563"/>
                <a:gd name="csX372" fmla="*/ 551948 w 754981"/>
                <a:gd name="csY372" fmla="*/ 421857 h 1262563"/>
                <a:gd name="csX373" fmla="*/ 552701 w 754981"/>
                <a:gd name="csY373" fmla="*/ 424113 h 1262563"/>
                <a:gd name="csX374" fmla="*/ 554205 w 754981"/>
                <a:gd name="csY374" fmla="*/ 427121 h 1262563"/>
                <a:gd name="csX375" fmla="*/ 554957 w 754981"/>
                <a:gd name="csY375" fmla="*/ 428625 h 1262563"/>
                <a:gd name="csX376" fmla="*/ 555708 w 754981"/>
                <a:gd name="csY376" fmla="*/ 429377 h 1262563"/>
                <a:gd name="csX377" fmla="*/ 557965 w 754981"/>
                <a:gd name="csY377" fmla="*/ 430129 h 1262563"/>
                <a:gd name="csX378" fmla="*/ 558716 w 754981"/>
                <a:gd name="csY378" fmla="*/ 430129 h 1262563"/>
                <a:gd name="csX379" fmla="*/ 559468 w 754981"/>
                <a:gd name="csY379" fmla="*/ 430881 h 1262563"/>
                <a:gd name="csX380" fmla="*/ 560220 w 754981"/>
                <a:gd name="csY380" fmla="*/ 431633 h 1262563"/>
                <a:gd name="csX381" fmla="*/ 560972 w 754981"/>
                <a:gd name="csY381" fmla="*/ 433137 h 1262563"/>
                <a:gd name="csX382" fmla="*/ 560972 w 754981"/>
                <a:gd name="csY382" fmla="*/ 434641 h 1262563"/>
                <a:gd name="csX383" fmla="*/ 561724 w 754981"/>
                <a:gd name="csY383" fmla="*/ 436145 h 1262563"/>
                <a:gd name="csX384" fmla="*/ 562476 w 754981"/>
                <a:gd name="csY384" fmla="*/ 436897 h 1262563"/>
                <a:gd name="csX385" fmla="*/ 563228 w 754981"/>
                <a:gd name="csY385" fmla="*/ 438401 h 1262563"/>
                <a:gd name="csX386" fmla="*/ 564732 w 754981"/>
                <a:gd name="csY386" fmla="*/ 439153 h 1262563"/>
                <a:gd name="csX387" fmla="*/ 565484 w 754981"/>
                <a:gd name="csY387" fmla="*/ 439153 h 1262563"/>
                <a:gd name="csX388" fmla="*/ 566236 w 754981"/>
                <a:gd name="csY388" fmla="*/ 439153 h 1262563"/>
                <a:gd name="csX389" fmla="*/ 569244 w 754981"/>
                <a:gd name="csY389" fmla="*/ 438401 h 1262563"/>
                <a:gd name="csX390" fmla="*/ 572252 w 754981"/>
                <a:gd name="csY390" fmla="*/ 436897 h 1262563"/>
                <a:gd name="csX391" fmla="*/ 573004 w 754981"/>
                <a:gd name="csY391" fmla="*/ 436897 h 1262563"/>
                <a:gd name="csX392" fmla="*/ 573004 w 754981"/>
                <a:gd name="csY392" fmla="*/ 436145 h 1262563"/>
                <a:gd name="csX393" fmla="*/ 575260 w 754981"/>
                <a:gd name="csY393" fmla="*/ 433889 h 1262563"/>
                <a:gd name="csX394" fmla="*/ 576012 w 754981"/>
                <a:gd name="csY394" fmla="*/ 432385 h 1262563"/>
                <a:gd name="csX395" fmla="*/ 577516 w 754981"/>
                <a:gd name="csY395" fmla="*/ 431633 h 1262563"/>
                <a:gd name="csX396" fmla="*/ 578268 w 754981"/>
                <a:gd name="csY396" fmla="*/ 430881 h 1262563"/>
                <a:gd name="csX397" fmla="*/ 580524 w 754981"/>
                <a:gd name="csY397" fmla="*/ 428625 h 1262563"/>
                <a:gd name="csX398" fmla="*/ 581276 w 754981"/>
                <a:gd name="csY398" fmla="*/ 428625 h 1262563"/>
                <a:gd name="csX399" fmla="*/ 582780 w 754981"/>
                <a:gd name="csY399" fmla="*/ 428625 h 1262563"/>
                <a:gd name="csX400" fmla="*/ 583531 w 754981"/>
                <a:gd name="csY400" fmla="*/ 428625 h 1262563"/>
                <a:gd name="csX401" fmla="*/ 584284 w 754981"/>
                <a:gd name="csY401" fmla="*/ 427873 h 1262563"/>
                <a:gd name="csX402" fmla="*/ 585035 w 754981"/>
                <a:gd name="csY402" fmla="*/ 427121 h 1262563"/>
                <a:gd name="csX403" fmla="*/ 585787 w 754981"/>
                <a:gd name="csY403" fmla="*/ 426369 h 1262563"/>
                <a:gd name="csX404" fmla="*/ 586540 w 754981"/>
                <a:gd name="csY404" fmla="*/ 426369 h 1262563"/>
                <a:gd name="csX405" fmla="*/ 590299 w 754981"/>
                <a:gd name="csY405" fmla="*/ 425617 h 1262563"/>
                <a:gd name="csX406" fmla="*/ 591803 w 754981"/>
                <a:gd name="csY406" fmla="*/ 425617 h 1262563"/>
                <a:gd name="csX407" fmla="*/ 592555 w 754981"/>
                <a:gd name="csY407" fmla="*/ 425617 h 1262563"/>
                <a:gd name="csX408" fmla="*/ 600075 w 754981"/>
                <a:gd name="csY408" fmla="*/ 424113 h 1262563"/>
                <a:gd name="csX409" fmla="*/ 601579 w 754981"/>
                <a:gd name="csY409" fmla="*/ 423361 h 1262563"/>
                <a:gd name="csX410" fmla="*/ 602331 w 754981"/>
                <a:gd name="csY410" fmla="*/ 423361 h 1262563"/>
                <a:gd name="csX411" fmla="*/ 603083 w 754981"/>
                <a:gd name="csY411" fmla="*/ 422609 h 1262563"/>
                <a:gd name="csX412" fmla="*/ 603835 w 754981"/>
                <a:gd name="csY412" fmla="*/ 421857 h 1262563"/>
                <a:gd name="csX413" fmla="*/ 605339 w 754981"/>
                <a:gd name="csY413" fmla="*/ 421105 h 1262563"/>
                <a:gd name="csX414" fmla="*/ 610603 w 754981"/>
                <a:gd name="csY414" fmla="*/ 419601 h 1262563"/>
                <a:gd name="csX415" fmla="*/ 620378 w 754981"/>
                <a:gd name="csY415" fmla="*/ 418849 h 1262563"/>
                <a:gd name="csX416" fmla="*/ 621882 w 754981"/>
                <a:gd name="csY416" fmla="*/ 418849 h 1262563"/>
                <a:gd name="csX417" fmla="*/ 623386 w 754981"/>
                <a:gd name="csY417" fmla="*/ 418097 h 1262563"/>
                <a:gd name="csX418" fmla="*/ 624138 w 754981"/>
                <a:gd name="csY418" fmla="*/ 418097 h 1262563"/>
                <a:gd name="csX419" fmla="*/ 624890 w 754981"/>
                <a:gd name="csY419" fmla="*/ 417345 h 1262563"/>
                <a:gd name="csX420" fmla="*/ 625642 w 754981"/>
                <a:gd name="csY420" fmla="*/ 417345 h 1262563"/>
                <a:gd name="csX421" fmla="*/ 626394 w 754981"/>
                <a:gd name="csY421" fmla="*/ 416594 h 1262563"/>
                <a:gd name="csX422" fmla="*/ 627146 w 754981"/>
                <a:gd name="csY422" fmla="*/ 416594 h 1262563"/>
                <a:gd name="csX423" fmla="*/ 628650 w 754981"/>
                <a:gd name="csY423" fmla="*/ 416594 h 1262563"/>
                <a:gd name="csX424" fmla="*/ 629402 w 754981"/>
                <a:gd name="csY424" fmla="*/ 417345 h 1262563"/>
                <a:gd name="csX425" fmla="*/ 630154 w 754981"/>
                <a:gd name="csY425" fmla="*/ 417345 h 1262563"/>
                <a:gd name="csX426" fmla="*/ 630906 w 754981"/>
                <a:gd name="csY426" fmla="*/ 417345 h 1262563"/>
                <a:gd name="csX427" fmla="*/ 631658 w 754981"/>
                <a:gd name="csY427" fmla="*/ 418097 h 1262563"/>
                <a:gd name="csX428" fmla="*/ 631658 w 754981"/>
                <a:gd name="csY428" fmla="*/ 418849 h 1262563"/>
                <a:gd name="csX429" fmla="*/ 633914 w 754981"/>
                <a:gd name="csY429" fmla="*/ 421857 h 1262563"/>
                <a:gd name="csX430" fmla="*/ 634666 w 754981"/>
                <a:gd name="csY430" fmla="*/ 422609 h 1262563"/>
                <a:gd name="csX431" fmla="*/ 635418 w 754981"/>
                <a:gd name="csY431" fmla="*/ 423361 h 1262563"/>
                <a:gd name="csX432" fmla="*/ 643689 w 754981"/>
                <a:gd name="csY432" fmla="*/ 427121 h 1262563"/>
                <a:gd name="csX433" fmla="*/ 644442 w 754981"/>
                <a:gd name="csY433" fmla="*/ 427873 h 1262563"/>
                <a:gd name="csX434" fmla="*/ 645193 w 754981"/>
                <a:gd name="csY434" fmla="*/ 430129 h 1262563"/>
                <a:gd name="csX435" fmla="*/ 645945 w 754981"/>
                <a:gd name="csY435" fmla="*/ 436897 h 1262563"/>
                <a:gd name="csX436" fmla="*/ 646697 w 754981"/>
                <a:gd name="csY436" fmla="*/ 438401 h 1262563"/>
                <a:gd name="csX437" fmla="*/ 647449 w 754981"/>
                <a:gd name="csY437" fmla="*/ 441409 h 1262563"/>
                <a:gd name="csX438" fmla="*/ 647449 w 754981"/>
                <a:gd name="csY438" fmla="*/ 442913 h 1262563"/>
                <a:gd name="csX439" fmla="*/ 647449 w 754981"/>
                <a:gd name="csY439" fmla="*/ 444416 h 1262563"/>
                <a:gd name="csX440" fmla="*/ 646697 w 754981"/>
                <a:gd name="csY440" fmla="*/ 445168 h 1262563"/>
                <a:gd name="csX441" fmla="*/ 645945 w 754981"/>
                <a:gd name="csY441" fmla="*/ 446672 h 1262563"/>
                <a:gd name="csX442" fmla="*/ 645193 w 754981"/>
                <a:gd name="csY442" fmla="*/ 447424 h 1262563"/>
                <a:gd name="csX443" fmla="*/ 645193 w 754981"/>
                <a:gd name="csY443" fmla="*/ 448176 h 1262563"/>
                <a:gd name="csX444" fmla="*/ 644442 w 754981"/>
                <a:gd name="csY444" fmla="*/ 451184 h 1262563"/>
                <a:gd name="csX445" fmla="*/ 642938 w 754981"/>
                <a:gd name="csY445" fmla="*/ 454944 h 1262563"/>
                <a:gd name="csX446" fmla="*/ 642938 w 754981"/>
                <a:gd name="csY446" fmla="*/ 455696 h 1262563"/>
                <a:gd name="csX447" fmla="*/ 642185 w 754981"/>
                <a:gd name="csY447" fmla="*/ 457200 h 1262563"/>
                <a:gd name="csX448" fmla="*/ 641434 w 754981"/>
                <a:gd name="csY448" fmla="*/ 457952 h 1262563"/>
                <a:gd name="csX449" fmla="*/ 642185 w 754981"/>
                <a:gd name="csY449" fmla="*/ 458704 h 1262563"/>
                <a:gd name="csX450" fmla="*/ 642938 w 754981"/>
                <a:gd name="csY450" fmla="*/ 460208 h 1262563"/>
                <a:gd name="csX451" fmla="*/ 643689 w 754981"/>
                <a:gd name="csY451" fmla="*/ 461712 h 1262563"/>
                <a:gd name="csX452" fmla="*/ 643689 w 754981"/>
                <a:gd name="csY452" fmla="*/ 462464 h 1262563"/>
                <a:gd name="csX453" fmla="*/ 644442 w 754981"/>
                <a:gd name="csY453" fmla="*/ 463216 h 1262563"/>
                <a:gd name="csX454" fmla="*/ 643689 w 754981"/>
                <a:gd name="csY454" fmla="*/ 464720 h 1262563"/>
                <a:gd name="csX455" fmla="*/ 642185 w 754981"/>
                <a:gd name="csY455" fmla="*/ 468480 h 1262563"/>
                <a:gd name="csX456" fmla="*/ 641434 w 754981"/>
                <a:gd name="csY456" fmla="*/ 469983 h 1262563"/>
                <a:gd name="csX457" fmla="*/ 641434 w 754981"/>
                <a:gd name="csY457" fmla="*/ 475247 h 1262563"/>
                <a:gd name="csX458" fmla="*/ 640682 w 754981"/>
                <a:gd name="csY458" fmla="*/ 475999 h 1262563"/>
                <a:gd name="csX459" fmla="*/ 640682 w 754981"/>
                <a:gd name="csY459" fmla="*/ 476751 h 1262563"/>
                <a:gd name="csX460" fmla="*/ 639929 w 754981"/>
                <a:gd name="csY460" fmla="*/ 476751 h 1262563"/>
                <a:gd name="csX461" fmla="*/ 639929 w 754981"/>
                <a:gd name="csY461" fmla="*/ 477503 h 1262563"/>
                <a:gd name="csX462" fmla="*/ 639178 w 754981"/>
                <a:gd name="csY462" fmla="*/ 478255 h 1262563"/>
                <a:gd name="csX463" fmla="*/ 636922 w 754981"/>
                <a:gd name="csY463" fmla="*/ 479007 h 1262563"/>
                <a:gd name="csX464" fmla="*/ 636170 w 754981"/>
                <a:gd name="csY464" fmla="*/ 479007 h 1262563"/>
                <a:gd name="csX465" fmla="*/ 636170 w 754981"/>
                <a:gd name="csY465" fmla="*/ 479759 h 1262563"/>
                <a:gd name="csX466" fmla="*/ 636170 w 754981"/>
                <a:gd name="csY466" fmla="*/ 481263 h 1262563"/>
                <a:gd name="csX467" fmla="*/ 636922 w 754981"/>
                <a:gd name="csY467" fmla="*/ 482767 h 1262563"/>
                <a:gd name="csX468" fmla="*/ 638425 w 754981"/>
                <a:gd name="csY468" fmla="*/ 485023 h 1262563"/>
                <a:gd name="csX469" fmla="*/ 639929 w 754981"/>
                <a:gd name="csY469" fmla="*/ 488031 h 1262563"/>
                <a:gd name="csX470" fmla="*/ 640682 w 754981"/>
                <a:gd name="csY470" fmla="*/ 488783 h 1262563"/>
                <a:gd name="csX471" fmla="*/ 640682 w 754981"/>
                <a:gd name="csY471" fmla="*/ 489535 h 1262563"/>
                <a:gd name="csX472" fmla="*/ 641434 w 754981"/>
                <a:gd name="csY472" fmla="*/ 489535 h 1262563"/>
                <a:gd name="csX473" fmla="*/ 643689 w 754981"/>
                <a:gd name="csY473" fmla="*/ 491039 h 1262563"/>
                <a:gd name="csX474" fmla="*/ 643689 w 754981"/>
                <a:gd name="csY474" fmla="*/ 491791 h 1262563"/>
                <a:gd name="csX475" fmla="*/ 643689 w 754981"/>
                <a:gd name="csY475" fmla="*/ 492543 h 1262563"/>
                <a:gd name="csX476" fmla="*/ 643689 w 754981"/>
                <a:gd name="csY476" fmla="*/ 493295 h 1262563"/>
                <a:gd name="csX477" fmla="*/ 642938 w 754981"/>
                <a:gd name="csY477" fmla="*/ 493295 h 1262563"/>
                <a:gd name="csX478" fmla="*/ 642185 w 754981"/>
                <a:gd name="csY478" fmla="*/ 493295 h 1262563"/>
                <a:gd name="csX479" fmla="*/ 627898 w 754981"/>
                <a:gd name="csY479" fmla="*/ 493295 h 1262563"/>
                <a:gd name="csX480" fmla="*/ 624138 w 754981"/>
                <a:gd name="csY480" fmla="*/ 493295 h 1262563"/>
                <a:gd name="csX481" fmla="*/ 622634 w 754981"/>
                <a:gd name="csY481" fmla="*/ 493295 h 1262563"/>
                <a:gd name="csX482" fmla="*/ 618874 w 754981"/>
                <a:gd name="csY482" fmla="*/ 493295 h 1262563"/>
                <a:gd name="csX483" fmla="*/ 618123 w 754981"/>
                <a:gd name="csY483" fmla="*/ 493295 h 1262563"/>
                <a:gd name="csX484" fmla="*/ 609099 w 754981"/>
                <a:gd name="csY484" fmla="*/ 494799 h 1262563"/>
                <a:gd name="csX485" fmla="*/ 598571 w 754981"/>
                <a:gd name="csY485" fmla="*/ 499311 h 1262563"/>
                <a:gd name="csX486" fmla="*/ 597819 w 754981"/>
                <a:gd name="csY486" fmla="*/ 499311 h 1262563"/>
                <a:gd name="csX487" fmla="*/ 593307 w 754981"/>
                <a:gd name="csY487" fmla="*/ 503822 h 1262563"/>
                <a:gd name="csX488" fmla="*/ 591803 w 754981"/>
                <a:gd name="csY488" fmla="*/ 505326 h 1262563"/>
                <a:gd name="csX489" fmla="*/ 591051 w 754981"/>
                <a:gd name="csY489" fmla="*/ 506830 h 1262563"/>
                <a:gd name="csX490" fmla="*/ 590299 w 754981"/>
                <a:gd name="csY490" fmla="*/ 507582 h 1262563"/>
                <a:gd name="csX491" fmla="*/ 590299 w 754981"/>
                <a:gd name="csY491" fmla="*/ 509838 h 1262563"/>
                <a:gd name="csX492" fmla="*/ 588044 w 754981"/>
                <a:gd name="csY492" fmla="*/ 514350 h 1262563"/>
                <a:gd name="csX493" fmla="*/ 586540 w 754981"/>
                <a:gd name="csY493" fmla="*/ 515854 h 1262563"/>
                <a:gd name="csX494" fmla="*/ 585035 w 754981"/>
                <a:gd name="csY494" fmla="*/ 521118 h 1262563"/>
                <a:gd name="csX495" fmla="*/ 583531 w 754981"/>
                <a:gd name="csY495" fmla="*/ 528638 h 1262563"/>
                <a:gd name="csX496" fmla="*/ 582780 w 754981"/>
                <a:gd name="csY496" fmla="*/ 532397 h 1262563"/>
                <a:gd name="csX497" fmla="*/ 582780 w 754981"/>
                <a:gd name="csY497" fmla="*/ 533149 h 1262563"/>
                <a:gd name="csX498" fmla="*/ 582027 w 754981"/>
                <a:gd name="csY498" fmla="*/ 534653 h 1262563"/>
                <a:gd name="csX499" fmla="*/ 582027 w 754981"/>
                <a:gd name="csY499" fmla="*/ 538413 h 1262563"/>
                <a:gd name="csX500" fmla="*/ 581276 w 754981"/>
                <a:gd name="csY500" fmla="*/ 539165 h 1262563"/>
                <a:gd name="csX501" fmla="*/ 579020 w 754981"/>
                <a:gd name="csY501" fmla="*/ 544429 h 1262563"/>
                <a:gd name="csX502" fmla="*/ 578268 w 754981"/>
                <a:gd name="csY502" fmla="*/ 545181 h 1262563"/>
                <a:gd name="csX503" fmla="*/ 578268 w 754981"/>
                <a:gd name="csY503" fmla="*/ 545933 h 1262563"/>
                <a:gd name="csX504" fmla="*/ 582027 w 754981"/>
                <a:gd name="csY504" fmla="*/ 556460 h 1262563"/>
                <a:gd name="csX505" fmla="*/ 582027 w 754981"/>
                <a:gd name="csY505" fmla="*/ 557212 h 1262563"/>
                <a:gd name="csX506" fmla="*/ 582027 w 754981"/>
                <a:gd name="csY506" fmla="*/ 557964 h 1262563"/>
                <a:gd name="csX507" fmla="*/ 581276 w 754981"/>
                <a:gd name="csY507" fmla="*/ 558717 h 1262563"/>
                <a:gd name="csX508" fmla="*/ 581276 w 754981"/>
                <a:gd name="csY508" fmla="*/ 559469 h 1262563"/>
                <a:gd name="csX509" fmla="*/ 579772 w 754981"/>
                <a:gd name="csY509" fmla="*/ 560972 h 1262563"/>
                <a:gd name="csX510" fmla="*/ 576764 w 754981"/>
                <a:gd name="csY510" fmla="*/ 563980 h 1262563"/>
                <a:gd name="csX511" fmla="*/ 574508 w 754981"/>
                <a:gd name="csY511" fmla="*/ 564732 h 1262563"/>
                <a:gd name="csX512" fmla="*/ 573756 w 754981"/>
                <a:gd name="csY512" fmla="*/ 565484 h 1262563"/>
                <a:gd name="csX513" fmla="*/ 573004 w 754981"/>
                <a:gd name="csY513" fmla="*/ 566236 h 1262563"/>
                <a:gd name="csX514" fmla="*/ 569996 w 754981"/>
                <a:gd name="csY514" fmla="*/ 568492 h 1262563"/>
                <a:gd name="csX515" fmla="*/ 569244 w 754981"/>
                <a:gd name="csY515" fmla="*/ 569244 h 1262563"/>
                <a:gd name="csX516" fmla="*/ 567740 w 754981"/>
                <a:gd name="csY516" fmla="*/ 571500 h 1262563"/>
                <a:gd name="csX517" fmla="*/ 566236 w 754981"/>
                <a:gd name="csY517" fmla="*/ 572252 h 1262563"/>
                <a:gd name="csX518" fmla="*/ 564732 w 754981"/>
                <a:gd name="csY518" fmla="*/ 574508 h 1262563"/>
                <a:gd name="csX519" fmla="*/ 562476 w 754981"/>
                <a:gd name="csY519" fmla="*/ 576764 h 1262563"/>
                <a:gd name="csX520" fmla="*/ 560220 w 754981"/>
                <a:gd name="csY520" fmla="*/ 579020 h 1262563"/>
                <a:gd name="csX521" fmla="*/ 557212 w 754981"/>
                <a:gd name="csY521" fmla="*/ 582028 h 1262563"/>
                <a:gd name="csX522" fmla="*/ 556461 w 754981"/>
                <a:gd name="csY522" fmla="*/ 582780 h 1262563"/>
                <a:gd name="csX523" fmla="*/ 556461 w 754981"/>
                <a:gd name="csY523" fmla="*/ 583532 h 1262563"/>
                <a:gd name="csX524" fmla="*/ 555708 w 754981"/>
                <a:gd name="csY524" fmla="*/ 584284 h 1262563"/>
                <a:gd name="csX525" fmla="*/ 555708 w 754981"/>
                <a:gd name="csY525" fmla="*/ 585788 h 1262563"/>
                <a:gd name="csX526" fmla="*/ 554957 w 754981"/>
                <a:gd name="csY526" fmla="*/ 587291 h 1262563"/>
                <a:gd name="csX527" fmla="*/ 554205 w 754981"/>
                <a:gd name="csY527" fmla="*/ 588795 h 1262563"/>
                <a:gd name="csX528" fmla="*/ 554205 w 754981"/>
                <a:gd name="csY528" fmla="*/ 589547 h 1262563"/>
                <a:gd name="csX529" fmla="*/ 554205 w 754981"/>
                <a:gd name="csY529" fmla="*/ 591051 h 1262563"/>
                <a:gd name="csX530" fmla="*/ 555708 w 754981"/>
                <a:gd name="csY530" fmla="*/ 591803 h 1262563"/>
                <a:gd name="csX531" fmla="*/ 557965 w 754981"/>
                <a:gd name="csY531" fmla="*/ 594059 h 1262563"/>
                <a:gd name="csX532" fmla="*/ 559468 w 754981"/>
                <a:gd name="csY532" fmla="*/ 594811 h 1262563"/>
                <a:gd name="csX533" fmla="*/ 560972 w 754981"/>
                <a:gd name="csY533" fmla="*/ 595563 h 1262563"/>
                <a:gd name="csX534" fmla="*/ 562476 w 754981"/>
                <a:gd name="csY534" fmla="*/ 595563 h 1262563"/>
                <a:gd name="csX535" fmla="*/ 564732 w 754981"/>
                <a:gd name="csY535" fmla="*/ 596315 h 1262563"/>
                <a:gd name="csX536" fmla="*/ 571500 w 754981"/>
                <a:gd name="csY536" fmla="*/ 595563 h 1262563"/>
                <a:gd name="csX537" fmla="*/ 573004 w 754981"/>
                <a:gd name="csY537" fmla="*/ 595563 h 1262563"/>
                <a:gd name="csX538" fmla="*/ 575260 w 754981"/>
                <a:gd name="csY538" fmla="*/ 596315 h 1262563"/>
                <a:gd name="csX539" fmla="*/ 576012 w 754981"/>
                <a:gd name="csY539" fmla="*/ 596315 h 1262563"/>
                <a:gd name="csX540" fmla="*/ 583531 w 754981"/>
                <a:gd name="csY540" fmla="*/ 601579 h 1262563"/>
                <a:gd name="csX541" fmla="*/ 584284 w 754981"/>
                <a:gd name="csY541" fmla="*/ 602331 h 1262563"/>
                <a:gd name="csX542" fmla="*/ 590299 w 754981"/>
                <a:gd name="csY542" fmla="*/ 611355 h 1262563"/>
                <a:gd name="csX543" fmla="*/ 591051 w 754981"/>
                <a:gd name="csY543" fmla="*/ 612858 h 1262563"/>
                <a:gd name="csX544" fmla="*/ 592555 w 754981"/>
                <a:gd name="csY544" fmla="*/ 621130 h 1262563"/>
                <a:gd name="csX545" fmla="*/ 593307 w 754981"/>
                <a:gd name="csY545" fmla="*/ 622634 h 1262563"/>
                <a:gd name="csX546" fmla="*/ 592555 w 754981"/>
                <a:gd name="csY546" fmla="*/ 628650 h 1262563"/>
                <a:gd name="csX547" fmla="*/ 592555 w 754981"/>
                <a:gd name="csY547" fmla="*/ 633162 h 1262563"/>
                <a:gd name="csX548" fmla="*/ 592555 w 754981"/>
                <a:gd name="csY548" fmla="*/ 634666 h 1262563"/>
                <a:gd name="csX549" fmla="*/ 593307 w 754981"/>
                <a:gd name="csY549" fmla="*/ 635418 h 1262563"/>
                <a:gd name="csX550" fmla="*/ 596315 w 754981"/>
                <a:gd name="csY550" fmla="*/ 641434 h 1262563"/>
                <a:gd name="csX551" fmla="*/ 598571 w 754981"/>
                <a:gd name="csY551" fmla="*/ 643689 h 1262563"/>
                <a:gd name="csX552" fmla="*/ 604587 w 754981"/>
                <a:gd name="csY552" fmla="*/ 648201 h 1262563"/>
                <a:gd name="csX553" fmla="*/ 617370 w 754981"/>
                <a:gd name="csY553" fmla="*/ 655721 h 1262563"/>
                <a:gd name="csX554" fmla="*/ 629402 w 754981"/>
                <a:gd name="csY554" fmla="*/ 660233 h 1262563"/>
                <a:gd name="csX555" fmla="*/ 632410 w 754981"/>
                <a:gd name="csY555" fmla="*/ 660985 h 1262563"/>
                <a:gd name="csX556" fmla="*/ 633914 w 754981"/>
                <a:gd name="csY556" fmla="*/ 661737 h 1262563"/>
                <a:gd name="csX557" fmla="*/ 635418 w 754981"/>
                <a:gd name="csY557" fmla="*/ 663241 h 1262563"/>
                <a:gd name="csX558" fmla="*/ 636170 w 754981"/>
                <a:gd name="csY558" fmla="*/ 663993 h 1262563"/>
                <a:gd name="csX559" fmla="*/ 636922 w 754981"/>
                <a:gd name="csY559" fmla="*/ 664745 h 1262563"/>
                <a:gd name="csX560" fmla="*/ 637674 w 754981"/>
                <a:gd name="csY560" fmla="*/ 667001 h 1262563"/>
                <a:gd name="csX561" fmla="*/ 637674 w 754981"/>
                <a:gd name="csY561" fmla="*/ 667753 h 1262563"/>
                <a:gd name="csX562" fmla="*/ 637674 w 754981"/>
                <a:gd name="csY562" fmla="*/ 669256 h 1262563"/>
                <a:gd name="csX563" fmla="*/ 637674 w 754981"/>
                <a:gd name="csY563" fmla="*/ 670009 h 1262563"/>
                <a:gd name="csX564" fmla="*/ 636922 w 754981"/>
                <a:gd name="csY564" fmla="*/ 670761 h 1262563"/>
                <a:gd name="csX565" fmla="*/ 636170 w 754981"/>
                <a:gd name="csY565" fmla="*/ 671513 h 1262563"/>
                <a:gd name="csX566" fmla="*/ 633914 w 754981"/>
                <a:gd name="csY566" fmla="*/ 673016 h 1262563"/>
                <a:gd name="csX567" fmla="*/ 630906 w 754981"/>
                <a:gd name="csY567" fmla="*/ 676024 h 1262563"/>
                <a:gd name="csX568" fmla="*/ 630154 w 754981"/>
                <a:gd name="csY568" fmla="*/ 677528 h 1262563"/>
                <a:gd name="csX569" fmla="*/ 629402 w 754981"/>
                <a:gd name="csY569" fmla="*/ 679032 h 1262563"/>
                <a:gd name="csX570" fmla="*/ 629402 w 754981"/>
                <a:gd name="csY570" fmla="*/ 679784 h 1262563"/>
                <a:gd name="csX571" fmla="*/ 627898 w 754981"/>
                <a:gd name="csY571" fmla="*/ 684296 h 1262563"/>
                <a:gd name="csX572" fmla="*/ 627146 w 754981"/>
                <a:gd name="csY572" fmla="*/ 685800 h 1262563"/>
                <a:gd name="csX573" fmla="*/ 626394 w 754981"/>
                <a:gd name="csY573" fmla="*/ 686552 h 1262563"/>
                <a:gd name="csX574" fmla="*/ 625642 w 754981"/>
                <a:gd name="csY574" fmla="*/ 686552 h 1262563"/>
                <a:gd name="csX575" fmla="*/ 624890 w 754981"/>
                <a:gd name="csY575" fmla="*/ 687304 h 1262563"/>
                <a:gd name="csX576" fmla="*/ 624138 w 754981"/>
                <a:gd name="csY576" fmla="*/ 687304 h 1262563"/>
                <a:gd name="csX577" fmla="*/ 623386 w 754981"/>
                <a:gd name="csY577" fmla="*/ 687304 h 1262563"/>
                <a:gd name="csX578" fmla="*/ 621882 w 754981"/>
                <a:gd name="csY578" fmla="*/ 687304 h 1262563"/>
                <a:gd name="csX579" fmla="*/ 620378 w 754981"/>
                <a:gd name="csY579" fmla="*/ 687304 h 1262563"/>
                <a:gd name="csX580" fmla="*/ 619626 w 754981"/>
                <a:gd name="csY580" fmla="*/ 688056 h 1262563"/>
                <a:gd name="csX581" fmla="*/ 618874 w 754981"/>
                <a:gd name="csY581" fmla="*/ 688808 h 1262563"/>
                <a:gd name="csX582" fmla="*/ 618123 w 754981"/>
                <a:gd name="csY582" fmla="*/ 688808 h 1262563"/>
                <a:gd name="csX583" fmla="*/ 617370 w 754981"/>
                <a:gd name="csY583" fmla="*/ 690312 h 1262563"/>
                <a:gd name="csX584" fmla="*/ 616618 w 754981"/>
                <a:gd name="csY584" fmla="*/ 692568 h 1262563"/>
                <a:gd name="csX585" fmla="*/ 616618 w 754981"/>
                <a:gd name="csY585" fmla="*/ 694824 h 1262563"/>
                <a:gd name="csX586" fmla="*/ 616618 w 754981"/>
                <a:gd name="csY586" fmla="*/ 696328 h 1262563"/>
                <a:gd name="csX587" fmla="*/ 616618 w 754981"/>
                <a:gd name="csY587" fmla="*/ 700087 h 1262563"/>
                <a:gd name="csX588" fmla="*/ 617370 w 754981"/>
                <a:gd name="csY588" fmla="*/ 700839 h 1262563"/>
                <a:gd name="csX589" fmla="*/ 618123 w 754981"/>
                <a:gd name="csY589" fmla="*/ 701592 h 1262563"/>
                <a:gd name="csX590" fmla="*/ 620378 w 754981"/>
                <a:gd name="csY590" fmla="*/ 703095 h 1262563"/>
                <a:gd name="csX591" fmla="*/ 621130 w 754981"/>
                <a:gd name="csY591" fmla="*/ 703095 h 1262563"/>
                <a:gd name="csX592" fmla="*/ 622634 w 754981"/>
                <a:gd name="csY592" fmla="*/ 703847 h 1262563"/>
                <a:gd name="csX593" fmla="*/ 624138 w 754981"/>
                <a:gd name="csY593" fmla="*/ 704599 h 1262563"/>
                <a:gd name="csX594" fmla="*/ 630906 w 754981"/>
                <a:gd name="csY594" fmla="*/ 710615 h 1262563"/>
                <a:gd name="csX595" fmla="*/ 641434 w 754981"/>
                <a:gd name="csY595" fmla="*/ 717383 h 1262563"/>
                <a:gd name="csX596" fmla="*/ 642938 w 754981"/>
                <a:gd name="csY596" fmla="*/ 718887 h 1262563"/>
                <a:gd name="csX597" fmla="*/ 645193 w 754981"/>
                <a:gd name="csY597" fmla="*/ 721143 h 1262563"/>
                <a:gd name="csX598" fmla="*/ 647449 w 754981"/>
                <a:gd name="csY598" fmla="*/ 726407 h 1262563"/>
                <a:gd name="csX599" fmla="*/ 648201 w 754981"/>
                <a:gd name="csY599" fmla="*/ 728663 h 1262563"/>
                <a:gd name="csX600" fmla="*/ 648201 w 754981"/>
                <a:gd name="csY600" fmla="*/ 730918 h 1262563"/>
                <a:gd name="csX601" fmla="*/ 647449 w 754981"/>
                <a:gd name="csY601" fmla="*/ 735430 h 1262563"/>
                <a:gd name="csX602" fmla="*/ 646697 w 754981"/>
                <a:gd name="csY602" fmla="*/ 738438 h 1262563"/>
                <a:gd name="csX603" fmla="*/ 646697 w 754981"/>
                <a:gd name="csY603" fmla="*/ 739190 h 1262563"/>
                <a:gd name="csX604" fmla="*/ 646697 w 754981"/>
                <a:gd name="csY604" fmla="*/ 739942 h 1262563"/>
                <a:gd name="csX605" fmla="*/ 647449 w 754981"/>
                <a:gd name="csY605" fmla="*/ 740694 h 1262563"/>
                <a:gd name="csX606" fmla="*/ 647449 w 754981"/>
                <a:gd name="csY606" fmla="*/ 741446 h 1262563"/>
                <a:gd name="csX607" fmla="*/ 648201 w 754981"/>
                <a:gd name="csY607" fmla="*/ 742198 h 1262563"/>
                <a:gd name="csX608" fmla="*/ 651961 w 754981"/>
                <a:gd name="csY608" fmla="*/ 745958 h 1262563"/>
                <a:gd name="csX609" fmla="*/ 653465 w 754981"/>
                <a:gd name="csY609" fmla="*/ 746710 h 1262563"/>
                <a:gd name="csX610" fmla="*/ 654217 w 754981"/>
                <a:gd name="csY610" fmla="*/ 748214 h 1262563"/>
                <a:gd name="csX611" fmla="*/ 656473 w 754981"/>
                <a:gd name="csY611" fmla="*/ 753478 h 1262563"/>
                <a:gd name="csX612" fmla="*/ 657977 w 754981"/>
                <a:gd name="csY612" fmla="*/ 755733 h 1262563"/>
                <a:gd name="csX613" fmla="*/ 660985 w 754981"/>
                <a:gd name="csY613" fmla="*/ 757238 h 1262563"/>
                <a:gd name="csX614" fmla="*/ 662489 w 754981"/>
                <a:gd name="csY614" fmla="*/ 759493 h 1262563"/>
                <a:gd name="csX615" fmla="*/ 665497 w 754981"/>
                <a:gd name="csY615" fmla="*/ 765509 h 1262563"/>
                <a:gd name="csX616" fmla="*/ 666249 w 754981"/>
                <a:gd name="csY616" fmla="*/ 766261 h 1262563"/>
                <a:gd name="csX617" fmla="*/ 668504 w 754981"/>
                <a:gd name="csY617" fmla="*/ 767013 h 1262563"/>
                <a:gd name="csX618" fmla="*/ 672264 w 754981"/>
                <a:gd name="csY618" fmla="*/ 767765 h 1262563"/>
                <a:gd name="csX619" fmla="*/ 673768 w 754981"/>
                <a:gd name="csY619" fmla="*/ 767765 h 1262563"/>
                <a:gd name="csX620" fmla="*/ 675272 w 754981"/>
                <a:gd name="csY620" fmla="*/ 767765 h 1262563"/>
                <a:gd name="csX621" fmla="*/ 685048 w 754981"/>
                <a:gd name="csY621" fmla="*/ 765509 h 1262563"/>
                <a:gd name="csX622" fmla="*/ 685800 w 754981"/>
                <a:gd name="csY622" fmla="*/ 765509 h 1262563"/>
                <a:gd name="csX623" fmla="*/ 689560 w 754981"/>
                <a:gd name="csY623" fmla="*/ 766261 h 1262563"/>
                <a:gd name="csX624" fmla="*/ 705351 w 754981"/>
                <a:gd name="csY624" fmla="*/ 770773 h 1262563"/>
                <a:gd name="csX625" fmla="*/ 707607 w 754981"/>
                <a:gd name="csY625" fmla="*/ 773029 h 1262563"/>
                <a:gd name="csX626" fmla="*/ 712871 w 754981"/>
                <a:gd name="csY626" fmla="*/ 780549 h 1262563"/>
                <a:gd name="csX627" fmla="*/ 714375 w 754981"/>
                <a:gd name="csY627" fmla="*/ 782053 h 1262563"/>
                <a:gd name="csX628" fmla="*/ 717383 w 754981"/>
                <a:gd name="csY628" fmla="*/ 783557 h 1262563"/>
                <a:gd name="csX629" fmla="*/ 726406 w 754981"/>
                <a:gd name="csY629" fmla="*/ 788068 h 1262563"/>
                <a:gd name="csX630" fmla="*/ 744454 w 754981"/>
                <a:gd name="csY630" fmla="*/ 790324 h 1262563"/>
                <a:gd name="csX631" fmla="*/ 754981 w 754981"/>
                <a:gd name="csY631" fmla="*/ 790324 h 1262563"/>
                <a:gd name="csX632" fmla="*/ 753478 w 754981"/>
                <a:gd name="csY632" fmla="*/ 790324 h 1262563"/>
                <a:gd name="csX633" fmla="*/ 751974 w 754981"/>
                <a:gd name="csY633" fmla="*/ 791076 h 1262563"/>
                <a:gd name="csX634" fmla="*/ 751221 w 754981"/>
                <a:gd name="csY634" fmla="*/ 792580 h 1262563"/>
                <a:gd name="csX635" fmla="*/ 749718 w 754981"/>
                <a:gd name="csY635" fmla="*/ 794084 h 1262563"/>
                <a:gd name="csX636" fmla="*/ 748966 w 754981"/>
                <a:gd name="csY636" fmla="*/ 796340 h 1262563"/>
                <a:gd name="csX637" fmla="*/ 748214 w 754981"/>
                <a:gd name="csY637" fmla="*/ 797844 h 1262563"/>
                <a:gd name="csX638" fmla="*/ 748214 w 754981"/>
                <a:gd name="csY638" fmla="*/ 801604 h 1262563"/>
                <a:gd name="csX639" fmla="*/ 747462 w 754981"/>
                <a:gd name="csY639" fmla="*/ 803108 h 1262563"/>
                <a:gd name="csX640" fmla="*/ 747462 w 754981"/>
                <a:gd name="csY640" fmla="*/ 803860 h 1262563"/>
                <a:gd name="csX641" fmla="*/ 746710 w 754981"/>
                <a:gd name="csY641" fmla="*/ 804612 h 1262563"/>
                <a:gd name="csX642" fmla="*/ 745206 w 754981"/>
                <a:gd name="csY642" fmla="*/ 806116 h 1262563"/>
                <a:gd name="csX643" fmla="*/ 742198 w 754981"/>
                <a:gd name="csY643" fmla="*/ 809876 h 1262563"/>
                <a:gd name="csX644" fmla="*/ 740694 w 754981"/>
                <a:gd name="csY644" fmla="*/ 810628 h 1262563"/>
                <a:gd name="csX645" fmla="*/ 739942 w 754981"/>
                <a:gd name="csY645" fmla="*/ 811380 h 1262563"/>
                <a:gd name="csX646" fmla="*/ 737686 w 754981"/>
                <a:gd name="csY646" fmla="*/ 812131 h 1262563"/>
                <a:gd name="csX647" fmla="*/ 734678 w 754981"/>
                <a:gd name="csY647" fmla="*/ 813636 h 1262563"/>
                <a:gd name="csX648" fmla="*/ 730166 w 754981"/>
                <a:gd name="csY648" fmla="*/ 815140 h 1262563"/>
                <a:gd name="csX649" fmla="*/ 729415 w 754981"/>
                <a:gd name="csY649" fmla="*/ 816643 h 1262563"/>
                <a:gd name="csX650" fmla="*/ 724902 w 754981"/>
                <a:gd name="csY650" fmla="*/ 819651 h 1262563"/>
                <a:gd name="csX651" fmla="*/ 717383 w 754981"/>
                <a:gd name="csY651" fmla="*/ 823411 h 1262563"/>
                <a:gd name="csX652" fmla="*/ 712119 w 754981"/>
                <a:gd name="csY652" fmla="*/ 827171 h 1262563"/>
                <a:gd name="csX653" fmla="*/ 711367 w 754981"/>
                <a:gd name="csY653" fmla="*/ 827171 h 1262563"/>
                <a:gd name="csX654" fmla="*/ 707607 w 754981"/>
                <a:gd name="csY654" fmla="*/ 827923 h 1262563"/>
                <a:gd name="csX655" fmla="*/ 705351 w 754981"/>
                <a:gd name="csY655" fmla="*/ 828675 h 1262563"/>
                <a:gd name="csX656" fmla="*/ 704599 w 754981"/>
                <a:gd name="csY656" fmla="*/ 829427 h 1262563"/>
                <a:gd name="csX657" fmla="*/ 698583 w 754981"/>
                <a:gd name="csY657" fmla="*/ 835443 h 1262563"/>
                <a:gd name="csX658" fmla="*/ 697080 w 754981"/>
                <a:gd name="csY658" fmla="*/ 836947 h 1262563"/>
                <a:gd name="csX659" fmla="*/ 689560 w 754981"/>
                <a:gd name="csY659" fmla="*/ 840707 h 1262563"/>
                <a:gd name="csX660" fmla="*/ 688808 w 754981"/>
                <a:gd name="csY660" fmla="*/ 840707 h 1262563"/>
                <a:gd name="csX661" fmla="*/ 688056 w 754981"/>
                <a:gd name="csY661" fmla="*/ 841459 h 1262563"/>
                <a:gd name="csX662" fmla="*/ 682040 w 754981"/>
                <a:gd name="csY662" fmla="*/ 848226 h 1262563"/>
                <a:gd name="csX663" fmla="*/ 679032 w 754981"/>
                <a:gd name="csY663" fmla="*/ 850482 h 1262563"/>
                <a:gd name="csX664" fmla="*/ 676776 w 754981"/>
                <a:gd name="csY664" fmla="*/ 851986 h 1262563"/>
                <a:gd name="csX665" fmla="*/ 672264 w 754981"/>
                <a:gd name="csY665" fmla="*/ 855746 h 1262563"/>
                <a:gd name="csX666" fmla="*/ 671512 w 754981"/>
                <a:gd name="csY666" fmla="*/ 856498 h 1262563"/>
                <a:gd name="csX667" fmla="*/ 671512 w 754981"/>
                <a:gd name="csY667" fmla="*/ 858002 h 1262563"/>
                <a:gd name="csX668" fmla="*/ 671512 w 754981"/>
                <a:gd name="csY668" fmla="*/ 859506 h 1262563"/>
                <a:gd name="csX669" fmla="*/ 671512 w 754981"/>
                <a:gd name="csY669" fmla="*/ 861010 h 1262563"/>
                <a:gd name="csX670" fmla="*/ 672264 w 754981"/>
                <a:gd name="csY670" fmla="*/ 861762 h 1262563"/>
                <a:gd name="csX671" fmla="*/ 673768 w 754981"/>
                <a:gd name="csY671" fmla="*/ 861762 h 1262563"/>
                <a:gd name="csX672" fmla="*/ 675272 w 754981"/>
                <a:gd name="csY672" fmla="*/ 862514 h 1262563"/>
                <a:gd name="csX673" fmla="*/ 676024 w 754981"/>
                <a:gd name="csY673" fmla="*/ 863266 h 1262563"/>
                <a:gd name="csX674" fmla="*/ 676776 w 754981"/>
                <a:gd name="csY674" fmla="*/ 863266 h 1262563"/>
                <a:gd name="csX675" fmla="*/ 676776 w 754981"/>
                <a:gd name="csY675" fmla="*/ 864018 h 1262563"/>
                <a:gd name="csX676" fmla="*/ 676776 w 754981"/>
                <a:gd name="csY676" fmla="*/ 865522 h 1262563"/>
                <a:gd name="csX677" fmla="*/ 676776 w 754981"/>
                <a:gd name="csY677" fmla="*/ 866274 h 1262563"/>
                <a:gd name="csX678" fmla="*/ 677528 w 754981"/>
                <a:gd name="csY678" fmla="*/ 867026 h 1262563"/>
                <a:gd name="csX679" fmla="*/ 677528 w 754981"/>
                <a:gd name="csY679" fmla="*/ 868530 h 1262563"/>
                <a:gd name="csX680" fmla="*/ 682792 w 754981"/>
                <a:gd name="csY680" fmla="*/ 875297 h 1262563"/>
                <a:gd name="csX681" fmla="*/ 683544 w 754981"/>
                <a:gd name="csY681" fmla="*/ 876049 h 1262563"/>
                <a:gd name="csX682" fmla="*/ 682792 w 754981"/>
                <a:gd name="csY682" fmla="*/ 877553 h 1262563"/>
                <a:gd name="csX683" fmla="*/ 682040 w 754981"/>
                <a:gd name="csY683" fmla="*/ 878305 h 1262563"/>
                <a:gd name="csX684" fmla="*/ 680536 w 754981"/>
                <a:gd name="csY684" fmla="*/ 879809 h 1262563"/>
                <a:gd name="csX685" fmla="*/ 679032 w 754981"/>
                <a:gd name="csY685" fmla="*/ 880561 h 1262563"/>
                <a:gd name="csX686" fmla="*/ 678280 w 754981"/>
                <a:gd name="csY686" fmla="*/ 881313 h 1262563"/>
                <a:gd name="csX687" fmla="*/ 675272 w 754981"/>
                <a:gd name="csY687" fmla="*/ 881313 h 1262563"/>
                <a:gd name="csX688" fmla="*/ 670008 w 754981"/>
                <a:gd name="csY688" fmla="*/ 883569 h 1262563"/>
                <a:gd name="csX689" fmla="*/ 665497 w 754981"/>
                <a:gd name="csY689" fmla="*/ 885825 h 1262563"/>
                <a:gd name="csX690" fmla="*/ 663241 w 754981"/>
                <a:gd name="csY690" fmla="*/ 887329 h 1262563"/>
                <a:gd name="csX691" fmla="*/ 662489 w 754981"/>
                <a:gd name="csY691" fmla="*/ 888081 h 1262563"/>
                <a:gd name="csX692" fmla="*/ 660233 w 754981"/>
                <a:gd name="csY692" fmla="*/ 891841 h 1262563"/>
                <a:gd name="csX693" fmla="*/ 652713 w 754981"/>
                <a:gd name="csY693" fmla="*/ 907632 h 1262563"/>
                <a:gd name="csX694" fmla="*/ 648201 w 754981"/>
                <a:gd name="csY694" fmla="*/ 920416 h 1262563"/>
                <a:gd name="csX695" fmla="*/ 647449 w 754981"/>
                <a:gd name="csY695" fmla="*/ 921920 h 1262563"/>
                <a:gd name="csX696" fmla="*/ 645945 w 754981"/>
                <a:gd name="csY696" fmla="*/ 923424 h 1262563"/>
                <a:gd name="csX697" fmla="*/ 642185 w 754981"/>
                <a:gd name="csY697" fmla="*/ 926432 h 1262563"/>
                <a:gd name="csX698" fmla="*/ 641434 w 754981"/>
                <a:gd name="csY698" fmla="*/ 926432 h 1262563"/>
                <a:gd name="csX699" fmla="*/ 639929 w 754981"/>
                <a:gd name="csY699" fmla="*/ 927184 h 1262563"/>
                <a:gd name="csX700" fmla="*/ 637674 w 754981"/>
                <a:gd name="csY700" fmla="*/ 929439 h 1262563"/>
                <a:gd name="csX701" fmla="*/ 633914 w 754981"/>
                <a:gd name="csY701" fmla="*/ 936207 h 1262563"/>
                <a:gd name="csX702" fmla="*/ 633162 w 754981"/>
                <a:gd name="csY702" fmla="*/ 937711 h 1262563"/>
                <a:gd name="csX703" fmla="*/ 631658 w 754981"/>
                <a:gd name="csY703" fmla="*/ 942223 h 1262563"/>
                <a:gd name="csX704" fmla="*/ 631658 w 754981"/>
                <a:gd name="csY704" fmla="*/ 942975 h 1262563"/>
                <a:gd name="csX705" fmla="*/ 631658 w 754981"/>
                <a:gd name="csY705" fmla="*/ 943727 h 1262563"/>
                <a:gd name="csX706" fmla="*/ 631658 w 754981"/>
                <a:gd name="csY706" fmla="*/ 945231 h 1262563"/>
                <a:gd name="csX707" fmla="*/ 632410 w 754981"/>
                <a:gd name="csY707" fmla="*/ 946735 h 1262563"/>
                <a:gd name="csX708" fmla="*/ 633162 w 754981"/>
                <a:gd name="csY708" fmla="*/ 948991 h 1262563"/>
                <a:gd name="csX709" fmla="*/ 634666 w 754981"/>
                <a:gd name="csY709" fmla="*/ 951247 h 1262563"/>
                <a:gd name="csX710" fmla="*/ 635418 w 754981"/>
                <a:gd name="csY710" fmla="*/ 951999 h 1262563"/>
                <a:gd name="csX711" fmla="*/ 641434 w 754981"/>
                <a:gd name="csY711" fmla="*/ 955006 h 1262563"/>
                <a:gd name="csX712" fmla="*/ 642185 w 754981"/>
                <a:gd name="csY712" fmla="*/ 955759 h 1262563"/>
                <a:gd name="csX713" fmla="*/ 642938 w 754981"/>
                <a:gd name="csY713" fmla="*/ 955759 h 1262563"/>
                <a:gd name="csX714" fmla="*/ 643689 w 754981"/>
                <a:gd name="csY714" fmla="*/ 957263 h 1262563"/>
                <a:gd name="csX715" fmla="*/ 644442 w 754981"/>
                <a:gd name="csY715" fmla="*/ 958015 h 1262563"/>
                <a:gd name="csX716" fmla="*/ 645193 w 754981"/>
                <a:gd name="csY716" fmla="*/ 959518 h 1262563"/>
                <a:gd name="csX717" fmla="*/ 645945 w 754981"/>
                <a:gd name="csY717" fmla="*/ 961774 h 1262563"/>
                <a:gd name="csX718" fmla="*/ 648201 w 754981"/>
                <a:gd name="csY718" fmla="*/ 966286 h 1262563"/>
                <a:gd name="csX719" fmla="*/ 648201 w 754981"/>
                <a:gd name="csY719" fmla="*/ 967038 h 1262563"/>
                <a:gd name="csX720" fmla="*/ 648953 w 754981"/>
                <a:gd name="csY720" fmla="*/ 967790 h 1262563"/>
                <a:gd name="csX721" fmla="*/ 649705 w 754981"/>
                <a:gd name="csY721" fmla="*/ 968542 h 1262563"/>
                <a:gd name="csX722" fmla="*/ 651209 w 754981"/>
                <a:gd name="csY722" fmla="*/ 969294 h 1262563"/>
                <a:gd name="csX723" fmla="*/ 652713 w 754981"/>
                <a:gd name="csY723" fmla="*/ 970046 h 1262563"/>
                <a:gd name="csX724" fmla="*/ 653465 w 754981"/>
                <a:gd name="csY724" fmla="*/ 970046 h 1262563"/>
                <a:gd name="csX725" fmla="*/ 676024 w 754981"/>
                <a:gd name="csY725" fmla="*/ 973054 h 1262563"/>
                <a:gd name="csX726" fmla="*/ 689560 w 754981"/>
                <a:gd name="csY726" fmla="*/ 977566 h 1262563"/>
                <a:gd name="csX727" fmla="*/ 700840 w 754981"/>
                <a:gd name="csY727" fmla="*/ 982830 h 1262563"/>
                <a:gd name="csX728" fmla="*/ 703095 w 754981"/>
                <a:gd name="csY728" fmla="*/ 984334 h 1262563"/>
                <a:gd name="csX729" fmla="*/ 704599 w 754981"/>
                <a:gd name="csY729" fmla="*/ 985085 h 1262563"/>
                <a:gd name="csX730" fmla="*/ 705351 w 754981"/>
                <a:gd name="csY730" fmla="*/ 985837 h 1262563"/>
                <a:gd name="csX731" fmla="*/ 705351 w 754981"/>
                <a:gd name="csY731" fmla="*/ 987342 h 1262563"/>
                <a:gd name="csX732" fmla="*/ 705351 w 754981"/>
                <a:gd name="csY732" fmla="*/ 988845 h 1262563"/>
                <a:gd name="csX733" fmla="*/ 703847 w 754981"/>
                <a:gd name="csY733" fmla="*/ 993357 h 1262563"/>
                <a:gd name="csX734" fmla="*/ 703095 w 754981"/>
                <a:gd name="csY734" fmla="*/ 994861 h 1262563"/>
                <a:gd name="csX735" fmla="*/ 702343 w 754981"/>
                <a:gd name="csY735" fmla="*/ 995613 h 1262563"/>
                <a:gd name="csX736" fmla="*/ 701591 w 754981"/>
                <a:gd name="csY736" fmla="*/ 996365 h 1262563"/>
                <a:gd name="csX737" fmla="*/ 700840 w 754981"/>
                <a:gd name="csY737" fmla="*/ 997117 h 1262563"/>
                <a:gd name="csX738" fmla="*/ 699336 w 754981"/>
                <a:gd name="csY738" fmla="*/ 997869 h 1262563"/>
                <a:gd name="csX739" fmla="*/ 688808 w 754981"/>
                <a:gd name="csY739" fmla="*/ 1001629 h 1262563"/>
                <a:gd name="csX740" fmla="*/ 681288 w 754981"/>
                <a:gd name="csY740" fmla="*/ 1005389 h 1262563"/>
                <a:gd name="csX741" fmla="*/ 679784 w 754981"/>
                <a:gd name="csY741" fmla="*/ 1006141 h 1262563"/>
                <a:gd name="csX742" fmla="*/ 679032 w 754981"/>
                <a:gd name="csY742" fmla="*/ 1006893 h 1262563"/>
                <a:gd name="csX743" fmla="*/ 677528 w 754981"/>
                <a:gd name="csY743" fmla="*/ 1008397 h 1262563"/>
                <a:gd name="csX744" fmla="*/ 677528 w 754981"/>
                <a:gd name="csY744" fmla="*/ 1009149 h 1262563"/>
                <a:gd name="csX745" fmla="*/ 676776 w 754981"/>
                <a:gd name="csY745" fmla="*/ 1009901 h 1262563"/>
                <a:gd name="csX746" fmla="*/ 676776 w 754981"/>
                <a:gd name="csY746" fmla="*/ 1011405 h 1262563"/>
                <a:gd name="csX747" fmla="*/ 676776 w 754981"/>
                <a:gd name="csY747" fmla="*/ 1012909 h 1262563"/>
                <a:gd name="csX748" fmla="*/ 677528 w 754981"/>
                <a:gd name="csY748" fmla="*/ 1019676 h 1262563"/>
                <a:gd name="csX749" fmla="*/ 678280 w 754981"/>
                <a:gd name="csY749" fmla="*/ 1021932 h 1262563"/>
                <a:gd name="csX750" fmla="*/ 679032 w 754981"/>
                <a:gd name="csY750" fmla="*/ 1022684 h 1262563"/>
                <a:gd name="csX751" fmla="*/ 679784 w 754981"/>
                <a:gd name="csY751" fmla="*/ 1023436 h 1262563"/>
                <a:gd name="csX752" fmla="*/ 680536 w 754981"/>
                <a:gd name="csY752" fmla="*/ 1023436 h 1262563"/>
                <a:gd name="csX753" fmla="*/ 682040 w 754981"/>
                <a:gd name="csY753" fmla="*/ 1023436 h 1262563"/>
                <a:gd name="csX754" fmla="*/ 685048 w 754981"/>
                <a:gd name="csY754" fmla="*/ 1021932 h 1262563"/>
                <a:gd name="csX755" fmla="*/ 688808 w 754981"/>
                <a:gd name="csY755" fmla="*/ 1021932 h 1262563"/>
                <a:gd name="csX756" fmla="*/ 691064 w 754981"/>
                <a:gd name="csY756" fmla="*/ 1021180 h 1262563"/>
                <a:gd name="csX757" fmla="*/ 692568 w 754981"/>
                <a:gd name="csY757" fmla="*/ 1021932 h 1262563"/>
                <a:gd name="csX758" fmla="*/ 694072 w 754981"/>
                <a:gd name="csY758" fmla="*/ 1021932 h 1262563"/>
                <a:gd name="csX759" fmla="*/ 697832 w 754981"/>
                <a:gd name="csY759" fmla="*/ 1023436 h 1262563"/>
                <a:gd name="csX760" fmla="*/ 700087 w 754981"/>
                <a:gd name="csY760" fmla="*/ 1024940 h 1262563"/>
                <a:gd name="csX761" fmla="*/ 702343 w 754981"/>
                <a:gd name="csY761" fmla="*/ 1026444 h 1262563"/>
                <a:gd name="csX762" fmla="*/ 703847 w 754981"/>
                <a:gd name="csY762" fmla="*/ 1028700 h 1262563"/>
                <a:gd name="csX763" fmla="*/ 707607 w 754981"/>
                <a:gd name="csY763" fmla="*/ 1033964 h 1262563"/>
                <a:gd name="csX764" fmla="*/ 707607 w 754981"/>
                <a:gd name="csY764" fmla="*/ 1034716 h 1262563"/>
                <a:gd name="csX765" fmla="*/ 707607 w 754981"/>
                <a:gd name="csY765" fmla="*/ 1035468 h 1262563"/>
                <a:gd name="csX766" fmla="*/ 706855 w 754981"/>
                <a:gd name="csY766" fmla="*/ 1036220 h 1262563"/>
                <a:gd name="csX767" fmla="*/ 705351 w 754981"/>
                <a:gd name="csY767" fmla="*/ 1036972 h 1262563"/>
                <a:gd name="csX768" fmla="*/ 703847 w 754981"/>
                <a:gd name="csY768" fmla="*/ 1037724 h 1262563"/>
                <a:gd name="csX769" fmla="*/ 703095 w 754981"/>
                <a:gd name="csY769" fmla="*/ 1038476 h 1262563"/>
                <a:gd name="csX770" fmla="*/ 702343 w 754981"/>
                <a:gd name="csY770" fmla="*/ 1039228 h 1262563"/>
                <a:gd name="csX771" fmla="*/ 699336 w 754981"/>
                <a:gd name="csY771" fmla="*/ 1042235 h 1262563"/>
                <a:gd name="csX772" fmla="*/ 697832 w 754981"/>
                <a:gd name="csY772" fmla="*/ 1042988 h 1262563"/>
                <a:gd name="csX773" fmla="*/ 688056 w 754981"/>
                <a:gd name="csY773" fmla="*/ 1045995 h 1262563"/>
                <a:gd name="csX774" fmla="*/ 686552 w 754981"/>
                <a:gd name="csY774" fmla="*/ 1047499 h 1262563"/>
                <a:gd name="csX775" fmla="*/ 685800 w 754981"/>
                <a:gd name="csY775" fmla="*/ 1047499 h 1262563"/>
                <a:gd name="csX776" fmla="*/ 680536 w 754981"/>
                <a:gd name="csY776" fmla="*/ 1055019 h 1262563"/>
                <a:gd name="csX777" fmla="*/ 679032 w 754981"/>
                <a:gd name="csY777" fmla="*/ 1056523 h 1262563"/>
                <a:gd name="csX778" fmla="*/ 677528 w 754981"/>
                <a:gd name="csY778" fmla="*/ 1057275 h 1262563"/>
                <a:gd name="csX779" fmla="*/ 669257 w 754981"/>
                <a:gd name="csY779" fmla="*/ 1061787 h 1262563"/>
                <a:gd name="csX780" fmla="*/ 668504 w 754981"/>
                <a:gd name="csY780" fmla="*/ 1062539 h 1262563"/>
                <a:gd name="csX781" fmla="*/ 667753 w 754981"/>
                <a:gd name="csY781" fmla="*/ 1063291 h 1262563"/>
                <a:gd name="csX782" fmla="*/ 667753 w 754981"/>
                <a:gd name="csY782" fmla="*/ 1064043 h 1262563"/>
                <a:gd name="csX783" fmla="*/ 667753 w 754981"/>
                <a:gd name="csY783" fmla="*/ 1064795 h 1262563"/>
                <a:gd name="csX784" fmla="*/ 667001 w 754981"/>
                <a:gd name="csY784" fmla="*/ 1067803 h 1262563"/>
                <a:gd name="csX785" fmla="*/ 666249 w 754981"/>
                <a:gd name="csY785" fmla="*/ 1100890 h 1262563"/>
                <a:gd name="csX786" fmla="*/ 666249 w 754981"/>
                <a:gd name="csY786" fmla="*/ 1102393 h 1262563"/>
                <a:gd name="csX787" fmla="*/ 668504 w 754981"/>
                <a:gd name="csY787" fmla="*/ 1109161 h 1262563"/>
                <a:gd name="csX788" fmla="*/ 670008 w 754981"/>
                <a:gd name="csY788" fmla="*/ 1112921 h 1262563"/>
                <a:gd name="csX789" fmla="*/ 671512 w 754981"/>
                <a:gd name="csY789" fmla="*/ 1114425 h 1262563"/>
                <a:gd name="csX790" fmla="*/ 672264 w 754981"/>
                <a:gd name="csY790" fmla="*/ 1115177 h 1262563"/>
                <a:gd name="csX791" fmla="*/ 678280 w 754981"/>
                <a:gd name="csY791" fmla="*/ 1118185 h 1262563"/>
                <a:gd name="csX792" fmla="*/ 688056 w 754981"/>
                <a:gd name="csY792" fmla="*/ 1120441 h 1262563"/>
                <a:gd name="csX793" fmla="*/ 689560 w 754981"/>
                <a:gd name="csY793" fmla="*/ 1121193 h 1262563"/>
                <a:gd name="csX794" fmla="*/ 691816 w 754981"/>
                <a:gd name="csY794" fmla="*/ 1122697 h 1262563"/>
                <a:gd name="csX795" fmla="*/ 692568 w 754981"/>
                <a:gd name="csY795" fmla="*/ 1123449 h 1262563"/>
                <a:gd name="csX796" fmla="*/ 693320 w 754981"/>
                <a:gd name="csY796" fmla="*/ 1123449 h 1262563"/>
                <a:gd name="csX797" fmla="*/ 693320 w 754981"/>
                <a:gd name="csY797" fmla="*/ 1124201 h 1262563"/>
                <a:gd name="csX798" fmla="*/ 694072 w 754981"/>
                <a:gd name="csY798" fmla="*/ 1124953 h 1262563"/>
                <a:gd name="csX799" fmla="*/ 694072 w 754981"/>
                <a:gd name="csY799" fmla="*/ 1125705 h 1262563"/>
                <a:gd name="csX800" fmla="*/ 694823 w 754981"/>
                <a:gd name="csY800" fmla="*/ 1138488 h 1262563"/>
                <a:gd name="csX801" fmla="*/ 694072 w 754981"/>
                <a:gd name="csY801" fmla="*/ 1139992 h 1262563"/>
                <a:gd name="csX802" fmla="*/ 694072 w 754981"/>
                <a:gd name="csY802" fmla="*/ 1140744 h 1262563"/>
                <a:gd name="csX803" fmla="*/ 682792 w 754981"/>
                <a:gd name="csY803" fmla="*/ 1158039 h 1262563"/>
                <a:gd name="csX804" fmla="*/ 682040 w 754981"/>
                <a:gd name="csY804" fmla="*/ 1160295 h 1262563"/>
                <a:gd name="csX805" fmla="*/ 681288 w 754981"/>
                <a:gd name="csY805" fmla="*/ 1163303 h 1262563"/>
                <a:gd name="csX806" fmla="*/ 681288 w 754981"/>
                <a:gd name="csY806" fmla="*/ 1164807 h 1262563"/>
                <a:gd name="csX807" fmla="*/ 681288 w 754981"/>
                <a:gd name="csY807" fmla="*/ 1165559 h 1262563"/>
                <a:gd name="csX808" fmla="*/ 681288 w 754981"/>
                <a:gd name="csY808" fmla="*/ 1168567 h 1262563"/>
                <a:gd name="csX809" fmla="*/ 682792 w 754981"/>
                <a:gd name="csY809" fmla="*/ 1170823 h 1262563"/>
                <a:gd name="csX810" fmla="*/ 673016 w 754981"/>
                <a:gd name="csY810" fmla="*/ 1176839 h 1262563"/>
                <a:gd name="csX811" fmla="*/ 665497 w 754981"/>
                <a:gd name="csY811" fmla="*/ 1178343 h 1262563"/>
                <a:gd name="csX812" fmla="*/ 652713 w 754981"/>
                <a:gd name="csY812" fmla="*/ 1179095 h 1262563"/>
                <a:gd name="csX813" fmla="*/ 650457 w 754981"/>
                <a:gd name="csY813" fmla="*/ 1179095 h 1262563"/>
                <a:gd name="csX814" fmla="*/ 648953 w 754981"/>
                <a:gd name="csY814" fmla="*/ 1179847 h 1262563"/>
                <a:gd name="csX815" fmla="*/ 644442 w 754981"/>
                <a:gd name="csY815" fmla="*/ 1182855 h 1262563"/>
                <a:gd name="csX816" fmla="*/ 638425 w 754981"/>
                <a:gd name="csY816" fmla="*/ 1184359 h 1262563"/>
                <a:gd name="csX817" fmla="*/ 628650 w 754981"/>
                <a:gd name="csY817" fmla="*/ 1186615 h 1262563"/>
                <a:gd name="csX818" fmla="*/ 624890 w 754981"/>
                <a:gd name="csY818" fmla="*/ 1188118 h 1262563"/>
                <a:gd name="csX819" fmla="*/ 621882 w 754981"/>
                <a:gd name="csY819" fmla="*/ 1189622 h 1262563"/>
                <a:gd name="csX820" fmla="*/ 620378 w 754981"/>
                <a:gd name="csY820" fmla="*/ 1191126 h 1262563"/>
                <a:gd name="csX821" fmla="*/ 604587 w 754981"/>
                <a:gd name="csY821" fmla="*/ 1208422 h 1262563"/>
                <a:gd name="csX822" fmla="*/ 602331 w 754981"/>
                <a:gd name="csY822" fmla="*/ 1209926 h 1262563"/>
                <a:gd name="csX823" fmla="*/ 600075 w 754981"/>
                <a:gd name="csY823" fmla="*/ 1211430 h 1262563"/>
                <a:gd name="csX824" fmla="*/ 597067 w 754981"/>
                <a:gd name="csY824" fmla="*/ 1212182 h 1262563"/>
                <a:gd name="csX825" fmla="*/ 592555 w 754981"/>
                <a:gd name="csY825" fmla="*/ 1213686 h 1262563"/>
                <a:gd name="csX826" fmla="*/ 585035 w 754981"/>
                <a:gd name="csY826" fmla="*/ 1214437 h 1262563"/>
                <a:gd name="csX827" fmla="*/ 578268 w 754981"/>
                <a:gd name="csY827" fmla="*/ 1214437 h 1262563"/>
                <a:gd name="csX828" fmla="*/ 574508 w 754981"/>
                <a:gd name="csY828" fmla="*/ 1213686 h 1262563"/>
                <a:gd name="csX829" fmla="*/ 572252 w 754981"/>
                <a:gd name="csY829" fmla="*/ 1213686 h 1262563"/>
                <a:gd name="csX830" fmla="*/ 570748 w 754981"/>
                <a:gd name="csY830" fmla="*/ 1213686 h 1262563"/>
                <a:gd name="csX831" fmla="*/ 559468 w 754981"/>
                <a:gd name="csY831" fmla="*/ 1215941 h 1262563"/>
                <a:gd name="csX832" fmla="*/ 552701 w 754981"/>
                <a:gd name="csY832" fmla="*/ 1217446 h 1262563"/>
                <a:gd name="csX833" fmla="*/ 525629 w 754981"/>
                <a:gd name="csY833" fmla="*/ 1231733 h 1262563"/>
                <a:gd name="csX834" fmla="*/ 524126 w 754981"/>
                <a:gd name="csY834" fmla="*/ 1232485 h 1262563"/>
                <a:gd name="csX835" fmla="*/ 523374 w 754981"/>
                <a:gd name="csY835" fmla="*/ 1233237 h 1262563"/>
                <a:gd name="csX836" fmla="*/ 522622 w 754981"/>
                <a:gd name="csY836" fmla="*/ 1233237 h 1262563"/>
                <a:gd name="csX837" fmla="*/ 519614 w 754981"/>
                <a:gd name="csY837" fmla="*/ 1233237 h 1262563"/>
                <a:gd name="csX838" fmla="*/ 518862 w 754981"/>
                <a:gd name="csY838" fmla="*/ 1233237 h 1262563"/>
                <a:gd name="csX839" fmla="*/ 516606 w 754981"/>
                <a:gd name="csY839" fmla="*/ 1233989 h 1262563"/>
                <a:gd name="csX840" fmla="*/ 506078 w 754981"/>
                <a:gd name="csY840" fmla="*/ 1237749 h 1262563"/>
                <a:gd name="csX841" fmla="*/ 503822 w 754981"/>
                <a:gd name="csY841" fmla="*/ 1240005 h 1262563"/>
                <a:gd name="csX842" fmla="*/ 500063 w 754981"/>
                <a:gd name="csY842" fmla="*/ 1241509 h 1262563"/>
                <a:gd name="csX843" fmla="*/ 489535 w 754981"/>
                <a:gd name="csY843" fmla="*/ 1243013 h 1262563"/>
                <a:gd name="csX844" fmla="*/ 489535 w 754981"/>
                <a:gd name="csY844" fmla="*/ 1243765 h 1262563"/>
                <a:gd name="csX845" fmla="*/ 488783 w 754981"/>
                <a:gd name="csY845" fmla="*/ 1244516 h 1262563"/>
                <a:gd name="csX846" fmla="*/ 488783 w 754981"/>
                <a:gd name="csY846" fmla="*/ 1245268 h 1262563"/>
                <a:gd name="csX847" fmla="*/ 488031 w 754981"/>
                <a:gd name="csY847" fmla="*/ 1246020 h 1262563"/>
                <a:gd name="csX848" fmla="*/ 487279 w 754981"/>
                <a:gd name="csY848" fmla="*/ 1246772 h 1262563"/>
                <a:gd name="csX849" fmla="*/ 486527 w 754981"/>
                <a:gd name="csY849" fmla="*/ 1249028 h 1262563"/>
                <a:gd name="csX850" fmla="*/ 485775 w 754981"/>
                <a:gd name="csY850" fmla="*/ 1249028 h 1262563"/>
                <a:gd name="csX851" fmla="*/ 485023 w 754981"/>
                <a:gd name="csY851" fmla="*/ 1249028 h 1262563"/>
                <a:gd name="csX852" fmla="*/ 485023 w 754981"/>
                <a:gd name="csY852" fmla="*/ 1248276 h 1262563"/>
                <a:gd name="csX853" fmla="*/ 483519 w 754981"/>
                <a:gd name="csY853" fmla="*/ 1243765 h 1262563"/>
                <a:gd name="csX854" fmla="*/ 483519 w 754981"/>
                <a:gd name="csY854" fmla="*/ 1243013 h 1262563"/>
                <a:gd name="csX855" fmla="*/ 483519 w 754981"/>
                <a:gd name="csY855" fmla="*/ 1242261 h 1262563"/>
                <a:gd name="csX856" fmla="*/ 483519 w 754981"/>
                <a:gd name="csY856" fmla="*/ 1241509 h 1262563"/>
                <a:gd name="csX857" fmla="*/ 482767 w 754981"/>
                <a:gd name="csY857" fmla="*/ 1241509 h 1262563"/>
                <a:gd name="csX858" fmla="*/ 482767 w 754981"/>
                <a:gd name="csY858" fmla="*/ 1240757 h 1262563"/>
                <a:gd name="csX859" fmla="*/ 478255 w 754981"/>
                <a:gd name="csY859" fmla="*/ 1235493 h 1262563"/>
                <a:gd name="csX860" fmla="*/ 477503 w 754981"/>
                <a:gd name="csY860" fmla="*/ 1234741 h 1262563"/>
                <a:gd name="csX861" fmla="*/ 477503 w 754981"/>
                <a:gd name="csY861" fmla="*/ 1233989 h 1262563"/>
                <a:gd name="csX862" fmla="*/ 477503 w 754981"/>
                <a:gd name="csY862" fmla="*/ 1231733 h 1262563"/>
                <a:gd name="csX863" fmla="*/ 477503 w 754981"/>
                <a:gd name="csY863" fmla="*/ 1230981 h 1262563"/>
                <a:gd name="csX864" fmla="*/ 476751 w 754981"/>
                <a:gd name="csY864" fmla="*/ 1230229 h 1262563"/>
                <a:gd name="csX865" fmla="*/ 476751 w 754981"/>
                <a:gd name="csY865" fmla="*/ 1229477 h 1262563"/>
                <a:gd name="csX866" fmla="*/ 472239 w 754981"/>
                <a:gd name="csY866" fmla="*/ 1225717 h 1262563"/>
                <a:gd name="csX867" fmla="*/ 470735 w 754981"/>
                <a:gd name="csY867" fmla="*/ 1223461 h 1262563"/>
                <a:gd name="csX868" fmla="*/ 469984 w 754981"/>
                <a:gd name="csY868" fmla="*/ 1220453 h 1262563"/>
                <a:gd name="csX869" fmla="*/ 469231 w 754981"/>
                <a:gd name="csY869" fmla="*/ 1219701 h 1262563"/>
                <a:gd name="csX870" fmla="*/ 469231 w 754981"/>
                <a:gd name="csY870" fmla="*/ 1218949 h 1262563"/>
                <a:gd name="csX871" fmla="*/ 468480 w 754981"/>
                <a:gd name="csY871" fmla="*/ 1218949 h 1262563"/>
                <a:gd name="csX872" fmla="*/ 467728 w 754981"/>
                <a:gd name="csY872" fmla="*/ 1218949 h 1262563"/>
                <a:gd name="csX873" fmla="*/ 466224 w 754981"/>
                <a:gd name="csY873" fmla="*/ 1218949 h 1262563"/>
                <a:gd name="csX874" fmla="*/ 465471 w 754981"/>
                <a:gd name="csY874" fmla="*/ 1219701 h 1262563"/>
                <a:gd name="csX875" fmla="*/ 459456 w 754981"/>
                <a:gd name="csY875" fmla="*/ 1224965 h 1262563"/>
                <a:gd name="csX876" fmla="*/ 457952 w 754981"/>
                <a:gd name="csY876" fmla="*/ 1225717 h 1262563"/>
                <a:gd name="csX877" fmla="*/ 457952 w 754981"/>
                <a:gd name="csY877" fmla="*/ 1226469 h 1262563"/>
                <a:gd name="csX878" fmla="*/ 457200 w 754981"/>
                <a:gd name="csY878" fmla="*/ 1227973 h 1262563"/>
                <a:gd name="csX879" fmla="*/ 457200 w 754981"/>
                <a:gd name="csY879" fmla="*/ 1228725 h 1262563"/>
                <a:gd name="csX880" fmla="*/ 457200 w 754981"/>
                <a:gd name="csY880" fmla="*/ 1230229 h 1262563"/>
                <a:gd name="csX881" fmla="*/ 457952 w 754981"/>
                <a:gd name="csY881" fmla="*/ 1233237 h 1262563"/>
                <a:gd name="csX882" fmla="*/ 466975 w 754981"/>
                <a:gd name="csY882" fmla="*/ 1252788 h 1262563"/>
                <a:gd name="csX883" fmla="*/ 467728 w 754981"/>
                <a:gd name="csY883" fmla="*/ 1254292 h 1262563"/>
                <a:gd name="csX884" fmla="*/ 467728 w 754981"/>
                <a:gd name="csY884" fmla="*/ 1256548 h 1262563"/>
                <a:gd name="csX885" fmla="*/ 466975 w 754981"/>
                <a:gd name="csY885" fmla="*/ 1257300 h 1262563"/>
                <a:gd name="csX886" fmla="*/ 465471 w 754981"/>
                <a:gd name="csY886" fmla="*/ 1258052 h 1262563"/>
                <a:gd name="csX887" fmla="*/ 463968 w 754981"/>
                <a:gd name="csY887" fmla="*/ 1258052 h 1262563"/>
                <a:gd name="csX888" fmla="*/ 436897 w 754981"/>
                <a:gd name="csY888" fmla="*/ 1248276 h 1262563"/>
                <a:gd name="csX889" fmla="*/ 430881 w 754981"/>
                <a:gd name="csY889" fmla="*/ 1244516 h 1262563"/>
                <a:gd name="csX890" fmla="*/ 427121 w 754981"/>
                <a:gd name="csY890" fmla="*/ 1241509 h 1262563"/>
                <a:gd name="csX891" fmla="*/ 424865 w 754981"/>
                <a:gd name="csY891" fmla="*/ 1240757 h 1262563"/>
                <a:gd name="csX892" fmla="*/ 423361 w 754981"/>
                <a:gd name="csY892" fmla="*/ 1240005 h 1262563"/>
                <a:gd name="csX893" fmla="*/ 422609 w 754981"/>
                <a:gd name="csY893" fmla="*/ 1240757 h 1262563"/>
                <a:gd name="csX894" fmla="*/ 421105 w 754981"/>
                <a:gd name="csY894" fmla="*/ 1242261 h 1262563"/>
                <a:gd name="csX895" fmla="*/ 419601 w 754981"/>
                <a:gd name="csY895" fmla="*/ 1243013 h 1262563"/>
                <a:gd name="csX896" fmla="*/ 418097 w 754981"/>
                <a:gd name="csY896" fmla="*/ 1243013 h 1262563"/>
                <a:gd name="csX897" fmla="*/ 415090 w 754981"/>
                <a:gd name="csY897" fmla="*/ 1241509 h 1262563"/>
                <a:gd name="csX898" fmla="*/ 409073 w 754981"/>
                <a:gd name="csY898" fmla="*/ 1236997 h 1262563"/>
                <a:gd name="csX899" fmla="*/ 403810 w 754981"/>
                <a:gd name="csY899" fmla="*/ 1233237 h 1262563"/>
                <a:gd name="csX900" fmla="*/ 400050 w 754981"/>
                <a:gd name="csY900" fmla="*/ 1231733 h 1262563"/>
                <a:gd name="csX901" fmla="*/ 396290 w 754981"/>
                <a:gd name="csY901" fmla="*/ 1230981 h 1262563"/>
                <a:gd name="csX902" fmla="*/ 393282 w 754981"/>
                <a:gd name="csY902" fmla="*/ 1230229 h 1262563"/>
                <a:gd name="csX903" fmla="*/ 389522 w 754981"/>
                <a:gd name="csY903" fmla="*/ 1230981 h 1262563"/>
                <a:gd name="csX904" fmla="*/ 389522 w 754981"/>
                <a:gd name="csY904" fmla="*/ 1230229 h 1262563"/>
                <a:gd name="csX905" fmla="*/ 388771 w 754981"/>
                <a:gd name="csY905" fmla="*/ 1229477 h 1262563"/>
                <a:gd name="csX906" fmla="*/ 390274 w 754981"/>
                <a:gd name="csY906" fmla="*/ 1225717 h 1262563"/>
                <a:gd name="csX907" fmla="*/ 393282 w 754981"/>
                <a:gd name="csY907" fmla="*/ 1217446 h 1262563"/>
                <a:gd name="csX908" fmla="*/ 394034 w 754981"/>
                <a:gd name="csY908" fmla="*/ 1215941 h 1262563"/>
                <a:gd name="csX909" fmla="*/ 394034 w 754981"/>
                <a:gd name="csY909" fmla="*/ 1215189 h 1262563"/>
                <a:gd name="csX910" fmla="*/ 394034 w 754981"/>
                <a:gd name="csY910" fmla="*/ 1214437 h 1262563"/>
                <a:gd name="csX911" fmla="*/ 393282 w 754981"/>
                <a:gd name="csY911" fmla="*/ 1213686 h 1262563"/>
                <a:gd name="csX912" fmla="*/ 392530 w 754981"/>
                <a:gd name="csY912" fmla="*/ 1212934 h 1262563"/>
                <a:gd name="csX913" fmla="*/ 390274 w 754981"/>
                <a:gd name="csY913" fmla="*/ 1212934 h 1262563"/>
                <a:gd name="csX914" fmla="*/ 385011 w 754981"/>
                <a:gd name="csY914" fmla="*/ 1215189 h 1262563"/>
                <a:gd name="csX915" fmla="*/ 381251 w 754981"/>
                <a:gd name="csY915" fmla="*/ 1217446 h 1262563"/>
                <a:gd name="csX916" fmla="*/ 366211 w 754981"/>
                <a:gd name="csY916" fmla="*/ 1229477 h 1262563"/>
                <a:gd name="csX917" fmla="*/ 362451 w 754981"/>
                <a:gd name="csY917" fmla="*/ 1230981 h 1262563"/>
                <a:gd name="csX918" fmla="*/ 359443 w 754981"/>
                <a:gd name="csY918" fmla="*/ 1231733 h 1262563"/>
                <a:gd name="csX919" fmla="*/ 357188 w 754981"/>
                <a:gd name="csY919" fmla="*/ 1232485 h 1262563"/>
                <a:gd name="csX920" fmla="*/ 354179 w 754981"/>
                <a:gd name="csY920" fmla="*/ 1233237 h 1262563"/>
                <a:gd name="csX921" fmla="*/ 342148 w 754981"/>
                <a:gd name="csY921" fmla="*/ 1233237 h 1262563"/>
                <a:gd name="csX922" fmla="*/ 337636 w 754981"/>
                <a:gd name="csY922" fmla="*/ 1231733 h 1262563"/>
                <a:gd name="csX923" fmla="*/ 328613 w 754981"/>
                <a:gd name="csY923" fmla="*/ 1227973 h 1262563"/>
                <a:gd name="csX924" fmla="*/ 326356 w 754981"/>
                <a:gd name="csY924" fmla="*/ 1227221 h 1262563"/>
                <a:gd name="csX925" fmla="*/ 324100 w 754981"/>
                <a:gd name="csY925" fmla="*/ 1226469 h 1262563"/>
                <a:gd name="csX926" fmla="*/ 321093 w 754981"/>
                <a:gd name="csY926" fmla="*/ 1226469 h 1262563"/>
                <a:gd name="csX927" fmla="*/ 319589 w 754981"/>
                <a:gd name="csY927" fmla="*/ 1227221 h 1262563"/>
                <a:gd name="csX928" fmla="*/ 318085 w 754981"/>
                <a:gd name="csY928" fmla="*/ 1227973 h 1262563"/>
                <a:gd name="csX929" fmla="*/ 316581 w 754981"/>
                <a:gd name="csY929" fmla="*/ 1228725 h 1262563"/>
                <a:gd name="csX930" fmla="*/ 315829 w 754981"/>
                <a:gd name="csY930" fmla="*/ 1230229 h 1262563"/>
                <a:gd name="csX931" fmla="*/ 315077 w 754981"/>
                <a:gd name="csY931" fmla="*/ 1231733 h 1262563"/>
                <a:gd name="csX932" fmla="*/ 314325 w 754981"/>
                <a:gd name="csY932" fmla="*/ 1235493 h 1262563"/>
                <a:gd name="csX933" fmla="*/ 314325 w 754981"/>
                <a:gd name="csY933" fmla="*/ 1244516 h 1262563"/>
                <a:gd name="csX934" fmla="*/ 312821 w 754981"/>
                <a:gd name="csY934" fmla="*/ 1252036 h 1262563"/>
                <a:gd name="csX935" fmla="*/ 312069 w 754981"/>
                <a:gd name="csY935" fmla="*/ 1254292 h 1262563"/>
                <a:gd name="csX936" fmla="*/ 311317 w 754981"/>
                <a:gd name="csY936" fmla="*/ 1255044 h 1262563"/>
                <a:gd name="csX937" fmla="*/ 311317 w 754981"/>
                <a:gd name="csY937" fmla="*/ 1255796 h 1262563"/>
                <a:gd name="csX938" fmla="*/ 310565 w 754981"/>
                <a:gd name="csY938" fmla="*/ 1257300 h 1262563"/>
                <a:gd name="csX939" fmla="*/ 308309 w 754981"/>
                <a:gd name="csY939" fmla="*/ 1258804 h 1262563"/>
                <a:gd name="csX940" fmla="*/ 303045 w 754981"/>
                <a:gd name="csY940" fmla="*/ 1262564 h 1262563"/>
                <a:gd name="csX941" fmla="*/ 302294 w 754981"/>
                <a:gd name="csY941" fmla="*/ 1262564 h 1262563"/>
                <a:gd name="csX942" fmla="*/ 301541 w 754981"/>
                <a:gd name="csY942" fmla="*/ 1262564 h 1262563"/>
                <a:gd name="csX943" fmla="*/ 300789 w 754981"/>
                <a:gd name="csY943" fmla="*/ 1261812 h 1262563"/>
                <a:gd name="csX944" fmla="*/ 300037 w 754981"/>
                <a:gd name="csY944" fmla="*/ 1261060 h 1262563"/>
                <a:gd name="csX945" fmla="*/ 299285 w 754981"/>
                <a:gd name="csY945" fmla="*/ 1259556 h 1262563"/>
                <a:gd name="csX946" fmla="*/ 298534 w 754981"/>
                <a:gd name="csY946" fmla="*/ 1257300 h 1262563"/>
                <a:gd name="csX947" fmla="*/ 297781 w 754981"/>
                <a:gd name="csY947" fmla="*/ 1253540 h 1262563"/>
                <a:gd name="csX948" fmla="*/ 297030 w 754981"/>
                <a:gd name="csY948" fmla="*/ 1252036 h 1262563"/>
                <a:gd name="csX949" fmla="*/ 297030 w 754981"/>
                <a:gd name="csY949" fmla="*/ 1249780 h 1262563"/>
                <a:gd name="csX950" fmla="*/ 297781 w 754981"/>
                <a:gd name="csY950" fmla="*/ 1247524 h 1262563"/>
                <a:gd name="csX951" fmla="*/ 300037 w 754981"/>
                <a:gd name="csY951" fmla="*/ 1235493 h 1262563"/>
                <a:gd name="csX952" fmla="*/ 299285 w 754981"/>
                <a:gd name="csY952" fmla="*/ 1218197 h 1262563"/>
                <a:gd name="csX953" fmla="*/ 297781 w 754981"/>
                <a:gd name="csY953" fmla="*/ 1214437 h 1262563"/>
                <a:gd name="csX954" fmla="*/ 294774 w 754981"/>
                <a:gd name="csY954" fmla="*/ 1208422 h 1262563"/>
                <a:gd name="csX955" fmla="*/ 294022 w 754981"/>
                <a:gd name="csY955" fmla="*/ 1206166 h 1262563"/>
                <a:gd name="csX956" fmla="*/ 294022 w 754981"/>
                <a:gd name="csY956" fmla="*/ 1204662 h 1262563"/>
                <a:gd name="csX957" fmla="*/ 294022 w 754981"/>
                <a:gd name="csY957" fmla="*/ 1203158 h 1262563"/>
                <a:gd name="csX958" fmla="*/ 294022 w 754981"/>
                <a:gd name="csY958" fmla="*/ 1202406 h 1262563"/>
                <a:gd name="csX959" fmla="*/ 294774 w 754981"/>
                <a:gd name="csY959" fmla="*/ 1195638 h 1262563"/>
                <a:gd name="csX960" fmla="*/ 294774 w 754981"/>
                <a:gd name="csY960" fmla="*/ 1194134 h 1262563"/>
                <a:gd name="csX961" fmla="*/ 294774 w 754981"/>
                <a:gd name="csY961" fmla="*/ 1191878 h 1262563"/>
                <a:gd name="csX962" fmla="*/ 292518 w 754981"/>
                <a:gd name="csY962" fmla="*/ 1187367 h 1262563"/>
                <a:gd name="csX963" fmla="*/ 290262 w 754981"/>
                <a:gd name="csY963" fmla="*/ 1182855 h 1262563"/>
                <a:gd name="csX964" fmla="*/ 288006 w 754981"/>
                <a:gd name="csY964" fmla="*/ 1179847 h 1262563"/>
                <a:gd name="csX965" fmla="*/ 284998 w 754981"/>
                <a:gd name="csY965" fmla="*/ 1176839 h 1262563"/>
                <a:gd name="csX966" fmla="*/ 275222 w 754981"/>
                <a:gd name="csY966" fmla="*/ 1169319 h 1262563"/>
                <a:gd name="csX967" fmla="*/ 264695 w 754981"/>
                <a:gd name="csY967" fmla="*/ 1164055 h 1262563"/>
                <a:gd name="csX968" fmla="*/ 263191 w 754981"/>
                <a:gd name="csY968" fmla="*/ 1163303 h 1262563"/>
                <a:gd name="csX969" fmla="*/ 262439 w 754981"/>
                <a:gd name="csY969" fmla="*/ 1162551 h 1262563"/>
                <a:gd name="csX970" fmla="*/ 262439 w 754981"/>
                <a:gd name="csY970" fmla="*/ 1161047 h 1262563"/>
                <a:gd name="csX971" fmla="*/ 261687 w 754981"/>
                <a:gd name="csY971" fmla="*/ 1160295 h 1262563"/>
                <a:gd name="csX972" fmla="*/ 261687 w 754981"/>
                <a:gd name="csY972" fmla="*/ 1158791 h 1262563"/>
                <a:gd name="csX973" fmla="*/ 261687 w 754981"/>
                <a:gd name="csY973" fmla="*/ 1157288 h 1262563"/>
                <a:gd name="csX974" fmla="*/ 263191 w 754981"/>
                <a:gd name="csY974" fmla="*/ 1149768 h 1262563"/>
                <a:gd name="csX975" fmla="*/ 263191 w 754981"/>
                <a:gd name="csY975" fmla="*/ 1149016 h 1262563"/>
                <a:gd name="csX976" fmla="*/ 262439 w 754981"/>
                <a:gd name="csY976" fmla="*/ 1149016 h 1262563"/>
                <a:gd name="csX977" fmla="*/ 260935 w 754981"/>
                <a:gd name="csY977" fmla="*/ 1149016 h 1262563"/>
                <a:gd name="csX978" fmla="*/ 254919 w 754981"/>
                <a:gd name="csY978" fmla="*/ 1152776 h 1262563"/>
                <a:gd name="csX979" fmla="*/ 242887 w 754981"/>
                <a:gd name="csY979" fmla="*/ 1161799 h 1262563"/>
                <a:gd name="csX980" fmla="*/ 218824 w 754981"/>
                <a:gd name="csY980" fmla="*/ 1203158 h 1262563"/>
                <a:gd name="csX981" fmla="*/ 209800 w 754981"/>
                <a:gd name="csY981" fmla="*/ 1223461 h 1262563"/>
                <a:gd name="csX982" fmla="*/ 208297 w 754981"/>
                <a:gd name="csY982" fmla="*/ 1228725 h 1262563"/>
                <a:gd name="csX983" fmla="*/ 207545 w 754981"/>
                <a:gd name="csY983" fmla="*/ 1231733 h 1262563"/>
                <a:gd name="csX984" fmla="*/ 208297 w 754981"/>
                <a:gd name="csY984" fmla="*/ 1236245 h 1262563"/>
                <a:gd name="csX985" fmla="*/ 207545 w 754981"/>
                <a:gd name="csY985" fmla="*/ 1237749 h 1262563"/>
                <a:gd name="csX986" fmla="*/ 207545 w 754981"/>
                <a:gd name="csY986" fmla="*/ 1238501 h 1262563"/>
                <a:gd name="csX987" fmla="*/ 206793 w 754981"/>
                <a:gd name="csY987" fmla="*/ 1240005 h 1262563"/>
                <a:gd name="csX988" fmla="*/ 206041 w 754981"/>
                <a:gd name="csY988" fmla="*/ 1241509 h 1262563"/>
                <a:gd name="csX989" fmla="*/ 203785 w 754981"/>
                <a:gd name="csY989" fmla="*/ 1241509 h 1262563"/>
                <a:gd name="csX990" fmla="*/ 200777 w 754981"/>
                <a:gd name="csY990" fmla="*/ 1240757 h 1262563"/>
                <a:gd name="csX991" fmla="*/ 185738 w 754981"/>
                <a:gd name="csY991" fmla="*/ 1233989 h 1262563"/>
                <a:gd name="csX992" fmla="*/ 178218 w 754981"/>
                <a:gd name="csY992" fmla="*/ 1231733 h 1262563"/>
                <a:gd name="csX993" fmla="*/ 160170 w 754981"/>
                <a:gd name="csY993" fmla="*/ 1230229 h 1262563"/>
                <a:gd name="csX994" fmla="*/ 125580 w 754981"/>
                <a:gd name="csY994" fmla="*/ 1213686 h 1262563"/>
                <a:gd name="csX995" fmla="*/ 117308 w 754981"/>
                <a:gd name="csY995" fmla="*/ 1206918 h 1262563"/>
                <a:gd name="csX996" fmla="*/ 115052 w 754981"/>
                <a:gd name="csY996" fmla="*/ 1206166 h 1262563"/>
                <a:gd name="csX997" fmla="*/ 113548 w 754981"/>
                <a:gd name="csY997" fmla="*/ 1205414 h 1262563"/>
                <a:gd name="csX998" fmla="*/ 112044 w 754981"/>
                <a:gd name="csY998" fmla="*/ 1206166 h 1262563"/>
                <a:gd name="csX999" fmla="*/ 104524 w 754981"/>
                <a:gd name="csY999" fmla="*/ 1206166 h 1262563"/>
                <a:gd name="csX1000" fmla="*/ 75949 w 754981"/>
                <a:gd name="csY1000" fmla="*/ 1192630 h 1262563"/>
                <a:gd name="csX1001" fmla="*/ 73693 w 754981"/>
                <a:gd name="csY1001" fmla="*/ 1190374 h 1262563"/>
                <a:gd name="csX1002" fmla="*/ 72189 w 754981"/>
                <a:gd name="csY1002" fmla="*/ 1188870 h 1262563"/>
                <a:gd name="csX1003" fmla="*/ 71438 w 754981"/>
                <a:gd name="csY1003" fmla="*/ 1185863 h 1262563"/>
                <a:gd name="csX1004" fmla="*/ 70685 w 754981"/>
                <a:gd name="csY1004" fmla="*/ 1170071 h 1262563"/>
                <a:gd name="csX1005" fmla="*/ 71438 w 754981"/>
                <a:gd name="csY1005" fmla="*/ 1167815 h 1262563"/>
                <a:gd name="csX1006" fmla="*/ 72189 w 754981"/>
                <a:gd name="csY1006" fmla="*/ 1165559 h 1262563"/>
                <a:gd name="csX1007" fmla="*/ 72942 w 754981"/>
                <a:gd name="csY1007" fmla="*/ 1162551 h 1262563"/>
                <a:gd name="csX1008" fmla="*/ 81213 w 754981"/>
                <a:gd name="csY1008" fmla="*/ 1151272 h 1262563"/>
                <a:gd name="csX1009" fmla="*/ 81965 w 754981"/>
                <a:gd name="csY1009" fmla="*/ 1149016 h 1262563"/>
                <a:gd name="csX1010" fmla="*/ 82717 w 754981"/>
                <a:gd name="csY1010" fmla="*/ 1146008 h 1262563"/>
                <a:gd name="csX1011" fmla="*/ 82717 w 754981"/>
                <a:gd name="csY1011" fmla="*/ 1143752 h 1262563"/>
                <a:gd name="csX1012" fmla="*/ 81965 w 754981"/>
                <a:gd name="csY1012" fmla="*/ 1136232 h 1262563"/>
                <a:gd name="csX1013" fmla="*/ 81965 w 754981"/>
                <a:gd name="csY1013" fmla="*/ 1134728 h 1262563"/>
                <a:gd name="csX1014" fmla="*/ 81965 w 754981"/>
                <a:gd name="csY1014" fmla="*/ 1133224 h 1262563"/>
                <a:gd name="csX1015" fmla="*/ 82717 w 754981"/>
                <a:gd name="csY1015" fmla="*/ 1131720 h 1262563"/>
                <a:gd name="csX1016" fmla="*/ 84221 w 754981"/>
                <a:gd name="csY1016" fmla="*/ 1130217 h 1262563"/>
                <a:gd name="csX1017" fmla="*/ 91741 w 754981"/>
                <a:gd name="csY1017" fmla="*/ 1121945 h 1262563"/>
                <a:gd name="csX1018" fmla="*/ 92493 w 754981"/>
                <a:gd name="csY1018" fmla="*/ 1120441 h 1262563"/>
                <a:gd name="csX1019" fmla="*/ 93244 w 754981"/>
                <a:gd name="csY1019" fmla="*/ 1118185 h 1262563"/>
                <a:gd name="csX1020" fmla="*/ 93244 w 754981"/>
                <a:gd name="csY1020" fmla="*/ 1115929 h 1262563"/>
                <a:gd name="csX1021" fmla="*/ 93244 w 754981"/>
                <a:gd name="csY1021" fmla="*/ 1113673 h 1262563"/>
                <a:gd name="csX1022" fmla="*/ 92493 w 754981"/>
                <a:gd name="csY1022" fmla="*/ 1112169 h 1262563"/>
                <a:gd name="csX1023" fmla="*/ 91741 w 754981"/>
                <a:gd name="csY1023" fmla="*/ 1111417 h 1262563"/>
                <a:gd name="csX1024" fmla="*/ 89485 w 754981"/>
                <a:gd name="csY1024" fmla="*/ 1109913 h 1262563"/>
                <a:gd name="csX1025" fmla="*/ 76701 w 754981"/>
                <a:gd name="csY1025" fmla="*/ 1117433 h 1262563"/>
                <a:gd name="csX1026" fmla="*/ 73693 w 754981"/>
                <a:gd name="csY1026" fmla="*/ 1120441 h 1262563"/>
                <a:gd name="csX1027" fmla="*/ 69933 w 754981"/>
                <a:gd name="csY1027" fmla="*/ 1121945 h 1262563"/>
                <a:gd name="csX1028" fmla="*/ 67678 w 754981"/>
                <a:gd name="csY1028" fmla="*/ 1124201 h 1262563"/>
                <a:gd name="csX1029" fmla="*/ 66925 w 754981"/>
                <a:gd name="csY1029" fmla="*/ 1124953 h 1262563"/>
                <a:gd name="csX1030" fmla="*/ 66174 w 754981"/>
                <a:gd name="csY1030" fmla="*/ 1126457 h 1262563"/>
                <a:gd name="csX1031" fmla="*/ 64670 w 754981"/>
                <a:gd name="csY1031" fmla="*/ 1126457 h 1262563"/>
                <a:gd name="csX1032" fmla="*/ 63918 w 754981"/>
                <a:gd name="csY1032" fmla="*/ 1127209 h 1262563"/>
                <a:gd name="csX1033" fmla="*/ 63166 w 754981"/>
                <a:gd name="csY1033" fmla="*/ 1127960 h 1262563"/>
                <a:gd name="csX1034" fmla="*/ 63166 w 754981"/>
                <a:gd name="csY1034" fmla="*/ 1129465 h 1262563"/>
                <a:gd name="csX1035" fmla="*/ 62414 w 754981"/>
                <a:gd name="csY1035" fmla="*/ 1130217 h 1262563"/>
                <a:gd name="csX1036" fmla="*/ 60910 w 754981"/>
                <a:gd name="csY1036" fmla="*/ 1130217 h 1262563"/>
                <a:gd name="csX1037" fmla="*/ 59406 w 754981"/>
                <a:gd name="csY1037" fmla="*/ 1131720 h 1262563"/>
                <a:gd name="csX1038" fmla="*/ 58654 w 754981"/>
                <a:gd name="csY1038" fmla="*/ 1133224 h 1262563"/>
                <a:gd name="csX1039" fmla="*/ 58654 w 754981"/>
                <a:gd name="csY1039" fmla="*/ 1134728 h 1262563"/>
                <a:gd name="csX1040" fmla="*/ 57902 w 754981"/>
                <a:gd name="csY1040" fmla="*/ 1136232 h 1262563"/>
                <a:gd name="csX1041" fmla="*/ 56398 w 754981"/>
                <a:gd name="csY1041" fmla="*/ 1137736 h 1262563"/>
                <a:gd name="csX1042" fmla="*/ 51886 w 754981"/>
                <a:gd name="csY1042" fmla="*/ 1143000 h 1262563"/>
                <a:gd name="csX1043" fmla="*/ 51134 w 754981"/>
                <a:gd name="csY1043" fmla="*/ 1145256 h 1262563"/>
                <a:gd name="csX1044" fmla="*/ 50382 w 754981"/>
                <a:gd name="csY1044" fmla="*/ 1147512 h 1262563"/>
                <a:gd name="csX1045" fmla="*/ 50382 w 754981"/>
                <a:gd name="csY1045" fmla="*/ 1149016 h 1262563"/>
                <a:gd name="csX1046" fmla="*/ 49630 w 754981"/>
                <a:gd name="csY1046" fmla="*/ 1150520 h 1262563"/>
                <a:gd name="csX1047" fmla="*/ 48878 w 754981"/>
                <a:gd name="csY1047" fmla="*/ 1152776 h 1262563"/>
                <a:gd name="csX1048" fmla="*/ 47374 w 754981"/>
                <a:gd name="csY1048" fmla="*/ 1154280 h 1262563"/>
                <a:gd name="csX1049" fmla="*/ 45870 w 754981"/>
                <a:gd name="csY1049" fmla="*/ 1155032 h 1262563"/>
                <a:gd name="csX1050" fmla="*/ 45118 w 754981"/>
                <a:gd name="csY1050" fmla="*/ 1156536 h 1262563"/>
                <a:gd name="csX1051" fmla="*/ 43614 w 754981"/>
                <a:gd name="csY1051" fmla="*/ 1159543 h 1262563"/>
                <a:gd name="csX1052" fmla="*/ 44366 w 754981"/>
                <a:gd name="csY1052" fmla="*/ 1161047 h 1262563"/>
                <a:gd name="csX1053" fmla="*/ 43614 w 754981"/>
                <a:gd name="csY1053" fmla="*/ 1162551 h 1262563"/>
                <a:gd name="csX1054" fmla="*/ 42863 w 754981"/>
                <a:gd name="csY1054" fmla="*/ 1165559 h 1262563"/>
                <a:gd name="csX1055" fmla="*/ 42863 w 754981"/>
                <a:gd name="csY1055" fmla="*/ 1167063 h 1262563"/>
                <a:gd name="csX1056" fmla="*/ 42863 w 754981"/>
                <a:gd name="csY1056" fmla="*/ 1168567 h 1262563"/>
                <a:gd name="csX1057" fmla="*/ 42110 w 754981"/>
                <a:gd name="csY1057" fmla="*/ 1172327 h 1262563"/>
                <a:gd name="csX1058" fmla="*/ 39103 w 754981"/>
                <a:gd name="csY1058" fmla="*/ 1178343 h 1262563"/>
                <a:gd name="csX1059" fmla="*/ 36846 w 754981"/>
                <a:gd name="csY1059" fmla="*/ 1177591 h 1262563"/>
                <a:gd name="csX1060" fmla="*/ 32335 w 754981"/>
                <a:gd name="csY1060" fmla="*/ 1178343 h 1262563"/>
                <a:gd name="csX1061" fmla="*/ 30831 w 754981"/>
                <a:gd name="csY1061" fmla="*/ 1177591 h 1262563"/>
                <a:gd name="csX1062" fmla="*/ 28575 w 754981"/>
                <a:gd name="csY1062" fmla="*/ 1176839 h 1262563"/>
                <a:gd name="csX1063" fmla="*/ 27071 w 754981"/>
                <a:gd name="csY1063" fmla="*/ 1176087 h 1262563"/>
                <a:gd name="csX1064" fmla="*/ 27071 w 754981"/>
                <a:gd name="csY1064" fmla="*/ 1175335 h 1262563"/>
                <a:gd name="csX1065" fmla="*/ 26319 w 754981"/>
                <a:gd name="csY1065" fmla="*/ 1175335 h 1262563"/>
                <a:gd name="csX1066" fmla="*/ 26319 w 754981"/>
                <a:gd name="csY1066" fmla="*/ 1174583 h 1262563"/>
                <a:gd name="csX1067" fmla="*/ 26319 w 754981"/>
                <a:gd name="csY1067" fmla="*/ 1173831 h 1262563"/>
                <a:gd name="csX1068" fmla="*/ 27071 w 754981"/>
                <a:gd name="csY1068" fmla="*/ 1173079 h 1262563"/>
                <a:gd name="csX1069" fmla="*/ 27071 w 754981"/>
                <a:gd name="csY1069" fmla="*/ 1172327 h 1262563"/>
                <a:gd name="csX1070" fmla="*/ 26319 w 754981"/>
                <a:gd name="csY1070" fmla="*/ 1172327 h 1262563"/>
                <a:gd name="csX1071" fmla="*/ 25567 w 754981"/>
                <a:gd name="csY1071" fmla="*/ 1172327 h 1262563"/>
                <a:gd name="csX1072" fmla="*/ 24815 w 754981"/>
                <a:gd name="csY1072" fmla="*/ 1172327 h 1262563"/>
                <a:gd name="csX1073" fmla="*/ 23311 w 754981"/>
                <a:gd name="csY1073" fmla="*/ 1172327 h 1262563"/>
                <a:gd name="csX1074" fmla="*/ 22559 w 754981"/>
                <a:gd name="csY1074" fmla="*/ 1173079 h 1262563"/>
                <a:gd name="csX1075" fmla="*/ 21807 w 754981"/>
                <a:gd name="csY1075" fmla="*/ 1172327 h 1262563"/>
                <a:gd name="csX1076" fmla="*/ 21807 w 754981"/>
                <a:gd name="csY1076" fmla="*/ 1171575 h 1262563"/>
                <a:gd name="csX1077" fmla="*/ 21055 w 754981"/>
                <a:gd name="csY1077" fmla="*/ 1169319 h 1262563"/>
                <a:gd name="csX1078" fmla="*/ 20303 w 754981"/>
                <a:gd name="csY1078" fmla="*/ 1167815 h 1262563"/>
                <a:gd name="csX1079" fmla="*/ 20303 w 754981"/>
                <a:gd name="csY1079" fmla="*/ 1167063 h 1262563"/>
                <a:gd name="csX1080" fmla="*/ 20303 w 754981"/>
                <a:gd name="csY1080" fmla="*/ 1166311 h 1262563"/>
                <a:gd name="csX1081" fmla="*/ 20303 w 754981"/>
                <a:gd name="csY1081" fmla="*/ 1164055 h 1262563"/>
                <a:gd name="csX1082" fmla="*/ 20303 w 754981"/>
                <a:gd name="csY1082" fmla="*/ 1161799 h 1262563"/>
                <a:gd name="csX1083" fmla="*/ 20303 w 754981"/>
                <a:gd name="csY1083" fmla="*/ 1159543 h 1262563"/>
                <a:gd name="csX1084" fmla="*/ 19551 w 754981"/>
                <a:gd name="csY1084" fmla="*/ 1157288 h 1262563"/>
                <a:gd name="csX1085" fmla="*/ 19551 w 754981"/>
                <a:gd name="csY1085" fmla="*/ 1156536 h 1262563"/>
                <a:gd name="csX1086" fmla="*/ 18047 w 754981"/>
                <a:gd name="csY1086" fmla="*/ 1154280 h 1262563"/>
                <a:gd name="csX1087" fmla="*/ 18047 w 754981"/>
                <a:gd name="csY1087" fmla="*/ 1153528 h 1262563"/>
                <a:gd name="csX1088" fmla="*/ 17295 w 754981"/>
                <a:gd name="csY1088" fmla="*/ 1149768 h 1262563"/>
                <a:gd name="csX1089" fmla="*/ 17295 w 754981"/>
                <a:gd name="csY1089" fmla="*/ 1149016 h 1262563"/>
                <a:gd name="csX1090" fmla="*/ 16544 w 754981"/>
                <a:gd name="csY1090" fmla="*/ 1148264 h 1262563"/>
                <a:gd name="csX1091" fmla="*/ 14287 w 754981"/>
                <a:gd name="csY1091" fmla="*/ 1147512 h 1262563"/>
                <a:gd name="csX1092" fmla="*/ 12031 w 754981"/>
                <a:gd name="csY1092" fmla="*/ 1145256 h 1262563"/>
                <a:gd name="csX1093" fmla="*/ 10527 w 754981"/>
                <a:gd name="csY1093" fmla="*/ 1144504 h 1262563"/>
                <a:gd name="csX1094" fmla="*/ 10527 w 754981"/>
                <a:gd name="csY1094" fmla="*/ 1143000 h 1262563"/>
                <a:gd name="csX1095" fmla="*/ 10527 w 754981"/>
                <a:gd name="csY1095" fmla="*/ 1141496 h 1262563"/>
                <a:gd name="csX1096" fmla="*/ 10527 w 754981"/>
                <a:gd name="csY1096" fmla="*/ 1140744 h 1262563"/>
                <a:gd name="csX1097" fmla="*/ 11280 w 754981"/>
                <a:gd name="csY1097" fmla="*/ 1140744 h 1262563"/>
                <a:gd name="csX1098" fmla="*/ 12031 w 754981"/>
                <a:gd name="csY1098" fmla="*/ 1140744 h 1262563"/>
                <a:gd name="csX1099" fmla="*/ 12784 w 754981"/>
                <a:gd name="csY1099" fmla="*/ 1140744 h 1262563"/>
                <a:gd name="csX1100" fmla="*/ 12784 w 754981"/>
                <a:gd name="csY1100" fmla="*/ 1141496 h 1262563"/>
                <a:gd name="csX1101" fmla="*/ 13535 w 754981"/>
                <a:gd name="csY1101" fmla="*/ 1141496 h 1262563"/>
                <a:gd name="csX1102" fmla="*/ 14287 w 754981"/>
                <a:gd name="csY1102" fmla="*/ 1140744 h 1262563"/>
                <a:gd name="csX1103" fmla="*/ 14287 w 754981"/>
                <a:gd name="csY1103" fmla="*/ 1139240 h 1262563"/>
                <a:gd name="csX1104" fmla="*/ 13535 w 754981"/>
                <a:gd name="csY1104" fmla="*/ 1136232 h 1262563"/>
                <a:gd name="csX1105" fmla="*/ 13535 w 754981"/>
                <a:gd name="csY1105" fmla="*/ 1134728 h 1262563"/>
                <a:gd name="csX1106" fmla="*/ 14287 w 754981"/>
                <a:gd name="csY1106" fmla="*/ 1133976 h 1262563"/>
                <a:gd name="csX1107" fmla="*/ 14287 w 754981"/>
                <a:gd name="csY1107" fmla="*/ 1133224 h 1262563"/>
                <a:gd name="csX1108" fmla="*/ 15791 w 754981"/>
                <a:gd name="csY1108" fmla="*/ 1130217 h 1262563"/>
                <a:gd name="csX1109" fmla="*/ 15791 w 754981"/>
                <a:gd name="csY1109" fmla="*/ 1129465 h 1262563"/>
                <a:gd name="csX1110" fmla="*/ 15791 w 754981"/>
                <a:gd name="csY1110" fmla="*/ 1127209 h 1262563"/>
                <a:gd name="csX1111" fmla="*/ 16544 w 754981"/>
                <a:gd name="csY1111" fmla="*/ 1124953 h 1262563"/>
                <a:gd name="csX1112" fmla="*/ 16544 w 754981"/>
                <a:gd name="csY1112" fmla="*/ 1122697 h 1262563"/>
                <a:gd name="csX1113" fmla="*/ 16544 w 754981"/>
                <a:gd name="csY1113" fmla="*/ 1119689 h 1262563"/>
                <a:gd name="csX1114" fmla="*/ 16544 w 754981"/>
                <a:gd name="csY1114" fmla="*/ 1118185 h 1262563"/>
                <a:gd name="csX1115" fmla="*/ 16544 w 754981"/>
                <a:gd name="csY1115" fmla="*/ 1117433 h 1262563"/>
                <a:gd name="csX1116" fmla="*/ 17295 w 754981"/>
                <a:gd name="csY1116" fmla="*/ 1117433 h 1262563"/>
                <a:gd name="csX1117" fmla="*/ 18799 w 754981"/>
                <a:gd name="csY1117" fmla="*/ 1117433 h 1262563"/>
                <a:gd name="csX1118" fmla="*/ 18799 w 754981"/>
                <a:gd name="csY1118" fmla="*/ 1116681 h 1262563"/>
                <a:gd name="csX1119" fmla="*/ 19551 w 754981"/>
                <a:gd name="csY1119" fmla="*/ 1115929 h 1262563"/>
                <a:gd name="csX1120" fmla="*/ 19551 w 754981"/>
                <a:gd name="csY1120" fmla="*/ 1115177 h 1262563"/>
                <a:gd name="csX1121" fmla="*/ 19551 w 754981"/>
                <a:gd name="csY1121" fmla="*/ 1114425 h 1262563"/>
                <a:gd name="csX1122" fmla="*/ 17295 w 754981"/>
                <a:gd name="csY1122" fmla="*/ 1095626 h 1262563"/>
                <a:gd name="csX1123" fmla="*/ 17295 w 754981"/>
                <a:gd name="csY1123" fmla="*/ 1094874 h 1262563"/>
                <a:gd name="csX1124" fmla="*/ 18047 w 754981"/>
                <a:gd name="csY1124" fmla="*/ 1092618 h 1262563"/>
                <a:gd name="csX1125" fmla="*/ 18047 w 754981"/>
                <a:gd name="csY1125" fmla="*/ 1091114 h 1262563"/>
                <a:gd name="csX1126" fmla="*/ 18047 w 754981"/>
                <a:gd name="csY1126" fmla="*/ 1089610 h 1262563"/>
                <a:gd name="csX1127" fmla="*/ 15791 w 754981"/>
                <a:gd name="csY1127" fmla="*/ 1084346 h 1262563"/>
                <a:gd name="csX1128" fmla="*/ 15039 w 754981"/>
                <a:gd name="csY1128" fmla="*/ 1083594 h 1262563"/>
                <a:gd name="csX1129" fmla="*/ 12784 w 754981"/>
                <a:gd name="csY1129" fmla="*/ 1081338 h 1262563"/>
                <a:gd name="csX1130" fmla="*/ 11280 w 754981"/>
                <a:gd name="csY1130" fmla="*/ 1079082 h 1262563"/>
                <a:gd name="csX1131" fmla="*/ 10527 w 754981"/>
                <a:gd name="csY1131" fmla="*/ 1077578 h 1262563"/>
                <a:gd name="csX1132" fmla="*/ 9024 w 754981"/>
                <a:gd name="csY1132" fmla="*/ 1054267 h 1262563"/>
                <a:gd name="csX1133" fmla="*/ 9024 w 754981"/>
                <a:gd name="csY1133" fmla="*/ 1050507 h 1262563"/>
                <a:gd name="csX1134" fmla="*/ 9024 w 754981"/>
                <a:gd name="csY1134" fmla="*/ 1047499 h 1262563"/>
                <a:gd name="csX1135" fmla="*/ 9776 w 754981"/>
                <a:gd name="csY1135" fmla="*/ 1046747 h 1262563"/>
                <a:gd name="csX1136" fmla="*/ 12031 w 754981"/>
                <a:gd name="csY1136" fmla="*/ 1045243 h 1262563"/>
                <a:gd name="csX1137" fmla="*/ 12784 w 754981"/>
                <a:gd name="csY1137" fmla="*/ 1044492 h 1262563"/>
                <a:gd name="csX1138" fmla="*/ 12784 w 754981"/>
                <a:gd name="csY1138" fmla="*/ 1042988 h 1262563"/>
                <a:gd name="csX1139" fmla="*/ 12784 w 754981"/>
                <a:gd name="csY1139" fmla="*/ 1041483 h 1262563"/>
                <a:gd name="csX1140" fmla="*/ 12784 w 754981"/>
                <a:gd name="csY1140" fmla="*/ 1039980 h 1262563"/>
                <a:gd name="csX1141" fmla="*/ 12031 w 754981"/>
                <a:gd name="csY1141" fmla="*/ 1038476 h 1262563"/>
                <a:gd name="csX1142" fmla="*/ 12031 w 754981"/>
                <a:gd name="csY1142" fmla="*/ 1037724 h 1262563"/>
                <a:gd name="csX1143" fmla="*/ 12031 w 754981"/>
                <a:gd name="csY1143" fmla="*/ 1036220 h 1262563"/>
                <a:gd name="csX1144" fmla="*/ 12031 w 754981"/>
                <a:gd name="csY1144" fmla="*/ 1035468 h 1262563"/>
                <a:gd name="csX1145" fmla="*/ 12784 w 754981"/>
                <a:gd name="csY1145" fmla="*/ 1035468 h 1262563"/>
                <a:gd name="csX1146" fmla="*/ 13535 w 754981"/>
                <a:gd name="csY1146" fmla="*/ 1034716 h 1262563"/>
                <a:gd name="csX1147" fmla="*/ 14287 w 754981"/>
                <a:gd name="csY1147" fmla="*/ 1034716 h 1262563"/>
                <a:gd name="csX1148" fmla="*/ 14287 w 754981"/>
                <a:gd name="csY1148" fmla="*/ 1033964 h 1262563"/>
                <a:gd name="csX1149" fmla="*/ 15039 w 754981"/>
                <a:gd name="csY1149" fmla="*/ 1032460 h 1262563"/>
                <a:gd name="csX1150" fmla="*/ 15039 w 754981"/>
                <a:gd name="csY1150" fmla="*/ 1030204 h 1262563"/>
                <a:gd name="csX1151" fmla="*/ 14287 w 754981"/>
                <a:gd name="csY1151" fmla="*/ 1029452 h 1262563"/>
                <a:gd name="csX1152" fmla="*/ 14287 w 754981"/>
                <a:gd name="csY1152" fmla="*/ 1028700 h 1262563"/>
                <a:gd name="csX1153" fmla="*/ 13535 w 754981"/>
                <a:gd name="csY1153" fmla="*/ 1028700 h 1262563"/>
                <a:gd name="csX1154" fmla="*/ 12031 w 754981"/>
                <a:gd name="csY1154" fmla="*/ 1027948 h 1262563"/>
                <a:gd name="csX1155" fmla="*/ 10527 w 754981"/>
                <a:gd name="csY1155" fmla="*/ 1027948 h 1262563"/>
                <a:gd name="csX1156" fmla="*/ 9776 w 754981"/>
                <a:gd name="csY1156" fmla="*/ 1026444 h 1262563"/>
                <a:gd name="csX1157" fmla="*/ 9776 w 754981"/>
                <a:gd name="csY1157" fmla="*/ 1024940 h 1262563"/>
                <a:gd name="csX1158" fmla="*/ 9024 w 754981"/>
                <a:gd name="csY1158" fmla="*/ 1021180 h 1262563"/>
                <a:gd name="csX1159" fmla="*/ 9024 w 754981"/>
                <a:gd name="csY1159" fmla="*/ 1020428 h 1262563"/>
                <a:gd name="csX1160" fmla="*/ 9024 w 754981"/>
                <a:gd name="csY1160" fmla="*/ 1018924 h 1262563"/>
                <a:gd name="csX1161" fmla="*/ 7520 w 754981"/>
                <a:gd name="csY1161" fmla="*/ 1015916 h 1262563"/>
                <a:gd name="csX1162" fmla="*/ 7520 w 754981"/>
                <a:gd name="csY1162" fmla="*/ 1013661 h 1262563"/>
                <a:gd name="csX1163" fmla="*/ 6767 w 754981"/>
                <a:gd name="csY1163" fmla="*/ 1012909 h 1262563"/>
                <a:gd name="csX1164" fmla="*/ 6767 w 754981"/>
                <a:gd name="csY1164" fmla="*/ 1011405 h 1262563"/>
                <a:gd name="csX1165" fmla="*/ 5264 w 754981"/>
                <a:gd name="csY1165" fmla="*/ 1009901 h 1262563"/>
                <a:gd name="csX1166" fmla="*/ 4512 w 754981"/>
                <a:gd name="csY1166" fmla="*/ 1009149 h 1262563"/>
                <a:gd name="csX1167" fmla="*/ 4512 w 754981"/>
                <a:gd name="csY1167" fmla="*/ 1008397 h 1262563"/>
                <a:gd name="csX1168" fmla="*/ 4512 w 754981"/>
                <a:gd name="csY1168" fmla="*/ 1006893 h 1262563"/>
                <a:gd name="csX1169" fmla="*/ 4512 w 754981"/>
                <a:gd name="csY1169" fmla="*/ 1004637 h 1262563"/>
                <a:gd name="csX1170" fmla="*/ 5264 w 754981"/>
                <a:gd name="csY1170" fmla="*/ 1003885 h 1262563"/>
                <a:gd name="csX1171" fmla="*/ 5264 w 754981"/>
                <a:gd name="csY1171" fmla="*/ 1003133 h 1262563"/>
                <a:gd name="csX1172" fmla="*/ 6767 w 754981"/>
                <a:gd name="csY1172" fmla="*/ 1001629 h 1262563"/>
                <a:gd name="csX1173" fmla="*/ 8272 w 754981"/>
                <a:gd name="csY1173" fmla="*/ 1000125 h 1262563"/>
                <a:gd name="csX1174" fmla="*/ 9024 w 754981"/>
                <a:gd name="csY1174" fmla="*/ 999373 h 1262563"/>
                <a:gd name="csX1175" fmla="*/ 10527 w 754981"/>
                <a:gd name="csY1175" fmla="*/ 997869 h 1262563"/>
                <a:gd name="csX1176" fmla="*/ 12031 w 754981"/>
                <a:gd name="csY1176" fmla="*/ 996365 h 1262563"/>
                <a:gd name="csX1177" fmla="*/ 12784 w 754981"/>
                <a:gd name="csY1177" fmla="*/ 995613 h 1262563"/>
                <a:gd name="csX1178" fmla="*/ 12784 w 754981"/>
                <a:gd name="csY1178" fmla="*/ 994861 h 1262563"/>
                <a:gd name="csX1179" fmla="*/ 13535 w 754981"/>
                <a:gd name="csY1179" fmla="*/ 994109 h 1262563"/>
                <a:gd name="csX1180" fmla="*/ 14287 w 754981"/>
                <a:gd name="csY1180" fmla="*/ 987342 h 1262563"/>
                <a:gd name="csX1181" fmla="*/ 14287 w 754981"/>
                <a:gd name="csY1181" fmla="*/ 985837 h 1262563"/>
                <a:gd name="csX1182" fmla="*/ 13535 w 754981"/>
                <a:gd name="csY1182" fmla="*/ 985085 h 1262563"/>
                <a:gd name="csX1183" fmla="*/ 13535 w 754981"/>
                <a:gd name="csY1183" fmla="*/ 984334 h 1262563"/>
                <a:gd name="csX1184" fmla="*/ 12784 w 754981"/>
                <a:gd name="csY1184" fmla="*/ 983582 h 1262563"/>
                <a:gd name="csX1185" fmla="*/ 12031 w 754981"/>
                <a:gd name="csY1185" fmla="*/ 982830 h 1262563"/>
                <a:gd name="csX1186" fmla="*/ 6016 w 754981"/>
                <a:gd name="csY1186" fmla="*/ 979822 h 1262563"/>
                <a:gd name="csX1187" fmla="*/ 5264 w 754981"/>
                <a:gd name="csY1187" fmla="*/ 979070 h 1262563"/>
                <a:gd name="csX1188" fmla="*/ 4512 w 754981"/>
                <a:gd name="csY1188" fmla="*/ 979070 h 1262563"/>
                <a:gd name="csX1189" fmla="*/ 3760 w 754981"/>
                <a:gd name="csY1189" fmla="*/ 977566 h 1262563"/>
                <a:gd name="csX1190" fmla="*/ 3008 w 754981"/>
                <a:gd name="csY1190" fmla="*/ 976814 h 1262563"/>
                <a:gd name="csX1191" fmla="*/ 1504 w 754981"/>
                <a:gd name="csY1191" fmla="*/ 975310 h 1262563"/>
                <a:gd name="csX1192" fmla="*/ 752 w 754981"/>
                <a:gd name="csY1192" fmla="*/ 972302 h 1262563"/>
                <a:gd name="csX1193" fmla="*/ 0 w 754981"/>
                <a:gd name="csY1193" fmla="*/ 970798 h 1262563"/>
                <a:gd name="csX1194" fmla="*/ 0 w 754981"/>
                <a:gd name="csY1194" fmla="*/ 965534 h 1262563"/>
                <a:gd name="csX1195" fmla="*/ 752 w 754981"/>
                <a:gd name="csY1195" fmla="*/ 963278 h 1262563"/>
                <a:gd name="csX1196" fmla="*/ 1504 w 754981"/>
                <a:gd name="csY1196" fmla="*/ 961022 h 1262563"/>
                <a:gd name="csX1197" fmla="*/ 2256 w 754981"/>
                <a:gd name="csY1197" fmla="*/ 958766 h 1262563"/>
                <a:gd name="csX1198" fmla="*/ 2256 w 754981"/>
                <a:gd name="csY1198" fmla="*/ 955006 h 1262563"/>
                <a:gd name="csX1199" fmla="*/ 7520 w 754981"/>
                <a:gd name="csY1199" fmla="*/ 939967 h 1262563"/>
                <a:gd name="csX1200" fmla="*/ 8272 w 754981"/>
                <a:gd name="csY1200" fmla="*/ 939215 h 1262563"/>
                <a:gd name="csX1201" fmla="*/ 8272 w 754981"/>
                <a:gd name="csY1201" fmla="*/ 938463 h 1262563"/>
                <a:gd name="csX1202" fmla="*/ 9024 w 754981"/>
                <a:gd name="csY1202" fmla="*/ 936959 h 1262563"/>
                <a:gd name="csX1203" fmla="*/ 10527 w 754981"/>
                <a:gd name="csY1203" fmla="*/ 933951 h 1262563"/>
                <a:gd name="csX1204" fmla="*/ 10527 w 754981"/>
                <a:gd name="csY1204" fmla="*/ 933199 h 1262563"/>
                <a:gd name="csX1205" fmla="*/ 11280 w 754981"/>
                <a:gd name="csY1205" fmla="*/ 927936 h 1262563"/>
                <a:gd name="csX1206" fmla="*/ 12031 w 754981"/>
                <a:gd name="csY1206" fmla="*/ 915152 h 1262563"/>
                <a:gd name="csX1207" fmla="*/ 12784 w 754981"/>
                <a:gd name="csY1207" fmla="*/ 913648 h 1262563"/>
                <a:gd name="csX1208" fmla="*/ 15039 w 754981"/>
                <a:gd name="csY1208" fmla="*/ 909136 h 1262563"/>
                <a:gd name="csX1209" fmla="*/ 15791 w 754981"/>
                <a:gd name="csY1209" fmla="*/ 908384 h 1262563"/>
                <a:gd name="csX1210" fmla="*/ 17295 w 754981"/>
                <a:gd name="csY1210" fmla="*/ 907632 h 1262563"/>
                <a:gd name="csX1211" fmla="*/ 18047 w 754981"/>
                <a:gd name="csY1211" fmla="*/ 906880 h 1262563"/>
                <a:gd name="csX1212" fmla="*/ 18799 w 754981"/>
                <a:gd name="csY1212" fmla="*/ 906128 h 1262563"/>
                <a:gd name="csX1213" fmla="*/ 19551 w 754981"/>
                <a:gd name="csY1213" fmla="*/ 904624 h 1262563"/>
                <a:gd name="csX1214" fmla="*/ 19551 w 754981"/>
                <a:gd name="csY1214" fmla="*/ 902368 h 1262563"/>
                <a:gd name="csX1215" fmla="*/ 19551 w 754981"/>
                <a:gd name="csY1215" fmla="*/ 897857 h 1262563"/>
                <a:gd name="csX1216" fmla="*/ 19551 w 754981"/>
                <a:gd name="csY1216" fmla="*/ 897105 h 1262563"/>
                <a:gd name="csX1217" fmla="*/ 18799 w 754981"/>
                <a:gd name="csY1217" fmla="*/ 894849 h 1262563"/>
                <a:gd name="csX1218" fmla="*/ 17295 w 754981"/>
                <a:gd name="csY1218" fmla="*/ 887329 h 1262563"/>
                <a:gd name="csX1219" fmla="*/ 16544 w 754981"/>
                <a:gd name="csY1219" fmla="*/ 883569 h 1262563"/>
                <a:gd name="csX1220" fmla="*/ 16544 w 754981"/>
                <a:gd name="csY1220" fmla="*/ 882065 h 1262563"/>
                <a:gd name="csX1221" fmla="*/ 16544 w 754981"/>
                <a:gd name="csY1221" fmla="*/ 881313 h 1262563"/>
                <a:gd name="csX1222" fmla="*/ 18047 w 754981"/>
                <a:gd name="csY1222" fmla="*/ 878305 h 1262563"/>
                <a:gd name="csX1223" fmla="*/ 18799 w 754981"/>
                <a:gd name="csY1223" fmla="*/ 877553 h 1262563"/>
                <a:gd name="csX1224" fmla="*/ 19551 w 754981"/>
                <a:gd name="csY1224" fmla="*/ 876801 h 1262563"/>
                <a:gd name="csX1225" fmla="*/ 19551 w 754981"/>
                <a:gd name="csY1225" fmla="*/ 875297 h 1262563"/>
                <a:gd name="csX1226" fmla="*/ 19551 w 754981"/>
                <a:gd name="csY1226" fmla="*/ 873793 h 1262563"/>
                <a:gd name="csX1227" fmla="*/ 19551 w 754981"/>
                <a:gd name="csY1227" fmla="*/ 873041 h 1262563"/>
                <a:gd name="csX1228" fmla="*/ 18047 w 754981"/>
                <a:gd name="csY1228" fmla="*/ 870034 h 1262563"/>
                <a:gd name="csX1229" fmla="*/ 17295 w 754981"/>
                <a:gd name="csY1229" fmla="*/ 867778 h 1262563"/>
                <a:gd name="csX1230" fmla="*/ 17295 w 754981"/>
                <a:gd name="csY1230" fmla="*/ 866274 h 1262563"/>
                <a:gd name="csX1231" fmla="*/ 17295 w 754981"/>
                <a:gd name="csY1231" fmla="*/ 865522 h 1262563"/>
                <a:gd name="csX1232" fmla="*/ 18799 w 754981"/>
                <a:gd name="csY1232" fmla="*/ 864018 h 1262563"/>
                <a:gd name="csX1233" fmla="*/ 19551 w 754981"/>
                <a:gd name="csY1233" fmla="*/ 862514 h 1262563"/>
                <a:gd name="csX1234" fmla="*/ 20303 w 754981"/>
                <a:gd name="csY1234" fmla="*/ 861762 h 1262563"/>
                <a:gd name="csX1235" fmla="*/ 21807 w 754981"/>
                <a:gd name="csY1235" fmla="*/ 861010 h 1262563"/>
                <a:gd name="csX1236" fmla="*/ 21807 w 754981"/>
                <a:gd name="csY1236" fmla="*/ 860258 h 1262563"/>
                <a:gd name="csX1237" fmla="*/ 23311 w 754981"/>
                <a:gd name="csY1237" fmla="*/ 858002 h 1262563"/>
                <a:gd name="csX1238" fmla="*/ 23311 w 754981"/>
                <a:gd name="csY1238" fmla="*/ 854994 h 1262563"/>
                <a:gd name="csX1239" fmla="*/ 23311 w 754981"/>
                <a:gd name="csY1239" fmla="*/ 848978 h 1262563"/>
                <a:gd name="csX1240" fmla="*/ 23311 w 754981"/>
                <a:gd name="csY1240" fmla="*/ 847474 h 1262563"/>
                <a:gd name="csX1241" fmla="*/ 21807 w 754981"/>
                <a:gd name="csY1241" fmla="*/ 842962 h 1262563"/>
                <a:gd name="csX1242" fmla="*/ 21807 w 754981"/>
                <a:gd name="csY1242" fmla="*/ 840707 h 1262563"/>
                <a:gd name="csX1243" fmla="*/ 21807 w 754981"/>
                <a:gd name="csY1243" fmla="*/ 839955 h 1262563"/>
                <a:gd name="csX1244" fmla="*/ 23311 w 754981"/>
                <a:gd name="csY1244" fmla="*/ 837699 h 1262563"/>
                <a:gd name="csX1245" fmla="*/ 24063 w 754981"/>
                <a:gd name="csY1245" fmla="*/ 836195 h 1262563"/>
                <a:gd name="csX1246" fmla="*/ 24815 w 754981"/>
                <a:gd name="csY1246" fmla="*/ 833939 h 1262563"/>
                <a:gd name="csX1247" fmla="*/ 25567 w 754981"/>
                <a:gd name="csY1247" fmla="*/ 833187 h 1262563"/>
                <a:gd name="csX1248" fmla="*/ 27071 w 754981"/>
                <a:gd name="csY1248" fmla="*/ 832435 h 1262563"/>
                <a:gd name="csX1249" fmla="*/ 28575 w 754981"/>
                <a:gd name="csY1249" fmla="*/ 832435 h 1262563"/>
                <a:gd name="csX1250" fmla="*/ 29327 w 754981"/>
                <a:gd name="csY1250" fmla="*/ 831683 h 1262563"/>
                <a:gd name="csX1251" fmla="*/ 31583 w 754981"/>
                <a:gd name="csY1251" fmla="*/ 826419 h 1262563"/>
                <a:gd name="csX1252" fmla="*/ 32335 w 754981"/>
                <a:gd name="csY1252" fmla="*/ 825667 h 1262563"/>
                <a:gd name="csX1253" fmla="*/ 33839 w 754981"/>
                <a:gd name="csY1253" fmla="*/ 824915 h 1262563"/>
                <a:gd name="csX1254" fmla="*/ 33839 w 754981"/>
                <a:gd name="csY1254" fmla="*/ 822659 h 1262563"/>
                <a:gd name="csX1255" fmla="*/ 33087 w 754981"/>
                <a:gd name="csY1255" fmla="*/ 819651 h 1262563"/>
                <a:gd name="csX1256" fmla="*/ 33839 w 754981"/>
                <a:gd name="csY1256" fmla="*/ 818147 h 1262563"/>
                <a:gd name="csX1257" fmla="*/ 36095 w 754981"/>
                <a:gd name="csY1257" fmla="*/ 815140 h 1262563"/>
                <a:gd name="csX1258" fmla="*/ 36846 w 754981"/>
                <a:gd name="csY1258" fmla="*/ 812884 h 1262563"/>
                <a:gd name="csX1259" fmla="*/ 37599 w 754981"/>
                <a:gd name="csY1259" fmla="*/ 811380 h 1262563"/>
                <a:gd name="csX1260" fmla="*/ 36846 w 754981"/>
                <a:gd name="csY1260" fmla="*/ 806116 h 1262563"/>
                <a:gd name="csX1261" fmla="*/ 37599 w 754981"/>
                <a:gd name="csY1261" fmla="*/ 803108 h 1262563"/>
                <a:gd name="csX1262" fmla="*/ 39855 w 754981"/>
                <a:gd name="csY1262" fmla="*/ 800852 h 1262563"/>
                <a:gd name="csX1263" fmla="*/ 44366 w 754981"/>
                <a:gd name="csY1263" fmla="*/ 796340 h 1262563"/>
                <a:gd name="csX1264" fmla="*/ 48126 w 754981"/>
                <a:gd name="csY1264" fmla="*/ 791828 h 1262563"/>
                <a:gd name="csX1265" fmla="*/ 51134 w 754981"/>
                <a:gd name="csY1265" fmla="*/ 785061 h 1262563"/>
                <a:gd name="csX1266" fmla="*/ 52638 w 754981"/>
                <a:gd name="csY1266" fmla="*/ 778293 h 1262563"/>
                <a:gd name="csX1267" fmla="*/ 53390 w 754981"/>
                <a:gd name="csY1267" fmla="*/ 772277 h 1262563"/>
                <a:gd name="csX1268" fmla="*/ 52638 w 754981"/>
                <a:gd name="csY1268" fmla="*/ 766261 h 1262563"/>
                <a:gd name="csX1269" fmla="*/ 51886 w 754981"/>
                <a:gd name="csY1269" fmla="*/ 762501 h 1262563"/>
                <a:gd name="csX1270" fmla="*/ 53390 w 754981"/>
                <a:gd name="csY1270" fmla="*/ 760245 h 1262563"/>
                <a:gd name="csX1271" fmla="*/ 54142 w 754981"/>
                <a:gd name="csY1271" fmla="*/ 758742 h 1262563"/>
                <a:gd name="csX1272" fmla="*/ 54894 w 754981"/>
                <a:gd name="csY1272" fmla="*/ 754982 h 1262563"/>
                <a:gd name="csX1273" fmla="*/ 56398 w 754981"/>
                <a:gd name="csY1273" fmla="*/ 753478 h 1262563"/>
                <a:gd name="csX1274" fmla="*/ 64670 w 754981"/>
                <a:gd name="csY1274" fmla="*/ 744454 h 1262563"/>
                <a:gd name="csX1275" fmla="*/ 66174 w 754981"/>
                <a:gd name="csY1275" fmla="*/ 742198 h 1262563"/>
                <a:gd name="csX1276" fmla="*/ 66925 w 754981"/>
                <a:gd name="csY1276" fmla="*/ 739942 h 1262563"/>
                <a:gd name="csX1277" fmla="*/ 67678 w 754981"/>
                <a:gd name="csY1277" fmla="*/ 736934 h 1262563"/>
                <a:gd name="csX1278" fmla="*/ 69933 w 754981"/>
                <a:gd name="csY1278" fmla="*/ 726407 h 1262563"/>
                <a:gd name="csX1279" fmla="*/ 72942 w 754981"/>
                <a:gd name="csY1279" fmla="*/ 720391 h 1262563"/>
                <a:gd name="csX1280" fmla="*/ 76701 w 754981"/>
                <a:gd name="csY1280" fmla="*/ 715127 h 1262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</a:cxnLst>
              <a:rect l="l" t="t" r="r" b="b"/>
              <a:pathLst>
                <a:path w="754981" h="1262563">
                  <a:moveTo>
                    <a:pt x="76701" y="715127"/>
                  </a:moveTo>
                  <a:lnTo>
                    <a:pt x="78957" y="711367"/>
                  </a:lnTo>
                  <a:lnTo>
                    <a:pt x="81965" y="705351"/>
                  </a:lnTo>
                  <a:lnTo>
                    <a:pt x="83469" y="700839"/>
                  </a:lnTo>
                  <a:lnTo>
                    <a:pt x="83469" y="699335"/>
                  </a:lnTo>
                  <a:lnTo>
                    <a:pt x="84973" y="698584"/>
                  </a:lnTo>
                  <a:lnTo>
                    <a:pt x="87229" y="696328"/>
                  </a:lnTo>
                  <a:lnTo>
                    <a:pt x="87981" y="694824"/>
                  </a:lnTo>
                  <a:lnTo>
                    <a:pt x="88733" y="694072"/>
                  </a:lnTo>
                  <a:lnTo>
                    <a:pt x="89485" y="693320"/>
                  </a:lnTo>
                  <a:lnTo>
                    <a:pt x="90237" y="691064"/>
                  </a:lnTo>
                  <a:lnTo>
                    <a:pt x="90237" y="689560"/>
                  </a:lnTo>
                  <a:lnTo>
                    <a:pt x="90989" y="686552"/>
                  </a:lnTo>
                  <a:lnTo>
                    <a:pt x="92493" y="682040"/>
                  </a:lnTo>
                  <a:lnTo>
                    <a:pt x="95501" y="675272"/>
                  </a:lnTo>
                  <a:lnTo>
                    <a:pt x="96253" y="672265"/>
                  </a:lnTo>
                  <a:lnTo>
                    <a:pt x="97004" y="659481"/>
                  </a:lnTo>
                  <a:lnTo>
                    <a:pt x="100764" y="647449"/>
                  </a:lnTo>
                  <a:lnTo>
                    <a:pt x="102268" y="644441"/>
                  </a:lnTo>
                  <a:lnTo>
                    <a:pt x="102268" y="642937"/>
                  </a:lnTo>
                  <a:lnTo>
                    <a:pt x="103020" y="639178"/>
                  </a:lnTo>
                  <a:lnTo>
                    <a:pt x="103772" y="636170"/>
                  </a:lnTo>
                  <a:lnTo>
                    <a:pt x="104524" y="634666"/>
                  </a:lnTo>
                  <a:lnTo>
                    <a:pt x="107532" y="630154"/>
                  </a:lnTo>
                  <a:lnTo>
                    <a:pt x="112044" y="625642"/>
                  </a:lnTo>
                  <a:lnTo>
                    <a:pt x="112796" y="624138"/>
                  </a:lnTo>
                  <a:lnTo>
                    <a:pt x="113548" y="621130"/>
                  </a:lnTo>
                  <a:lnTo>
                    <a:pt x="115804" y="618874"/>
                  </a:lnTo>
                  <a:lnTo>
                    <a:pt x="120316" y="615115"/>
                  </a:lnTo>
                  <a:lnTo>
                    <a:pt x="123323" y="611355"/>
                  </a:lnTo>
                  <a:lnTo>
                    <a:pt x="132347" y="598571"/>
                  </a:lnTo>
                  <a:lnTo>
                    <a:pt x="137611" y="592555"/>
                  </a:lnTo>
                  <a:lnTo>
                    <a:pt x="139867" y="589547"/>
                  </a:lnTo>
                  <a:lnTo>
                    <a:pt x="140619" y="586539"/>
                  </a:lnTo>
                  <a:lnTo>
                    <a:pt x="141371" y="585036"/>
                  </a:lnTo>
                  <a:lnTo>
                    <a:pt x="144379" y="582028"/>
                  </a:lnTo>
                  <a:lnTo>
                    <a:pt x="145131" y="581276"/>
                  </a:lnTo>
                  <a:lnTo>
                    <a:pt x="145131" y="579772"/>
                  </a:lnTo>
                  <a:lnTo>
                    <a:pt x="145883" y="578268"/>
                  </a:lnTo>
                  <a:lnTo>
                    <a:pt x="147387" y="576764"/>
                  </a:lnTo>
                  <a:lnTo>
                    <a:pt x="149642" y="573756"/>
                  </a:lnTo>
                  <a:lnTo>
                    <a:pt x="157914" y="566988"/>
                  </a:lnTo>
                  <a:lnTo>
                    <a:pt x="160922" y="565484"/>
                  </a:lnTo>
                  <a:lnTo>
                    <a:pt x="169946" y="563980"/>
                  </a:lnTo>
                  <a:lnTo>
                    <a:pt x="172954" y="562476"/>
                  </a:lnTo>
                  <a:lnTo>
                    <a:pt x="175962" y="559469"/>
                  </a:lnTo>
                  <a:lnTo>
                    <a:pt x="178218" y="556460"/>
                  </a:lnTo>
                  <a:lnTo>
                    <a:pt x="179721" y="552701"/>
                  </a:lnTo>
                  <a:lnTo>
                    <a:pt x="179721" y="551197"/>
                  </a:lnTo>
                  <a:lnTo>
                    <a:pt x="187993" y="540669"/>
                  </a:lnTo>
                  <a:lnTo>
                    <a:pt x="188745" y="539165"/>
                  </a:lnTo>
                  <a:lnTo>
                    <a:pt x="188745" y="536909"/>
                  </a:lnTo>
                  <a:lnTo>
                    <a:pt x="187241" y="535405"/>
                  </a:lnTo>
                  <a:lnTo>
                    <a:pt x="191753" y="527134"/>
                  </a:lnTo>
                  <a:lnTo>
                    <a:pt x="193257" y="525630"/>
                  </a:lnTo>
                  <a:lnTo>
                    <a:pt x="199273" y="516606"/>
                  </a:lnTo>
                  <a:lnTo>
                    <a:pt x="203785" y="503822"/>
                  </a:lnTo>
                  <a:lnTo>
                    <a:pt x="206041" y="499311"/>
                  </a:lnTo>
                  <a:lnTo>
                    <a:pt x="210553" y="495551"/>
                  </a:lnTo>
                  <a:lnTo>
                    <a:pt x="215064" y="492543"/>
                  </a:lnTo>
                  <a:lnTo>
                    <a:pt x="216568" y="491039"/>
                  </a:lnTo>
                  <a:lnTo>
                    <a:pt x="218072" y="488783"/>
                  </a:lnTo>
                  <a:lnTo>
                    <a:pt x="218072" y="485775"/>
                  </a:lnTo>
                  <a:lnTo>
                    <a:pt x="229352" y="451184"/>
                  </a:lnTo>
                  <a:lnTo>
                    <a:pt x="229352" y="446672"/>
                  </a:lnTo>
                  <a:lnTo>
                    <a:pt x="230104" y="445168"/>
                  </a:lnTo>
                  <a:lnTo>
                    <a:pt x="231608" y="443664"/>
                  </a:lnTo>
                  <a:lnTo>
                    <a:pt x="232360" y="442913"/>
                  </a:lnTo>
                  <a:lnTo>
                    <a:pt x="233864" y="441409"/>
                  </a:lnTo>
                  <a:lnTo>
                    <a:pt x="234616" y="439153"/>
                  </a:lnTo>
                  <a:lnTo>
                    <a:pt x="234616" y="429377"/>
                  </a:lnTo>
                  <a:lnTo>
                    <a:pt x="235368" y="426369"/>
                  </a:lnTo>
                  <a:lnTo>
                    <a:pt x="237624" y="420353"/>
                  </a:lnTo>
                  <a:lnTo>
                    <a:pt x="238376" y="417345"/>
                  </a:lnTo>
                  <a:lnTo>
                    <a:pt x="238376" y="412834"/>
                  </a:lnTo>
                  <a:lnTo>
                    <a:pt x="238376" y="407570"/>
                  </a:lnTo>
                  <a:lnTo>
                    <a:pt x="238376" y="406066"/>
                  </a:lnTo>
                  <a:lnTo>
                    <a:pt x="239128" y="403058"/>
                  </a:lnTo>
                  <a:lnTo>
                    <a:pt x="239128" y="402306"/>
                  </a:lnTo>
                  <a:lnTo>
                    <a:pt x="238376" y="401554"/>
                  </a:lnTo>
                  <a:lnTo>
                    <a:pt x="236119" y="400050"/>
                  </a:lnTo>
                  <a:lnTo>
                    <a:pt x="230104" y="397794"/>
                  </a:lnTo>
                  <a:lnTo>
                    <a:pt x="217320" y="388770"/>
                  </a:lnTo>
                  <a:lnTo>
                    <a:pt x="211304" y="383506"/>
                  </a:lnTo>
                  <a:lnTo>
                    <a:pt x="206793" y="377491"/>
                  </a:lnTo>
                  <a:lnTo>
                    <a:pt x="204537" y="370723"/>
                  </a:lnTo>
                  <a:lnTo>
                    <a:pt x="204537" y="363203"/>
                  </a:lnTo>
                  <a:lnTo>
                    <a:pt x="206041" y="359443"/>
                  </a:lnTo>
                  <a:lnTo>
                    <a:pt x="206793" y="355684"/>
                  </a:lnTo>
                  <a:lnTo>
                    <a:pt x="230856" y="327108"/>
                  </a:lnTo>
                  <a:lnTo>
                    <a:pt x="235368" y="317333"/>
                  </a:lnTo>
                  <a:lnTo>
                    <a:pt x="236119" y="314325"/>
                  </a:lnTo>
                  <a:lnTo>
                    <a:pt x="235368" y="292518"/>
                  </a:lnTo>
                  <a:lnTo>
                    <a:pt x="230104" y="274470"/>
                  </a:lnTo>
                  <a:lnTo>
                    <a:pt x="230856" y="268455"/>
                  </a:lnTo>
                  <a:lnTo>
                    <a:pt x="233864" y="264695"/>
                  </a:lnTo>
                  <a:lnTo>
                    <a:pt x="256423" y="250407"/>
                  </a:lnTo>
                  <a:lnTo>
                    <a:pt x="259431" y="248151"/>
                  </a:lnTo>
                  <a:lnTo>
                    <a:pt x="262439" y="245895"/>
                  </a:lnTo>
                  <a:lnTo>
                    <a:pt x="279734" y="240631"/>
                  </a:lnTo>
                  <a:lnTo>
                    <a:pt x="284246" y="239880"/>
                  </a:lnTo>
                  <a:lnTo>
                    <a:pt x="287254" y="239880"/>
                  </a:lnTo>
                  <a:lnTo>
                    <a:pt x="291766" y="236872"/>
                  </a:lnTo>
                  <a:lnTo>
                    <a:pt x="312069" y="227848"/>
                  </a:lnTo>
                  <a:lnTo>
                    <a:pt x="314325" y="226344"/>
                  </a:lnTo>
                  <a:lnTo>
                    <a:pt x="315829" y="223336"/>
                  </a:lnTo>
                  <a:lnTo>
                    <a:pt x="316581" y="219576"/>
                  </a:lnTo>
                  <a:lnTo>
                    <a:pt x="315829" y="212809"/>
                  </a:lnTo>
                  <a:lnTo>
                    <a:pt x="315077" y="210553"/>
                  </a:lnTo>
                  <a:lnTo>
                    <a:pt x="314325" y="209801"/>
                  </a:lnTo>
                  <a:lnTo>
                    <a:pt x="315077" y="206793"/>
                  </a:lnTo>
                  <a:lnTo>
                    <a:pt x="317333" y="203785"/>
                  </a:lnTo>
                  <a:lnTo>
                    <a:pt x="321845" y="197769"/>
                  </a:lnTo>
                  <a:lnTo>
                    <a:pt x="322596" y="196265"/>
                  </a:lnTo>
                  <a:lnTo>
                    <a:pt x="323349" y="194761"/>
                  </a:lnTo>
                  <a:lnTo>
                    <a:pt x="323349" y="193257"/>
                  </a:lnTo>
                  <a:lnTo>
                    <a:pt x="327860" y="191001"/>
                  </a:lnTo>
                  <a:lnTo>
                    <a:pt x="335380" y="183482"/>
                  </a:lnTo>
                  <a:lnTo>
                    <a:pt x="339140" y="180474"/>
                  </a:lnTo>
                  <a:lnTo>
                    <a:pt x="345156" y="179722"/>
                  </a:lnTo>
                  <a:lnTo>
                    <a:pt x="356435" y="182730"/>
                  </a:lnTo>
                  <a:lnTo>
                    <a:pt x="357939" y="181978"/>
                  </a:lnTo>
                  <a:lnTo>
                    <a:pt x="357939" y="178970"/>
                  </a:lnTo>
                  <a:lnTo>
                    <a:pt x="357939" y="177466"/>
                  </a:lnTo>
                  <a:lnTo>
                    <a:pt x="357188" y="175962"/>
                  </a:lnTo>
                  <a:lnTo>
                    <a:pt x="354932" y="173706"/>
                  </a:lnTo>
                  <a:lnTo>
                    <a:pt x="353428" y="172954"/>
                  </a:lnTo>
                  <a:lnTo>
                    <a:pt x="352675" y="170698"/>
                  </a:lnTo>
                  <a:lnTo>
                    <a:pt x="351172" y="164682"/>
                  </a:lnTo>
                  <a:lnTo>
                    <a:pt x="350420" y="153403"/>
                  </a:lnTo>
                  <a:lnTo>
                    <a:pt x="351172" y="151147"/>
                  </a:lnTo>
                  <a:lnTo>
                    <a:pt x="352675" y="148891"/>
                  </a:lnTo>
                  <a:lnTo>
                    <a:pt x="366211" y="145883"/>
                  </a:lnTo>
                  <a:lnTo>
                    <a:pt x="372227" y="142123"/>
                  </a:lnTo>
                  <a:lnTo>
                    <a:pt x="372227" y="135355"/>
                  </a:lnTo>
                  <a:lnTo>
                    <a:pt x="369971" y="133099"/>
                  </a:lnTo>
                  <a:lnTo>
                    <a:pt x="366963" y="132347"/>
                  </a:lnTo>
                  <a:lnTo>
                    <a:pt x="364707" y="130843"/>
                  </a:lnTo>
                  <a:lnTo>
                    <a:pt x="363955" y="126332"/>
                  </a:lnTo>
                  <a:lnTo>
                    <a:pt x="364707" y="123324"/>
                  </a:lnTo>
                  <a:lnTo>
                    <a:pt x="366963" y="121820"/>
                  </a:lnTo>
                  <a:lnTo>
                    <a:pt x="369219" y="120316"/>
                  </a:lnTo>
                  <a:lnTo>
                    <a:pt x="378994" y="118812"/>
                  </a:lnTo>
                  <a:lnTo>
                    <a:pt x="380499" y="117308"/>
                  </a:lnTo>
                  <a:lnTo>
                    <a:pt x="381251" y="114300"/>
                  </a:lnTo>
                  <a:lnTo>
                    <a:pt x="380499" y="110540"/>
                  </a:lnTo>
                  <a:lnTo>
                    <a:pt x="373731" y="104524"/>
                  </a:lnTo>
                  <a:lnTo>
                    <a:pt x="371475" y="100765"/>
                  </a:lnTo>
                  <a:lnTo>
                    <a:pt x="370723" y="97756"/>
                  </a:lnTo>
                  <a:lnTo>
                    <a:pt x="369971" y="88733"/>
                  </a:lnTo>
                  <a:lnTo>
                    <a:pt x="371475" y="85725"/>
                  </a:lnTo>
                  <a:lnTo>
                    <a:pt x="374483" y="84221"/>
                  </a:lnTo>
                  <a:lnTo>
                    <a:pt x="380499" y="84221"/>
                  </a:lnTo>
                  <a:lnTo>
                    <a:pt x="385011" y="83469"/>
                  </a:lnTo>
                  <a:lnTo>
                    <a:pt x="387266" y="81965"/>
                  </a:lnTo>
                  <a:lnTo>
                    <a:pt x="391778" y="76701"/>
                  </a:lnTo>
                  <a:lnTo>
                    <a:pt x="394034" y="73693"/>
                  </a:lnTo>
                  <a:lnTo>
                    <a:pt x="394034" y="70686"/>
                  </a:lnTo>
                  <a:lnTo>
                    <a:pt x="392530" y="67678"/>
                  </a:lnTo>
                  <a:lnTo>
                    <a:pt x="391026" y="65422"/>
                  </a:lnTo>
                  <a:lnTo>
                    <a:pt x="387266" y="63166"/>
                  </a:lnTo>
                  <a:lnTo>
                    <a:pt x="385762" y="60910"/>
                  </a:lnTo>
                  <a:lnTo>
                    <a:pt x="385011" y="58654"/>
                  </a:lnTo>
                  <a:lnTo>
                    <a:pt x="383507" y="57150"/>
                  </a:lnTo>
                  <a:lnTo>
                    <a:pt x="380499" y="56398"/>
                  </a:lnTo>
                  <a:lnTo>
                    <a:pt x="377491" y="56398"/>
                  </a:lnTo>
                  <a:lnTo>
                    <a:pt x="374483" y="56398"/>
                  </a:lnTo>
                  <a:lnTo>
                    <a:pt x="369971" y="53390"/>
                  </a:lnTo>
                  <a:lnTo>
                    <a:pt x="366963" y="49630"/>
                  </a:lnTo>
                  <a:lnTo>
                    <a:pt x="359443" y="36095"/>
                  </a:lnTo>
                  <a:lnTo>
                    <a:pt x="357939" y="34591"/>
                  </a:lnTo>
                  <a:lnTo>
                    <a:pt x="354932" y="34591"/>
                  </a:lnTo>
                  <a:lnTo>
                    <a:pt x="335380" y="36095"/>
                  </a:lnTo>
                  <a:lnTo>
                    <a:pt x="330868" y="37599"/>
                  </a:lnTo>
                  <a:lnTo>
                    <a:pt x="328613" y="36847"/>
                  </a:lnTo>
                  <a:lnTo>
                    <a:pt x="326356" y="36095"/>
                  </a:lnTo>
                  <a:lnTo>
                    <a:pt x="319589" y="34591"/>
                  </a:lnTo>
                  <a:lnTo>
                    <a:pt x="311317" y="29327"/>
                  </a:lnTo>
                  <a:lnTo>
                    <a:pt x="306053" y="29327"/>
                  </a:lnTo>
                  <a:lnTo>
                    <a:pt x="311317" y="22559"/>
                  </a:lnTo>
                  <a:lnTo>
                    <a:pt x="312821" y="21807"/>
                  </a:lnTo>
                  <a:lnTo>
                    <a:pt x="318085" y="21055"/>
                  </a:lnTo>
                  <a:lnTo>
                    <a:pt x="321093" y="21807"/>
                  </a:lnTo>
                  <a:lnTo>
                    <a:pt x="322596" y="24815"/>
                  </a:lnTo>
                  <a:lnTo>
                    <a:pt x="323349" y="24815"/>
                  </a:lnTo>
                  <a:lnTo>
                    <a:pt x="324853" y="24063"/>
                  </a:lnTo>
                  <a:lnTo>
                    <a:pt x="326356" y="21807"/>
                  </a:lnTo>
                  <a:lnTo>
                    <a:pt x="327109" y="21055"/>
                  </a:lnTo>
                  <a:lnTo>
                    <a:pt x="331620" y="10528"/>
                  </a:lnTo>
                  <a:lnTo>
                    <a:pt x="333124" y="8272"/>
                  </a:lnTo>
                  <a:lnTo>
                    <a:pt x="334628" y="6016"/>
                  </a:lnTo>
                  <a:lnTo>
                    <a:pt x="339892" y="3760"/>
                  </a:lnTo>
                  <a:lnTo>
                    <a:pt x="345908" y="1504"/>
                  </a:lnTo>
                  <a:lnTo>
                    <a:pt x="352675" y="0"/>
                  </a:lnTo>
                  <a:lnTo>
                    <a:pt x="363955" y="0"/>
                  </a:lnTo>
                  <a:lnTo>
                    <a:pt x="364707" y="752"/>
                  </a:lnTo>
                  <a:lnTo>
                    <a:pt x="365459" y="752"/>
                  </a:lnTo>
                  <a:lnTo>
                    <a:pt x="367715" y="3008"/>
                  </a:lnTo>
                  <a:lnTo>
                    <a:pt x="391778" y="14287"/>
                  </a:lnTo>
                  <a:lnTo>
                    <a:pt x="398546" y="15791"/>
                  </a:lnTo>
                  <a:lnTo>
                    <a:pt x="405314" y="15791"/>
                  </a:lnTo>
                  <a:lnTo>
                    <a:pt x="409073" y="14287"/>
                  </a:lnTo>
                  <a:lnTo>
                    <a:pt x="412833" y="11280"/>
                  </a:lnTo>
                  <a:lnTo>
                    <a:pt x="415090" y="10528"/>
                  </a:lnTo>
                  <a:lnTo>
                    <a:pt x="418849" y="10528"/>
                  </a:lnTo>
                  <a:lnTo>
                    <a:pt x="424865" y="11280"/>
                  </a:lnTo>
                  <a:lnTo>
                    <a:pt x="430881" y="13536"/>
                  </a:lnTo>
                  <a:lnTo>
                    <a:pt x="433889" y="15039"/>
                  </a:lnTo>
                  <a:lnTo>
                    <a:pt x="436145" y="18047"/>
                  </a:lnTo>
                  <a:lnTo>
                    <a:pt x="436897" y="21055"/>
                  </a:lnTo>
                  <a:lnTo>
                    <a:pt x="436897" y="28575"/>
                  </a:lnTo>
                  <a:lnTo>
                    <a:pt x="437649" y="31583"/>
                  </a:lnTo>
                  <a:lnTo>
                    <a:pt x="439905" y="33087"/>
                  </a:lnTo>
                  <a:lnTo>
                    <a:pt x="442912" y="34591"/>
                  </a:lnTo>
                  <a:lnTo>
                    <a:pt x="445920" y="34591"/>
                  </a:lnTo>
                  <a:lnTo>
                    <a:pt x="451936" y="33087"/>
                  </a:lnTo>
                  <a:lnTo>
                    <a:pt x="454944" y="33839"/>
                  </a:lnTo>
                  <a:lnTo>
                    <a:pt x="457200" y="34591"/>
                  </a:lnTo>
                  <a:lnTo>
                    <a:pt x="471488" y="42862"/>
                  </a:lnTo>
                  <a:lnTo>
                    <a:pt x="474495" y="45118"/>
                  </a:lnTo>
                  <a:lnTo>
                    <a:pt x="476751" y="46622"/>
                  </a:lnTo>
                  <a:lnTo>
                    <a:pt x="482767" y="47374"/>
                  </a:lnTo>
                  <a:lnTo>
                    <a:pt x="485775" y="48126"/>
                  </a:lnTo>
                  <a:lnTo>
                    <a:pt x="488783" y="51134"/>
                  </a:lnTo>
                  <a:lnTo>
                    <a:pt x="491791" y="54894"/>
                  </a:lnTo>
                  <a:lnTo>
                    <a:pt x="495550" y="64670"/>
                  </a:lnTo>
                  <a:lnTo>
                    <a:pt x="493295" y="87981"/>
                  </a:lnTo>
                  <a:lnTo>
                    <a:pt x="494047" y="88733"/>
                  </a:lnTo>
                  <a:lnTo>
                    <a:pt x="497807" y="91741"/>
                  </a:lnTo>
                  <a:lnTo>
                    <a:pt x="498558" y="93245"/>
                  </a:lnTo>
                  <a:lnTo>
                    <a:pt x="499310" y="94749"/>
                  </a:lnTo>
                  <a:lnTo>
                    <a:pt x="500063" y="95501"/>
                  </a:lnTo>
                  <a:lnTo>
                    <a:pt x="500063" y="97756"/>
                  </a:lnTo>
                  <a:lnTo>
                    <a:pt x="500063" y="99261"/>
                  </a:lnTo>
                  <a:lnTo>
                    <a:pt x="501567" y="101516"/>
                  </a:lnTo>
                  <a:lnTo>
                    <a:pt x="502318" y="103772"/>
                  </a:lnTo>
                  <a:lnTo>
                    <a:pt x="503822" y="106028"/>
                  </a:lnTo>
                  <a:lnTo>
                    <a:pt x="503822" y="107532"/>
                  </a:lnTo>
                  <a:lnTo>
                    <a:pt x="503822" y="113548"/>
                  </a:lnTo>
                  <a:lnTo>
                    <a:pt x="502318" y="123324"/>
                  </a:lnTo>
                  <a:lnTo>
                    <a:pt x="502318" y="142875"/>
                  </a:lnTo>
                  <a:lnTo>
                    <a:pt x="503822" y="148891"/>
                  </a:lnTo>
                  <a:lnTo>
                    <a:pt x="503822" y="151899"/>
                  </a:lnTo>
                  <a:lnTo>
                    <a:pt x="504574" y="154907"/>
                  </a:lnTo>
                  <a:lnTo>
                    <a:pt x="509086" y="160170"/>
                  </a:lnTo>
                  <a:lnTo>
                    <a:pt x="510590" y="163178"/>
                  </a:lnTo>
                  <a:lnTo>
                    <a:pt x="509838" y="169194"/>
                  </a:lnTo>
                  <a:lnTo>
                    <a:pt x="504574" y="180474"/>
                  </a:lnTo>
                  <a:lnTo>
                    <a:pt x="506078" y="185737"/>
                  </a:lnTo>
                  <a:lnTo>
                    <a:pt x="503070" y="193257"/>
                  </a:lnTo>
                  <a:lnTo>
                    <a:pt x="503070" y="197017"/>
                  </a:lnTo>
                  <a:lnTo>
                    <a:pt x="505326" y="200025"/>
                  </a:lnTo>
                  <a:lnTo>
                    <a:pt x="503822" y="203033"/>
                  </a:lnTo>
                  <a:lnTo>
                    <a:pt x="500063" y="207545"/>
                  </a:lnTo>
                  <a:lnTo>
                    <a:pt x="498558" y="209801"/>
                  </a:lnTo>
                  <a:lnTo>
                    <a:pt x="498558" y="212057"/>
                  </a:lnTo>
                  <a:lnTo>
                    <a:pt x="497807" y="218072"/>
                  </a:lnTo>
                  <a:lnTo>
                    <a:pt x="494047" y="227848"/>
                  </a:lnTo>
                  <a:lnTo>
                    <a:pt x="493295" y="233864"/>
                  </a:lnTo>
                  <a:lnTo>
                    <a:pt x="494799" y="239128"/>
                  </a:lnTo>
                  <a:lnTo>
                    <a:pt x="492543" y="243640"/>
                  </a:lnTo>
                  <a:lnTo>
                    <a:pt x="491791" y="247399"/>
                  </a:lnTo>
                  <a:lnTo>
                    <a:pt x="491791" y="257175"/>
                  </a:lnTo>
                  <a:lnTo>
                    <a:pt x="491791" y="257927"/>
                  </a:lnTo>
                  <a:lnTo>
                    <a:pt x="491791" y="259431"/>
                  </a:lnTo>
                  <a:lnTo>
                    <a:pt x="492543" y="260183"/>
                  </a:lnTo>
                  <a:lnTo>
                    <a:pt x="493295" y="261687"/>
                  </a:lnTo>
                  <a:lnTo>
                    <a:pt x="494047" y="262439"/>
                  </a:lnTo>
                  <a:lnTo>
                    <a:pt x="493295" y="263943"/>
                  </a:lnTo>
                  <a:lnTo>
                    <a:pt x="493295" y="265447"/>
                  </a:lnTo>
                  <a:lnTo>
                    <a:pt x="491039" y="274470"/>
                  </a:lnTo>
                  <a:lnTo>
                    <a:pt x="490287" y="277478"/>
                  </a:lnTo>
                  <a:lnTo>
                    <a:pt x="488783" y="281238"/>
                  </a:lnTo>
                  <a:lnTo>
                    <a:pt x="478255" y="290262"/>
                  </a:lnTo>
                  <a:lnTo>
                    <a:pt x="469984" y="303797"/>
                  </a:lnTo>
                  <a:lnTo>
                    <a:pt x="463216" y="302293"/>
                  </a:lnTo>
                  <a:lnTo>
                    <a:pt x="457200" y="304549"/>
                  </a:lnTo>
                  <a:lnTo>
                    <a:pt x="454192" y="309061"/>
                  </a:lnTo>
                  <a:lnTo>
                    <a:pt x="458704" y="314325"/>
                  </a:lnTo>
                  <a:lnTo>
                    <a:pt x="463968" y="317333"/>
                  </a:lnTo>
                  <a:lnTo>
                    <a:pt x="466975" y="319589"/>
                  </a:lnTo>
                  <a:lnTo>
                    <a:pt x="469231" y="327108"/>
                  </a:lnTo>
                  <a:lnTo>
                    <a:pt x="472239" y="325605"/>
                  </a:lnTo>
                  <a:lnTo>
                    <a:pt x="475247" y="322597"/>
                  </a:lnTo>
                  <a:lnTo>
                    <a:pt x="477503" y="320341"/>
                  </a:lnTo>
                  <a:lnTo>
                    <a:pt x="483519" y="321093"/>
                  </a:lnTo>
                  <a:lnTo>
                    <a:pt x="488783" y="322597"/>
                  </a:lnTo>
                  <a:lnTo>
                    <a:pt x="493295" y="325605"/>
                  </a:lnTo>
                  <a:lnTo>
                    <a:pt x="494799" y="331620"/>
                  </a:lnTo>
                  <a:lnTo>
                    <a:pt x="492543" y="337636"/>
                  </a:lnTo>
                  <a:lnTo>
                    <a:pt x="488031" y="341396"/>
                  </a:lnTo>
                  <a:lnTo>
                    <a:pt x="482015" y="343652"/>
                  </a:lnTo>
                  <a:lnTo>
                    <a:pt x="477503" y="347412"/>
                  </a:lnTo>
                  <a:lnTo>
                    <a:pt x="479759" y="348916"/>
                  </a:lnTo>
                  <a:lnTo>
                    <a:pt x="481263" y="348916"/>
                  </a:lnTo>
                  <a:lnTo>
                    <a:pt x="482015" y="348164"/>
                  </a:lnTo>
                  <a:lnTo>
                    <a:pt x="485023" y="348164"/>
                  </a:lnTo>
                  <a:lnTo>
                    <a:pt x="488783" y="347412"/>
                  </a:lnTo>
                  <a:lnTo>
                    <a:pt x="489535" y="347412"/>
                  </a:lnTo>
                  <a:lnTo>
                    <a:pt x="490287" y="348164"/>
                  </a:lnTo>
                  <a:lnTo>
                    <a:pt x="491039" y="348164"/>
                  </a:lnTo>
                  <a:lnTo>
                    <a:pt x="491791" y="348916"/>
                  </a:lnTo>
                  <a:lnTo>
                    <a:pt x="491791" y="349668"/>
                  </a:lnTo>
                  <a:lnTo>
                    <a:pt x="492543" y="354180"/>
                  </a:lnTo>
                  <a:lnTo>
                    <a:pt x="492543" y="354932"/>
                  </a:lnTo>
                  <a:lnTo>
                    <a:pt x="493295" y="354932"/>
                  </a:lnTo>
                  <a:lnTo>
                    <a:pt x="494799" y="359443"/>
                  </a:lnTo>
                  <a:lnTo>
                    <a:pt x="496303" y="360195"/>
                  </a:lnTo>
                  <a:lnTo>
                    <a:pt x="497807" y="361699"/>
                  </a:lnTo>
                  <a:lnTo>
                    <a:pt x="498558" y="361699"/>
                  </a:lnTo>
                  <a:lnTo>
                    <a:pt x="499310" y="361699"/>
                  </a:lnTo>
                  <a:lnTo>
                    <a:pt x="500063" y="360947"/>
                  </a:lnTo>
                  <a:lnTo>
                    <a:pt x="500814" y="360947"/>
                  </a:lnTo>
                  <a:lnTo>
                    <a:pt x="501567" y="360947"/>
                  </a:lnTo>
                  <a:lnTo>
                    <a:pt x="503822" y="360947"/>
                  </a:lnTo>
                  <a:lnTo>
                    <a:pt x="504574" y="360947"/>
                  </a:lnTo>
                  <a:lnTo>
                    <a:pt x="505326" y="361699"/>
                  </a:lnTo>
                  <a:lnTo>
                    <a:pt x="506078" y="363955"/>
                  </a:lnTo>
                  <a:lnTo>
                    <a:pt x="506078" y="365459"/>
                  </a:lnTo>
                  <a:lnTo>
                    <a:pt x="505326" y="366963"/>
                  </a:lnTo>
                  <a:lnTo>
                    <a:pt x="505326" y="367715"/>
                  </a:lnTo>
                  <a:lnTo>
                    <a:pt x="506830" y="368467"/>
                  </a:lnTo>
                  <a:lnTo>
                    <a:pt x="507582" y="368467"/>
                  </a:lnTo>
                  <a:lnTo>
                    <a:pt x="509838" y="368467"/>
                  </a:lnTo>
                  <a:lnTo>
                    <a:pt x="510590" y="368467"/>
                  </a:lnTo>
                  <a:lnTo>
                    <a:pt x="511342" y="369219"/>
                  </a:lnTo>
                  <a:lnTo>
                    <a:pt x="512094" y="370723"/>
                  </a:lnTo>
                  <a:lnTo>
                    <a:pt x="513598" y="375987"/>
                  </a:lnTo>
                  <a:lnTo>
                    <a:pt x="514350" y="377491"/>
                  </a:lnTo>
                  <a:lnTo>
                    <a:pt x="514350" y="378243"/>
                  </a:lnTo>
                  <a:lnTo>
                    <a:pt x="514350" y="378995"/>
                  </a:lnTo>
                  <a:lnTo>
                    <a:pt x="514350" y="379747"/>
                  </a:lnTo>
                  <a:lnTo>
                    <a:pt x="515102" y="380499"/>
                  </a:lnTo>
                  <a:lnTo>
                    <a:pt x="515854" y="381251"/>
                  </a:lnTo>
                  <a:lnTo>
                    <a:pt x="516606" y="381251"/>
                  </a:lnTo>
                  <a:lnTo>
                    <a:pt x="517358" y="380499"/>
                  </a:lnTo>
                  <a:lnTo>
                    <a:pt x="517358" y="379747"/>
                  </a:lnTo>
                  <a:lnTo>
                    <a:pt x="517358" y="378995"/>
                  </a:lnTo>
                  <a:lnTo>
                    <a:pt x="517358" y="377491"/>
                  </a:lnTo>
                  <a:lnTo>
                    <a:pt x="517358" y="376739"/>
                  </a:lnTo>
                  <a:lnTo>
                    <a:pt x="518110" y="376739"/>
                  </a:lnTo>
                  <a:lnTo>
                    <a:pt x="518862" y="376739"/>
                  </a:lnTo>
                  <a:lnTo>
                    <a:pt x="519614" y="377491"/>
                  </a:lnTo>
                  <a:lnTo>
                    <a:pt x="521869" y="381251"/>
                  </a:lnTo>
                  <a:lnTo>
                    <a:pt x="522622" y="381251"/>
                  </a:lnTo>
                  <a:lnTo>
                    <a:pt x="521869" y="382755"/>
                  </a:lnTo>
                  <a:lnTo>
                    <a:pt x="521118" y="383506"/>
                  </a:lnTo>
                  <a:lnTo>
                    <a:pt x="521869" y="384258"/>
                  </a:lnTo>
                  <a:lnTo>
                    <a:pt x="521869" y="385011"/>
                  </a:lnTo>
                  <a:lnTo>
                    <a:pt x="523374" y="385763"/>
                  </a:lnTo>
                  <a:lnTo>
                    <a:pt x="524126" y="386515"/>
                  </a:lnTo>
                  <a:lnTo>
                    <a:pt x="524126" y="387266"/>
                  </a:lnTo>
                  <a:lnTo>
                    <a:pt x="524126" y="388770"/>
                  </a:lnTo>
                  <a:lnTo>
                    <a:pt x="524126" y="389522"/>
                  </a:lnTo>
                  <a:lnTo>
                    <a:pt x="524126" y="390274"/>
                  </a:lnTo>
                  <a:lnTo>
                    <a:pt x="524126" y="391026"/>
                  </a:lnTo>
                  <a:lnTo>
                    <a:pt x="524878" y="391778"/>
                  </a:lnTo>
                  <a:lnTo>
                    <a:pt x="525629" y="392530"/>
                  </a:lnTo>
                  <a:lnTo>
                    <a:pt x="526382" y="392530"/>
                  </a:lnTo>
                  <a:lnTo>
                    <a:pt x="527133" y="393282"/>
                  </a:lnTo>
                  <a:lnTo>
                    <a:pt x="528637" y="393282"/>
                  </a:lnTo>
                  <a:lnTo>
                    <a:pt x="529389" y="393282"/>
                  </a:lnTo>
                  <a:lnTo>
                    <a:pt x="530141" y="393282"/>
                  </a:lnTo>
                  <a:lnTo>
                    <a:pt x="530893" y="394034"/>
                  </a:lnTo>
                  <a:lnTo>
                    <a:pt x="531646" y="395538"/>
                  </a:lnTo>
                  <a:lnTo>
                    <a:pt x="532397" y="397794"/>
                  </a:lnTo>
                  <a:lnTo>
                    <a:pt x="535405" y="403810"/>
                  </a:lnTo>
                  <a:lnTo>
                    <a:pt x="537661" y="406818"/>
                  </a:lnTo>
                  <a:lnTo>
                    <a:pt x="539165" y="407570"/>
                  </a:lnTo>
                  <a:lnTo>
                    <a:pt x="542925" y="409074"/>
                  </a:lnTo>
                  <a:lnTo>
                    <a:pt x="542925" y="409826"/>
                  </a:lnTo>
                  <a:lnTo>
                    <a:pt x="543677" y="410578"/>
                  </a:lnTo>
                  <a:lnTo>
                    <a:pt x="551948" y="421857"/>
                  </a:lnTo>
                  <a:lnTo>
                    <a:pt x="552701" y="424113"/>
                  </a:lnTo>
                  <a:lnTo>
                    <a:pt x="554205" y="427121"/>
                  </a:lnTo>
                  <a:lnTo>
                    <a:pt x="554957" y="428625"/>
                  </a:lnTo>
                  <a:lnTo>
                    <a:pt x="555708" y="429377"/>
                  </a:lnTo>
                  <a:lnTo>
                    <a:pt x="557965" y="430129"/>
                  </a:lnTo>
                  <a:lnTo>
                    <a:pt x="558716" y="430129"/>
                  </a:lnTo>
                  <a:lnTo>
                    <a:pt x="559468" y="430881"/>
                  </a:lnTo>
                  <a:lnTo>
                    <a:pt x="560220" y="431633"/>
                  </a:lnTo>
                  <a:lnTo>
                    <a:pt x="560972" y="433137"/>
                  </a:lnTo>
                  <a:lnTo>
                    <a:pt x="560972" y="434641"/>
                  </a:lnTo>
                  <a:lnTo>
                    <a:pt x="561724" y="436145"/>
                  </a:lnTo>
                  <a:lnTo>
                    <a:pt x="562476" y="436897"/>
                  </a:lnTo>
                  <a:lnTo>
                    <a:pt x="563228" y="438401"/>
                  </a:lnTo>
                  <a:lnTo>
                    <a:pt x="564732" y="439153"/>
                  </a:lnTo>
                  <a:lnTo>
                    <a:pt x="565484" y="439153"/>
                  </a:lnTo>
                  <a:lnTo>
                    <a:pt x="566236" y="439153"/>
                  </a:lnTo>
                  <a:lnTo>
                    <a:pt x="569244" y="438401"/>
                  </a:lnTo>
                  <a:lnTo>
                    <a:pt x="572252" y="436897"/>
                  </a:lnTo>
                  <a:lnTo>
                    <a:pt x="573004" y="436897"/>
                  </a:lnTo>
                  <a:lnTo>
                    <a:pt x="573004" y="436145"/>
                  </a:lnTo>
                  <a:lnTo>
                    <a:pt x="575260" y="433889"/>
                  </a:lnTo>
                  <a:lnTo>
                    <a:pt x="576012" y="432385"/>
                  </a:lnTo>
                  <a:lnTo>
                    <a:pt x="577516" y="431633"/>
                  </a:lnTo>
                  <a:lnTo>
                    <a:pt x="578268" y="430881"/>
                  </a:lnTo>
                  <a:lnTo>
                    <a:pt x="580524" y="428625"/>
                  </a:lnTo>
                  <a:lnTo>
                    <a:pt x="581276" y="428625"/>
                  </a:lnTo>
                  <a:lnTo>
                    <a:pt x="582780" y="428625"/>
                  </a:lnTo>
                  <a:lnTo>
                    <a:pt x="583531" y="428625"/>
                  </a:lnTo>
                  <a:lnTo>
                    <a:pt x="584284" y="427873"/>
                  </a:lnTo>
                  <a:lnTo>
                    <a:pt x="585035" y="427121"/>
                  </a:lnTo>
                  <a:lnTo>
                    <a:pt x="585787" y="426369"/>
                  </a:lnTo>
                  <a:lnTo>
                    <a:pt x="586540" y="426369"/>
                  </a:lnTo>
                  <a:lnTo>
                    <a:pt x="590299" y="425617"/>
                  </a:lnTo>
                  <a:lnTo>
                    <a:pt x="591803" y="425617"/>
                  </a:lnTo>
                  <a:lnTo>
                    <a:pt x="592555" y="425617"/>
                  </a:lnTo>
                  <a:lnTo>
                    <a:pt x="600075" y="424113"/>
                  </a:lnTo>
                  <a:lnTo>
                    <a:pt x="601579" y="423361"/>
                  </a:lnTo>
                  <a:lnTo>
                    <a:pt x="602331" y="423361"/>
                  </a:lnTo>
                  <a:lnTo>
                    <a:pt x="603083" y="422609"/>
                  </a:lnTo>
                  <a:lnTo>
                    <a:pt x="603835" y="421857"/>
                  </a:lnTo>
                  <a:lnTo>
                    <a:pt x="605339" y="421105"/>
                  </a:lnTo>
                  <a:lnTo>
                    <a:pt x="610603" y="419601"/>
                  </a:lnTo>
                  <a:lnTo>
                    <a:pt x="620378" y="418849"/>
                  </a:lnTo>
                  <a:lnTo>
                    <a:pt x="621882" y="418849"/>
                  </a:lnTo>
                  <a:lnTo>
                    <a:pt x="623386" y="418097"/>
                  </a:lnTo>
                  <a:lnTo>
                    <a:pt x="624138" y="418097"/>
                  </a:lnTo>
                  <a:lnTo>
                    <a:pt x="624890" y="417345"/>
                  </a:lnTo>
                  <a:lnTo>
                    <a:pt x="625642" y="417345"/>
                  </a:lnTo>
                  <a:lnTo>
                    <a:pt x="626394" y="416594"/>
                  </a:lnTo>
                  <a:lnTo>
                    <a:pt x="627146" y="416594"/>
                  </a:lnTo>
                  <a:lnTo>
                    <a:pt x="628650" y="416594"/>
                  </a:lnTo>
                  <a:lnTo>
                    <a:pt x="629402" y="417345"/>
                  </a:lnTo>
                  <a:lnTo>
                    <a:pt x="630154" y="417345"/>
                  </a:lnTo>
                  <a:lnTo>
                    <a:pt x="630906" y="417345"/>
                  </a:lnTo>
                  <a:lnTo>
                    <a:pt x="631658" y="418097"/>
                  </a:lnTo>
                  <a:lnTo>
                    <a:pt x="631658" y="418849"/>
                  </a:lnTo>
                  <a:lnTo>
                    <a:pt x="633914" y="421857"/>
                  </a:lnTo>
                  <a:lnTo>
                    <a:pt x="634666" y="422609"/>
                  </a:lnTo>
                  <a:lnTo>
                    <a:pt x="635418" y="423361"/>
                  </a:lnTo>
                  <a:lnTo>
                    <a:pt x="643689" y="427121"/>
                  </a:lnTo>
                  <a:lnTo>
                    <a:pt x="644442" y="427873"/>
                  </a:lnTo>
                  <a:lnTo>
                    <a:pt x="645193" y="430129"/>
                  </a:lnTo>
                  <a:lnTo>
                    <a:pt x="645945" y="436897"/>
                  </a:lnTo>
                  <a:lnTo>
                    <a:pt x="646697" y="438401"/>
                  </a:lnTo>
                  <a:lnTo>
                    <a:pt x="647449" y="441409"/>
                  </a:lnTo>
                  <a:lnTo>
                    <a:pt x="647449" y="442913"/>
                  </a:lnTo>
                  <a:lnTo>
                    <a:pt x="647449" y="444416"/>
                  </a:lnTo>
                  <a:lnTo>
                    <a:pt x="646697" y="445168"/>
                  </a:lnTo>
                  <a:lnTo>
                    <a:pt x="645945" y="446672"/>
                  </a:lnTo>
                  <a:lnTo>
                    <a:pt x="645193" y="447424"/>
                  </a:lnTo>
                  <a:lnTo>
                    <a:pt x="645193" y="448176"/>
                  </a:lnTo>
                  <a:lnTo>
                    <a:pt x="644442" y="451184"/>
                  </a:lnTo>
                  <a:lnTo>
                    <a:pt x="642938" y="454944"/>
                  </a:lnTo>
                  <a:lnTo>
                    <a:pt x="642938" y="455696"/>
                  </a:lnTo>
                  <a:lnTo>
                    <a:pt x="642185" y="457200"/>
                  </a:lnTo>
                  <a:lnTo>
                    <a:pt x="641434" y="457952"/>
                  </a:lnTo>
                  <a:lnTo>
                    <a:pt x="642185" y="458704"/>
                  </a:lnTo>
                  <a:lnTo>
                    <a:pt x="642938" y="460208"/>
                  </a:lnTo>
                  <a:lnTo>
                    <a:pt x="643689" y="461712"/>
                  </a:lnTo>
                  <a:lnTo>
                    <a:pt x="643689" y="462464"/>
                  </a:lnTo>
                  <a:lnTo>
                    <a:pt x="644442" y="463216"/>
                  </a:lnTo>
                  <a:lnTo>
                    <a:pt x="643689" y="464720"/>
                  </a:lnTo>
                  <a:lnTo>
                    <a:pt x="642185" y="468480"/>
                  </a:lnTo>
                  <a:lnTo>
                    <a:pt x="641434" y="469983"/>
                  </a:lnTo>
                  <a:lnTo>
                    <a:pt x="641434" y="475247"/>
                  </a:lnTo>
                  <a:lnTo>
                    <a:pt x="640682" y="475999"/>
                  </a:lnTo>
                  <a:lnTo>
                    <a:pt x="640682" y="476751"/>
                  </a:lnTo>
                  <a:lnTo>
                    <a:pt x="639929" y="476751"/>
                  </a:lnTo>
                  <a:lnTo>
                    <a:pt x="639929" y="477503"/>
                  </a:lnTo>
                  <a:lnTo>
                    <a:pt x="639178" y="478255"/>
                  </a:lnTo>
                  <a:lnTo>
                    <a:pt x="636922" y="479007"/>
                  </a:lnTo>
                  <a:lnTo>
                    <a:pt x="636170" y="479007"/>
                  </a:lnTo>
                  <a:lnTo>
                    <a:pt x="636170" y="479759"/>
                  </a:lnTo>
                  <a:lnTo>
                    <a:pt x="636170" y="481263"/>
                  </a:lnTo>
                  <a:lnTo>
                    <a:pt x="636922" y="482767"/>
                  </a:lnTo>
                  <a:lnTo>
                    <a:pt x="638425" y="485023"/>
                  </a:lnTo>
                  <a:lnTo>
                    <a:pt x="639929" y="488031"/>
                  </a:lnTo>
                  <a:lnTo>
                    <a:pt x="640682" y="488783"/>
                  </a:lnTo>
                  <a:lnTo>
                    <a:pt x="640682" y="489535"/>
                  </a:lnTo>
                  <a:lnTo>
                    <a:pt x="641434" y="489535"/>
                  </a:lnTo>
                  <a:lnTo>
                    <a:pt x="643689" y="491039"/>
                  </a:lnTo>
                  <a:lnTo>
                    <a:pt x="643689" y="491791"/>
                  </a:lnTo>
                  <a:lnTo>
                    <a:pt x="643689" y="492543"/>
                  </a:lnTo>
                  <a:lnTo>
                    <a:pt x="643689" y="493295"/>
                  </a:lnTo>
                  <a:lnTo>
                    <a:pt x="642938" y="493295"/>
                  </a:lnTo>
                  <a:lnTo>
                    <a:pt x="642185" y="493295"/>
                  </a:lnTo>
                  <a:lnTo>
                    <a:pt x="627898" y="493295"/>
                  </a:lnTo>
                  <a:lnTo>
                    <a:pt x="624138" y="493295"/>
                  </a:lnTo>
                  <a:lnTo>
                    <a:pt x="622634" y="493295"/>
                  </a:lnTo>
                  <a:lnTo>
                    <a:pt x="618874" y="493295"/>
                  </a:lnTo>
                  <a:lnTo>
                    <a:pt x="618123" y="493295"/>
                  </a:lnTo>
                  <a:lnTo>
                    <a:pt x="609099" y="494799"/>
                  </a:lnTo>
                  <a:lnTo>
                    <a:pt x="598571" y="499311"/>
                  </a:lnTo>
                  <a:lnTo>
                    <a:pt x="597819" y="499311"/>
                  </a:lnTo>
                  <a:lnTo>
                    <a:pt x="593307" y="503822"/>
                  </a:lnTo>
                  <a:lnTo>
                    <a:pt x="591803" y="505326"/>
                  </a:lnTo>
                  <a:lnTo>
                    <a:pt x="591051" y="506830"/>
                  </a:lnTo>
                  <a:lnTo>
                    <a:pt x="590299" y="507582"/>
                  </a:lnTo>
                  <a:lnTo>
                    <a:pt x="590299" y="509838"/>
                  </a:lnTo>
                  <a:lnTo>
                    <a:pt x="588044" y="514350"/>
                  </a:lnTo>
                  <a:lnTo>
                    <a:pt x="586540" y="515854"/>
                  </a:lnTo>
                  <a:lnTo>
                    <a:pt x="585035" y="521118"/>
                  </a:lnTo>
                  <a:lnTo>
                    <a:pt x="583531" y="528638"/>
                  </a:lnTo>
                  <a:lnTo>
                    <a:pt x="582780" y="532397"/>
                  </a:lnTo>
                  <a:lnTo>
                    <a:pt x="582780" y="533149"/>
                  </a:lnTo>
                  <a:lnTo>
                    <a:pt x="582027" y="534653"/>
                  </a:lnTo>
                  <a:lnTo>
                    <a:pt x="582027" y="538413"/>
                  </a:lnTo>
                  <a:lnTo>
                    <a:pt x="581276" y="539165"/>
                  </a:lnTo>
                  <a:lnTo>
                    <a:pt x="579020" y="544429"/>
                  </a:lnTo>
                  <a:lnTo>
                    <a:pt x="578268" y="545181"/>
                  </a:lnTo>
                  <a:lnTo>
                    <a:pt x="578268" y="545933"/>
                  </a:lnTo>
                  <a:lnTo>
                    <a:pt x="582027" y="556460"/>
                  </a:lnTo>
                  <a:lnTo>
                    <a:pt x="582027" y="557212"/>
                  </a:lnTo>
                  <a:lnTo>
                    <a:pt x="582027" y="557964"/>
                  </a:lnTo>
                  <a:lnTo>
                    <a:pt x="581276" y="558717"/>
                  </a:lnTo>
                  <a:lnTo>
                    <a:pt x="581276" y="559469"/>
                  </a:lnTo>
                  <a:lnTo>
                    <a:pt x="579772" y="560972"/>
                  </a:lnTo>
                  <a:lnTo>
                    <a:pt x="576764" y="563980"/>
                  </a:lnTo>
                  <a:lnTo>
                    <a:pt x="574508" y="564732"/>
                  </a:lnTo>
                  <a:lnTo>
                    <a:pt x="573756" y="565484"/>
                  </a:lnTo>
                  <a:lnTo>
                    <a:pt x="573004" y="566236"/>
                  </a:lnTo>
                  <a:lnTo>
                    <a:pt x="569996" y="568492"/>
                  </a:lnTo>
                  <a:lnTo>
                    <a:pt x="569244" y="569244"/>
                  </a:lnTo>
                  <a:lnTo>
                    <a:pt x="567740" y="571500"/>
                  </a:lnTo>
                  <a:lnTo>
                    <a:pt x="566236" y="572252"/>
                  </a:lnTo>
                  <a:lnTo>
                    <a:pt x="564732" y="574508"/>
                  </a:lnTo>
                  <a:lnTo>
                    <a:pt x="562476" y="576764"/>
                  </a:lnTo>
                  <a:lnTo>
                    <a:pt x="560220" y="579020"/>
                  </a:lnTo>
                  <a:lnTo>
                    <a:pt x="557212" y="582028"/>
                  </a:lnTo>
                  <a:lnTo>
                    <a:pt x="556461" y="582780"/>
                  </a:lnTo>
                  <a:lnTo>
                    <a:pt x="556461" y="583532"/>
                  </a:lnTo>
                  <a:lnTo>
                    <a:pt x="555708" y="584284"/>
                  </a:lnTo>
                  <a:lnTo>
                    <a:pt x="555708" y="585788"/>
                  </a:lnTo>
                  <a:lnTo>
                    <a:pt x="554957" y="587291"/>
                  </a:lnTo>
                  <a:lnTo>
                    <a:pt x="554205" y="588795"/>
                  </a:lnTo>
                  <a:lnTo>
                    <a:pt x="554205" y="589547"/>
                  </a:lnTo>
                  <a:lnTo>
                    <a:pt x="554205" y="591051"/>
                  </a:lnTo>
                  <a:lnTo>
                    <a:pt x="555708" y="591803"/>
                  </a:lnTo>
                  <a:lnTo>
                    <a:pt x="557965" y="594059"/>
                  </a:lnTo>
                  <a:lnTo>
                    <a:pt x="559468" y="594811"/>
                  </a:lnTo>
                  <a:lnTo>
                    <a:pt x="560972" y="595563"/>
                  </a:lnTo>
                  <a:lnTo>
                    <a:pt x="562476" y="595563"/>
                  </a:lnTo>
                  <a:lnTo>
                    <a:pt x="564732" y="596315"/>
                  </a:lnTo>
                  <a:lnTo>
                    <a:pt x="571500" y="595563"/>
                  </a:lnTo>
                  <a:lnTo>
                    <a:pt x="573004" y="595563"/>
                  </a:lnTo>
                  <a:lnTo>
                    <a:pt x="575260" y="596315"/>
                  </a:lnTo>
                  <a:lnTo>
                    <a:pt x="576012" y="596315"/>
                  </a:lnTo>
                  <a:lnTo>
                    <a:pt x="583531" y="601579"/>
                  </a:lnTo>
                  <a:lnTo>
                    <a:pt x="584284" y="602331"/>
                  </a:lnTo>
                  <a:lnTo>
                    <a:pt x="590299" y="611355"/>
                  </a:lnTo>
                  <a:lnTo>
                    <a:pt x="591051" y="612858"/>
                  </a:lnTo>
                  <a:lnTo>
                    <a:pt x="592555" y="621130"/>
                  </a:lnTo>
                  <a:lnTo>
                    <a:pt x="593307" y="622634"/>
                  </a:lnTo>
                  <a:lnTo>
                    <a:pt x="592555" y="628650"/>
                  </a:lnTo>
                  <a:lnTo>
                    <a:pt x="592555" y="633162"/>
                  </a:lnTo>
                  <a:lnTo>
                    <a:pt x="592555" y="634666"/>
                  </a:lnTo>
                  <a:lnTo>
                    <a:pt x="593307" y="635418"/>
                  </a:lnTo>
                  <a:lnTo>
                    <a:pt x="596315" y="641434"/>
                  </a:lnTo>
                  <a:lnTo>
                    <a:pt x="598571" y="643689"/>
                  </a:lnTo>
                  <a:lnTo>
                    <a:pt x="604587" y="648201"/>
                  </a:lnTo>
                  <a:lnTo>
                    <a:pt x="617370" y="655721"/>
                  </a:lnTo>
                  <a:lnTo>
                    <a:pt x="629402" y="660233"/>
                  </a:lnTo>
                  <a:lnTo>
                    <a:pt x="632410" y="660985"/>
                  </a:lnTo>
                  <a:lnTo>
                    <a:pt x="633914" y="661737"/>
                  </a:lnTo>
                  <a:lnTo>
                    <a:pt x="635418" y="663241"/>
                  </a:lnTo>
                  <a:lnTo>
                    <a:pt x="636170" y="663993"/>
                  </a:lnTo>
                  <a:lnTo>
                    <a:pt x="636922" y="664745"/>
                  </a:lnTo>
                  <a:lnTo>
                    <a:pt x="637674" y="667001"/>
                  </a:lnTo>
                  <a:lnTo>
                    <a:pt x="637674" y="667753"/>
                  </a:lnTo>
                  <a:lnTo>
                    <a:pt x="637674" y="669256"/>
                  </a:lnTo>
                  <a:lnTo>
                    <a:pt x="637674" y="670009"/>
                  </a:lnTo>
                  <a:lnTo>
                    <a:pt x="636922" y="670761"/>
                  </a:lnTo>
                  <a:lnTo>
                    <a:pt x="636170" y="671513"/>
                  </a:lnTo>
                  <a:lnTo>
                    <a:pt x="633914" y="673016"/>
                  </a:lnTo>
                  <a:lnTo>
                    <a:pt x="630906" y="676024"/>
                  </a:lnTo>
                  <a:lnTo>
                    <a:pt x="630154" y="677528"/>
                  </a:lnTo>
                  <a:lnTo>
                    <a:pt x="629402" y="679032"/>
                  </a:lnTo>
                  <a:lnTo>
                    <a:pt x="629402" y="679784"/>
                  </a:lnTo>
                  <a:lnTo>
                    <a:pt x="627898" y="684296"/>
                  </a:lnTo>
                  <a:lnTo>
                    <a:pt x="627146" y="685800"/>
                  </a:lnTo>
                  <a:lnTo>
                    <a:pt x="626394" y="686552"/>
                  </a:lnTo>
                  <a:lnTo>
                    <a:pt x="625642" y="686552"/>
                  </a:lnTo>
                  <a:lnTo>
                    <a:pt x="624890" y="687304"/>
                  </a:lnTo>
                  <a:lnTo>
                    <a:pt x="624138" y="687304"/>
                  </a:lnTo>
                  <a:lnTo>
                    <a:pt x="623386" y="687304"/>
                  </a:lnTo>
                  <a:lnTo>
                    <a:pt x="621882" y="687304"/>
                  </a:lnTo>
                  <a:lnTo>
                    <a:pt x="620378" y="687304"/>
                  </a:lnTo>
                  <a:lnTo>
                    <a:pt x="619626" y="688056"/>
                  </a:lnTo>
                  <a:lnTo>
                    <a:pt x="618874" y="688808"/>
                  </a:lnTo>
                  <a:lnTo>
                    <a:pt x="618123" y="688808"/>
                  </a:lnTo>
                  <a:lnTo>
                    <a:pt x="617370" y="690312"/>
                  </a:lnTo>
                  <a:lnTo>
                    <a:pt x="616618" y="692568"/>
                  </a:lnTo>
                  <a:lnTo>
                    <a:pt x="616618" y="694824"/>
                  </a:lnTo>
                  <a:lnTo>
                    <a:pt x="616618" y="696328"/>
                  </a:lnTo>
                  <a:lnTo>
                    <a:pt x="616618" y="700087"/>
                  </a:lnTo>
                  <a:lnTo>
                    <a:pt x="617370" y="700839"/>
                  </a:lnTo>
                  <a:lnTo>
                    <a:pt x="618123" y="701592"/>
                  </a:lnTo>
                  <a:lnTo>
                    <a:pt x="620378" y="703095"/>
                  </a:lnTo>
                  <a:lnTo>
                    <a:pt x="621130" y="703095"/>
                  </a:lnTo>
                  <a:lnTo>
                    <a:pt x="622634" y="703847"/>
                  </a:lnTo>
                  <a:lnTo>
                    <a:pt x="624138" y="704599"/>
                  </a:lnTo>
                  <a:lnTo>
                    <a:pt x="630906" y="710615"/>
                  </a:lnTo>
                  <a:lnTo>
                    <a:pt x="641434" y="717383"/>
                  </a:lnTo>
                  <a:lnTo>
                    <a:pt x="642938" y="718887"/>
                  </a:lnTo>
                  <a:lnTo>
                    <a:pt x="645193" y="721143"/>
                  </a:lnTo>
                  <a:lnTo>
                    <a:pt x="647449" y="726407"/>
                  </a:lnTo>
                  <a:lnTo>
                    <a:pt x="648201" y="728663"/>
                  </a:lnTo>
                  <a:lnTo>
                    <a:pt x="648201" y="730918"/>
                  </a:lnTo>
                  <a:lnTo>
                    <a:pt x="647449" y="735430"/>
                  </a:lnTo>
                  <a:lnTo>
                    <a:pt x="646697" y="738438"/>
                  </a:lnTo>
                  <a:lnTo>
                    <a:pt x="646697" y="739190"/>
                  </a:lnTo>
                  <a:lnTo>
                    <a:pt x="646697" y="739942"/>
                  </a:lnTo>
                  <a:lnTo>
                    <a:pt x="647449" y="740694"/>
                  </a:lnTo>
                  <a:lnTo>
                    <a:pt x="647449" y="741446"/>
                  </a:lnTo>
                  <a:lnTo>
                    <a:pt x="648201" y="742198"/>
                  </a:lnTo>
                  <a:lnTo>
                    <a:pt x="651961" y="745958"/>
                  </a:lnTo>
                  <a:lnTo>
                    <a:pt x="653465" y="746710"/>
                  </a:lnTo>
                  <a:lnTo>
                    <a:pt x="654217" y="748214"/>
                  </a:lnTo>
                  <a:lnTo>
                    <a:pt x="656473" y="753478"/>
                  </a:lnTo>
                  <a:lnTo>
                    <a:pt x="657977" y="755733"/>
                  </a:lnTo>
                  <a:lnTo>
                    <a:pt x="660985" y="757238"/>
                  </a:lnTo>
                  <a:lnTo>
                    <a:pt x="662489" y="759493"/>
                  </a:lnTo>
                  <a:lnTo>
                    <a:pt x="665497" y="765509"/>
                  </a:lnTo>
                  <a:lnTo>
                    <a:pt x="666249" y="766261"/>
                  </a:lnTo>
                  <a:lnTo>
                    <a:pt x="668504" y="767013"/>
                  </a:lnTo>
                  <a:lnTo>
                    <a:pt x="672264" y="767765"/>
                  </a:lnTo>
                  <a:lnTo>
                    <a:pt x="673768" y="767765"/>
                  </a:lnTo>
                  <a:lnTo>
                    <a:pt x="675272" y="767765"/>
                  </a:lnTo>
                  <a:lnTo>
                    <a:pt x="685048" y="765509"/>
                  </a:lnTo>
                  <a:lnTo>
                    <a:pt x="685800" y="765509"/>
                  </a:lnTo>
                  <a:lnTo>
                    <a:pt x="689560" y="766261"/>
                  </a:lnTo>
                  <a:lnTo>
                    <a:pt x="705351" y="770773"/>
                  </a:lnTo>
                  <a:lnTo>
                    <a:pt x="707607" y="773029"/>
                  </a:lnTo>
                  <a:lnTo>
                    <a:pt x="712871" y="780549"/>
                  </a:lnTo>
                  <a:lnTo>
                    <a:pt x="714375" y="782053"/>
                  </a:lnTo>
                  <a:lnTo>
                    <a:pt x="717383" y="783557"/>
                  </a:lnTo>
                  <a:lnTo>
                    <a:pt x="726406" y="788068"/>
                  </a:lnTo>
                  <a:lnTo>
                    <a:pt x="744454" y="790324"/>
                  </a:lnTo>
                  <a:lnTo>
                    <a:pt x="754981" y="790324"/>
                  </a:lnTo>
                  <a:lnTo>
                    <a:pt x="753478" y="790324"/>
                  </a:lnTo>
                  <a:lnTo>
                    <a:pt x="751974" y="791076"/>
                  </a:lnTo>
                  <a:lnTo>
                    <a:pt x="751221" y="792580"/>
                  </a:lnTo>
                  <a:lnTo>
                    <a:pt x="749718" y="794084"/>
                  </a:lnTo>
                  <a:lnTo>
                    <a:pt x="748966" y="796340"/>
                  </a:lnTo>
                  <a:lnTo>
                    <a:pt x="748214" y="797844"/>
                  </a:lnTo>
                  <a:lnTo>
                    <a:pt x="748214" y="801604"/>
                  </a:lnTo>
                  <a:lnTo>
                    <a:pt x="747462" y="803108"/>
                  </a:lnTo>
                  <a:lnTo>
                    <a:pt x="747462" y="803860"/>
                  </a:lnTo>
                  <a:lnTo>
                    <a:pt x="746710" y="804612"/>
                  </a:lnTo>
                  <a:lnTo>
                    <a:pt x="745206" y="806116"/>
                  </a:lnTo>
                  <a:lnTo>
                    <a:pt x="742198" y="809876"/>
                  </a:lnTo>
                  <a:lnTo>
                    <a:pt x="740694" y="810628"/>
                  </a:lnTo>
                  <a:lnTo>
                    <a:pt x="739942" y="811380"/>
                  </a:lnTo>
                  <a:lnTo>
                    <a:pt x="737686" y="812131"/>
                  </a:lnTo>
                  <a:lnTo>
                    <a:pt x="734678" y="813636"/>
                  </a:lnTo>
                  <a:lnTo>
                    <a:pt x="730166" y="815140"/>
                  </a:lnTo>
                  <a:lnTo>
                    <a:pt x="729415" y="816643"/>
                  </a:lnTo>
                  <a:lnTo>
                    <a:pt x="724902" y="819651"/>
                  </a:lnTo>
                  <a:lnTo>
                    <a:pt x="717383" y="823411"/>
                  </a:lnTo>
                  <a:lnTo>
                    <a:pt x="712119" y="827171"/>
                  </a:lnTo>
                  <a:lnTo>
                    <a:pt x="711367" y="827171"/>
                  </a:lnTo>
                  <a:lnTo>
                    <a:pt x="707607" y="827923"/>
                  </a:lnTo>
                  <a:lnTo>
                    <a:pt x="705351" y="828675"/>
                  </a:lnTo>
                  <a:lnTo>
                    <a:pt x="704599" y="829427"/>
                  </a:lnTo>
                  <a:lnTo>
                    <a:pt x="698583" y="835443"/>
                  </a:lnTo>
                  <a:lnTo>
                    <a:pt x="697080" y="836947"/>
                  </a:lnTo>
                  <a:lnTo>
                    <a:pt x="689560" y="840707"/>
                  </a:lnTo>
                  <a:lnTo>
                    <a:pt x="688808" y="840707"/>
                  </a:lnTo>
                  <a:lnTo>
                    <a:pt x="688056" y="841459"/>
                  </a:lnTo>
                  <a:lnTo>
                    <a:pt x="682040" y="848226"/>
                  </a:lnTo>
                  <a:lnTo>
                    <a:pt x="679032" y="850482"/>
                  </a:lnTo>
                  <a:lnTo>
                    <a:pt x="676776" y="851986"/>
                  </a:lnTo>
                  <a:lnTo>
                    <a:pt x="672264" y="855746"/>
                  </a:lnTo>
                  <a:lnTo>
                    <a:pt x="671512" y="856498"/>
                  </a:lnTo>
                  <a:lnTo>
                    <a:pt x="671512" y="858002"/>
                  </a:lnTo>
                  <a:lnTo>
                    <a:pt x="671512" y="859506"/>
                  </a:lnTo>
                  <a:lnTo>
                    <a:pt x="671512" y="861010"/>
                  </a:lnTo>
                  <a:lnTo>
                    <a:pt x="672264" y="861762"/>
                  </a:lnTo>
                  <a:lnTo>
                    <a:pt x="673768" y="861762"/>
                  </a:lnTo>
                  <a:lnTo>
                    <a:pt x="675272" y="862514"/>
                  </a:lnTo>
                  <a:lnTo>
                    <a:pt x="676024" y="863266"/>
                  </a:lnTo>
                  <a:lnTo>
                    <a:pt x="676776" y="863266"/>
                  </a:lnTo>
                  <a:lnTo>
                    <a:pt x="676776" y="864018"/>
                  </a:lnTo>
                  <a:lnTo>
                    <a:pt x="676776" y="865522"/>
                  </a:lnTo>
                  <a:lnTo>
                    <a:pt x="676776" y="866274"/>
                  </a:lnTo>
                  <a:lnTo>
                    <a:pt x="677528" y="867026"/>
                  </a:lnTo>
                  <a:lnTo>
                    <a:pt x="677528" y="868530"/>
                  </a:lnTo>
                  <a:lnTo>
                    <a:pt x="682792" y="875297"/>
                  </a:lnTo>
                  <a:lnTo>
                    <a:pt x="683544" y="876049"/>
                  </a:lnTo>
                  <a:lnTo>
                    <a:pt x="682792" y="877553"/>
                  </a:lnTo>
                  <a:lnTo>
                    <a:pt x="682040" y="878305"/>
                  </a:lnTo>
                  <a:lnTo>
                    <a:pt x="680536" y="879809"/>
                  </a:lnTo>
                  <a:lnTo>
                    <a:pt x="679032" y="880561"/>
                  </a:lnTo>
                  <a:lnTo>
                    <a:pt x="678280" y="881313"/>
                  </a:lnTo>
                  <a:lnTo>
                    <a:pt x="675272" y="881313"/>
                  </a:lnTo>
                  <a:lnTo>
                    <a:pt x="670008" y="883569"/>
                  </a:lnTo>
                  <a:lnTo>
                    <a:pt x="665497" y="885825"/>
                  </a:lnTo>
                  <a:lnTo>
                    <a:pt x="663241" y="887329"/>
                  </a:lnTo>
                  <a:lnTo>
                    <a:pt x="662489" y="888081"/>
                  </a:lnTo>
                  <a:lnTo>
                    <a:pt x="660233" y="891841"/>
                  </a:lnTo>
                  <a:lnTo>
                    <a:pt x="652713" y="907632"/>
                  </a:lnTo>
                  <a:lnTo>
                    <a:pt x="648201" y="920416"/>
                  </a:lnTo>
                  <a:lnTo>
                    <a:pt x="647449" y="921920"/>
                  </a:lnTo>
                  <a:lnTo>
                    <a:pt x="645945" y="923424"/>
                  </a:lnTo>
                  <a:lnTo>
                    <a:pt x="642185" y="926432"/>
                  </a:lnTo>
                  <a:lnTo>
                    <a:pt x="641434" y="926432"/>
                  </a:lnTo>
                  <a:lnTo>
                    <a:pt x="639929" y="927184"/>
                  </a:lnTo>
                  <a:lnTo>
                    <a:pt x="637674" y="929439"/>
                  </a:lnTo>
                  <a:lnTo>
                    <a:pt x="633914" y="936207"/>
                  </a:lnTo>
                  <a:lnTo>
                    <a:pt x="633162" y="937711"/>
                  </a:lnTo>
                  <a:lnTo>
                    <a:pt x="631658" y="942223"/>
                  </a:lnTo>
                  <a:lnTo>
                    <a:pt x="631658" y="942975"/>
                  </a:lnTo>
                  <a:lnTo>
                    <a:pt x="631658" y="943727"/>
                  </a:lnTo>
                  <a:lnTo>
                    <a:pt x="631658" y="945231"/>
                  </a:lnTo>
                  <a:lnTo>
                    <a:pt x="632410" y="946735"/>
                  </a:lnTo>
                  <a:lnTo>
                    <a:pt x="633162" y="948991"/>
                  </a:lnTo>
                  <a:lnTo>
                    <a:pt x="634666" y="951247"/>
                  </a:lnTo>
                  <a:lnTo>
                    <a:pt x="635418" y="951999"/>
                  </a:lnTo>
                  <a:lnTo>
                    <a:pt x="641434" y="955006"/>
                  </a:lnTo>
                  <a:lnTo>
                    <a:pt x="642185" y="955759"/>
                  </a:lnTo>
                  <a:lnTo>
                    <a:pt x="642938" y="955759"/>
                  </a:lnTo>
                  <a:lnTo>
                    <a:pt x="643689" y="957263"/>
                  </a:lnTo>
                  <a:lnTo>
                    <a:pt x="644442" y="958015"/>
                  </a:lnTo>
                  <a:lnTo>
                    <a:pt x="645193" y="959518"/>
                  </a:lnTo>
                  <a:lnTo>
                    <a:pt x="645945" y="961774"/>
                  </a:lnTo>
                  <a:lnTo>
                    <a:pt x="648201" y="966286"/>
                  </a:lnTo>
                  <a:lnTo>
                    <a:pt x="648201" y="967038"/>
                  </a:lnTo>
                  <a:lnTo>
                    <a:pt x="648953" y="967790"/>
                  </a:lnTo>
                  <a:lnTo>
                    <a:pt x="649705" y="968542"/>
                  </a:lnTo>
                  <a:lnTo>
                    <a:pt x="651209" y="969294"/>
                  </a:lnTo>
                  <a:lnTo>
                    <a:pt x="652713" y="970046"/>
                  </a:lnTo>
                  <a:lnTo>
                    <a:pt x="653465" y="970046"/>
                  </a:lnTo>
                  <a:lnTo>
                    <a:pt x="676024" y="973054"/>
                  </a:lnTo>
                  <a:lnTo>
                    <a:pt x="689560" y="977566"/>
                  </a:lnTo>
                  <a:lnTo>
                    <a:pt x="700840" y="982830"/>
                  </a:lnTo>
                  <a:lnTo>
                    <a:pt x="703095" y="984334"/>
                  </a:lnTo>
                  <a:lnTo>
                    <a:pt x="704599" y="985085"/>
                  </a:lnTo>
                  <a:lnTo>
                    <a:pt x="705351" y="985837"/>
                  </a:lnTo>
                  <a:lnTo>
                    <a:pt x="705351" y="987342"/>
                  </a:lnTo>
                  <a:lnTo>
                    <a:pt x="705351" y="988845"/>
                  </a:lnTo>
                  <a:lnTo>
                    <a:pt x="703847" y="993357"/>
                  </a:lnTo>
                  <a:lnTo>
                    <a:pt x="703095" y="994861"/>
                  </a:lnTo>
                  <a:lnTo>
                    <a:pt x="702343" y="995613"/>
                  </a:lnTo>
                  <a:lnTo>
                    <a:pt x="701591" y="996365"/>
                  </a:lnTo>
                  <a:lnTo>
                    <a:pt x="700840" y="997117"/>
                  </a:lnTo>
                  <a:lnTo>
                    <a:pt x="699336" y="997869"/>
                  </a:lnTo>
                  <a:lnTo>
                    <a:pt x="688808" y="1001629"/>
                  </a:lnTo>
                  <a:lnTo>
                    <a:pt x="681288" y="1005389"/>
                  </a:lnTo>
                  <a:lnTo>
                    <a:pt x="679784" y="1006141"/>
                  </a:lnTo>
                  <a:lnTo>
                    <a:pt x="679032" y="1006893"/>
                  </a:lnTo>
                  <a:lnTo>
                    <a:pt x="677528" y="1008397"/>
                  </a:lnTo>
                  <a:lnTo>
                    <a:pt x="677528" y="1009149"/>
                  </a:lnTo>
                  <a:lnTo>
                    <a:pt x="676776" y="1009901"/>
                  </a:lnTo>
                  <a:lnTo>
                    <a:pt x="676776" y="1011405"/>
                  </a:lnTo>
                  <a:lnTo>
                    <a:pt x="676776" y="1012909"/>
                  </a:lnTo>
                  <a:lnTo>
                    <a:pt x="677528" y="1019676"/>
                  </a:lnTo>
                  <a:lnTo>
                    <a:pt x="678280" y="1021932"/>
                  </a:lnTo>
                  <a:lnTo>
                    <a:pt x="679032" y="1022684"/>
                  </a:lnTo>
                  <a:lnTo>
                    <a:pt x="679784" y="1023436"/>
                  </a:lnTo>
                  <a:lnTo>
                    <a:pt x="680536" y="1023436"/>
                  </a:lnTo>
                  <a:lnTo>
                    <a:pt x="682040" y="1023436"/>
                  </a:lnTo>
                  <a:lnTo>
                    <a:pt x="685048" y="1021932"/>
                  </a:lnTo>
                  <a:lnTo>
                    <a:pt x="688808" y="1021932"/>
                  </a:lnTo>
                  <a:lnTo>
                    <a:pt x="691064" y="1021180"/>
                  </a:lnTo>
                  <a:lnTo>
                    <a:pt x="692568" y="1021932"/>
                  </a:lnTo>
                  <a:lnTo>
                    <a:pt x="694072" y="1021932"/>
                  </a:lnTo>
                  <a:lnTo>
                    <a:pt x="697832" y="1023436"/>
                  </a:lnTo>
                  <a:lnTo>
                    <a:pt x="700087" y="1024940"/>
                  </a:lnTo>
                  <a:lnTo>
                    <a:pt x="702343" y="1026444"/>
                  </a:lnTo>
                  <a:lnTo>
                    <a:pt x="703847" y="1028700"/>
                  </a:lnTo>
                  <a:lnTo>
                    <a:pt x="707607" y="1033964"/>
                  </a:lnTo>
                  <a:lnTo>
                    <a:pt x="707607" y="1034716"/>
                  </a:lnTo>
                  <a:lnTo>
                    <a:pt x="707607" y="1035468"/>
                  </a:lnTo>
                  <a:lnTo>
                    <a:pt x="706855" y="1036220"/>
                  </a:lnTo>
                  <a:lnTo>
                    <a:pt x="705351" y="1036972"/>
                  </a:lnTo>
                  <a:lnTo>
                    <a:pt x="703847" y="1037724"/>
                  </a:lnTo>
                  <a:lnTo>
                    <a:pt x="703095" y="1038476"/>
                  </a:lnTo>
                  <a:lnTo>
                    <a:pt x="702343" y="1039228"/>
                  </a:lnTo>
                  <a:lnTo>
                    <a:pt x="699336" y="1042235"/>
                  </a:lnTo>
                  <a:lnTo>
                    <a:pt x="697832" y="1042988"/>
                  </a:lnTo>
                  <a:lnTo>
                    <a:pt x="688056" y="1045995"/>
                  </a:lnTo>
                  <a:lnTo>
                    <a:pt x="686552" y="1047499"/>
                  </a:lnTo>
                  <a:lnTo>
                    <a:pt x="685800" y="1047499"/>
                  </a:lnTo>
                  <a:lnTo>
                    <a:pt x="680536" y="1055019"/>
                  </a:lnTo>
                  <a:lnTo>
                    <a:pt x="679032" y="1056523"/>
                  </a:lnTo>
                  <a:lnTo>
                    <a:pt x="677528" y="1057275"/>
                  </a:lnTo>
                  <a:lnTo>
                    <a:pt x="669257" y="1061787"/>
                  </a:lnTo>
                  <a:lnTo>
                    <a:pt x="668504" y="1062539"/>
                  </a:lnTo>
                  <a:lnTo>
                    <a:pt x="667753" y="1063291"/>
                  </a:lnTo>
                  <a:lnTo>
                    <a:pt x="667753" y="1064043"/>
                  </a:lnTo>
                  <a:lnTo>
                    <a:pt x="667753" y="1064795"/>
                  </a:lnTo>
                  <a:lnTo>
                    <a:pt x="667001" y="1067803"/>
                  </a:lnTo>
                  <a:lnTo>
                    <a:pt x="666249" y="1100890"/>
                  </a:lnTo>
                  <a:lnTo>
                    <a:pt x="666249" y="1102393"/>
                  </a:lnTo>
                  <a:lnTo>
                    <a:pt x="668504" y="1109161"/>
                  </a:lnTo>
                  <a:lnTo>
                    <a:pt x="670008" y="1112921"/>
                  </a:lnTo>
                  <a:lnTo>
                    <a:pt x="671512" y="1114425"/>
                  </a:lnTo>
                  <a:lnTo>
                    <a:pt x="672264" y="1115177"/>
                  </a:lnTo>
                  <a:lnTo>
                    <a:pt x="678280" y="1118185"/>
                  </a:lnTo>
                  <a:lnTo>
                    <a:pt x="688056" y="1120441"/>
                  </a:lnTo>
                  <a:lnTo>
                    <a:pt x="689560" y="1121193"/>
                  </a:lnTo>
                  <a:lnTo>
                    <a:pt x="691816" y="1122697"/>
                  </a:lnTo>
                  <a:lnTo>
                    <a:pt x="692568" y="1123449"/>
                  </a:lnTo>
                  <a:lnTo>
                    <a:pt x="693320" y="1123449"/>
                  </a:lnTo>
                  <a:lnTo>
                    <a:pt x="693320" y="1124201"/>
                  </a:lnTo>
                  <a:lnTo>
                    <a:pt x="694072" y="1124953"/>
                  </a:lnTo>
                  <a:lnTo>
                    <a:pt x="694072" y="1125705"/>
                  </a:lnTo>
                  <a:lnTo>
                    <a:pt x="694823" y="1138488"/>
                  </a:lnTo>
                  <a:lnTo>
                    <a:pt x="694072" y="1139992"/>
                  </a:lnTo>
                  <a:lnTo>
                    <a:pt x="694072" y="1140744"/>
                  </a:lnTo>
                  <a:lnTo>
                    <a:pt x="682792" y="1158039"/>
                  </a:lnTo>
                  <a:lnTo>
                    <a:pt x="682040" y="1160295"/>
                  </a:lnTo>
                  <a:lnTo>
                    <a:pt x="681288" y="1163303"/>
                  </a:lnTo>
                  <a:lnTo>
                    <a:pt x="681288" y="1164807"/>
                  </a:lnTo>
                  <a:lnTo>
                    <a:pt x="681288" y="1165559"/>
                  </a:lnTo>
                  <a:lnTo>
                    <a:pt x="681288" y="1168567"/>
                  </a:lnTo>
                  <a:lnTo>
                    <a:pt x="682792" y="1170823"/>
                  </a:lnTo>
                  <a:lnTo>
                    <a:pt x="673016" y="1176839"/>
                  </a:lnTo>
                  <a:lnTo>
                    <a:pt x="665497" y="1178343"/>
                  </a:lnTo>
                  <a:lnTo>
                    <a:pt x="652713" y="1179095"/>
                  </a:lnTo>
                  <a:lnTo>
                    <a:pt x="650457" y="1179095"/>
                  </a:lnTo>
                  <a:lnTo>
                    <a:pt x="648953" y="1179847"/>
                  </a:lnTo>
                  <a:lnTo>
                    <a:pt x="644442" y="1182855"/>
                  </a:lnTo>
                  <a:lnTo>
                    <a:pt x="638425" y="1184359"/>
                  </a:lnTo>
                  <a:lnTo>
                    <a:pt x="628650" y="1186615"/>
                  </a:lnTo>
                  <a:lnTo>
                    <a:pt x="624890" y="1188118"/>
                  </a:lnTo>
                  <a:lnTo>
                    <a:pt x="621882" y="1189622"/>
                  </a:lnTo>
                  <a:lnTo>
                    <a:pt x="620378" y="1191126"/>
                  </a:lnTo>
                  <a:lnTo>
                    <a:pt x="604587" y="1208422"/>
                  </a:lnTo>
                  <a:lnTo>
                    <a:pt x="602331" y="1209926"/>
                  </a:lnTo>
                  <a:lnTo>
                    <a:pt x="600075" y="1211430"/>
                  </a:lnTo>
                  <a:lnTo>
                    <a:pt x="597067" y="1212182"/>
                  </a:lnTo>
                  <a:lnTo>
                    <a:pt x="592555" y="1213686"/>
                  </a:lnTo>
                  <a:lnTo>
                    <a:pt x="585035" y="1214437"/>
                  </a:lnTo>
                  <a:lnTo>
                    <a:pt x="578268" y="1214437"/>
                  </a:lnTo>
                  <a:lnTo>
                    <a:pt x="574508" y="1213686"/>
                  </a:lnTo>
                  <a:lnTo>
                    <a:pt x="572252" y="1213686"/>
                  </a:lnTo>
                  <a:lnTo>
                    <a:pt x="570748" y="1213686"/>
                  </a:lnTo>
                  <a:lnTo>
                    <a:pt x="559468" y="1215941"/>
                  </a:lnTo>
                  <a:lnTo>
                    <a:pt x="552701" y="1217446"/>
                  </a:lnTo>
                  <a:lnTo>
                    <a:pt x="525629" y="1231733"/>
                  </a:lnTo>
                  <a:lnTo>
                    <a:pt x="524126" y="1232485"/>
                  </a:lnTo>
                  <a:lnTo>
                    <a:pt x="523374" y="1233237"/>
                  </a:lnTo>
                  <a:lnTo>
                    <a:pt x="522622" y="1233237"/>
                  </a:lnTo>
                  <a:lnTo>
                    <a:pt x="519614" y="1233237"/>
                  </a:lnTo>
                  <a:lnTo>
                    <a:pt x="518862" y="1233237"/>
                  </a:lnTo>
                  <a:lnTo>
                    <a:pt x="516606" y="1233989"/>
                  </a:lnTo>
                  <a:lnTo>
                    <a:pt x="506078" y="1237749"/>
                  </a:lnTo>
                  <a:lnTo>
                    <a:pt x="503822" y="1240005"/>
                  </a:lnTo>
                  <a:lnTo>
                    <a:pt x="500063" y="1241509"/>
                  </a:lnTo>
                  <a:lnTo>
                    <a:pt x="489535" y="1243013"/>
                  </a:lnTo>
                  <a:lnTo>
                    <a:pt x="489535" y="1243765"/>
                  </a:lnTo>
                  <a:lnTo>
                    <a:pt x="488783" y="1244516"/>
                  </a:lnTo>
                  <a:lnTo>
                    <a:pt x="488783" y="1245268"/>
                  </a:lnTo>
                  <a:lnTo>
                    <a:pt x="488031" y="1246020"/>
                  </a:lnTo>
                  <a:lnTo>
                    <a:pt x="487279" y="1246772"/>
                  </a:lnTo>
                  <a:lnTo>
                    <a:pt x="486527" y="1249028"/>
                  </a:lnTo>
                  <a:lnTo>
                    <a:pt x="485775" y="1249028"/>
                  </a:lnTo>
                  <a:lnTo>
                    <a:pt x="485023" y="1249028"/>
                  </a:lnTo>
                  <a:lnTo>
                    <a:pt x="485023" y="1248276"/>
                  </a:lnTo>
                  <a:lnTo>
                    <a:pt x="483519" y="1243765"/>
                  </a:lnTo>
                  <a:lnTo>
                    <a:pt x="483519" y="1243013"/>
                  </a:lnTo>
                  <a:lnTo>
                    <a:pt x="483519" y="1242261"/>
                  </a:lnTo>
                  <a:lnTo>
                    <a:pt x="483519" y="1241509"/>
                  </a:lnTo>
                  <a:lnTo>
                    <a:pt x="482767" y="1241509"/>
                  </a:lnTo>
                  <a:lnTo>
                    <a:pt x="482767" y="1240757"/>
                  </a:lnTo>
                  <a:lnTo>
                    <a:pt x="478255" y="1235493"/>
                  </a:lnTo>
                  <a:lnTo>
                    <a:pt x="477503" y="1234741"/>
                  </a:lnTo>
                  <a:lnTo>
                    <a:pt x="477503" y="1233989"/>
                  </a:lnTo>
                  <a:lnTo>
                    <a:pt x="477503" y="1231733"/>
                  </a:lnTo>
                  <a:lnTo>
                    <a:pt x="477503" y="1230981"/>
                  </a:lnTo>
                  <a:lnTo>
                    <a:pt x="476751" y="1230229"/>
                  </a:lnTo>
                  <a:lnTo>
                    <a:pt x="476751" y="1229477"/>
                  </a:lnTo>
                  <a:lnTo>
                    <a:pt x="472239" y="1225717"/>
                  </a:lnTo>
                  <a:lnTo>
                    <a:pt x="470735" y="1223461"/>
                  </a:lnTo>
                  <a:lnTo>
                    <a:pt x="469984" y="1220453"/>
                  </a:lnTo>
                  <a:lnTo>
                    <a:pt x="469231" y="1219701"/>
                  </a:lnTo>
                  <a:lnTo>
                    <a:pt x="469231" y="1218949"/>
                  </a:lnTo>
                  <a:lnTo>
                    <a:pt x="468480" y="1218949"/>
                  </a:lnTo>
                  <a:lnTo>
                    <a:pt x="467728" y="1218949"/>
                  </a:lnTo>
                  <a:lnTo>
                    <a:pt x="466224" y="1218949"/>
                  </a:lnTo>
                  <a:lnTo>
                    <a:pt x="465471" y="1219701"/>
                  </a:lnTo>
                  <a:lnTo>
                    <a:pt x="459456" y="1224965"/>
                  </a:lnTo>
                  <a:lnTo>
                    <a:pt x="457952" y="1225717"/>
                  </a:lnTo>
                  <a:lnTo>
                    <a:pt x="457952" y="1226469"/>
                  </a:lnTo>
                  <a:lnTo>
                    <a:pt x="457200" y="1227973"/>
                  </a:lnTo>
                  <a:lnTo>
                    <a:pt x="457200" y="1228725"/>
                  </a:lnTo>
                  <a:lnTo>
                    <a:pt x="457200" y="1230229"/>
                  </a:lnTo>
                  <a:lnTo>
                    <a:pt x="457952" y="1233237"/>
                  </a:lnTo>
                  <a:lnTo>
                    <a:pt x="466975" y="1252788"/>
                  </a:lnTo>
                  <a:lnTo>
                    <a:pt x="467728" y="1254292"/>
                  </a:lnTo>
                  <a:lnTo>
                    <a:pt x="467728" y="1256548"/>
                  </a:lnTo>
                  <a:lnTo>
                    <a:pt x="466975" y="1257300"/>
                  </a:lnTo>
                  <a:lnTo>
                    <a:pt x="465471" y="1258052"/>
                  </a:lnTo>
                  <a:lnTo>
                    <a:pt x="463968" y="1258052"/>
                  </a:lnTo>
                  <a:lnTo>
                    <a:pt x="436897" y="1248276"/>
                  </a:lnTo>
                  <a:lnTo>
                    <a:pt x="430881" y="1244516"/>
                  </a:lnTo>
                  <a:lnTo>
                    <a:pt x="427121" y="1241509"/>
                  </a:lnTo>
                  <a:lnTo>
                    <a:pt x="424865" y="1240757"/>
                  </a:lnTo>
                  <a:lnTo>
                    <a:pt x="423361" y="1240005"/>
                  </a:lnTo>
                  <a:lnTo>
                    <a:pt x="422609" y="1240757"/>
                  </a:lnTo>
                  <a:lnTo>
                    <a:pt x="421105" y="1242261"/>
                  </a:lnTo>
                  <a:lnTo>
                    <a:pt x="419601" y="1243013"/>
                  </a:lnTo>
                  <a:lnTo>
                    <a:pt x="418097" y="1243013"/>
                  </a:lnTo>
                  <a:lnTo>
                    <a:pt x="415090" y="1241509"/>
                  </a:lnTo>
                  <a:lnTo>
                    <a:pt x="409073" y="1236997"/>
                  </a:lnTo>
                  <a:lnTo>
                    <a:pt x="403810" y="1233237"/>
                  </a:lnTo>
                  <a:lnTo>
                    <a:pt x="400050" y="1231733"/>
                  </a:lnTo>
                  <a:lnTo>
                    <a:pt x="396290" y="1230981"/>
                  </a:lnTo>
                  <a:lnTo>
                    <a:pt x="393282" y="1230229"/>
                  </a:lnTo>
                  <a:lnTo>
                    <a:pt x="389522" y="1230981"/>
                  </a:lnTo>
                  <a:lnTo>
                    <a:pt x="389522" y="1230229"/>
                  </a:lnTo>
                  <a:lnTo>
                    <a:pt x="388771" y="1229477"/>
                  </a:lnTo>
                  <a:lnTo>
                    <a:pt x="390274" y="1225717"/>
                  </a:lnTo>
                  <a:lnTo>
                    <a:pt x="393282" y="1217446"/>
                  </a:lnTo>
                  <a:lnTo>
                    <a:pt x="394034" y="1215941"/>
                  </a:lnTo>
                  <a:lnTo>
                    <a:pt x="394034" y="1215189"/>
                  </a:lnTo>
                  <a:lnTo>
                    <a:pt x="394034" y="1214437"/>
                  </a:lnTo>
                  <a:lnTo>
                    <a:pt x="393282" y="1213686"/>
                  </a:lnTo>
                  <a:lnTo>
                    <a:pt x="392530" y="1212934"/>
                  </a:lnTo>
                  <a:lnTo>
                    <a:pt x="390274" y="1212934"/>
                  </a:lnTo>
                  <a:lnTo>
                    <a:pt x="385011" y="1215189"/>
                  </a:lnTo>
                  <a:lnTo>
                    <a:pt x="381251" y="1217446"/>
                  </a:lnTo>
                  <a:lnTo>
                    <a:pt x="366211" y="1229477"/>
                  </a:lnTo>
                  <a:lnTo>
                    <a:pt x="362451" y="1230981"/>
                  </a:lnTo>
                  <a:lnTo>
                    <a:pt x="359443" y="1231733"/>
                  </a:lnTo>
                  <a:lnTo>
                    <a:pt x="357188" y="1232485"/>
                  </a:lnTo>
                  <a:lnTo>
                    <a:pt x="354179" y="1233237"/>
                  </a:lnTo>
                  <a:lnTo>
                    <a:pt x="342148" y="1233237"/>
                  </a:lnTo>
                  <a:lnTo>
                    <a:pt x="337636" y="1231733"/>
                  </a:lnTo>
                  <a:lnTo>
                    <a:pt x="328613" y="1227973"/>
                  </a:lnTo>
                  <a:lnTo>
                    <a:pt x="326356" y="1227221"/>
                  </a:lnTo>
                  <a:lnTo>
                    <a:pt x="324100" y="1226469"/>
                  </a:lnTo>
                  <a:lnTo>
                    <a:pt x="321093" y="1226469"/>
                  </a:lnTo>
                  <a:lnTo>
                    <a:pt x="319589" y="1227221"/>
                  </a:lnTo>
                  <a:lnTo>
                    <a:pt x="318085" y="1227973"/>
                  </a:lnTo>
                  <a:lnTo>
                    <a:pt x="316581" y="1228725"/>
                  </a:lnTo>
                  <a:lnTo>
                    <a:pt x="315829" y="1230229"/>
                  </a:lnTo>
                  <a:lnTo>
                    <a:pt x="315077" y="1231733"/>
                  </a:lnTo>
                  <a:lnTo>
                    <a:pt x="314325" y="1235493"/>
                  </a:lnTo>
                  <a:lnTo>
                    <a:pt x="314325" y="1244516"/>
                  </a:lnTo>
                  <a:lnTo>
                    <a:pt x="312821" y="1252036"/>
                  </a:lnTo>
                  <a:lnTo>
                    <a:pt x="312069" y="1254292"/>
                  </a:lnTo>
                  <a:lnTo>
                    <a:pt x="311317" y="1255044"/>
                  </a:lnTo>
                  <a:lnTo>
                    <a:pt x="311317" y="1255796"/>
                  </a:lnTo>
                  <a:lnTo>
                    <a:pt x="310565" y="1257300"/>
                  </a:lnTo>
                  <a:lnTo>
                    <a:pt x="308309" y="1258804"/>
                  </a:lnTo>
                  <a:lnTo>
                    <a:pt x="303045" y="1262564"/>
                  </a:lnTo>
                  <a:lnTo>
                    <a:pt x="302294" y="1262564"/>
                  </a:lnTo>
                  <a:lnTo>
                    <a:pt x="301541" y="1262564"/>
                  </a:lnTo>
                  <a:lnTo>
                    <a:pt x="300789" y="1261812"/>
                  </a:lnTo>
                  <a:lnTo>
                    <a:pt x="300037" y="1261060"/>
                  </a:lnTo>
                  <a:lnTo>
                    <a:pt x="299285" y="1259556"/>
                  </a:lnTo>
                  <a:lnTo>
                    <a:pt x="298534" y="1257300"/>
                  </a:lnTo>
                  <a:lnTo>
                    <a:pt x="297781" y="1253540"/>
                  </a:lnTo>
                  <a:lnTo>
                    <a:pt x="297030" y="1252036"/>
                  </a:lnTo>
                  <a:lnTo>
                    <a:pt x="297030" y="1249780"/>
                  </a:lnTo>
                  <a:lnTo>
                    <a:pt x="297781" y="1247524"/>
                  </a:lnTo>
                  <a:lnTo>
                    <a:pt x="300037" y="1235493"/>
                  </a:lnTo>
                  <a:lnTo>
                    <a:pt x="299285" y="1218197"/>
                  </a:lnTo>
                  <a:lnTo>
                    <a:pt x="297781" y="1214437"/>
                  </a:lnTo>
                  <a:lnTo>
                    <a:pt x="294774" y="1208422"/>
                  </a:lnTo>
                  <a:lnTo>
                    <a:pt x="294022" y="1206166"/>
                  </a:lnTo>
                  <a:lnTo>
                    <a:pt x="294022" y="1204662"/>
                  </a:lnTo>
                  <a:lnTo>
                    <a:pt x="294022" y="1203158"/>
                  </a:lnTo>
                  <a:lnTo>
                    <a:pt x="294022" y="1202406"/>
                  </a:lnTo>
                  <a:lnTo>
                    <a:pt x="294774" y="1195638"/>
                  </a:lnTo>
                  <a:lnTo>
                    <a:pt x="294774" y="1194134"/>
                  </a:lnTo>
                  <a:lnTo>
                    <a:pt x="294774" y="1191878"/>
                  </a:lnTo>
                  <a:lnTo>
                    <a:pt x="292518" y="1187367"/>
                  </a:lnTo>
                  <a:lnTo>
                    <a:pt x="290262" y="1182855"/>
                  </a:lnTo>
                  <a:lnTo>
                    <a:pt x="288006" y="1179847"/>
                  </a:lnTo>
                  <a:lnTo>
                    <a:pt x="284998" y="1176839"/>
                  </a:lnTo>
                  <a:lnTo>
                    <a:pt x="275222" y="1169319"/>
                  </a:lnTo>
                  <a:lnTo>
                    <a:pt x="264695" y="1164055"/>
                  </a:lnTo>
                  <a:lnTo>
                    <a:pt x="263191" y="1163303"/>
                  </a:lnTo>
                  <a:lnTo>
                    <a:pt x="262439" y="1162551"/>
                  </a:lnTo>
                  <a:lnTo>
                    <a:pt x="262439" y="1161047"/>
                  </a:lnTo>
                  <a:lnTo>
                    <a:pt x="261687" y="1160295"/>
                  </a:lnTo>
                  <a:lnTo>
                    <a:pt x="261687" y="1158791"/>
                  </a:lnTo>
                  <a:lnTo>
                    <a:pt x="261687" y="1157288"/>
                  </a:lnTo>
                  <a:lnTo>
                    <a:pt x="263191" y="1149768"/>
                  </a:lnTo>
                  <a:lnTo>
                    <a:pt x="263191" y="1149016"/>
                  </a:lnTo>
                  <a:lnTo>
                    <a:pt x="262439" y="1149016"/>
                  </a:lnTo>
                  <a:lnTo>
                    <a:pt x="260935" y="1149016"/>
                  </a:lnTo>
                  <a:lnTo>
                    <a:pt x="254919" y="1152776"/>
                  </a:lnTo>
                  <a:lnTo>
                    <a:pt x="242887" y="1161799"/>
                  </a:lnTo>
                  <a:lnTo>
                    <a:pt x="218824" y="1203158"/>
                  </a:lnTo>
                  <a:lnTo>
                    <a:pt x="209800" y="1223461"/>
                  </a:lnTo>
                  <a:lnTo>
                    <a:pt x="208297" y="1228725"/>
                  </a:lnTo>
                  <a:lnTo>
                    <a:pt x="207545" y="1231733"/>
                  </a:lnTo>
                  <a:lnTo>
                    <a:pt x="208297" y="1236245"/>
                  </a:lnTo>
                  <a:lnTo>
                    <a:pt x="207545" y="1237749"/>
                  </a:lnTo>
                  <a:lnTo>
                    <a:pt x="207545" y="1238501"/>
                  </a:lnTo>
                  <a:lnTo>
                    <a:pt x="206793" y="1240005"/>
                  </a:lnTo>
                  <a:lnTo>
                    <a:pt x="206041" y="1241509"/>
                  </a:lnTo>
                  <a:lnTo>
                    <a:pt x="203785" y="1241509"/>
                  </a:lnTo>
                  <a:lnTo>
                    <a:pt x="200777" y="1240757"/>
                  </a:lnTo>
                  <a:lnTo>
                    <a:pt x="185738" y="1233989"/>
                  </a:lnTo>
                  <a:lnTo>
                    <a:pt x="178218" y="1231733"/>
                  </a:lnTo>
                  <a:lnTo>
                    <a:pt x="160170" y="1230229"/>
                  </a:lnTo>
                  <a:lnTo>
                    <a:pt x="125580" y="1213686"/>
                  </a:lnTo>
                  <a:lnTo>
                    <a:pt x="117308" y="1206918"/>
                  </a:lnTo>
                  <a:lnTo>
                    <a:pt x="115052" y="1206166"/>
                  </a:lnTo>
                  <a:lnTo>
                    <a:pt x="113548" y="1205414"/>
                  </a:lnTo>
                  <a:lnTo>
                    <a:pt x="112044" y="1206166"/>
                  </a:lnTo>
                  <a:lnTo>
                    <a:pt x="104524" y="1206166"/>
                  </a:lnTo>
                  <a:lnTo>
                    <a:pt x="75949" y="1192630"/>
                  </a:lnTo>
                  <a:lnTo>
                    <a:pt x="73693" y="1190374"/>
                  </a:lnTo>
                  <a:lnTo>
                    <a:pt x="72189" y="1188870"/>
                  </a:lnTo>
                  <a:lnTo>
                    <a:pt x="71438" y="1185863"/>
                  </a:lnTo>
                  <a:lnTo>
                    <a:pt x="70685" y="1170071"/>
                  </a:lnTo>
                  <a:lnTo>
                    <a:pt x="71438" y="1167815"/>
                  </a:lnTo>
                  <a:lnTo>
                    <a:pt x="72189" y="1165559"/>
                  </a:lnTo>
                  <a:lnTo>
                    <a:pt x="72942" y="1162551"/>
                  </a:lnTo>
                  <a:lnTo>
                    <a:pt x="81213" y="1151272"/>
                  </a:lnTo>
                  <a:lnTo>
                    <a:pt x="81965" y="1149016"/>
                  </a:lnTo>
                  <a:lnTo>
                    <a:pt x="82717" y="1146008"/>
                  </a:lnTo>
                  <a:lnTo>
                    <a:pt x="82717" y="1143752"/>
                  </a:lnTo>
                  <a:lnTo>
                    <a:pt x="81965" y="1136232"/>
                  </a:lnTo>
                  <a:lnTo>
                    <a:pt x="81965" y="1134728"/>
                  </a:lnTo>
                  <a:lnTo>
                    <a:pt x="81965" y="1133224"/>
                  </a:lnTo>
                  <a:lnTo>
                    <a:pt x="82717" y="1131720"/>
                  </a:lnTo>
                  <a:lnTo>
                    <a:pt x="84221" y="1130217"/>
                  </a:lnTo>
                  <a:lnTo>
                    <a:pt x="91741" y="1121945"/>
                  </a:lnTo>
                  <a:lnTo>
                    <a:pt x="92493" y="1120441"/>
                  </a:lnTo>
                  <a:lnTo>
                    <a:pt x="93244" y="1118185"/>
                  </a:lnTo>
                  <a:lnTo>
                    <a:pt x="93244" y="1115929"/>
                  </a:lnTo>
                  <a:lnTo>
                    <a:pt x="93244" y="1113673"/>
                  </a:lnTo>
                  <a:lnTo>
                    <a:pt x="92493" y="1112169"/>
                  </a:lnTo>
                  <a:lnTo>
                    <a:pt x="91741" y="1111417"/>
                  </a:lnTo>
                  <a:lnTo>
                    <a:pt x="89485" y="1109913"/>
                  </a:lnTo>
                  <a:lnTo>
                    <a:pt x="76701" y="1117433"/>
                  </a:lnTo>
                  <a:lnTo>
                    <a:pt x="73693" y="1120441"/>
                  </a:lnTo>
                  <a:lnTo>
                    <a:pt x="69933" y="1121945"/>
                  </a:lnTo>
                  <a:lnTo>
                    <a:pt x="67678" y="1124201"/>
                  </a:lnTo>
                  <a:lnTo>
                    <a:pt x="66925" y="1124953"/>
                  </a:lnTo>
                  <a:lnTo>
                    <a:pt x="66174" y="1126457"/>
                  </a:lnTo>
                  <a:lnTo>
                    <a:pt x="64670" y="1126457"/>
                  </a:lnTo>
                  <a:lnTo>
                    <a:pt x="63918" y="1127209"/>
                  </a:lnTo>
                  <a:lnTo>
                    <a:pt x="63166" y="1127960"/>
                  </a:lnTo>
                  <a:lnTo>
                    <a:pt x="63166" y="1129465"/>
                  </a:lnTo>
                  <a:lnTo>
                    <a:pt x="62414" y="1130217"/>
                  </a:lnTo>
                  <a:lnTo>
                    <a:pt x="60910" y="1130217"/>
                  </a:lnTo>
                  <a:lnTo>
                    <a:pt x="59406" y="1131720"/>
                  </a:lnTo>
                  <a:lnTo>
                    <a:pt x="58654" y="1133224"/>
                  </a:lnTo>
                  <a:lnTo>
                    <a:pt x="58654" y="1134728"/>
                  </a:lnTo>
                  <a:lnTo>
                    <a:pt x="57902" y="1136232"/>
                  </a:lnTo>
                  <a:lnTo>
                    <a:pt x="56398" y="1137736"/>
                  </a:lnTo>
                  <a:lnTo>
                    <a:pt x="51886" y="1143000"/>
                  </a:lnTo>
                  <a:lnTo>
                    <a:pt x="51134" y="1145256"/>
                  </a:lnTo>
                  <a:lnTo>
                    <a:pt x="50382" y="1147512"/>
                  </a:lnTo>
                  <a:lnTo>
                    <a:pt x="50382" y="1149016"/>
                  </a:lnTo>
                  <a:lnTo>
                    <a:pt x="49630" y="1150520"/>
                  </a:lnTo>
                  <a:lnTo>
                    <a:pt x="48878" y="1152776"/>
                  </a:lnTo>
                  <a:lnTo>
                    <a:pt x="47374" y="1154280"/>
                  </a:lnTo>
                  <a:lnTo>
                    <a:pt x="45870" y="1155032"/>
                  </a:lnTo>
                  <a:lnTo>
                    <a:pt x="45118" y="1156536"/>
                  </a:lnTo>
                  <a:lnTo>
                    <a:pt x="43614" y="1159543"/>
                  </a:lnTo>
                  <a:lnTo>
                    <a:pt x="44366" y="1161047"/>
                  </a:lnTo>
                  <a:lnTo>
                    <a:pt x="43614" y="1162551"/>
                  </a:lnTo>
                  <a:lnTo>
                    <a:pt x="42863" y="1165559"/>
                  </a:lnTo>
                  <a:lnTo>
                    <a:pt x="42863" y="1167063"/>
                  </a:lnTo>
                  <a:lnTo>
                    <a:pt x="42863" y="1168567"/>
                  </a:lnTo>
                  <a:lnTo>
                    <a:pt x="42110" y="1172327"/>
                  </a:lnTo>
                  <a:lnTo>
                    <a:pt x="39103" y="1178343"/>
                  </a:lnTo>
                  <a:lnTo>
                    <a:pt x="36846" y="1177591"/>
                  </a:lnTo>
                  <a:lnTo>
                    <a:pt x="32335" y="1178343"/>
                  </a:lnTo>
                  <a:lnTo>
                    <a:pt x="30831" y="1177591"/>
                  </a:lnTo>
                  <a:lnTo>
                    <a:pt x="28575" y="1176839"/>
                  </a:lnTo>
                  <a:lnTo>
                    <a:pt x="27071" y="1176087"/>
                  </a:lnTo>
                  <a:lnTo>
                    <a:pt x="27071" y="1175335"/>
                  </a:lnTo>
                  <a:lnTo>
                    <a:pt x="26319" y="1175335"/>
                  </a:lnTo>
                  <a:lnTo>
                    <a:pt x="26319" y="1174583"/>
                  </a:lnTo>
                  <a:lnTo>
                    <a:pt x="26319" y="1173831"/>
                  </a:lnTo>
                  <a:lnTo>
                    <a:pt x="27071" y="1173079"/>
                  </a:lnTo>
                  <a:lnTo>
                    <a:pt x="27071" y="1172327"/>
                  </a:lnTo>
                  <a:lnTo>
                    <a:pt x="26319" y="1172327"/>
                  </a:lnTo>
                  <a:lnTo>
                    <a:pt x="25567" y="1172327"/>
                  </a:lnTo>
                  <a:lnTo>
                    <a:pt x="24815" y="1172327"/>
                  </a:lnTo>
                  <a:lnTo>
                    <a:pt x="23311" y="1172327"/>
                  </a:lnTo>
                  <a:lnTo>
                    <a:pt x="22559" y="1173079"/>
                  </a:lnTo>
                  <a:lnTo>
                    <a:pt x="21807" y="1172327"/>
                  </a:lnTo>
                  <a:lnTo>
                    <a:pt x="21807" y="1171575"/>
                  </a:lnTo>
                  <a:lnTo>
                    <a:pt x="21055" y="1169319"/>
                  </a:lnTo>
                  <a:lnTo>
                    <a:pt x="20303" y="1167815"/>
                  </a:lnTo>
                  <a:lnTo>
                    <a:pt x="20303" y="1167063"/>
                  </a:lnTo>
                  <a:lnTo>
                    <a:pt x="20303" y="1166311"/>
                  </a:lnTo>
                  <a:lnTo>
                    <a:pt x="20303" y="1164055"/>
                  </a:lnTo>
                  <a:lnTo>
                    <a:pt x="20303" y="1161799"/>
                  </a:lnTo>
                  <a:lnTo>
                    <a:pt x="20303" y="1159543"/>
                  </a:lnTo>
                  <a:lnTo>
                    <a:pt x="19551" y="1157288"/>
                  </a:lnTo>
                  <a:lnTo>
                    <a:pt x="19551" y="1156536"/>
                  </a:lnTo>
                  <a:lnTo>
                    <a:pt x="18047" y="1154280"/>
                  </a:lnTo>
                  <a:lnTo>
                    <a:pt x="18047" y="1153528"/>
                  </a:lnTo>
                  <a:lnTo>
                    <a:pt x="17295" y="1149768"/>
                  </a:lnTo>
                  <a:lnTo>
                    <a:pt x="17295" y="1149016"/>
                  </a:lnTo>
                  <a:lnTo>
                    <a:pt x="16544" y="1148264"/>
                  </a:lnTo>
                  <a:lnTo>
                    <a:pt x="14287" y="1147512"/>
                  </a:lnTo>
                  <a:lnTo>
                    <a:pt x="12031" y="1145256"/>
                  </a:lnTo>
                  <a:lnTo>
                    <a:pt x="10527" y="1144504"/>
                  </a:lnTo>
                  <a:lnTo>
                    <a:pt x="10527" y="1143000"/>
                  </a:lnTo>
                  <a:lnTo>
                    <a:pt x="10527" y="1141496"/>
                  </a:lnTo>
                  <a:lnTo>
                    <a:pt x="10527" y="1140744"/>
                  </a:lnTo>
                  <a:lnTo>
                    <a:pt x="11280" y="1140744"/>
                  </a:lnTo>
                  <a:lnTo>
                    <a:pt x="12031" y="1140744"/>
                  </a:lnTo>
                  <a:lnTo>
                    <a:pt x="12784" y="1140744"/>
                  </a:lnTo>
                  <a:lnTo>
                    <a:pt x="12784" y="1141496"/>
                  </a:lnTo>
                  <a:lnTo>
                    <a:pt x="13535" y="1141496"/>
                  </a:lnTo>
                  <a:lnTo>
                    <a:pt x="14287" y="1140744"/>
                  </a:lnTo>
                  <a:lnTo>
                    <a:pt x="14287" y="1139240"/>
                  </a:lnTo>
                  <a:lnTo>
                    <a:pt x="13535" y="1136232"/>
                  </a:lnTo>
                  <a:lnTo>
                    <a:pt x="13535" y="1134728"/>
                  </a:lnTo>
                  <a:lnTo>
                    <a:pt x="14287" y="1133976"/>
                  </a:lnTo>
                  <a:lnTo>
                    <a:pt x="14287" y="1133224"/>
                  </a:lnTo>
                  <a:lnTo>
                    <a:pt x="15791" y="1130217"/>
                  </a:lnTo>
                  <a:lnTo>
                    <a:pt x="15791" y="1129465"/>
                  </a:lnTo>
                  <a:lnTo>
                    <a:pt x="15791" y="1127209"/>
                  </a:lnTo>
                  <a:lnTo>
                    <a:pt x="16544" y="1124953"/>
                  </a:lnTo>
                  <a:lnTo>
                    <a:pt x="16544" y="1122697"/>
                  </a:lnTo>
                  <a:lnTo>
                    <a:pt x="16544" y="1119689"/>
                  </a:lnTo>
                  <a:lnTo>
                    <a:pt x="16544" y="1118185"/>
                  </a:lnTo>
                  <a:lnTo>
                    <a:pt x="16544" y="1117433"/>
                  </a:lnTo>
                  <a:lnTo>
                    <a:pt x="17295" y="1117433"/>
                  </a:lnTo>
                  <a:lnTo>
                    <a:pt x="18799" y="1117433"/>
                  </a:lnTo>
                  <a:lnTo>
                    <a:pt x="18799" y="1116681"/>
                  </a:lnTo>
                  <a:lnTo>
                    <a:pt x="19551" y="1115929"/>
                  </a:lnTo>
                  <a:lnTo>
                    <a:pt x="19551" y="1115177"/>
                  </a:lnTo>
                  <a:lnTo>
                    <a:pt x="19551" y="1114425"/>
                  </a:lnTo>
                  <a:lnTo>
                    <a:pt x="17295" y="1095626"/>
                  </a:lnTo>
                  <a:lnTo>
                    <a:pt x="17295" y="1094874"/>
                  </a:lnTo>
                  <a:lnTo>
                    <a:pt x="18047" y="1092618"/>
                  </a:lnTo>
                  <a:lnTo>
                    <a:pt x="18047" y="1091114"/>
                  </a:lnTo>
                  <a:lnTo>
                    <a:pt x="18047" y="1089610"/>
                  </a:lnTo>
                  <a:lnTo>
                    <a:pt x="15791" y="1084346"/>
                  </a:lnTo>
                  <a:lnTo>
                    <a:pt x="15039" y="1083594"/>
                  </a:lnTo>
                  <a:lnTo>
                    <a:pt x="12784" y="1081338"/>
                  </a:lnTo>
                  <a:lnTo>
                    <a:pt x="11280" y="1079082"/>
                  </a:lnTo>
                  <a:lnTo>
                    <a:pt x="10527" y="1077578"/>
                  </a:lnTo>
                  <a:lnTo>
                    <a:pt x="9024" y="1054267"/>
                  </a:lnTo>
                  <a:lnTo>
                    <a:pt x="9024" y="1050507"/>
                  </a:lnTo>
                  <a:lnTo>
                    <a:pt x="9024" y="1047499"/>
                  </a:lnTo>
                  <a:lnTo>
                    <a:pt x="9776" y="1046747"/>
                  </a:lnTo>
                  <a:lnTo>
                    <a:pt x="12031" y="1045243"/>
                  </a:lnTo>
                  <a:lnTo>
                    <a:pt x="12784" y="1044492"/>
                  </a:lnTo>
                  <a:lnTo>
                    <a:pt x="12784" y="1042988"/>
                  </a:lnTo>
                  <a:lnTo>
                    <a:pt x="12784" y="1041483"/>
                  </a:lnTo>
                  <a:lnTo>
                    <a:pt x="12784" y="1039980"/>
                  </a:lnTo>
                  <a:lnTo>
                    <a:pt x="12031" y="1038476"/>
                  </a:lnTo>
                  <a:lnTo>
                    <a:pt x="12031" y="1037724"/>
                  </a:lnTo>
                  <a:lnTo>
                    <a:pt x="12031" y="1036220"/>
                  </a:lnTo>
                  <a:lnTo>
                    <a:pt x="12031" y="1035468"/>
                  </a:lnTo>
                  <a:lnTo>
                    <a:pt x="12784" y="1035468"/>
                  </a:lnTo>
                  <a:lnTo>
                    <a:pt x="13535" y="1034716"/>
                  </a:lnTo>
                  <a:lnTo>
                    <a:pt x="14287" y="1034716"/>
                  </a:lnTo>
                  <a:lnTo>
                    <a:pt x="14287" y="1033964"/>
                  </a:lnTo>
                  <a:lnTo>
                    <a:pt x="15039" y="1032460"/>
                  </a:lnTo>
                  <a:lnTo>
                    <a:pt x="15039" y="1030204"/>
                  </a:lnTo>
                  <a:lnTo>
                    <a:pt x="14287" y="1029452"/>
                  </a:lnTo>
                  <a:lnTo>
                    <a:pt x="14287" y="1028700"/>
                  </a:lnTo>
                  <a:lnTo>
                    <a:pt x="13535" y="1028700"/>
                  </a:lnTo>
                  <a:lnTo>
                    <a:pt x="12031" y="1027948"/>
                  </a:lnTo>
                  <a:lnTo>
                    <a:pt x="10527" y="1027948"/>
                  </a:lnTo>
                  <a:lnTo>
                    <a:pt x="9776" y="1026444"/>
                  </a:lnTo>
                  <a:lnTo>
                    <a:pt x="9776" y="1024940"/>
                  </a:lnTo>
                  <a:lnTo>
                    <a:pt x="9024" y="1021180"/>
                  </a:lnTo>
                  <a:lnTo>
                    <a:pt x="9024" y="1020428"/>
                  </a:lnTo>
                  <a:lnTo>
                    <a:pt x="9024" y="1018924"/>
                  </a:lnTo>
                  <a:lnTo>
                    <a:pt x="7520" y="1015916"/>
                  </a:lnTo>
                  <a:lnTo>
                    <a:pt x="7520" y="1013661"/>
                  </a:lnTo>
                  <a:lnTo>
                    <a:pt x="6767" y="1012909"/>
                  </a:lnTo>
                  <a:lnTo>
                    <a:pt x="6767" y="1011405"/>
                  </a:lnTo>
                  <a:lnTo>
                    <a:pt x="5264" y="1009901"/>
                  </a:lnTo>
                  <a:lnTo>
                    <a:pt x="4512" y="1009149"/>
                  </a:lnTo>
                  <a:lnTo>
                    <a:pt x="4512" y="1008397"/>
                  </a:lnTo>
                  <a:lnTo>
                    <a:pt x="4512" y="1006893"/>
                  </a:lnTo>
                  <a:lnTo>
                    <a:pt x="4512" y="1004637"/>
                  </a:lnTo>
                  <a:lnTo>
                    <a:pt x="5264" y="1003885"/>
                  </a:lnTo>
                  <a:lnTo>
                    <a:pt x="5264" y="1003133"/>
                  </a:lnTo>
                  <a:lnTo>
                    <a:pt x="6767" y="1001629"/>
                  </a:lnTo>
                  <a:lnTo>
                    <a:pt x="8272" y="1000125"/>
                  </a:lnTo>
                  <a:lnTo>
                    <a:pt x="9024" y="999373"/>
                  </a:lnTo>
                  <a:lnTo>
                    <a:pt x="10527" y="997869"/>
                  </a:lnTo>
                  <a:lnTo>
                    <a:pt x="12031" y="996365"/>
                  </a:lnTo>
                  <a:lnTo>
                    <a:pt x="12784" y="995613"/>
                  </a:lnTo>
                  <a:lnTo>
                    <a:pt x="12784" y="994861"/>
                  </a:lnTo>
                  <a:lnTo>
                    <a:pt x="13535" y="994109"/>
                  </a:lnTo>
                  <a:lnTo>
                    <a:pt x="14287" y="987342"/>
                  </a:lnTo>
                  <a:lnTo>
                    <a:pt x="14287" y="985837"/>
                  </a:lnTo>
                  <a:lnTo>
                    <a:pt x="13535" y="985085"/>
                  </a:lnTo>
                  <a:lnTo>
                    <a:pt x="13535" y="984334"/>
                  </a:lnTo>
                  <a:lnTo>
                    <a:pt x="12784" y="983582"/>
                  </a:lnTo>
                  <a:lnTo>
                    <a:pt x="12031" y="982830"/>
                  </a:lnTo>
                  <a:lnTo>
                    <a:pt x="6016" y="979822"/>
                  </a:lnTo>
                  <a:lnTo>
                    <a:pt x="5264" y="979070"/>
                  </a:lnTo>
                  <a:lnTo>
                    <a:pt x="4512" y="979070"/>
                  </a:lnTo>
                  <a:lnTo>
                    <a:pt x="3760" y="977566"/>
                  </a:lnTo>
                  <a:lnTo>
                    <a:pt x="3008" y="976814"/>
                  </a:lnTo>
                  <a:lnTo>
                    <a:pt x="1504" y="975310"/>
                  </a:lnTo>
                  <a:lnTo>
                    <a:pt x="752" y="972302"/>
                  </a:lnTo>
                  <a:lnTo>
                    <a:pt x="0" y="970798"/>
                  </a:lnTo>
                  <a:lnTo>
                    <a:pt x="0" y="965534"/>
                  </a:lnTo>
                  <a:lnTo>
                    <a:pt x="752" y="963278"/>
                  </a:lnTo>
                  <a:lnTo>
                    <a:pt x="1504" y="961022"/>
                  </a:lnTo>
                  <a:lnTo>
                    <a:pt x="2256" y="958766"/>
                  </a:lnTo>
                  <a:lnTo>
                    <a:pt x="2256" y="955006"/>
                  </a:lnTo>
                  <a:lnTo>
                    <a:pt x="7520" y="939967"/>
                  </a:lnTo>
                  <a:lnTo>
                    <a:pt x="8272" y="939215"/>
                  </a:lnTo>
                  <a:lnTo>
                    <a:pt x="8272" y="938463"/>
                  </a:lnTo>
                  <a:lnTo>
                    <a:pt x="9024" y="936959"/>
                  </a:lnTo>
                  <a:lnTo>
                    <a:pt x="10527" y="933951"/>
                  </a:lnTo>
                  <a:lnTo>
                    <a:pt x="10527" y="933199"/>
                  </a:lnTo>
                  <a:lnTo>
                    <a:pt x="11280" y="927936"/>
                  </a:lnTo>
                  <a:lnTo>
                    <a:pt x="12031" y="915152"/>
                  </a:lnTo>
                  <a:lnTo>
                    <a:pt x="12784" y="913648"/>
                  </a:lnTo>
                  <a:lnTo>
                    <a:pt x="15039" y="909136"/>
                  </a:lnTo>
                  <a:lnTo>
                    <a:pt x="15791" y="908384"/>
                  </a:lnTo>
                  <a:lnTo>
                    <a:pt x="17295" y="907632"/>
                  </a:lnTo>
                  <a:lnTo>
                    <a:pt x="18047" y="906880"/>
                  </a:lnTo>
                  <a:lnTo>
                    <a:pt x="18799" y="906128"/>
                  </a:lnTo>
                  <a:lnTo>
                    <a:pt x="19551" y="904624"/>
                  </a:lnTo>
                  <a:lnTo>
                    <a:pt x="19551" y="902368"/>
                  </a:lnTo>
                  <a:lnTo>
                    <a:pt x="19551" y="897857"/>
                  </a:lnTo>
                  <a:lnTo>
                    <a:pt x="19551" y="897105"/>
                  </a:lnTo>
                  <a:lnTo>
                    <a:pt x="18799" y="894849"/>
                  </a:lnTo>
                  <a:lnTo>
                    <a:pt x="17295" y="887329"/>
                  </a:lnTo>
                  <a:lnTo>
                    <a:pt x="16544" y="883569"/>
                  </a:lnTo>
                  <a:lnTo>
                    <a:pt x="16544" y="882065"/>
                  </a:lnTo>
                  <a:lnTo>
                    <a:pt x="16544" y="881313"/>
                  </a:lnTo>
                  <a:lnTo>
                    <a:pt x="18047" y="878305"/>
                  </a:lnTo>
                  <a:lnTo>
                    <a:pt x="18799" y="877553"/>
                  </a:lnTo>
                  <a:lnTo>
                    <a:pt x="19551" y="876801"/>
                  </a:lnTo>
                  <a:lnTo>
                    <a:pt x="19551" y="875297"/>
                  </a:lnTo>
                  <a:lnTo>
                    <a:pt x="19551" y="873793"/>
                  </a:lnTo>
                  <a:lnTo>
                    <a:pt x="19551" y="873041"/>
                  </a:lnTo>
                  <a:lnTo>
                    <a:pt x="18047" y="870034"/>
                  </a:lnTo>
                  <a:lnTo>
                    <a:pt x="17295" y="867778"/>
                  </a:lnTo>
                  <a:lnTo>
                    <a:pt x="17295" y="866274"/>
                  </a:lnTo>
                  <a:lnTo>
                    <a:pt x="17295" y="865522"/>
                  </a:lnTo>
                  <a:lnTo>
                    <a:pt x="18799" y="864018"/>
                  </a:lnTo>
                  <a:lnTo>
                    <a:pt x="19551" y="862514"/>
                  </a:lnTo>
                  <a:lnTo>
                    <a:pt x="20303" y="861762"/>
                  </a:lnTo>
                  <a:lnTo>
                    <a:pt x="21807" y="861010"/>
                  </a:lnTo>
                  <a:lnTo>
                    <a:pt x="21807" y="860258"/>
                  </a:lnTo>
                  <a:lnTo>
                    <a:pt x="23311" y="858002"/>
                  </a:lnTo>
                  <a:lnTo>
                    <a:pt x="23311" y="854994"/>
                  </a:lnTo>
                  <a:lnTo>
                    <a:pt x="23311" y="848978"/>
                  </a:lnTo>
                  <a:lnTo>
                    <a:pt x="23311" y="847474"/>
                  </a:lnTo>
                  <a:lnTo>
                    <a:pt x="21807" y="842962"/>
                  </a:lnTo>
                  <a:lnTo>
                    <a:pt x="21807" y="840707"/>
                  </a:lnTo>
                  <a:lnTo>
                    <a:pt x="21807" y="839955"/>
                  </a:lnTo>
                  <a:lnTo>
                    <a:pt x="23311" y="837699"/>
                  </a:lnTo>
                  <a:lnTo>
                    <a:pt x="24063" y="836195"/>
                  </a:lnTo>
                  <a:lnTo>
                    <a:pt x="24815" y="833939"/>
                  </a:lnTo>
                  <a:lnTo>
                    <a:pt x="25567" y="833187"/>
                  </a:lnTo>
                  <a:lnTo>
                    <a:pt x="27071" y="832435"/>
                  </a:lnTo>
                  <a:lnTo>
                    <a:pt x="28575" y="832435"/>
                  </a:lnTo>
                  <a:lnTo>
                    <a:pt x="29327" y="831683"/>
                  </a:lnTo>
                  <a:lnTo>
                    <a:pt x="31583" y="826419"/>
                  </a:lnTo>
                  <a:lnTo>
                    <a:pt x="32335" y="825667"/>
                  </a:lnTo>
                  <a:lnTo>
                    <a:pt x="33839" y="824915"/>
                  </a:lnTo>
                  <a:lnTo>
                    <a:pt x="33839" y="822659"/>
                  </a:lnTo>
                  <a:lnTo>
                    <a:pt x="33087" y="819651"/>
                  </a:lnTo>
                  <a:lnTo>
                    <a:pt x="33839" y="818147"/>
                  </a:lnTo>
                  <a:lnTo>
                    <a:pt x="36095" y="815140"/>
                  </a:lnTo>
                  <a:lnTo>
                    <a:pt x="36846" y="812884"/>
                  </a:lnTo>
                  <a:lnTo>
                    <a:pt x="37599" y="811380"/>
                  </a:lnTo>
                  <a:lnTo>
                    <a:pt x="36846" y="806116"/>
                  </a:lnTo>
                  <a:lnTo>
                    <a:pt x="37599" y="803108"/>
                  </a:lnTo>
                  <a:lnTo>
                    <a:pt x="39855" y="800852"/>
                  </a:lnTo>
                  <a:lnTo>
                    <a:pt x="44366" y="796340"/>
                  </a:lnTo>
                  <a:lnTo>
                    <a:pt x="48126" y="791828"/>
                  </a:lnTo>
                  <a:lnTo>
                    <a:pt x="51134" y="785061"/>
                  </a:lnTo>
                  <a:lnTo>
                    <a:pt x="52638" y="778293"/>
                  </a:lnTo>
                  <a:lnTo>
                    <a:pt x="53390" y="772277"/>
                  </a:lnTo>
                  <a:lnTo>
                    <a:pt x="52638" y="766261"/>
                  </a:lnTo>
                  <a:lnTo>
                    <a:pt x="51886" y="762501"/>
                  </a:lnTo>
                  <a:lnTo>
                    <a:pt x="53390" y="760245"/>
                  </a:lnTo>
                  <a:lnTo>
                    <a:pt x="54142" y="758742"/>
                  </a:lnTo>
                  <a:lnTo>
                    <a:pt x="54894" y="754982"/>
                  </a:lnTo>
                  <a:lnTo>
                    <a:pt x="56398" y="753478"/>
                  </a:lnTo>
                  <a:lnTo>
                    <a:pt x="64670" y="744454"/>
                  </a:lnTo>
                  <a:lnTo>
                    <a:pt x="66174" y="742198"/>
                  </a:lnTo>
                  <a:lnTo>
                    <a:pt x="66925" y="739942"/>
                  </a:lnTo>
                  <a:lnTo>
                    <a:pt x="67678" y="736934"/>
                  </a:lnTo>
                  <a:lnTo>
                    <a:pt x="69933" y="726407"/>
                  </a:lnTo>
                  <a:lnTo>
                    <a:pt x="72942" y="720391"/>
                  </a:lnTo>
                  <a:lnTo>
                    <a:pt x="76701" y="715127"/>
                  </a:lnTo>
                  <a:close/>
                </a:path>
              </a:pathLst>
            </a:custGeom>
            <a:grpFill/>
            <a:ln w="6350" cap="rnd">
              <a:solidFill>
                <a:schemeClr val="bg1">
                  <a:lumMod val="95000"/>
                </a:schemeClr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20DA85C-A94D-5467-CCAB-3D015C3FAC93}"/>
              </a:ext>
            </a:extLst>
          </p:cNvPr>
          <p:cNvSpPr/>
          <p:nvPr/>
        </p:nvSpPr>
        <p:spPr>
          <a:xfrm>
            <a:off x="-414020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C3D0DF"/>
          </a:solidFill>
          <a:ln w="282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71208" y="447588"/>
            <a:ext cx="7090736" cy="2708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3900" b="1" i="0" u="none">
                <a:solidFill>
                  <a:srgbClr val="0F172A"/>
                </a:solidFill>
                <a:latin typeface="Plus Jakarta Sans"/>
              </a:defRPr>
            </a:lvl1pPr>
          </a:lstStyle>
          <a:p>
            <a:pPr algn="l"/>
            <a:r>
              <a:rPr lang="pt-BR" sz="4400" dirty="0">
                <a:latin typeface="Area Normal ExtraBold" pitchFamily="50" charset="0"/>
              </a:rPr>
              <a:t>Impacto da eficiência logistica no faturamento de e-commerces brasileiros.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208" y="3695943"/>
            <a:ext cx="698913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000" b="0" i="0" u="none" noProof="0" dirty="0">
                <a:solidFill>
                  <a:srgbClr val="64748B"/>
                </a:solidFill>
                <a:latin typeface="Area Normal SemiBold" pitchFamily="50" charset="0"/>
              </a:rPr>
              <a:t>Análise descritiva de risco operacional, performance de entregas e percepção de valor no E-Commerce Brasileiro.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459B026-A029-7DCF-C605-6EC8DF6CA868}"/>
              </a:ext>
            </a:extLst>
          </p:cNvPr>
          <p:cNvSpPr/>
          <p:nvPr/>
        </p:nvSpPr>
        <p:spPr>
          <a:xfrm>
            <a:off x="471207" y="6017694"/>
            <a:ext cx="1616673" cy="390814"/>
          </a:xfrm>
          <a:prstGeom prst="roundRect">
            <a:avLst>
              <a:gd name="adj" fmla="val 50000"/>
            </a:avLst>
          </a:prstGeom>
          <a:solidFill>
            <a:srgbClr val="222832"/>
          </a:solidFill>
          <a:ln w="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Area Normal ExtraBold" pitchFamily="50" charset="0"/>
              </a:rPr>
              <a:t>2016–2018</a:t>
            </a:r>
            <a:endParaRPr lang="pt-PT" sz="1400" dirty="0">
              <a:solidFill>
                <a:schemeClr val="bg1"/>
              </a:solidFill>
              <a:latin typeface="Area Normal ExtraBold" pitchFamily="50" charset="0"/>
            </a:endParaRPr>
          </a:p>
        </p:txBody>
      </p:sp>
      <p:grpSp>
        <p:nvGrpSpPr>
          <p:cNvPr id="238" name="Gráfico 207">
            <a:extLst>
              <a:ext uri="{FF2B5EF4-FFF2-40B4-BE49-F238E27FC236}">
                <a16:creationId xmlns:a16="http://schemas.microsoft.com/office/drawing/2014/main" id="{4B067A00-B83A-15D5-3ECA-C7051E85EAA1}"/>
              </a:ext>
            </a:extLst>
          </p:cNvPr>
          <p:cNvGrpSpPr/>
          <p:nvPr/>
        </p:nvGrpSpPr>
        <p:grpSpPr>
          <a:xfrm>
            <a:off x="4190047" y="1700213"/>
            <a:ext cx="6167688" cy="5599948"/>
            <a:chOff x="4190047" y="1700213"/>
            <a:chExt cx="6167688" cy="5599948"/>
          </a:xfrm>
          <a:solidFill>
            <a:srgbClr val="6F9C76"/>
          </a:solidFill>
        </p:grpSpPr>
        <p:sp>
          <p:nvSpPr>
            <p:cNvPr id="239" name="Elipse 238">
              <a:extLst>
                <a:ext uri="{FF2B5EF4-FFF2-40B4-BE49-F238E27FC236}">
                  <a16:creationId xmlns:a16="http://schemas.microsoft.com/office/drawing/2014/main" id="{F097EF95-197B-9271-ED22-D4B3199A22F9}"/>
                </a:ext>
              </a:extLst>
            </p:cNvPr>
            <p:cNvSpPr/>
            <p:nvPr/>
          </p:nvSpPr>
          <p:spPr>
            <a:xfrm>
              <a:off x="4190047" y="7285121"/>
              <a:ext cx="15039" cy="15039"/>
            </a:xfrm>
            <a:prstGeom prst="ellipse">
              <a:avLst/>
            </a:prstGeom>
            <a:solidFill>
              <a:srgbClr val="6F9C76"/>
            </a:solidFill>
            <a:ln w="3758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0" name="Elipse 239">
              <a:extLst>
                <a:ext uri="{FF2B5EF4-FFF2-40B4-BE49-F238E27FC236}">
                  <a16:creationId xmlns:a16="http://schemas.microsoft.com/office/drawing/2014/main" id="{FC95831A-B3E1-81E1-7084-F295653719C8}"/>
                </a:ext>
              </a:extLst>
            </p:cNvPr>
            <p:cNvSpPr/>
            <p:nvPr/>
          </p:nvSpPr>
          <p:spPr>
            <a:xfrm>
              <a:off x="7608519" y="4687804"/>
              <a:ext cx="15039" cy="15039"/>
            </a:xfrm>
            <a:prstGeom prst="ellipse">
              <a:avLst/>
            </a:prstGeom>
            <a:solidFill>
              <a:srgbClr val="6F9C76"/>
            </a:solidFill>
            <a:ln w="3758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1" name="Elipse 240">
              <a:extLst>
                <a:ext uri="{FF2B5EF4-FFF2-40B4-BE49-F238E27FC236}">
                  <a16:creationId xmlns:a16="http://schemas.microsoft.com/office/drawing/2014/main" id="{9085DCF3-4B69-71A7-C508-365A051039E3}"/>
                </a:ext>
              </a:extLst>
            </p:cNvPr>
            <p:cNvSpPr/>
            <p:nvPr/>
          </p:nvSpPr>
          <p:spPr>
            <a:xfrm>
              <a:off x="10342696" y="1700213"/>
              <a:ext cx="15039" cy="15039"/>
            </a:xfrm>
            <a:prstGeom prst="ellipse">
              <a:avLst/>
            </a:prstGeom>
            <a:solidFill>
              <a:srgbClr val="6F9C76"/>
            </a:solidFill>
            <a:ln w="3758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3" name="Rectangle: Rounded Corners 2">
            <a:extLst>
              <a:ext uri="{FF2B5EF4-FFF2-40B4-BE49-F238E27FC236}">
                <a16:creationId xmlns:a16="http://schemas.microsoft.com/office/drawing/2014/main" id="{4D26FD0D-0B45-1E88-2565-693D2648A4AC}"/>
              </a:ext>
            </a:extLst>
          </p:cNvPr>
          <p:cNvSpPr/>
          <p:nvPr/>
        </p:nvSpPr>
        <p:spPr>
          <a:xfrm>
            <a:off x="-9090047" y="2644122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5" name="Rectangle: Rounded Corners 9">
            <a:extLst>
              <a:ext uri="{FF2B5EF4-FFF2-40B4-BE49-F238E27FC236}">
                <a16:creationId xmlns:a16="http://schemas.microsoft.com/office/drawing/2014/main" id="{9EF71722-E084-E5D6-E46B-E3C23A2AA0B2}"/>
              </a:ext>
            </a:extLst>
          </p:cNvPr>
          <p:cNvSpPr/>
          <p:nvPr/>
        </p:nvSpPr>
        <p:spPr>
          <a:xfrm>
            <a:off x="-9090047" y="2644122"/>
            <a:ext cx="7581899" cy="444609"/>
          </a:xfrm>
          <a:prstGeom prst="roundRect">
            <a:avLst/>
          </a:prstGeom>
          <a:solidFill>
            <a:srgbClr val="558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7" name="Rectangle: Rounded Corners 11">
            <a:extLst>
              <a:ext uri="{FF2B5EF4-FFF2-40B4-BE49-F238E27FC236}">
                <a16:creationId xmlns:a16="http://schemas.microsoft.com/office/drawing/2014/main" id="{1598AB1E-D558-466E-C93B-157F1CACB18C}"/>
              </a:ext>
            </a:extLst>
          </p:cNvPr>
          <p:cNvSpPr/>
          <p:nvPr/>
        </p:nvSpPr>
        <p:spPr>
          <a:xfrm>
            <a:off x="-9090048" y="3241131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9" name="Rectangle: Rounded Corners 13">
            <a:extLst>
              <a:ext uri="{FF2B5EF4-FFF2-40B4-BE49-F238E27FC236}">
                <a16:creationId xmlns:a16="http://schemas.microsoft.com/office/drawing/2014/main" id="{9B5B7DCF-7EDA-8380-7060-F17472B22B30}"/>
              </a:ext>
            </a:extLst>
          </p:cNvPr>
          <p:cNvSpPr/>
          <p:nvPr/>
        </p:nvSpPr>
        <p:spPr>
          <a:xfrm>
            <a:off x="-9090048" y="3241131"/>
            <a:ext cx="4028209" cy="444609"/>
          </a:xfrm>
          <a:prstGeom prst="roundRect">
            <a:avLst/>
          </a:prstGeom>
          <a:solidFill>
            <a:srgbClr val="EA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: Cantos Arredondados 2">
            <a:extLst>
              <a:ext uri="{FF2B5EF4-FFF2-40B4-BE49-F238E27FC236}">
                <a16:creationId xmlns:a16="http://schemas.microsoft.com/office/drawing/2014/main" id="{163F7F1B-5A81-36D4-A698-98E516FA70F4}"/>
              </a:ext>
            </a:extLst>
          </p:cNvPr>
          <p:cNvSpPr/>
          <p:nvPr/>
        </p:nvSpPr>
        <p:spPr>
          <a:xfrm>
            <a:off x="0" y="-7529461"/>
            <a:ext cx="12192000" cy="6858000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5E1125-4C20-7EA3-16D5-8B566F1C4FC9}"/>
              </a:ext>
            </a:extLst>
          </p:cNvPr>
          <p:cNvSpPr/>
          <p:nvPr/>
        </p:nvSpPr>
        <p:spPr>
          <a:xfrm>
            <a:off x="-12216228" y="0"/>
            <a:ext cx="12192000" cy="6858000"/>
          </a:xfrm>
          <a:prstGeom prst="rect">
            <a:avLst/>
          </a:prstGeom>
          <a:solidFill>
            <a:srgbClr val="C3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011D73-0D4F-E836-938E-1585AECB9B85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dash">
            <a:extLst>
              <a:ext uri="{FF2B5EF4-FFF2-40B4-BE49-F238E27FC236}">
                <a16:creationId xmlns:a16="http://schemas.microsoft.com/office/drawing/2014/main" id="{C24DDD2A-0AD3-79A1-A0D9-5BF3CAE250DA}"/>
              </a:ext>
            </a:extLst>
          </p:cNvPr>
          <p:cNvSpPr>
            <a:spLocks/>
          </p:cNvSpPr>
          <p:nvPr/>
        </p:nvSpPr>
        <p:spPr>
          <a:xfrm>
            <a:off x="5484814" y="1681746"/>
            <a:ext cx="2409825" cy="1574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A7DF51-5D3E-E2A6-790A-F32B9EF87525}"/>
              </a:ext>
            </a:extLst>
          </p:cNvPr>
          <p:cNvSpPr/>
          <p:nvPr/>
        </p:nvSpPr>
        <p:spPr>
          <a:xfrm>
            <a:off x="8181976" y="1681746"/>
            <a:ext cx="2409825" cy="1574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907903-F5A0-E292-CFDC-AD6D56A6D5DA}"/>
              </a:ext>
            </a:extLst>
          </p:cNvPr>
          <p:cNvSpPr/>
          <p:nvPr/>
        </p:nvSpPr>
        <p:spPr>
          <a:xfrm>
            <a:off x="5484814" y="3546477"/>
            <a:ext cx="5106987" cy="1574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2F22E-C5B3-9C9A-CA8E-1F2ED9CB82C4}"/>
              </a:ext>
            </a:extLst>
          </p:cNvPr>
          <p:cNvSpPr txBox="1"/>
          <p:nvPr/>
        </p:nvSpPr>
        <p:spPr>
          <a:xfrm>
            <a:off x="-3602228" y="3048793"/>
            <a:ext cx="328240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ExtraBold" pitchFamily="50" charset="0"/>
              </a:rPr>
              <a:t>Visão Geral </a:t>
            </a:r>
          </a:p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ExtraBold" pitchFamily="50" charset="0"/>
              </a:rPr>
              <a:t>da Análise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E3A2108-FCAE-7080-790C-A08902DDBE9B}"/>
              </a:ext>
            </a:extLst>
          </p:cNvPr>
          <p:cNvGrpSpPr/>
          <p:nvPr/>
        </p:nvGrpSpPr>
        <p:grpSpPr>
          <a:xfrm>
            <a:off x="935217" y="2484987"/>
            <a:ext cx="4841451" cy="2814008"/>
            <a:chOff x="935217" y="2484987"/>
            <a:chExt cx="4841451" cy="281400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DB7C25A-383F-4CCC-F3FD-9D7A281EAA4D}"/>
                </a:ext>
              </a:extLst>
            </p:cNvPr>
            <p:cNvSpPr/>
            <p:nvPr/>
          </p:nvSpPr>
          <p:spPr>
            <a:xfrm>
              <a:off x="935217" y="2484987"/>
              <a:ext cx="4831485" cy="2814008"/>
            </a:xfrm>
            <a:prstGeom prst="roundRect">
              <a:avLst>
                <a:gd name="adj" fmla="val 11653"/>
              </a:avLst>
            </a:prstGeom>
            <a:solidFill>
              <a:srgbClr val="C3D0DF"/>
            </a:solidFill>
            <a:ln>
              <a:noFill/>
            </a:ln>
            <a:effectLst>
              <a:outerShdw blurRad="1524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8596A51-E246-4CF6-302D-CBB318AA0066}"/>
                </a:ext>
              </a:extLst>
            </p:cNvPr>
            <p:cNvSpPr/>
            <p:nvPr/>
          </p:nvSpPr>
          <p:spPr>
            <a:xfrm>
              <a:off x="945183" y="3019578"/>
              <a:ext cx="4831485" cy="2270447"/>
            </a:xfrm>
            <a:prstGeom prst="roundRect">
              <a:avLst>
                <a:gd name="adj" fmla="val 1165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62292" y="2623386"/>
              <a:ext cx="3373934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b="0" i="0" u="none" noProof="0" dirty="0">
                  <a:solidFill>
                    <a:srgbClr val="0C447C"/>
                  </a:solidFill>
                  <a:latin typeface="Area Normal SemiBold" pitchFamily="50" charset="0"/>
                </a:rPr>
                <a:t>Crescimento sólido do setor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0A400DD-8028-5F25-327F-46A3446CD3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30173" y="2563872"/>
              <a:ext cx="382214" cy="38221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790C46-DA4F-F185-CD32-7E8CB315DA27}"/>
                </a:ext>
              </a:extLst>
            </p:cNvPr>
            <p:cNvSpPr txBox="1"/>
            <p:nvPr/>
          </p:nvSpPr>
          <p:spPr>
            <a:xfrm>
              <a:off x="1130173" y="3480677"/>
              <a:ext cx="121513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dirty="0">
                  <a:solidFill>
                    <a:srgbClr val="606060"/>
                  </a:solidFill>
                  <a:latin typeface="Area Normal ExtraBold" pitchFamily="50" charset="0"/>
                </a:rPr>
                <a:t>R$ 44,4 bi</a:t>
              </a:r>
              <a:endParaRPr lang="pt-BR" sz="1200" b="0" i="0" u="none" noProof="0" dirty="0">
                <a:solidFill>
                  <a:srgbClr val="606060"/>
                </a:solidFill>
                <a:latin typeface="Area Normal ExtraBold" pitchFamily="50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C5C8A8-BD69-238F-93E5-485C853B3B9C}"/>
                </a:ext>
              </a:extLst>
            </p:cNvPr>
            <p:cNvSpPr txBox="1"/>
            <p:nvPr/>
          </p:nvSpPr>
          <p:spPr>
            <a:xfrm>
              <a:off x="2674919" y="3399160"/>
              <a:ext cx="1641725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2400" dirty="0">
                  <a:latin typeface="Area Normal ExtraBold" pitchFamily="50" charset="0"/>
                </a:rPr>
                <a:t>R$ </a:t>
              </a:r>
              <a:r>
                <a:rPr lang="pt-BR" sz="2800" dirty="0">
                  <a:latin typeface="Area Normal ExtraBold" pitchFamily="50" charset="0"/>
                </a:rPr>
                <a:t>53,2</a:t>
              </a:r>
              <a:r>
                <a:rPr lang="pt-BR" sz="2400" dirty="0">
                  <a:latin typeface="Area Normal ExtraBold" pitchFamily="50" charset="0"/>
                </a:rPr>
                <a:t> bi</a:t>
              </a:r>
              <a:endParaRPr lang="pt-BR" sz="1600" b="0" i="0" u="none" noProof="0" dirty="0">
                <a:latin typeface="Area Normal ExtraBold" pitchFamily="50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0478B7E-86FE-5A6F-B597-9036D3150C61}"/>
                </a:ext>
              </a:extLst>
            </p:cNvPr>
            <p:cNvCxnSpPr>
              <a:cxnSpLocks/>
            </p:cNvCxnSpPr>
            <p:nvPr/>
          </p:nvCxnSpPr>
          <p:spPr>
            <a:xfrm>
              <a:off x="2411264" y="3614603"/>
              <a:ext cx="144765" cy="0"/>
            </a:xfrm>
            <a:prstGeom prst="straightConnector1">
              <a:avLst/>
            </a:prstGeom>
            <a:ln>
              <a:solidFill>
                <a:srgbClr val="606060"/>
              </a:solidFill>
              <a:tailEnd type="arrow" w="lg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D0779B-253B-2F8C-6811-2FC5B04F0D09}"/>
                </a:ext>
              </a:extLst>
            </p:cNvPr>
            <p:cNvSpPr txBox="1"/>
            <p:nvPr/>
          </p:nvSpPr>
          <p:spPr>
            <a:xfrm>
              <a:off x="4448235" y="3556624"/>
              <a:ext cx="925252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(~12% a.a.) 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2C97A56-7655-22B5-75C6-D71D662AEED5}"/>
                </a:ext>
              </a:extLst>
            </p:cNvPr>
            <p:cNvSpPr txBox="1"/>
            <p:nvPr/>
          </p:nvSpPr>
          <p:spPr>
            <a:xfrm>
              <a:off x="1143942" y="4005273"/>
              <a:ext cx="3207701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Base de compradores ativos superou 55 milhões, impulsionada por smartphones e marketplaces.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9F014D1-7DCB-31CA-1F65-7A9B2E79D708}"/>
                </a:ext>
              </a:extLst>
            </p:cNvPr>
            <p:cNvSpPr/>
            <p:nvPr/>
          </p:nvSpPr>
          <p:spPr>
            <a:xfrm>
              <a:off x="1228940" y="4892111"/>
              <a:ext cx="4255874" cy="330284"/>
            </a:xfrm>
            <a:prstGeom prst="roundRect">
              <a:avLst>
                <a:gd name="adj" fmla="val 50000"/>
              </a:avLst>
            </a:prstGeom>
            <a:solidFill>
              <a:srgbClr val="1A1A19"/>
            </a:solidFill>
            <a:ln w="9525">
              <a:solidFill>
                <a:srgbClr val="B1B0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rgbClr val="C9C8C1"/>
                  </a:solidFill>
                  <a:latin typeface="Area Normal" pitchFamily="50" charset="0"/>
                </a:rPr>
                <a:t>31,5% do total em marketplaces (2017)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D3732DF-9589-62DE-315D-13140B325EFB}"/>
              </a:ext>
            </a:extLst>
          </p:cNvPr>
          <p:cNvGrpSpPr/>
          <p:nvPr/>
        </p:nvGrpSpPr>
        <p:grpSpPr>
          <a:xfrm>
            <a:off x="6405366" y="2484987"/>
            <a:ext cx="4841451" cy="2814008"/>
            <a:chOff x="6405366" y="2484987"/>
            <a:chExt cx="4841451" cy="2814008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E57F355-ACB9-348F-2BDD-A4C0D66F03B9}"/>
                </a:ext>
              </a:extLst>
            </p:cNvPr>
            <p:cNvSpPr/>
            <p:nvPr/>
          </p:nvSpPr>
          <p:spPr>
            <a:xfrm>
              <a:off x="6405366" y="2484987"/>
              <a:ext cx="4831485" cy="2814008"/>
            </a:xfrm>
            <a:prstGeom prst="roundRect">
              <a:avLst>
                <a:gd name="adj" fmla="val 11653"/>
              </a:avLst>
            </a:prstGeom>
            <a:solidFill>
              <a:srgbClr val="8C2020"/>
            </a:solidFill>
            <a:ln>
              <a:noFill/>
            </a:ln>
            <a:effectLst>
              <a:outerShdw blurRad="1524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53F4AAA-84DD-FD42-C10B-AAA59451E5FC}"/>
                </a:ext>
              </a:extLst>
            </p:cNvPr>
            <p:cNvSpPr/>
            <p:nvPr/>
          </p:nvSpPr>
          <p:spPr>
            <a:xfrm>
              <a:off x="6415332" y="3019578"/>
              <a:ext cx="4831485" cy="2270447"/>
            </a:xfrm>
            <a:prstGeom prst="roundRect">
              <a:avLst>
                <a:gd name="adj" fmla="val 1165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10D197-C283-CB77-2B7A-67D13A6A5746}"/>
                </a:ext>
              </a:extLst>
            </p:cNvPr>
            <p:cNvSpPr txBox="1"/>
            <p:nvPr/>
          </p:nvSpPr>
          <p:spPr>
            <a:xfrm>
              <a:off x="7132441" y="2623386"/>
              <a:ext cx="3373934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b="0" i="0" u="none" noProof="0" dirty="0">
                  <a:solidFill>
                    <a:srgbClr val="F6C2C2"/>
                  </a:solidFill>
                  <a:latin typeface="Area Normal SemiBold" pitchFamily="50" charset="0"/>
                </a:rPr>
                <a:t>O gargalo do transporte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E6536A-0BBE-4112-FC1C-CB88BC9C2D07}"/>
                </a:ext>
              </a:extLst>
            </p:cNvPr>
            <p:cNvSpPr txBox="1"/>
            <p:nvPr/>
          </p:nvSpPr>
          <p:spPr>
            <a:xfrm>
              <a:off x="6614091" y="3508470"/>
              <a:ext cx="4278384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Enquanto a aquisição de clientes acelerava, a infraestrutura logística não acompanhava o mesmo ritmo, afetando a escalabilidade das operações.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BEDA772-45A9-AE38-247D-7F9CD8452FD1}"/>
                </a:ext>
              </a:extLst>
            </p:cNvPr>
            <p:cNvSpPr/>
            <p:nvPr/>
          </p:nvSpPr>
          <p:spPr>
            <a:xfrm>
              <a:off x="6671001" y="4676666"/>
              <a:ext cx="4255874" cy="545729"/>
            </a:xfrm>
            <a:prstGeom prst="roundRect">
              <a:avLst>
                <a:gd name="adj" fmla="val 50000"/>
              </a:avLst>
            </a:prstGeom>
            <a:solidFill>
              <a:srgbClr val="1A1A19"/>
            </a:solidFill>
            <a:ln>
              <a:solidFill>
                <a:srgbClr val="F2A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u="sng" dirty="0">
                  <a:solidFill>
                    <a:srgbClr val="F2A4A4"/>
                  </a:solidFill>
                  <a:latin typeface="Area Normal" pitchFamily="50" charset="0"/>
                </a:rPr>
                <a:t>Prazo de entrega = um dos principais fatores de retenção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C1FCBE1A-F9C2-240F-E6F5-DD38613F30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71001" y="2570254"/>
              <a:ext cx="348206" cy="348206"/>
            </a:xfrm>
            <a:prstGeom prst="rect">
              <a:avLst/>
            </a:prstGeom>
          </p:spPr>
        </p:pic>
      </p:grp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C417F1F-059C-C26F-F8C1-BC2DD44A2202}"/>
              </a:ext>
            </a:extLst>
          </p:cNvPr>
          <p:cNvSpPr/>
          <p:nvPr/>
        </p:nvSpPr>
        <p:spPr>
          <a:xfrm>
            <a:off x="16057332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412AB3E-C471-2980-C860-B392329B900E}"/>
              </a:ext>
            </a:extLst>
          </p:cNvPr>
          <p:cNvSpPr/>
          <p:nvPr/>
        </p:nvSpPr>
        <p:spPr>
          <a:xfrm>
            <a:off x="13360170" y="3546477"/>
            <a:ext cx="5106987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72" name="dash">
            <a:extLst>
              <a:ext uri="{FF2B5EF4-FFF2-40B4-BE49-F238E27FC236}">
                <a16:creationId xmlns:a16="http://schemas.microsoft.com/office/drawing/2014/main" id="{9D488203-1E4C-CE4F-B35E-AF0CABA3C5FC}"/>
              </a:ext>
            </a:extLst>
          </p:cNvPr>
          <p:cNvSpPr>
            <a:spLocks/>
          </p:cNvSpPr>
          <p:nvPr/>
        </p:nvSpPr>
        <p:spPr>
          <a:xfrm>
            <a:off x="13360170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3AF3C8-EC58-C5C5-CD26-57D7F6C2F254}"/>
              </a:ext>
            </a:extLst>
          </p:cNvPr>
          <p:cNvSpPr txBox="1"/>
          <p:nvPr/>
        </p:nvSpPr>
        <p:spPr>
          <a:xfrm>
            <a:off x="13630045" y="2089733"/>
            <a:ext cx="168592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96.476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66AC4E-2D85-78DD-D8FF-942C51C167CB}"/>
              </a:ext>
            </a:extLst>
          </p:cNvPr>
          <p:cNvSpPr txBox="1"/>
          <p:nvPr/>
        </p:nvSpPr>
        <p:spPr>
          <a:xfrm>
            <a:off x="13630045" y="2710921"/>
            <a:ext cx="194545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Pedidos Entregues Analisados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74CA4F-7E18-DD64-FC90-CD555C64FFA2}"/>
              </a:ext>
            </a:extLst>
          </p:cNvPr>
          <p:cNvSpPr txBox="1"/>
          <p:nvPr/>
        </p:nvSpPr>
        <p:spPr>
          <a:xfrm>
            <a:off x="16281805" y="2089733"/>
            <a:ext cx="111696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6,8%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E6F8BA4-3EF9-40CD-1B36-9E8245A513C1}"/>
              </a:ext>
            </a:extLst>
          </p:cNvPr>
          <p:cNvSpPr txBox="1"/>
          <p:nvPr/>
        </p:nvSpPr>
        <p:spPr>
          <a:xfrm>
            <a:off x="16281805" y="2710920"/>
            <a:ext cx="212960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Taxa Média de Atraso na Entrega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F94432-C8A7-00A6-5A1A-EF7906971F61}"/>
              </a:ext>
            </a:extLst>
          </p:cNvPr>
          <p:cNvSpPr txBox="1"/>
          <p:nvPr/>
        </p:nvSpPr>
        <p:spPr>
          <a:xfrm>
            <a:off x="13660844" y="4055478"/>
            <a:ext cx="4270579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R$ 720.919,84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DA0BAC7-4B7C-4CA7-62C7-56F51058A236}"/>
              </a:ext>
            </a:extLst>
          </p:cNvPr>
          <p:cNvSpPr/>
          <p:nvPr/>
        </p:nvSpPr>
        <p:spPr>
          <a:xfrm>
            <a:off x="-9624" y="-5245453"/>
            <a:ext cx="12201623" cy="6858000"/>
          </a:xfrm>
          <a:prstGeom prst="roundRect">
            <a:avLst>
              <a:gd name="adj" fmla="val 0"/>
            </a:avLst>
          </a:prstGeom>
          <a:solidFill>
            <a:srgbClr val="C3D0DF"/>
          </a:solidFill>
          <a:ln w="282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BCF0B3-5AB2-001F-F15D-16F01CDFAC2A}"/>
              </a:ext>
            </a:extLst>
          </p:cNvPr>
          <p:cNvSpPr txBox="1"/>
          <p:nvPr/>
        </p:nvSpPr>
        <p:spPr>
          <a:xfrm>
            <a:off x="13660844" y="4676666"/>
            <a:ext cx="373792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Receita Associada ao Risco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856843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222832"/>
                </a:solidFill>
                <a:latin typeface="Area Normal Black" pitchFamily="50" charset="0"/>
              </a:rPr>
              <a:t>Mercado em Expansão (2016–2018)</a:t>
            </a:r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E72236DF-AE22-23A2-46F3-98519ED42441}"/>
              </a:ext>
            </a:extLst>
          </p:cNvPr>
          <p:cNvSpPr/>
          <p:nvPr/>
        </p:nvSpPr>
        <p:spPr>
          <a:xfrm>
            <a:off x="-9090047" y="2644122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05B91B93-DE8D-2984-14C6-4A94D68B349C}"/>
              </a:ext>
            </a:extLst>
          </p:cNvPr>
          <p:cNvSpPr/>
          <p:nvPr/>
        </p:nvSpPr>
        <p:spPr>
          <a:xfrm>
            <a:off x="-9090047" y="2644122"/>
            <a:ext cx="7581899" cy="444609"/>
          </a:xfrm>
          <a:prstGeom prst="roundRect">
            <a:avLst/>
          </a:prstGeom>
          <a:solidFill>
            <a:srgbClr val="558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ctangle: Rounded Corners 11">
            <a:extLst>
              <a:ext uri="{FF2B5EF4-FFF2-40B4-BE49-F238E27FC236}">
                <a16:creationId xmlns:a16="http://schemas.microsoft.com/office/drawing/2014/main" id="{0133EE92-5CD6-EEC1-9CDB-77E008502751}"/>
              </a:ext>
            </a:extLst>
          </p:cNvPr>
          <p:cNvSpPr/>
          <p:nvPr/>
        </p:nvSpPr>
        <p:spPr>
          <a:xfrm>
            <a:off x="-9090048" y="3241131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: Rounded Corners 13">
            <a:extLst>
              <a:ext uri="{FF2B5EF4-FFF2-40B4-BE49-F238E27FC236}">
                <a16:creationId xmlns:a16="http://schemas.microsoft.com/office/drawing/2014/main" id="{B5949326-97C8-065F-6D1D-0965C5D1F737}"/>
              </a:ext>
            </a:extLst>
          </p:cNvPr>
          <p:cNvSpPr/>
          <p:nvPr/>
        </p:nvSpPr>
        <p:spPr>
          <a:xfrm>
            <a:off x="-9090048" y="3241131"/>
            <a:ext cx="4028209" cy="444609"/>
          </a:xfrm>
          <a:prstGeom prst="roundRect">
            <a:avLst/>
          </a:prstGeom>
          <a:solidFill>
            <a:srgbClr val="EA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tângulo: Cantos Arredondados 2">
            <a:extLst>
              <a:ext uri="{FF2B5EF4-FFF2-40B4-BE49-F238E27FC236}">
                <a16:creationId xmlns:a16="http://schemas.microsoft.com/office/drawing/2014/main" id="{9CD44E00-1BC6-C5A1-3CDC-F8A3E6987085}"/>
              </a:ext>
            </a:extLst>
          </p:cNvPr>
          <p:cNvSpPr/>
          <p:nvPr/>
        </p:nvSpPr>
        <p:spPr>
          <a:xfrm>
            <a:off x="12479337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BEE3DF-8CD2-DC68-92E1-1321C469F5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3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BE3B24-C9E0-DAB8-15B2-77840FDD75DA}"/>
              </a:ext>
            </a:extLst>
          </p:cNvPr>
          <p:cNvSpPr/>
          <p:nvPr/>
        </p:nvSpPr>
        <p:spPr>
          <a:xfrm>
            <a:off x="4381499" y="0"/>
            <a:ext cx="12192001" cy="6858000"/>
          </a:xfrm>
          <a:prstGeom prst="rect">
            <a:avLst/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9A6053-5EBC-1499-DC9A-B53554334E27}"/>
              </a:ext>
            </a:extLst>
          </p:cNvPr>
          <p:cNvSpPr/>
          <p:nvPr/>
        </p:nvSpPr>
        <p:spPr>
          <a:xfrm>
            <a:off x="-5376098" y="3241131"/>
            <a:ext cx="4028209" cy="444609"/>
          </a:xfrm>
          <a:prstGeom prst="roundRect">
            <a:avLst/>
          </a:prstGeom>
          <a:solidFill>
            <a:srgbClr val="EA2E53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6BD997-0B87-2B74-0332-F5ED379B975E}"/>
              </a:ext>
            </a:extLst>
          </p:cNvPr>
          <p:cNvSpPr/>
          <p:nvPr/>
        </p:nvSpPr>
        <p:spPr>
          <a:xfrm>
            <a:off x="8737413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93518D-4633-7DF9-1061-1F6EFCD44FE1}"/>
              </a:ext>
            </a:extLst>
          </p:cNvPr>
          <p:cNvSpPr/>
          <p:nvPr/>
        </p:nvSpPr>
        <p:spPr>
          <a:xfrm>
            <a:off x="6040251" y="3546477"/>
            <a:ext cx="5106987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2" name="dash">
            <a:extLst>
              <a:ext uri="{FF2B5EF4-FFF2-40B4-BE49-F238E27FC236}">
                <a16:creationId xmlns:a16="http://schemas.microsoft.com/office/drawing/2014/main" id="{AFCC7730-900A-0B6B-C36C-245EEF5B9FC3}"/>
              </a:ext>
            </a:extLst>
          </p:cNvPr>
          <p:cNvSpPr>
            <a:spLocks/>
          </p:cNvSpPr>
          <p:nvPr/>
        </p:nvSpPr>
        <p:spPr>
          <a:xfrm>
            <a:off x="6040251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10126" y="2089733"/>
            <a:ext cx="168592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96.476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0126" y="2710921"/>
            <a:ext cx="194545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Pedidos Entregues Analisados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886" y="2089733"/>
            <a:ext cx="111696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6,8%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886" y="2710920"/>
            <a:ext cx="212960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Taxa Média de Atraso na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0925" y="4055478"/>
            <a:ext cx="4270579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R$ 720.919,84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0925" y="4676666"/>
            <a:ext cx="373792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Receita Associada ao Risco 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3" y="3048793"/>
            <a:ext cx="328240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Visão Geral </a:t>
            </a:r>
          </a:p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da Análise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4A62DEE-5AB8-F50C-F9AC-D977B479FA89}"/>
              </a:ext>
            </a:extLst>
          </p:cNvPr>
          <p:cNvSpPr/>
          <p:nvPr/>
        </p:nvSpPr>
        <p:spPr>
          <a:xfrm>
            <a:off x="-9624" y="-7662253"/>
            <a:ext cx="12201623" cy="6858000"/>
          </a:xfrm>
          <a:prstGeom prst="roundRect">
            <a:avLst>
              <a:gd name="adj" fmla="val 0"/>
            </a:avLst>
          </a:prstGeom>
          <a:solidFill>
            <a:srgbClr val="C3D0DF"/>
          </a:solidFill>
          <a:ln w="282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6" name="Group 63">
            <a:extLst>
              <a:ext uri="{FF2B5EF4-FFF2-40B4-BE49-F238E27FC236}">
                <a16:creationId xmlns:a16="http://schemas.microsoft.com/office/drawing/2014/main" id="{BCBE01BE-5C6F-7691-AD0D-5CEE17BFBC5E}"/>
              </a:ext>
            </a:extLst>
          </p:cNvPr>
          <p:cNvGrpSpPr/>
          <p:nvPr/>
        </p:nvGrpSpPr>
        <p:grpSpPr>
          <a:xfrm>
            <a:off x="-5247618" y="2484987"/>
            <a:ext cx="4841451" cy="2814008"/>
            <a:chOff x="935217" y="2484987"/>
            <a:chExt cx="4841451" cy="2814008"/>
          </a:xfrm>
        </p:grpSpPr>
        <p:sp>
          <p:nvSpPr>
            <p:cNvPr id="16" name="Rectangle: Rounded Corners 42">
              <a:extLst>
                <a:ext uri="{FF2B5EF4-FFF2-40B4-BE49-F238E27FC236}">
                  <a16:creationId xmlns:a16="http://schemas.microsoft.com/office/drawing/2014/main" id="{849F58FD-6338-05F0-5C79-160129360D82}"/>
                </a:ext>
              </a:extLst>
            </p:cNvPr>
            <p:cNvSpPr/>
            <p:nvPr/>
          </p:nvSpPr>
          <p:spPr>
            <a:xfrm>
              <a:off x="935217" y="2484987"/>
              <a:ext cx="4831485" cy="2814008"/>
            </a:xfrm>
            <a:prstGeom prst="roundRect">
              <a:avLst>
                <a:gd name="adj" fmla="val 11653"/>
              </a:avLst>
            </a:prstGeom>
            <a:solidFill>
              <a:srgbClr val="C3D0DF"/>
            </a:solidFill>
            <a:ln>
              <a:noFill/>
            </a:ln>
            <a:effectLst>
              <a:outerShdw blurRad="1524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ctangle: Rounded Corners 24">
              <a:extLst>
                <a:ext uri="{FF2B5EF4-FFF2-40B4-BE49-F238E27FC236}">
                  <a16:creationId xmlns:a16="http://schemas.microsoft.com/office/drawing/2014/main" id="{29F1B190-CD12-4360-D8B5-D9B5E66892BA}"/>
                </a:ext>
              </a:extLst>
            </p:cNvPr>
            <p:cNvSpPr/>
            <p:nvPr/>
          </p:nvSpPr>
          <p:spPr>
            <a:xfrm>
              <a:off x="945183" y="3019578"/>
              <a:ext cx="4831485" cy="2270447"/>
            </a:xfrm>
            <a:prstGeom prst="roundRect">
              <a:avLst>
                <a:gd name="adj" fmla="val 1165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04382848-1212-EC84-4BC6-AEB8A6AC8592}"/>
                </a:ext>
              </a:extLst>
            </p:cNvPr>
            <p:cNvSpPr txBox="1"/>
            <p:nvPr/>
          </p:nvSpPr>
          <p:spPr>
            <a:xfrm>
              <a:off x="1662292" y="2623386"/>
              <a:ext cx="3373934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b="0" i="0" u="none" noProof="0" dirty="0">
                  <a:solidFill>
                    <a:srgbClr val="0C447C"/>
                  </a:solidFill>
                  <a:latin typeface="Area Normal SemiBold" pitchFamily="50" charset="0"/>
                </a:rPr>
                <a:t>Crescimento sólido do setor</a:t>
              </a:r>
            </a:p>
          </p:txBody>
        </p:sp>
        <p:pic>
          <p:nvPicPr>
            <p:cNvPr id="20" name="Graphic 32">
              <a:extLst>
                <a:ext uri="{FF2B5EF4-FFF2-40B4-BE49-F238E27FC236}">
                  <a16:creationId xmlns:a16="http://schemas.microsoft.com/office/drawing/2014/main" id="{1D09C785-D7C7-AA8A-F2CF-A518FD76F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30173" y="2563872"/>
              <a:ext cx="382214" cy="382214"/>
            </a:xfrm>
            <a:prstGeom prst="rect">
              <a:avLst/>
            </a:prstGeom>
          </p:spPr>
        </p:pic>
        <p:sp>
          <p:nvSpPr>
            <p:cNvPr id="21" name="TextBox 34">
              <a:extLst>
                <a:ext uri="{FF2B5EF4-FFF2-40B4-BE49-F238E27FC236}">
                  <a16:creationId xmlns:a16="http://schemas.microsoft.com/office/drawing/2014/main" id="{62B0C62E-5ABA-0C7E-662C-D37F5B9FB6DF}"/>
                </a:ext>
              </a:extLst>
            </p:cNvPr>
            <p:cNvSpPr txBox="1"/>
            <p:nvPr/>
          </p:nvSpPr>
          <p:spPr>
            <a:xfrm>
              <a:off x="1130173" y="3480677"/>
              <a:ext cx="1215133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dirty="0">
                  <a:solidFill>
                    <a:srgbClr val="606060"/>
                  </a:solidFill>
                  <a:latin typeface="Area Normal ExtraBold" pitchFamily="50" charset="0"/>
                </a:rPr>
                <a:t>R$ 44,4 bi</a:t>
              </a:r>
              <a:endParaRPr lang="pt-BR" sz="1200" b="0" i="0" u="none" noProof="0" dirty="0">
                <a:solidFill>
                  <a:srgbClr val="606060"/>
                </a:solidFill>
                <a:latin typeface="Area Normal ExtraBold" pitchFamily="50" charset="0"/>
              </a:endParaRPr>
            </a:p>
          </p:txBody>
        </p:sp>
        <p:sp>
          <p:nvSpPr>
            <p:cNvPr id="22" name="TextBox 36">
              <a:extLst>
                <a:ext uri="{FF2B5EF4-FFF2-40B4-BE49-F238E27FC236}">
                  <a16:creationId xmlns:a16="http://schemas.microsoft.com/office/drawing/2014/main" id="{30DA500A-20DE-390B-4726-850A43D70C21}"/>
                </a:ext>
              </a:extLst>
            </p:cNvPr>
            <p:cNvSpPr txBox="1"/>
            <p:nvPr/>
          </p:nvSpPr>
          <p:spPr>
            <a:xfrm>
              <a:off x="2674919" y="3399160"/>
              <a:ext cx="1641725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2400" dirty="0">
                  <a:latin typeface="Area Normal ExtraBold" pitchFamily="50" charset="0"/>
                </a:rPr>
                <a:t>R$ </a:t>
              </a:r>
              <a:r>
                <a:rPr lang="pt-BR" sz="2800" dirty="0">
                  <a:latin typeface="Area Normal ExtraBold" pitchFamily="50" charset="0"/>
                </a:rPr>
                <a:t>53,2</a:t>
              </a:r>
              <a:r>
                <a:rPr lang="pt-BR" sz="2400" dirty="0">
                  <a:latin typeface="Area Normal ExtraBold" pitchFamily="50" charset="0"/>
                </a:rPr>
                <a:t> bi</a:t>
              </a:r>
              <a:endParaRPr lang="pt-BR" sz="1600" b="0" i="0" u="none" noProof="0" dirty="0">
                <a:latin typeface="Area Normal ExtraBold" pitchFamily="50" charset="0"/>
              </a:endParaRPr>
            </a:p>
          </p:txBody>
        </p:sp>
        <p:cxnSp>
          <p:nvCxnSpPr>
            <p:cNvPr id="24" name="Straight Arrow Connector 40">
              <a:extLst>
                <a:ext uri="{FF2B5EF4-FFF2-40B4-BE49-F238E27FC236}">
                  <a16:creationId xmlns:a16="http://schemas.microsoft.com/office/drawing/2014/main" id="{FB313644-49FB-31C6-881A-833663FAEAC6}"/>
                </a:ext>
              </a:extLst>
            </p:cNvPr>
            <p:cNvCxnSpPr>
              <a:cxnSpLocks/>
            </p:cNvCxnSpPr>
            <p:nvPr/>
          </p:nvCxnSpPr>
          <p:spPr>
            <a:xfrm>
              <a:off x="2411264" y="3614603"/>
              <a:ext cx="144765" cy="0"/>
            </a:xfrm>
            <a:prstGeom prst="straightConnector1">
              <a:avLst/>
            </a:prstGeom>
            <a:ln>
              <a:solidFill>
                <a:srgbClr val="606060"/>
              </a:solidFill>
              <a:tailEnd type="arrow" w="lg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45">
              <a:extLst>
                <a:ext uri="{FF2B5EF4-FFF2-40B4-BE49-F238E27FC236}">
                  <a16:creationId xmlns:a16="http://schemas.microsoft.com/office/drawing/2014/main" id="{82E09DB7-6854-0126-0B94-2F0E360A2483}"/>
                </a:ext>
              </a:extLst>
            </p:cNvPr>
            <p:cNvSpPr txBox="1"/>
            <p:nvPr/>
          </p:nvSpPr>
          <p:spPr>
            <a:xfrm>
              <a:off x="4448235" y="3556624"/>
              <a:ext cx="925252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(~12% a.a.) 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38" name="TextBox 46">
              <a:extLst>
                <a:ext uri="{FF2B5EF4-FFF2-40B4-BE49-F238E27FC236}">
                  <a16:creationId xmlns:a16="http://schemas.microsoft.com/office/drawing/2014/main" id="{78C23350-ABCC-D5FE-A0D9-9EBDE2CE1366}"/>
                </a:ext>
              </a:extLst>
            </p:cNvPr>
            <p:cNvSpPr txBox="1"/>
            <p:nvPr/>
          </p:nvSpPr>
          <p:spPr>
            <a:xfrm>
              <a:off x="1143942" y="4005273"/>
              <a:ext cx="3207701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Base de compradores ativos superou 55 milhões, impulsionada por smartphones e marketplaces.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39" name="Rectangle: Rounded Corners 48">
              <a:extLst>
                <a:ext uri="{FF2B5EF4-FFF2-40B4-BE49-F238E27FC236}">
                  <a16:creationId xmlns:a16="http://schemas.microsoft.com/office/drawing/2014/main" id="{55CAC6A5-7FEA-3A83-DA05-912C8DE1A903}"/>
                </a:ext>
              </a:extLst>
            </p:cNvPr>
            <p:cNvSpPr/>
            <p:nvPr/>
          </p:nvSpPr>
          <p:spPr>
            <a:xfrm>
              <a:off x="1228940" y="4892111"/>
              <a:ext cx="4255874" cy="330284"/>
            </a:xfrm>
            <a:prstGeom prst="roundRect">
              <a:avLst>
                <a:gd name="adj" fmla="val 50000"/>
              </a:avLst>
            </a:prstGeom>
            <a:solidFill>
              <a:srgbClr val="1A1A19"/>
            </a:solidFill>
            <a:ln w="9525">
              <a:solidFill>
                <a:srgbClr val="B1B0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rgbClr val="C9C8C1"/>
                  </a:solidFill>
                  <a:latin typeface="Area Normal" pitchFamily="50" charset="0"/>
                </a:rPr>
                <a:t>31,5% do total em marketplaces (2017)</a:t>
              </a:r>
            </a:p>
          </p:txBody>
        </p:sp>
      </p:grpSp>
      <p:grpSp>
        <p:nvGrpSpPr>
          <p:cNvPr id="40" name="Group 64">
            <a:extLst>
              <a:ext uri="{FF2B5EF4-FFF2-40B4-BE49-F238E27FC236}">
                <a16:creationId xmlns:a16="http://schemas.microsoft.com/office/drawing/2014/main" id="{EA4D100F-E296-8944-4E22-669780A311EF}"/>
              </a:ext>
            </a:extLst>
          </p:cNvPr>
          <p:cNvGrpSpPr/>
          <p:nvPr/>
        </p:nvGrpSpPr>
        <p:grpSpPr>
          <a:xfrm>
            <a:off x="6405366" y="7795341"/>
            <a:ext cx="4841451" cy="2814008"/>
            <a:chOff x="6405366" y="2484987"/>
            <a:chExt cx="4841451" cy="2814008"/>
          </a:xfrm>
        </p:grpSpPr>
        <p:sp>
          <p:nvSpPr>
            <p:cNvPr id="41" name="Rectangle: Rounded Corners 49">
              <a:extLst>
                <a:ext uri="{FF2B5EF4-FFF2-40B4-BE49-F238E27FC236}">
                  <a16:creationId xmlns:a16="http://schemas.microsoft.com/office/drawing/2014/main" id="{D41386C2-5463-E617-F4BA-E8AC241E6997}"/>
                </a:ext>
              </a:extLst>
            </p:cNvPr>
            <p:cNvSpPr/>
            <p:nvPr/>
          </p:nvSpPr>
          <p:spPr>
            <a:xfrm>
              <a:off x="6405366" y="2484987"/>
              <a:ext cx="4831485" cy="2814008"/>
            </a:xfrm>
            <a:prstGeom prst="roundRect">
              <a:avLst>
                <a:gd name="adj" fmla="val 11653"/>
              </a:avLst>
            </a:prstGeom>
            <a:solidFill>
              <a:srgbClr val="8C2020"/>
            </a:solidFill>
            <a:ln>
              <a:noFill/>
            </a:ln>
            <a:effectLst>
              <a:outerShdw blurRad="1524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ctangle: Rounded Corners 50">
              <a:extLst>
                <a:ext uri="{FF2B5EF4-FFF2-40B4-BE49-F238E27FC236}">
                  <a16:creationId xmlns:a16="http://schemas.microsoft.com/office/drawing/2014/main" id="{23FE8E35-8689-BCC8-2DA1-1029F92582FA}"/>
                </a:ext>
              </a:extLst>
            </p:cNvPr>
            <p:cNvSpPr/>
            <p:nvPr/>
          </p:nvSpPr>
          <p:spPr>
            <a:xfrm>
              <a:off x="6415332" y="3019578"/>
              <a:ext cx="4831485" cy="2270447"/>
            </a:xfrm>
            <a:prstGeom prst="roundRect">
              <a:avLst>
                <a:gd name="adj" fmla="val 1165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TextBox 51">
              <a:extLst>
                <a:ext uri="{FF2B5EF4-FFF2-40B4-BE49-F238E27FC236}">
                  <a16:creationId xmlns:a16="http://schemas.microsoft.com/office/drawing/2014/main" id="{81A4A244-0179-3B50-82DE-BBC81E54C1DB}"/>
                </a:ext>
              </a:extLst>
            </p:cNvPr>
            <p:cNvSpPr txBox="1"/>
            <p:nvPr/>
          </p:nvSpPr>
          <p:spPr>
            <a:xfrm>
              <a:off x="7132441" y="2623386"/>
              <a:ext cx="3373934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pt-BR" b="0" i="0" u="none" noProof="0" dirty="0">
                  <a:solidFill>
                    <a:srgbClr val="F6C2C2"/>
                  </a:solidFill>
                  <a:latin typeface="Area Normal SemiBold" pitchFamily="50" charset="0"/>
                </a:rPr>
                <a:t>O gargalo do transporte</a:t>
              </a:r>
            </a:p>
          </p:txBody>
        </p:sp>
        <p:sp>
          <p:nvSpPr>
            <p:cNvPr id="51" name="TextBox 57">
              <a:extLst>
                <a:ext uri="{FF2B5EF4-FFF2-40B4-BE49-F238E27FC236}">
                  <a16:creationId xmlns:a16="http://schemas.microsoft.com/office/drawing/2014/main" id="{DF02FAD4-B7B8-C333-979D-7F15D9AEB448}"/>
                </a:ext>
              </a:extLst>
            </p:cNvPr>
            <p:cNvSpPr txBox="1"/>
            <p:nvPr/>
          </p:nvSpPr>
          <p:spPr>
            <a:xfrm>
              <a:off x="6614091" y="3721701"/>
              <a:ext cx="4278384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400" dirty="0">
                  <a:solidFill>
                    <a:srgbClr val="606060"/>
                  </a:solidFill>
                  <a:latin typeface="Area Normal SemiBold" pitchFamily="50" charset="0"/>
                </a:rPr>
                <a:t>Enquanto a aquisição de clientes acelerava, a infraestrutura logística não acompanhava o mesmo ritmo, afetando a escalabilidade das operações.</a:t>
              </a:r>
              <a:endParaRPr lang="pt-BR" sz="1050" b="0" i="0" u="none" noProof="0" dirty="0">
                <a:solidFill>
                  <a:srgbClr val="606060"/>
                </a:solidFill>
                <a:latin typeface="Area Normal SemiBold" pitchFamily="50" charset="0"/>
              </a:endParaRPr>
            </a:p>
          </p:txBody>
        </p:sp>
        <p:sp>
          <p:nvSpPr>
            <p:cNvPr id="53" name="Rectangle: Rounded Corners 58">
              <a:extLst>
                <a:ext uri="{FF2B5EF4-FFF2-40B4-BE49-F238E27FC236}">
                  <a16:creationId xmlns:a16="http://schemas.microsoft.com/office/drawing/2014/main" id="{65FD8AFE-B3EF-B1B7-C7F3-71F4D914557D}"/>
                </a:ext>
              </a:extLst>
            </p:cNvPr>
            <p:cNvSpPr/>
            <p:nvPr/>
          </p:nvSpPr>
          <p:spPr>
            <a:xfrm>
              <a:off x="6699089" y="4892111"/>
              <a:ext cx="4255874" cy="330284"/>
            </a:xfrm>
            <a:prstGeom prst="roundRect">
              <a:avLst>
                <a:gd name="adj" fmla="val 50000"/>
              </a:avLst>
            </a:prstGeom>
            <a:solidFill>
              <a:srgbClr val="1A1A19"/>
            </a:solidFill>
            <a:ln>
              <a:solidFill>
                <a:srgbClr val="F2A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rgbClr val="F2A4A4"/>
                  </a:solidFill>
                  <a:latin typeface="Area Normal" pitchFamily="50" charset="0"/>
                </a:rPr>
                <a:t>Prazo de entrega = um dos principais fatores de retenção</a:t>
              </a:r>
            </a:p>
          </p:txBody>
        </p:sp>
        <p:pic>
          <p:nvPicPr>
            <p:cNvPr id="55" name="Graphic 60">
              <a:extLst>
                <a:ext uri="{FF2B5EF4-FFF2-40B4-BE49-F238E27FC236}">
                  <a16:creationId xmlns:a16="http://schemas.microsoft.com/office/drawing/2014/main" id="{4A516084-410C-B6D6-6F20-4DEEEB020F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71001" y="2570254"/>
              <a:ext cx="348206" cy="348206"/>
            </a:xfrm>
            <a:prstGeom prst="rect">
              <a:avLst/>
            </a:prstGeom>
          </p:spPr>
        </p:pic>
      </p:grpSp>
      <p:sp>
        <p:nvSpPr>
          <p:cNvPr id="69" name="Rectangle: Rounded Corners 2">
            <a:extLst>
              <a:ext uri="{FF2B5EF4-FFF2-40B4-BE49-F238E27FC236}">
                <a16:creationId xmlns:a16="http://schemas.microsoft.com/office/drawing/2014/main" id="{2CB4FE3C-D687-0A80-8571-6BD7CD0FCD23}"/>
              </a:ext>
            </a:extLst>
          </p:cNvPr>
          <p:cNvSpPr/>
          <p:nvPr/>
        </p:nvSpPr>
        <p:spPr>
          <a:xfrm>
            <a:off x="-9090047" y="2644122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ctangle: Rounded Corners 9">
            <a:extLst>
              <a:ext uri="{FF2B5EF4-FFF2-40B4-BE49-F238E27FC236}">
                <a16:creationId xmlns:a16="http://schemas.microsoft.com/office/drawing/2014/main" id="{4BFE2427-25FB-1EDA-314F-6288854731F8}"/>
              </a:ext>
            </a:extLst>
          </p:cNvPr>
          <p:cNvSpPr/>
          <p:nvPr/>
        </p:nvSpPr>
        <p:spPr>
          <a:xfrm>
            <a:off x="-9090047" y="2644122"/>
            <a:ext cx="7581899" cy="444609"/>
          </a:xfrm>
          <a:prstGeom prst="roundRect">
            <a:avLst/>
          </a:prstGeom>
          <a:solidFill>
            <a:srgbClr val="558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3" name="Rectangle: Rounded Corners 11">
            <a:extLst>
              <a:ext uri="{FF2B5EF4-FFF2-40B4-BE49-F238E27FC236}">
                <a16:creationId xmlns:a16="http://schemas.microsoft.com/office/drawing/2014/main" id="{38AB11EC-D1D1-92D2-EBF0-D26FD9498C5A}"/>
              </a:ext>
            </a:extLst>
          </p:cNvPr>
          <p:cNvSpPr/>
          <p:nvPr/>
        </p:nvSpPr>
        <p:spPr>
          <a:xfrm>
            <a:off x="-9090048" y="3241131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Rectangle: Rounded Corners 13">
            <a:extLst>
              <a:ext uri="{FF2B5EF4-FFF2-40B4-BE49-F238E27FC236}">
                <a16:creationId xmlns:a16="http://schemas.microsoft.com/office/drawing/2014/main" id="{6C141DCA-2508-4F94-10F6-BEB25E90795B}"/>
              </a:ext>
            </a:extLst>
          </p:cNvPr>
          <p:cNvSpPr/>
          <p:nvPr/>
        </p:nvSpPr>
        <p:spPr>
          <a:xfrm>
            <a:off x="-9090048" y="3241131"/>
            <a:ext cx="4028209" cy="444609"/>
          </a:xfrm>
          <a:prstGeom prst="roundRect">
            <a:avLst/>
          </a:prstGeom>
          <a:solidFill>
            <a:srgbClr val="EA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BFA4F64-A191-3AC9-B6B7-8A872CA7A81D}"/>
              </a:ext>
            </a:extLst>
          </p:cNvPr>
          <p:cNvSpPr/>
          <p:nvPr/>
        </p:nvSpPr>
        <p:spPr>
          <a:xfrm>
            <a:off x="-12502299" y="0"/>
            <a:ext cx="12192000" cy="6858000"/>
          </a:xfrm>
          <a:prstGeom prst="rect">
            <a:avLst/>
          </a:prstGeom>
          <a:solidFill>
            <a:srgbClr val="C3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F383F5-355B-622A-923B-96830672B65C}"/>
              </a:ext>
            </a:extLst>
          </p:cNvPr>
          <p:cNvSpPr txBox="1"/>
          <p:nvPr/>
        </p:nvSpPr>
        <p:spPr>
          <a:xfrm>
            <a:off x="-3602228" y="3048793"/>
            <a:ext cx="328240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ExtraBold" pitchFamily="50" charset="0"/>
              </a:rPr>
              <a:t>Visão Geral </a:t>
            </a:r>
          </a:p>
          <a:p>
            <a:pPr algn="l"/>
            <a:r>
              <a:rPr lang="pt-BR" sz="4000" b="1" i="0" u="none" noProof="0" dirty="0">
                <a:solidFill>
                  <a:srgbClr val="0F172A"/>
                </a:solidFill>
                <a:latin typeface="Area Normal ExtraBold" pitchFamily="50" charset="0"/>
              </a:rPr>
              <a:t>da Análise</a:t>
            </a:r>
          </a:p>
        </p:txBody>
      </p:sp>
      <p:sp>
        <p:nvSpPr>
          <p:cNvPr id="17" name="Retângulo: Cantos Arredondados 2">
            <a:extLst>
              <a:ext uri="{FF2B5EF4-FFF2-40B4-BE49-F238E27FC236}">
                <a16:creationId xmlns:a16="http://schemas.microsoft.com/office/drawing/2014/main" id="{EBB88E5A-1011-B6C8-FB46-37DAFFACA2B7}"/>
              </a:ext>
            </a:extLst>
          </p:cNvPr>
          <p:cNvSpPr/>
          <p:nvPr/>
        </p:nvSpPr>
        <p:spPr>
          <a:xfrm>
            <a:off x="80128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Desempenho Logístico e Satisfação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26F1E1E-5F28-496C-A800-7D4BFE6D835B}"/>
              </a:ext>
            </a:extLst>
          </p:cNvPr>
          <p:cNvSpPr txBox="1"/>
          <p:nvPr/>
        </p:nvSpPr>
        <p:spPr>
          <a:xfrm>
            <a:off x="1844259" y="5017863"/>
            <a:ext cx="9312406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BR" sz="1600" b="1" noProof="0" dirty="0">
                <a:solidFill>
                  <a:srgbClr val="475569"/>
                </a:solidFill>
                <a:latin typeface="Area Normal SemiBold" pitchFamily="50" charset="0"/>
              </a:rPr>
              <a:t>Queda</a:t>
            </a:r>
            <a:r>
              <a:rPr lang="pt-BR" sz="1600" b="1" i="0" u="none" noProof="0" dirty="0">
                <a:solidFill>
                  <a:srgbClr val="475569"/>
                </a:solidFill>
                <a:latin typeface="Area Normal SemiBold" pitchFamily="50" charset="0"/>
              </a:rPr>
              <a:t> na avaliação dos pedidos:</a:t>
            </a:r>
            <a:r>
              <a:rPr lang="pt-BR" sz="1600" b="0" i="0" u="none" noProof="0" dirty="0">
                <a:solidFill>
                  <a:srgbClr val="475569"/>
                </a:solidFill>
                <a:latin typeface="Area Normal SemiBold" pitchFamily="50" charset="0"/>
              </a:rPr>
              <a:t> </a:t>
            </a: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O atraso na entrega reduz a avaliação do cliente em quase 50% (2,02 pontos), impactando a percepção de valor da marca e inviabilizando a possibilidade de recompra de maneira orgânica.</a:t>
            </a:r>
            <a:endParaRPr lang="pt-BR" sz="1600" b="0" i="0" u="none" noProof="0" dirty="0">
              <a:solidFill>
                <a:srgbClr val="475569"/>
              </a:solidFill>
              <a:latin typeface="Area Normal SemiBold" pitchFamily="50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A85CFD-11B3-4D9A-EB3A-40C9F900E742}"/>
              </a:ext>
            </a:extLst>
          </p:cNvPr>
          <p:cNvSpPr/>
          <p:nvPr/>
        </p:nvSpPr>
        <p:spPr>
          <a:xfrm>
            <a:off x="2400301" y="2644122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20AE63-35AD-517E-1D39-AE923BF5055F}"/>
              </a:ext>
            </a:extLst>
          </p:cNvPr>
          <p:cNvSpPr/>
          <p:nvPr/>
        </p:nvSpPr>
        <p:spPr>
          <a:xfrm>
            <a:off x="2400301" y="2644122"/>
            <a:ext cx="7581899" cy="444609"/>
          </a:xfrm>
          <a:prstGeom prst="roundRect">
            <a:avLst/>
          </a:prstGeom>
          <a:solidFill>
            <a:srgbClr val="558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B1AD5C-9A7C-1383-E0BD-250787FF5BEB}"/>
              </a:ext>
            </a:extLst>
          </p:cNvPr>
          <p:cNvSpPr/>
          <p:nvPr/>
        </p:nvSpPr>
        <p:spPr>
          <a:xfrm>
            <a:off x="2400300" y="3241131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84B8FA-E822-DBFE-12EA-F9A4069828F8}"/>
              </a:ext>
            </a:extLst>
          </p:cNvPr>
          <p:cNvSpPr/>
          <p:nvPr/>
        </p:nvSpPr>
        <p:spPr>
          <a:xfrm>
            <a:off x="2400300" y="3241131"/>
            <a:ext cx="4028209" cy="444609"/>
          </a:xfrm>
          <a:prstGeom prst="roundRect">
            <a:avLst/>
          </a:prstGeom>
          <a:solidFill>
            <a:srgbClr val="EA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2AF0FD-70EB-6C22-5AA0-E2ED6BD1E354}"/>
              </a:ext>
            </a:extLst>
          </p:cNvPr>
          <p:cNvSpPr txBox="1"/>
          <p:nvPr/>
        </p:nvSpPr>
        <p:spPr>
          <a:xfrm>
            <a:off x="9016871" y="2715331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ea Normal ExtraBold" pitchFamily="50" charset="0"/>
              </a:rPr>
              <a:t>4.29/5.0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A316C2-6FAB-A3C6-6081-3BB864ADB01D}"/>
              </a:ext>
            </a:extLst>
          </p:cNvPr>
          <p:cNvSpPr txBox="1"/>
          <p:nvPr/>
        </p:nvSpPr>
        <p:spPr>
          <a:xfrm>
            <a:off x="5490432" y="3312314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ea Normal ExtraBold" pitchFamily="50" charset="0"/>
              </a:rPr>
              <a:t>2.27/5.0</a:t>
            </a:r>
          </a:p>
        </p:txBody>
      </p:sp>
      <p:sp>
        <p:nvSpPr>
          <p:cNvPr id="7" name="Rectangle 24">
            <a:extLst>
              <a:ext uri="{FF2B5EF4-FFF2-40B4-BE49-F238E27FC236}">
                <a16:creationId xmlns:a16="http://schemas.microsoft.com/office/drawing/2014/main" id="{7A2F4E1B-B1A0-5AC6-4AF2-43D565F8E141}"/>
              </a:ext>
            </a:extLst>
          </p:cNvPr>
          <p:cNvSpPr/>
          <p:nvPr/>
        </p:nvSpPr>
        <p:spPr>
          <a:xfrm>
            <a:off x="12362915" y="0"/>
            <a:ext cx="12192001" cy="6858000"/>
          </a:xfrm>
          <a:prstGeom prst="rect">
            <a:avLst/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: Rounded Corners 4">
            <a:extLst>
              <a:ext uri="{FF2B5EF4-FFF2-40B4-BE49-F238E27FC236}">
                <a16:creationId xmlns:a16="http://schemas.microsoft.com/office/drawing/2014/main" id="{714EDBBB-EC4C-7BEF-43B8-A134E4647DF8}"/>
              </a:ext>
            </a:extLst>
          </p:cNvPr>
          <p:cNvSpPr/>
          <p:nvPr/>
        </p:nvSpPr>
        <p:spPr>
          <a:xfrm>
            <a:off x="16718829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23" name="Rectangle: Rounded Corners 13">
            <a:extLst>
              <a:ext uri="{FF2B5EF4-FFF2-40B4-BE49-F238E27FC236}">
                <a16:creationId xmlns:a16="http://schemas.microsoft.com/office/drawing/2014/main" id="{9AF21384-7AAE-B32D-0C4C-AA0F76494B9F}"/>
              </a:ext>
            </a:extLst>
          </p:cNvPr>
          <p:cNvSpPr/>
          <p:nvPr/>
        </p:nvSpPr>
        <p:spPr>
          <a:xfrm>
            <a:off x="14021667" y="3546477"/>
            <a:ext cx="5106987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27" name="dash">
            <a:extLst>
              <a:ext uri="{FF2B5EF4-FFF2-40B4-BE49-F238E27FC236}">
                <a16:creationId xmlns:a16="http://schemas.microsoft.com/office/drawing/2014/main" id="{D622EFB6-A988-BA40-A4A7-9D11C141D67B}"/>
              </a:ext>
            </a:extLst>
          </p:cNvPr>
          <p:cNvSpPr>
            <a:spLocks/>
          </p:cNvSpPr>
          <p:nvPr/>
        </p:nvSpPr>
        <p:spPr>
          <a:xfrm>
            <a:off x="14021667" y="1681746"/>
            <a:ext cx="2409825" cy="1574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ea Variable Regular Black" pitchFamily="2" charset="0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DD9BBFB8-1354-FEDE-2758-2EF857DCCE69}"/>
              </a:ext>
            </a:extLst>
          </p:cNvPr>
          <p:cNvSpPr txBox="1"/>
          <p:nvPr/>
        </p:nvSpPr>
        <p:spPr>
          <a:xfrm>
            <a:off x="14291542" y="2089733"/>
            <a:ext cx="168592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96.476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55A836DE-6296-C9DF-CD28-325CBD4F1801}"/>
              </a:ext>
            </a:extLst>
          </p:cNvPr>
          <p:cNvSpPr txBox="1"/>
          <p:nvPr/>
        </p:nvSpPr>
        <p:spPr>
          <a:xfrm>
            <a:off x="14291542" y="2710921"/>
            <a:ext cx="194545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Pedidos Entregues Analisados</a:t>
            </a: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CB37142-134E-CCE0-29F2-058B4DAAA8F0}"/>
              </a:ext>
            </a:extLst>
          </p:cNvPr>
          <p:cNvSpPr txBox="1"/>
          <p:nvPr/>
        </p:nvSpPr>
        <p:spPr>
          <a:xfrm>
            <a:off x="16943302" y="2089733"/>
            <a:ext cx="1116965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6,8%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81E52D37-C056-AC41-AB4F-55C4F622BD7F}"/>
              </a:ext>
            </a:extLst>
          </p:cNvPr>
          <p:cNvSpPr txBox="1"/>
          <p:nvPr/>
        </p:nvSpPr>
        <p:spPr>
          <a:xfrm>
            <a:off x="16943302" y="2710920"/>
            <a:ext cx="212960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Taxa Média de Atraso na Entrega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69C57FC5-4BEF-9DAD-D458-FB402BFA7A7D}"/>
              </a:ext>
            </a:extLst>
          </p:cNvPr>
          <p:cNvSpPr txBox="1"/>
          <p:nvPr/>
        </p:nvSpPr>
        <p:spPr>
          <a:xfrm>
            <a:off x="14322341" y="4055478"/>
            <a:ext cx="4270579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pt-BR" sz="3150" b="0" i="0" u="none" noProof="0" dirty="0">
                <a:solidFill>
                  <a:srgbClr val="0F172A"/>
                </a:solidFill>
                <a:latin typeface="Area Normal ExtraBold" pitchFamily="50" charset="0"/>
              </a:rPr>
              <a:t>R$ 720.919,84</a:t>
            </a:r>
          </a:p>
        </p:txBody>
      </p:sp>
      <p:sp>
        <p:nvSpPr>
          <p:cNvPr id="51" name="TextBox 11">
            <a:extLst>
              <a:ext uri="{FF2B5EF4-FFF2-40B4-BE49-F238E27FC236}">
                <a16:creationId xmlns:a16="http://schemas.microsoft.com/office/drawing/2014/main" id="{A3A0B7B3-F78A-ECA6-B776-440969818B26}"/>
              </a:ext>
            </a:extLst>
          </p:cNvPr>
          <p:cNvSpPr txBox="1"/>
          <p:nvPr/>
        </p:nvSpPr>
        <p:spPr>
          <a:xfrm>
            <a:off x="14322341" y="4676666"/>
            <a:ext cx="373792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0" i="0" u="none" noProof="0" dirty="0">
                <a:solidFill>
                  <a:srgbClr val="475569"/>
                </a:solidFill>
                <a:latin typeface="Area Normal ExtraBold" pitchFamily="50" charset="0"/>
              </a:rPr>
              <a:t>Receita Associada ao Risco Operacional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FB9C0-893E-7AA6-74D7-BDAAF95D0399}"/>
              </a:ext>
            </a:extLst>
          </p:cNvPr>
          <p:cNvSpPr txBox="1"/>
          <p:nvPr/>
        </p:nvSpPr>
        <p:spPr>
          <a:xfrm>
            <a:off x="1190514" y="2604816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Entregues </a:t>
            </a:r>
          </a:p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no prazo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35C66-100F-C1F3-5FF4-E5C5794395BA}"/>
              </a:ext>
            </a:extLst>
          </p:cNvPr>
          <p:cNvSpPr txBox="1"/>
          <p:nvPr/>
        </p:nvSpPr>
        <p:spPr>
          <a:xfrm>
            <a:off x="1148035" y="3202485"/>
            <a:ext cx="1252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Entregues</a:t>
            </a:r>
          </a:p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com atraso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54342-7E7E-6746-D5EA-1F9B4FD9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2">
            <a:extLst>
              <a:ext uri="{FF2B5EF4-FFF2-40B4-BE49-F238E27FC236}">
                <a16:creationId xmlns:a16="http://schemas.microsoft.com/office/drawing/2014/main" id="{735F051D-3A66-4735-91B2-49689847C67B}"/>
              </a:ext>
            </a:extLst>
          </p:cNvPr>
          <p:cNvSpPr>
            <a:spLocks/>
          </p:cNvSpPr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C741FD-D031-FA27-CB4B-70924C89C88A}"/>
              </a:ext>
            </a:extLst>
          </p:cNvPr>
          <p:cNvSpPr/>
          <p:nvPr/>
        </p:nvSpPr>
        <p:spPr>
          <a:xfrm>
            <a:off x="2400301" y="2644122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A232DC-9070-A779-B903-DD973B19CC20}"/>
              </a:ext>
            </a:extLst>
          </p:cNvPr>
          <p:cNvSpPr/>
          <p:nvPr/>
        </p:nvSpPr>
        <p:spPr>
          <a:xfrm>
            <a:off x="2400300" y="3241131"/>
            <a:ext cx="8839200" cy="4446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F6CFAD-2EF9-C8BA-A1D0-C3EC0E8AD760}"/>
              </a:ext>
            </a:extLst>
          </p:cNvPr>
          <p:cNvSpPr/>
          <p:nvPr/>
        </p:nvSpPr>
        <p:spPr>
          <a:xfrm>
            <a:off x="2400300" y="3241131"/>
            <a:ext cx="8375650" cy="444609"/>
          </a:xfrm>
          <a:prstGeom prst="roundRect">
            <a:avLst/>
          </a:prstGeom>
          <a:solidFill>
            <a:srgbClr val="EA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37094-32D8-4995-C55D-503ABC2CEC24}"/>
              </a:ext>
            </a:extLst>
          </p:cNvPr>
          <p:cNvSpPr txBox="1"/>
          <p:nvPr/>
        </p:nvSpPr>
        <p:spPr>
          <a:xfrm>
            <a:off x="9788478" y="3312314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ea Normal ExtraBold" pitchFamily="50" charset="0"/>
              </a:rPr>
              <a:t>27,4 dias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C32A4-9B0F-E2B4-CDF6-76742835B687}"/>
              </a:ext>
            </a:extLst>
          </p:cNvPr>
          <p:cNvSpPr txBox="1"/>
          <p:nvPr/>
        </p:nvSpPr>
        <p:spPr>
          <a:xfrm>
            <a:off x="657515" y="2604816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Tempo vendedor</a:t>
            </a:r>
          </a:p>
          <a:p>
            <a:pPr algn="r"/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(Postagem)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0480B-8D11-EAA1-81AA-F95E6847E287}"/>
              </a:ext>
            </a:extLst>
          </p:cNvPr>
          <p:cNvSpPr txBox="1"/>
          <p:nvPr/>
        </p:nvSpPr>
        <p:spPr>
          <a:xfrm>
            <a:off x="822626" y="3206745"/>
            <a:ext cx="157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Tempo</a:t>
            </a:r>
          </a:p>
          <a:p>
            <a:r>
              <a:rPr lang="pt-BR" sz="1400" dirty="0">
                <a:solidFill>
                  <a:srgbClr val="0F172A"/>
                </a:solidFill>
                <a:latin typeface="Area Normal ExtraBold" pitchFamily="50" charset="0"/>
              </a:rPr>
              <a:t>transportadora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29F590-FEEB-461D-D8A5-1CA2DCD80F8B}"/>
              </a:ext>
            </a:extLst>
          </p:cNvPr>
          <p:cNvSpPr txBox="1"/>
          <p:nvPr/>
        </p:nvSpPr>
        <p:spPr>
          <a:xfrm>
            <a:off x="571500" y="4762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Onde Está o Tempo do Atraso?</a:t>
            </a:r>
          </a:p>
        </p:txBody>
      </p:sp>
      <p:sp>
        <p:nvSpPr>
          <p:cNvPr id="59" name="TextBox 4">
            <a:extLst>
              <a:ext uri="{FF2B5EF4-FFF2-40B4-BE49-F238E27FC236}">
                <a16:creationId xmlns:a16="http://schemas.microsoft.com/office/drawing/2014/main" id="{057B7C3F-3471-7DAD-2421-C1747E0F9385}"/>
              </a:ext>
            </a:extLst>
          </p:cNvPr>
          <p:cNvSpPr txBox="1"/>
          <p:nvPr/>
        </p:nvSpPr>
        <p:spPr>
          <a:xfrm>
            <a:off x="2078954" y="5048793"/>
            <a:ext cx="85865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BR" sz="1600" b="1" noProof="0" dirty="0">
                <a:solidFill>
                  <a:srgbClr val="475569"/>
                </a:solidFill>
                <a:latin typeface="Area Normal SemiBold" pitchFamily="50" charset="0"/>
              </a:rPr>
              <a:t>Gargalo Concentrado no Transporte: </a:t>
            </a: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Em pedidos atrasados, o transporte consome 83% do tempo total. O envio pelo vendedor é rápida, mas a logística de distribuição é o ponto crítico.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0DA7EA-81AF-8287-1C3A-E64E199A2FD6}"/>
              </a:ext>
            </a:extLst>
          </p:cNvPr>
          <p:cNvSpPr/>
          <p:nvPr/>
        </p:nvSpPr>
        <p:spPr>
          <a:xfrm>
            <a:off x="2400302" y="2644122"/>
            <a:ext cx="1751012" cy="444609"/>
          </a:xfrm>
          <a:prstGeom prst="roundRect">
            <a:avLst/>
          </a:prstGeom>
          <a:solidFill>
            <a:srgbClr val="558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17856D-80F8-F497-C835-F604312BD318}"/>
              </a:ext>
            </a:extLst>
          </p:cNvPr>
          <p:cNvSpPr txBox="1"/>
          <p:nvPr/>
        </p:nvSpPr>
        <p:spPr>
          <a:xfrm>
            <a:off x="3266851" y="2715331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Area Normal ExtraBold" pitchFamily="50" charset="0"/>
              </a:rPr>
              <a:t>5,6 dias</a:t>
            </a:r>
          </a:p>
        </p:txBody>
      </p:sp>
    </p:spTree>
    <p:extLst>
      <p:ext uri="{BB962C8B-B14F-4D97-AF65-F5344CB8AC3E}">
        <p14:creationId xmlns:p14="http://schemas.microsoft.com/office/powerpoint/2010/main" val="4034804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2">
            <a:extLst>
              <a:ext uri="{FF2B5EF4-FFF2-40B4-BE49-F238E27FC236}">
                <a16:creationId xmlns:a16="http://schemas.microsoft.com/office/drawing/2014/main" id="{E659ACAB-8FD3-BDFD-6523-6596F94264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A36C3D-CC81-5BAE-4A2E-EE0CD192D104}"/>
              </a:ext>
            </a:extLst>
          </p:cNvPr>
          <p:cNvSpPr/>
          <p:nvPr/>
        </p:nvSpPr>
        <p:spPr>
          <a:xfrm>
            <a:off x="2095500" y="2304064"/>
            <a:ext cx="7753350" cy="371066"/>
          </a:xfrm>
          <a:prstGeom prst="roundRect">
            <a:avLst>
              <a:gd name="adj" fmla="val 50000"/>
            </a:avLst>
          </a:prstGeom>
          <a:solidFill>
            <a:srgbClr val="83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9C3D72-C7C3-BAA3-AD3F-76046614F5C4}"/>
              </a:ext>
            </a:extLst>
          </p:cNvPr>
          <p:cNvSpPr/>
          <p:nvPr/>
        </p:nvSpPr>
        <p:spPr>
          <a:xfrm>
            <a:off x="2095500" y="2773829"/>
            <a:ext cx="7715250" cy="371066"/>
          </a:xfrm>
          <a:prstGeom prst="roundRect">
            <a:avLst>
              <a:gd name="adj" fmla="val 50000"/>
            </a:avLst>
          </a:prstGeom>
          <a:solidFill>
            <a:srgbClr val="A1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27BDA3-7559-9480-61AC-A23C2CD1A307}"/>
              </a:ext>
            </a:extLst>
          </p:cNvPr>
          <p:cNvSpPr/>
          <p:nvPr/>
        </p:nvSpPr>
        <p:spPr>
          <a:xfrm>
            <a:off x="2095500" y="3243594"/>
            <a:ext cx="2292350" cy="371066"/>
          </a:xfrm>
          <a:prstGeom prst="roundRect">
            <a:avLst>
              <a:gd name="adj" fmla="val 50000"/>
            </a:avLst>
          </a:prstGeom>
          <a:solidFill>
            <a:srgbClr val="BB3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8918A30-586A-E719-114E-78755E8389A7}"/>
              </a:ext>
            </a:extLst>
          </p:cNvPr>
          <p:cNvSpPr/>
          <p:nvPr/>
        </p:nvSpPr>
        <p:spPr>
          <a:xfrm>
            <a:off x="2095500" y="3708306"/>
            <a:ext cx="2025650" cy="371066"/>
          </a:xfrm>
          <a:prstGeom prst="roundRect">
            <a:avLst>
              <a:gd name="adj" fmla="val 50000"/>
            </a:avLst>
          </a:prstGeom>
          <a:solidFill>
            <a:srgbClr val="D44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34" name="206">
            <a:extLst>
              <a:ext uri="{FF2B5EF4-FFF2-40B4-BE49-F238E27FC236}">
                <a16:creationId xmlns:a16="http://schemas.microsoft.com/office/drawing/2014/main" id="{B8725C1A-4C32-3189-0997-263AFDB7B6D3}"/>
              </a:ext>
            </a:extLst>
          </p:cNvPr>
          <p:cNvSpPr/>
          <p:nvPr/>
        </p:nvSpPr>
        <p:spPr>
          <a:xfrm>
            <a:off x="2086946" y="4182870"/>
            <a:ext cx="1494454" cy="371066"/>
          </a:xfrm>
          <a:prstGeom prst="roundRect">
            <a:avLst>
              <a:gd name="adj" fmla="val 50000"/>
            </a:avLst>
          </a:prstGeom>
          <a:solidFill>
            <a:srgbClr val="E06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8AD156-AEC9-F426-3DCE-0D5DFD060A13}"/>
              </a:ext>
            </a:extLst>
          </p:cNvPr>
          <p:cNvSpPr txBox="1"/>
          <p:nvPr/>
        </p:nvSpPr>
        <p:spPr>
          <a:xfrm>
            <a:off x="5674042" y="2365187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R$178.864,28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0ECAE3-3441-C1D8-B0E5-924504F72A67}"/>
              </a:ext>
            </a:extLst>
          </p:cNvPr>
          <p:cNvSpPr txBox="1"/>
          <p:nvPr/>
        </p:nvSpPr>
        <p:spPr>
          <a:xfrm>
            <a:off x="5674041" y="2839519"/>
            <a:ext cx="1218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R$177.932,98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A719D8-942E-C791-DD86-AD37D4EBDA2C}"/>
              </a:ext>
            </a:extLst>
          </p:cNvPr>
          <p:cNvSpPr txBox="1"/>
          <p:nvPr/>
        </p:nvSpPr>
        <p:spPr>
          <a:xfrm>
            <a:off x="5662821" y="3303028"/>
            <a:ext cx="1218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R$52.820,89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976160-2261-2E90-A5E0-F57D4E153864}"/>
              </a:ext>
            </a:extLst>
          </p:cNvPr>
          <p:cNvSpPr txBox="1"/>
          <p:nvPr/>
        </p:nvSpPr>
        <p:spPr>
          <a:xfrm>
            <a:off x="5662822" y="3767555"/>
            <a:ext cx="1218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R$46.939,07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8AE202-7407-5812-6FBF-598BA463471A}"/>
              </a:ext>
            </a:extLst>
          </p:cNvPr>
          <p:cNvSpPr txBox="1"/>
          <p:nvPr/>
        </p:nvSpPr>
        <p:spPr>
          <a:xfrm>
            <a:off x="5674042" y="4224038"/>
            <a:ext cx="1218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R$34.288,34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4A6695-9877-F6F9-3F47-D9C3997F22EF}"/>
              </a:ext>
            </a:extLst>
          </p:cNvPr>
          <p:cNvSpPr txBox="1"/>
          <p:nvPr/>
        </p:nvSpPr>
        <p:spPr>
          <a:xfrm>
            <a:off x="2165837" y="236518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971 Pedidos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6DC0F9-5FDE-B508-AC61-F78115B431A4}"/>
              </a:ext>
            </a:extLst>
          </p:cNvPr>
          <p:cNvSpPr txBox="1"/>
          <p:nvPr/>
        </p:nvSpPr>
        <p:spPr>
          <a:xfrm>
            <a:off x="2143125" y="2835781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1064 Pedidos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8FA0F4-8DAC-9F05-15FB-576FC088BAF1}"/>
              </a:ext>
            </a:extLst>
          </p:cNvPr>
          <p:cNvSpPr txBox="1"/>
          <p:nvPr/>
        </p:nvSpPr>
        <p:spPr>
          <a:xfrm>
            <a:off x="2179192" y="3318476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298 Pedidos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2D9341-8021-7795-ACF6-9C84C14CED35}"/>
              </a:ext>
            </a:extLst>
          </p:cNvPr>
          <p:cNvSpPr txBox="1"/>
          <p:nvPr/>
        </p:nvSpPr>
        <p:spPr>
          <a:xfrm>
            <a:off x="2165837" y="3775764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231 Pedidos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863D85-C48D-C6A3-60C8-C8C74D3B7482}"/>
              </a:ext>
            </a:extLst>
          </p:cNvPr>
          <p:cNvSpPr txBox="1"/>
          <p:nvPr/>
        </p:nvSpPr>
        <p:spPr>
          <a:xfrm>
            <a:off x="2179192" y="4244872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206 Pedidos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075D1B-A75B-C391-32D7-F658150A362D}"/>
              </a:ext>
            </a:extLst>
          </p:cNvPr>
          <p:cNvSpPr txBox="1"/>
          <p:nvPr/>
        </p:nvSpPr>
        <p:spPr>
          <a:xfrm>
            <a:off x="9191298" y="2365187"/>
            <a:ext cx="657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24,8%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BFB48C-6B5C-E9C8-94CF-FB10C5ED4209}"/>
              </a:ext>
            </a:extLst>
          </p:cNvPr>
          <p:cNvSpPr txBox="1"/>
          <p:nvPr/>
        </p:nvSpPr>
        <p:spPr>
          <a:xfrm>
            <a:off x="9193450" y="2846049"/>
            <a:ext cx="643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ea Normal ExtraBold" pitchFamily="50" charset="0"/>
              </a:rPr>
              <a:t>24,7%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E3ECCA-C1C3-948E-26D9-C74DEC414ECA}"/>
              </a:ext>
            </a:extLst>
          </p:cNvPr>
          <p:cNvSpPr txBox="1"/>
          <p:nvPr/>
        </p:nvSpPr>
        <p:spPr>
          <a:xfrm>
            <a:off x="9254187" y="3239440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7,3%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FE79C2-6EB8-CE06-7040-7539F4E60532}"/>
              </a:ext>
            </a:extLst>
          </p:cNvPr>
          <p:cNvSpPr txBox="1"/>
          <p:nvPr/>
        </p:nvSpPr>
        <p:spPr>
          <a:xfrm>
            <a:off x="9254187" y="3763150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6,5%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EF6F65-9F30-35BF-C34D-2D040BAEA803}"/>
              </a:ext>
            </a:extLst>
          </p:cNvPr>
          <p:cNvSpPr txBox="1"/>
          <p:nvPr/>
        </p:nvSpPr>
        <p:spPr>
          <a:xfrm>
            <a:off x="9250981" y="423506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4,8%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3EB022-ED5A-B7F3-E98E-32918C18E65F}"/>
              </a:ext>
            </a:extLst>
          </p:cNvPr>
          <p:cNvSpPr txBox="1"/>
          <p:nvPr/>
        </p:nvSpPr>
        <p:spPr>
          <a:xfrm>
            <a:off x="1591646" y="235311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SP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C84AD1-C47D-134F-517D-55C821D67070}"/>
              </a:ext>
            </a:extLst>
          </p:cNvPr>
          <p:cNvSpPr txBox="1"/>
          <p:nvPr/>
        </p:nvSpPr>
        <p:spPr>
          <a:xfrm>
            <a:off x="1598334" y="283578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RJ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B25C9C-AD5D-3AD3-2A7C-E0B59AE9309B}"/>
              </a:ext>
            </a:extLst>
          </p:cNvPr>
          <p:cNvSpPr txBox="1"/>
          <p:nvPr/>
        </p:nvSpPr>
        <p:spPr>
          <a:xfrm>
            <a:off x="1591646" y="3294646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MG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E23736-EA0E-EDCF-C481-BF09C1A12F45}"/>
              </a:ext>
            </a:extLst>
          </p:cNvPr>
          <p:cNvSpPr txBox="1"/>
          <p:nvPr/>
        </p:nvSpPr>
        <p:spPr>
          <a:xfrm>
            <a:off x="1585522" y="3763150"/>
            <a:ext cx="413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BA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3B90C6-4F60-378E-F7C8-4B5905325BFB}"/>
              </a:ext>
            </a:extLst>
          </p:cNvPr>
          <p:cNvSpPr txBox="1"/>
          <p:nvPr/>
        </p:nvSpPr>
        <p:spPr>
          <a:xfrm>
            <a:off x="1632523" y="4270173"/>
            <a:ext cx="393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262626"/>
                </a:solidFill>
                <a:latin typeface="Area Normal ExtraBold" pitchFamily="50" charset="0"/>
              </a:rPr>
              <a:t>RS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F49E7BA-3BD2-3891-A14D-6A20D0EACCF1}"/>
              </a:ext>
            </a:extLst>
          </p:cNvPr>
          <p:cNvGrpSpPr/>
          <p:nvPr/>
        </p:nvGrpSpPr>
        <p:grpSpPr>
          <a:xfrm>
            <a:off x="3040884" y="7239433"/>
            <a:ext cx="5478538" cy="3416468"/>
            <a:chOff x="3040884" y="7239433"/>
            <a:chExt cx="5478538" cy="3416468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1126B73F-06ED-5E49-5C4A-7BFAF4AF8C58}"/>
                </a:ext>
              </a:extLst>
            </p:cNvPr>
            <p:cNvSpPr/>
            <p:nvPr/>
          </p:nvSpPr>
          <p:spPr>
            <a:xfrm>
              <a:off x="3040884" y="9183737"/>
              <a:ext cx="500113" cy="1472164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4D36A74-CA7E-1E6D-A1EB-05F8348C5858}"/>
                </a:ext>
              </a:extLst>
            </p:cNvPr>
            <p:cNvSpPr/>
            <p:nvPr/>
          </p:nvSpPr>
          <p:spPr>
            <a:xfrm>
              <a:off x="4013734" y="8962354"/>
              <a:ext cx="500113" cy="1693545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A5AFF57E-D3CF-4137-FCE0-A0554274C840}"/>
                </a:ext>
              </a:extLst>
            </p:cNvPr>
            <p:cNvSpPr/>
            <p:nvPr/>
          </p:nvSpPr>
          <p:spPr>
            <a:xfrm>
              <a:off x="5016573" y="9077859"/>
              <a:ext cx="500113" cy="1578042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741E9607-E8E1-CBBD-C8B6-FFC22D4FD13A}"/>
                </a:ext>
              </a:extLst>
            </p:cNvPr>
            <p:cNvSpPr/>
            <p:nvPr/>
          </p:nvSpPr>
          <p:spPr>
            <a:xfrm>
              <a:off x="6017485" y="7239433"/>
              <a:ext cx="500113" cy="3416467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39E858E-CAB9-9F39-9692-99D0AC650831}"/>
                </a:ext>
              </a:extLst>
            </p:cNvPr>
            <p:cNvSpPr/>
            <p:nvPr/>
          </p:nvSpPr>
          <p:spPr>
            <a:xfrm>
              <a:off x="7018397" y="7672571"/>
              <a:ext cx="500113" cy="2983328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FA3CAF3D-BD4E-49BB-2666-76923C4DF235}"/>
                </a:ext>
              </a:extLst>
            </p:cNvPr>
            <p:cNvSpPr/>
            <p:nvPr/>
          </p:nvSpPr>
          <p:spPr>
            <a:xfrm>
              <a:off x="8019309" y="8875728"/>
              <a:ext cx="500113" cy="1780171"/>
            </a:xfrm>
            <a:prstGeom prst="roundRect">
              <a:avLst>
                <a:gd name="adj" fmla="val 50000"/>
              </a:avLst>
            </a:prstGeom>
            <a:solidFill>
              <a:srgbClr val="E2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CD9D81A-2E44-E51A-B8C9-B6489DB1E3EE}"/>
              </a:ext>
            </a:extLst>
          </p:cNvPr>
          <p:cNvSpPr txBox="1"/>
          <p:nvPr/>
        </p:nvSpPr>
        <p:spPr>
          <a:xfrm>
            <a:off x="571500" y="4762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Exposição Financeira por Estado (Top 5)</a:t>
            </a:r>
          </a:p>
        </p:txBody>
      </p:sp>
      <p:sp>
        <p:nvSpPr>
          <p:cNvPr id="96" name="TextBox 4">
            <a:extLst>
              <a:ext uri="{FF2B5EF4-FFF2-40B4-BE49-F238E27FC236}">
                <a16:creationId xmlns:a16="http://schemas.microsoft.com/office/drawing/2014/main" id="{D8A55177-53BD-C46A-4EBA-9C6EE3C83CF7}"/>
              </a:ext>
            </a:extLst>
          </p:cNvPr>
          <p:cNvSpPr txBox="1"/>
          <p:nvPr/>
        </p:nvSpPr>
        <p:spPr>
          <a:xfrm>
            <a:off x="2066456" y="5478494"/>
            <a:ext cx="84857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BR" sz="1600" b="1" noProof="0" dirty="0">
                <a:solidFill>
                  <a:srgbClr val="475569"/>
                </a:solidFill>
                <a:latin typeface="Area Normal SemiBold" pitchFamily="50" charset="0"/>
              </a:rPr>
              <a:t>Concentração no Sudeste: </a:t>
            </a: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SP e RJ representam juntos 49,5% (R$356,7 mil) de toda a receita em risco.</a:t>
            </a:r>
          </a:p>
          <a:p>
            <a:pPr algn="l">
              <a:lnSpc>
                <a:spcPts val="1800"/>
              </a:lnSpc>
            </a:pP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Porém devemos levar em consideração que são os estados com maior quantidade de pedidos.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09FC2-1763-33B5-161B-9D79B86412D8}"/>
              </a:ext>
            </a:extLst>
          </p:cNvPr>
          <p:cNvSpPr txBox="1"/>
          <p:nvPr/>
        </p:nvSpPr>
        <p:spPr>
          <a:xfrm>
            <a:off x="8996062" y="1898423"/>
            <a:ext cx="1037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rea Normal ExtraBold" pitchFamily="50" charset="0"/>
              </a:rPr>
              <a:t>% em risco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A2E7E-2FD4-D1E2-4EF3-F993D74DC4F3}"/>
              </a:ext>
            </a:extLst>
          </p:cNvPr>
          <p:cNvSpPr txBox="1"/>
          <p:nvPr/>
        </p:nvSpPr>
        <p:spPr>
          <a:xfrm>
            <a:off x="5413468" y="1904938"/>
            <a:ext cx="19175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Area Normal ExtraBold" pitchFamily="50" charset="0"/>
              </a:rPr>
              <a:t>Receita exposta ao risco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7EE42-6B9D-A291-FD5D-B5FC80DCAF4E}"/>
              </a:ext>
            </a:extLst>
          </p:cNvPr>
          <p:cNvSpPr txBox="1"/>
          <p:nvPr/>
        </p:nvSpPr>
        <p:spPr>
          <a:xfrm>
            <a:off x="2043208" y="1816856"/>
            <a:ext cx="14863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Area Normal ExtraBold" pitchFamily="50" charset="0"/>
              </a:rPr>
              <a:t>Pedidos em Risco </a:t>
            </a:r>
          </a:p>
          <a:p>
            <a:r>
              <a:rPr lang="pt-BR" sz="1100" dirty="0">
                <a:latin typeface="Area Normal ExtraBold" pitchFamily="50" charset="0"/>
              </a:rPr>
              <a:t>(Atraso + Nota ≤ 2)</a:t>
            </a:r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1FAE76D8-27AE-5B02-F6D1-56DCC1E7B034}"/>
              </a:ext>
            </a:extLst>
          </p:cNvPr>
          <p:cNvSpPr/>
          <p:nvPr/>
        </p:nvSpPr>
        <p:spPr>
          <a:xfrm>
            <a:off x="-6196114" y="-261257"/>
            <a:ext cx="5915026" cy="7590971"/>
          </a:xfrm>
          <a:prstGeom prst="roundRect">
            <a:avLst>
              <a:gd name="adj" fmla="val 2926"/>
            </a:avLst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6E5F0F-14F8-E9C3-D7FB-DEEEA13FCD0F}"/>
              </a:ext>
            </a:extLst>
          </p:cNvPr>
          <p:cNvSpPr/>
          <p:nvPr/>
        </p:nvSpPr>
        <p:spPr>
          <a:xfrm>
            <a:off x="-6196114" y="-261257"/>
            <a:ext cx="5915026" cy="7590971"/>
          </a:xfrm>
          <a:prstGeom prst="roundRect">
            <a:avLst>
              <a:gd name="adj" fmla="val 2926"/>
            </a:avLst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2">
            <a:extLst>
              <a:ext uri="{FF2B5EF4-FFF2-40B4-BE49-F238E27FC236}">
                <a16:creationId xmlns:a16="http://schemas.microsoft.com/office/drawing/2014/main" id="{FC42A953-6E73-F5DD-75C2-4D58CBFED2DC}"/>
              </a:ext>
            </a:extLst>
          </p:cNvPr>
          <p:cNvSpPr/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17A0D7-C8F2-85CC-7BAA-F86F3CABF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7500" y="5413166"/>
            <a:ext cx="11431588" cy="1122101"/>
          </a:xfrm>
          <a:prstGeom prst="rect">
            <a:avLst/>
          </a:prstGeom>
          <a:solidFill>
            <a:srgbClr val="C3D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B8E31A-0B4E-AFE8-A780-067679732AFE}"/>
              </a:ext>
            </a:extLst>
          </p:cNvPr>
          <p:cNvSpPr txBox="1"/>
          <p:nvPr/>
        </p:nvSpPr>
        <p:spPr>
          <a:xfrm>
            <a:off x="571500" y="4762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Sazonalidade do Risco Operacional</a:t>
            </a: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AC296037-02C3-F914-0A1C-2C34A67926EC}"/>
              </a:ext>
            </a:extLst>
          </p:cNvPr>
          <p:cNvSpPr txBox="1"/>
          <p:nvPr/>
        </p:nvSpPr>
        <p:spPr>
          <a:xfrm>
            <a:off x="1957393" y="5645964"/>
            <a:ext cx="862029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1600" b="1" noProof="0" dirty="0">
                <a:solidFill>
                  <a:srgbClr val="475569"/>
                </a:solidFill>
                <a:latin typeface="Area Normal SemiBold" pitchFamily="50" charset="0"/>
              </a:rPr>
              <a:t>Pico</a:t>
            </a:r>
            <a:r>
              <a:rPr lang="pt-BR" sz="1600" b="1" dirty="0">
                <a:solidFill>
                  <a:srgbClr val="475569"/>
                </a:solidFill>
                <a:latin typeface="Area Normal SemiBold" pitchFamily="50" charset="0"/>
              </a:rPr>
              <a:t>s Sazonais</a:t>
            </a:r>
            <a:r>
              <a:rPr lang="pt-BR" sz="1600" b="1" noProof="0" dirty="0">
                <a:solidFill>
                  <a:srgbClr val="475569"/>
                </a:solidFill>
                <a:latin typeface="Area Normal SemiBold" pitchFamily="50" charset="0"/>
              </a:rPr>
              <a:t>: </a:t>
            </a: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A receita associada ao risco explode durante a Black Friday e datas festivas, </a:t>
            </a:r>
            <a:r>
              <a:rPr lang="pt-BR" sz="1600" dirty="0">
                <a:solidFill>
                  <a:srgbClr val="475569"/>
                </a:solidFill>
                <a:latin typeface="Area Normal SemiBold" pitchFamily="50" charset="0"/>
              </a:rPr>
              <a:t>m</a:t>
            </a:r>
            <a:r>
              <a:rPr lang="pt-BR" sz="1600" noProof="0" dirty="0">
                <a:solidFill>
                  <a:srgbClr val="475569"/>
                </a:solidFill>
                <a:latin typeface="Area Normal SemiBold" pitchFamily="50" charset="0"/>
              </a:rPr>
              <a:t>as não devemos interpretar que o período sazonal causou os atrasos diretamente.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0A9F4-0BD2-1EC9-80A8-B5BB7C0A73D3}"/>
              </a:ext>
            </a:extLst>
          </p:cNvPr>
          <p:cNvSpPr txBox="1"/>
          <p:nvPr/>
        </p:nvSpPr>
        <p:spPr>
          <a:xfrm>
            <a:off x="-4865363" y="1939875"/>
            <a:ext cx="46005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000" b="0" i="0" u="none" noProof="0" dirty="0">
                <a:solidFill>
                  <a:srgbClr val="CBD5ED"/>
                </a:solidFill>
                <a:latin typeface="Area Normal ExtraBold" pitchFamily="50" charset="0"/>
              </a:rPr>
              <a:t>O Mito do Peso e Valor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C0113-4C82-2868-0ABF-7B4694145F05}"/>
              </a:ext>
            </a:extLst>
          </p:cNvPr>
          <p:cNvSpPr txBox="1"/>
          <p:nvPr/>
        </p:nvSpPr>
        <p:spPr>
          <a:xfrm>
            <a:off x="-4808346" y="2457816"/>
            <a:ext cx="3078957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pt-BR" sz="1200" b="0" i="0" u="none" noProof="0" dirty="0">
                <a:solidFill>
                  <a:srgbClr val="D5DBE3"/>
                </a:solidFill>
                <a:latin typeface="Inter"/>
              </a:rPr>
              <a:t>A correlação entre </a:t>
            </a:r>
            <a:r>
              <a:rPr lang="pt-BR" sz="1200" b="1" i="0" u="none" noProof="0" dirty="0">
                <a:solidFill>
                  <a:srgbClr val="D5DBE3"/>
                </a:solidFill>
                <a:latin typeface="Inter"/>
              </a:rPr>
              <a:t>peso do produto e atraso (0,02)</a:t>
            </a:r>
            <a:r>
              <a:rPr lang="pt-BR" sz="1200" b="0" i="0" u="none" noProof="0" dirty="0">
                <a:solidFill>
                  <a:srgbClr val="D5DBE3"/>
                </a:solidFill>
                <a:latin typeface="Inter"/>
              </a:rPr>
              <a:t> e entre </a:t>
            </a:r>
            <a:r>
              <a:rPr lang="pt-BR" sz="1200" b="1" i="0" u="none" noProof="0" dirty="0">
                <a:solidFill>
                  <a:srgbClr val="D5DBE3"/>
                </a:solidFill>
                <a:latin typeface="Inter"/>
              </a:rPr>
              <a:t>valor do frete e atraso (0,03</a:t>
            </a:r>
            <a:endParaRPr lang="pt-BR" sz="1200" b="0" i="0" u="none" noProof="0" dirty="0">
              <a:solidFill>
                <a:srgbClr val="D5DBE3"/>
              </a:solidFill>
              <a:latin typeface="Int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E40741-B96A-75CB-7837-6B64FC0470EC}"/>
              </a:ext>
            </a:extLst>
          </p:cNvPr>
          <p:cNvGrpSpPr/>
          <p:nvPr/>
        </p:nvGrpSpPr>
        <p:grpSpPr>
          <a:xfrm>
            <a:off x="-4865363" y="3156856"/>
            <a:ext cx="3078957" cy="771669"/>
            <a:chOff x="866775" y="1869930"/>
            <a:chExt cx="3857625" cy="771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9FA561E-F15D-2D1E-0F11-1848F3DEF38F}"/>
                </a:ext>
              </a:extLst>
            </p:cNvPr>
            <p:cNvSpPr/>
            <p:nvPr/>
          </p:nvSpPr>
          <p:spPr>
            <a:xfrm>
              <a:off x="866775" y="1869930"/>
              <a:ext cx="3857625" cy="771669"/>
            </a:xfrm>
            <a:prstGeom prst="roundRect">
              <a:avLst>
                <a:gd name="adj" fmla="val 12292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E71D5E-8112-0873-ACD3-65EF712F4D2C}"/>
                </a:ext>
              </a:extLst>
            </p:cNvPr>
            <p:cNvSpPr txBox="1"/>
            <p:nvPr/>
          </p:nvSpPr>
          <p:spPr>
            <a:xfrm>
              <a:off x="938212" y="1963263"/>
              <a:ext cx="21355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Area Normal SemiBold" pitchFamily="50" charset="0"/>
                </a:rPr>
                <a:t>Peso do produto → atraso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19F6C9-B146-95B5-D55C-10730746FFB1}"/>
                </a:ext>
              </a:extLst>
            </p:cNvPr>
            <p:cNvSpPr txBox="1"/>
            <p:nvPr/>
          </p:nvSpPr>
          <p:spPr>
            <a:xfrm>
              <a:off x="4045021" y="1944470"/>
              <a:ext cx="4667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Area Normal ExtraBold" pitchFamily="50" charset="0"/>
                </a:rPr>
                <a:t>0,2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739A714-9DC4-643E-699C-54A8D89E256D}"/>
                </a:ext>
              </a:extLst>
            </p:cNvPr>
            <p:cNvSpPr/>
            <p:nvPr/>
          </p:nvSpPr>
          <p:spPr>
            <a:xfrm>
              <a:off x="1035049" y="2401934"/>
              <a:ext cx="3521075" cy="70200"/>
            </a:xfrm>
            <a:prstGeom prst="roundRect">
              <a:avLst>
                <a:gd name="adj" fmla="val 50000"/>
              </a:avLst>
            </a:prstGeom>
            <a:solidFill>
              <a:srgbClr val="E1E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F03D691-B1D0-7E23-DC69-D87990A59403}"/>
                </a:ext>
              </a:extLst>
            </p:cNvPr>
            <p:cNvSpPr/>
            <p:nvPr/>
          </p:nvSpPr>
          <p:spPr>
            <a:xfrm>
              <a:off x="1035047" y="2401934"/>
              <a:ext cx="98428" cy="70200"/>
            </a:xfrm>
            <a:prstGeom prst="roundRect">
              <a:avLst>
                <a:gd name="adj" fmla="val 50000"/>
              </a:avLst>
            </a:prstGeom>
            <a:solidFill>
              <a:srgbClr val="8987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F9759E-C93E-583F-4391-048FD403A2B4}"/>
              </a:ext>
            </a:extLst>
          </p:cNvPr>
          <p:cNvGrpSpPr/>
          <p:nvPr/>
        </p:nvGrpSpPr>
        <p:grpSpPr>
          <a:xfrm>
            <a:off x="-4865363" y="4078212"/>
            <a:ext cx="3078957" cy="771669"/>
            <a:chOff x="866775" y="2670896"/>
            <a:chExt cx="3857625" cy="77166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C90A3B7-94F8-9730-EACF-A367CC2D5540}"/>
                </a:ext>
              </a:extLst>
            </p:cNvPr>
            <p:cNvSpPr/>
            <p:nvPr/>
          </p:nvSpPr>
          <p:spPr>
            <a:xfrm>
              <a:off x="866775" y="2670896"/>
              <a:ext cx="3857625" cy="771669"/>
            </a:xfrm>
            <a:prstGeom prst="roundRect">
              <a:avLst>
                <a:gd name="adj" fmla="val 12292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29B06B-B160-AF40-FFDE-348B67EB4034}"/>
                </a:ext>
              </a:extLst>
            </p:cNvPr>
            <p:cNvSpPr txBox="1"/>
            <p:nvPr/>
          </p:nvSpPr>
          <p:spPr>
            <a:xfrm>
              <a:off x="938211" y="2764229"/>
              <a:ext cx="30402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Area Normal SemiBold" pitchFamily="50" charset="0"/>
                </a:rPr>
                <a:t>Peso do produto → atraso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9BDBF4-DF4B-F71A-633E-75E3C40F56B7}"/>
                </a:ext>
              </a:extLst>
            </p:cNvPr>
            <p:cNvSpPr txBox="1"/>
            <p:nvPr/>
          </p:nvSpPr>
          <p:spPr>
            <a:xfrm>
              <a:off x="4045021" y="2745436"/>
              <a:ext cx="6128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latin typeface="Area Normal ExtraBold" pitchFamily="50" charset="0"/>
                </a:rPr>
                <a:t>0,3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BFA5C7C-9090-7EE8-9FED-D353AAB2265A}"/>
                </a:ext>
              </a:extLst>
            </p:cNvPr>
            <p:cNvSpPr/>
            <p:nvPr/>
          </p:nvSpPr>
          <p:spPr>
            <a:xfrm>
              <a:off x="1035049" y="3202900"/>
              <a:ext cx="3521075" cy="70200"/>
            </a:xfrm>
            <a:prstGeom prst="roundRect">
              <a:avLst>
                <a:gd name="adj" fmla="val 50000"/>
              </a:avLst>
            </a:prstGeom>
            <a:solidFill>
              <a:srgbClr val="E1E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7BC934B-7BB1-4BDC-3374-2B28300B4C48}"/>
                </a:ext>
              </a:extLst>
            </p:cNvPr>
            <p:cNvSpPr/>
            <p:nvPr/>
          </p:nvSpPr>
          <p:spPr>
            <a:xfrm>
              <a:off x="1035048" y="3202900"/>
              <a:ext cx="120664" cy="70200"/>
            </a:xfrm>
            <a:prstGeom prst="roundRect">
              <a:avLst>
                <a:gd name="adj" fmla="val 50000"/>
              </a:avLst>
            </a:prstGeom>
            <a:solidFill>
              <a:srgbClr val="8987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9C4FACE-3A3B-4448-50F1-4019CEEB2B07}"/>
              </a:ext>
            </a:extLst>
          </p:cNvPr>
          <p:cNvSpPr txBox="1"/>
          <p:nvPr/>
        </p:nvSpPr>
        <p:spPr>
          <a:xfrm>
            <a:off x="-4865363" y="5054226"/>
            <a:ext cx="3078957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pt-BR" sz="1200" b="1" i="0" u="none" noProof="0" dirty="0">
                <a:solidFill>
                  <a:srgbClr val="D5DBE3"/>
                </a:solidFill>
                <a:latin typeface="Inter"/>
              </a:rPr>
              <a:t>Correlações </a:t>
            </a:r>
            <a:r>
              <a:rPr lang="pt-BR" sz="1200" b="1" dirty="0">
                <a:solidFill>
                  <a:srgbClr val="D5DBE3"/>
                </a:solidFill>
                <a:latin typeface="Inter"/>
              </a:rPr>
              <a:t>praticamente nulas.</a:t>
            </a:r>
          </a:p>
          <a:p>
            <a:pPr>
              <a:lnSpc>
                <a:spcPts val="1800"/>
              </a:lnSpc>
            </a:pPr>
            <a:r>
              <a:rPr lang="pt-BR" sz="1200" dirty="0">
                <a:solidFill>
                  <a:srgbClr val="D5DBE3"/>
                </a:solidFill>
                <a:latin typeface="Inter"/>
              </a:rPr>
              <a:t>O atraso é um problema estrutural do fluxo logístico e não das características físicas da carga.</a:t>
            </a:r>
            <a:endParaRPr lang="pt-BR" sz="1200" b="0" i="0" u="none" noProof="0" dirty="0">
              <a:solidFill>
                <a:srgbClr val="D5DBE3"/>
              </a:solidFill>
              <a:latin typeface="Inter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E130D65-EE5C-11E2-C497-ABB56CB1E796}"/>
              </a:ext>
            </a:extLst>
          </p:cNvPr>
          <p:cNvSpPr/>
          <p:nvPr/>
        </p:nvSpPr>
        <p:spPr>
          <a:xfrm>
            <a:off x="6627905" y="1319215"/>
            <a:ext cx="1862189" cy="3530666"/>
          </a:xfrm>
          <a:prstGeom prst="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23D3929C-2A32-F947-8986-AFDE45C4E67B}"/>
              </a:ext>
            </a:extLst>
          </p:cNvPr>
          <p:cNvSpPr/>
          <p:nvPr/>
        </p:nvSpPr>
        <p:spPr>
          <a:xfrm>
            <a:off x="2235200" y="1912471"/>
            <a:ext cx="8044329" cy="2814917"/>
          </a:xfrm>
          <a:custGeom>
            <a:avLst/>
            <a:gdLst>
              <a:gd name="csX0" fmla="*/ 0 w 8044329"/>
              <a:gd name="csY0" fmla="*/ 2814917 h 2814917"/>
              <a:gd name="csX1" fmla="*/ 394447 w 8044329"/>
              <a:gd name="csY1" fmla="*/ 2808941 h 2814917"/>
              <a:gd name="csX2" fmla="*/ 759012 w 8044329"/>
              <a:gd name="csY2" fmla="*/ 2743200 h 2814917"/>
              <a:gd name="csX3" fmla="*/ 1147482 w 8044329"/>
              <a:gd name="csY3" fmla="*/ 2707341 h 2814917"/>
              <a:gd name="csX4" fmla="*/ 1535953 w 8044329"/>
              <a:gd name="csY4" fmla="*/ 2605741 h 2814917"/>
              <a:gd name="csX5" fmla="*/ 1918447 w 8044329"/>
              <a:gd name="csY5" fmla="*/ 2426447 h 2814917"/>
              <a:gd name="csX6" fmla="*/ 2294965 w 8044329"/>
              <a:gd name="csY6" fmla="*/ 2671482 h 2814917"/>
              <a:gd name="csX7" fmla="*/ 2683435 w 8044329"/>
              <a:gd name="csY7" fmla="*/ 2420470 h 2814917"/>
              <a:gd name="csX8" fmla="*/ 3065929 w 8044329"/>
              <a:gd name="csY8" fmla="*/ 2540000 h 2814917"/>
              <a:gd name="csX9" fmla="*/ 3436471 w 8044329"/>
              <a:gd name="csY9" fmla="*/ 2623670 h 2814917"/>
              <a:gd name="csX10" fmla="*/ 3812988 w 8044329"/>
              <a:gd name="csY10" fmla="*/ 2498164 h 2814917"/>
              <a:gd name="csX11" fmla="*/ 4207435 w 8044329"/>
              <a:gd name="csY11" fmla="*/ 2510117 h 2814917"/>
              <a:gd name="csX12" fmla="*/ 4601882 w 8044329"/>
              <a:gd name="csY12" fmla="*/ 1016000 h 2814917"/>
              <a:gd name="csX13" fmla="*/ 4990353 w 8044329"/>
              <a:gd name="csY13" fmla="*/ 1649505 h 2814917"/>
              <a:gd name="csX14" fmla="*/ 5366871 w 8044329"/>
              <a:gd name="csY14" fmla="*/ 1769035 h 2814917"/>
              <a:gd name="csX15" fmla="*/ 5731435 w 8044329"/>
              <a:gd name="csY15" fmla="*/ 812800 h 2814917"/>
              <a:gd name="csX16" fmla="*/ 6113929 w 8044329"/>
              <a:gd name="csY16" fmla="*/ 0 h 2814917"/>
              <a:gd name="csX17" fmla="*/ 6490447 w 8044329"/>
              <a:gd name="csY17" fmla="*/ 2151529 h 2814917"/>
              <a:gd name="csX18" fmla="*/ 6866965 w 8044329"/>
              <a:gd name="csY18" fmla="*/ 2103717 h 2814917"/>
              <a:gd name="csX19" fmla="*/ 7273365 w 8044329"/>
              <a:gd name="csY19" fmla="*/ 2641600 h 2814917"/>
              <a:gd name="csX20" fmla="*/ 7667812 w 8044329"/>
              <a:gd name="csY20" fmla="*/ 2492188 h 2814917"/>
              <a:gd name="csX21" fmla="*/ 8044329 w 8044329"/>
              <a:gd name="csY21" fmla="*/ 2348753 h 281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044329" h="2814917">
                <a:moveTo>
                  <a:pt x="0" y="2814917"/>
                </a:moveTo>
                <a:lnTo>
                  <a:pt x="394447" y="2808941"/>
                </a:lnTo>
                <a:lnTo>
                  <a:pt x="759012" y="2743200"/>
                </a:lnTo>
                <a:lnTo>
                  <a:pt x="1147482" y="2707341"/>
                </a:lnTo>
                <a:lnTo>
                  <a:pt x="1535953" y="2605741"/>
                </a:lnTo>
                <a:lnTo>
                  <a:pt x="1918447" y="2426447"/>
                </a:lnTo>
                <a:lnTo>
                  <a:pt x="2294965" y="2671482"/>
                </a:lnTo>
                <a:lnTo>
                  <a:pt x="2683435" y="2420470"/>
                </a:lnTo>
                <a:lnTo>
                  <a:pt x="3065929" y="2540000"/>
                </a:lnTo>
                <a:lnTo>
                  <a:pt x="3436471" y="2623670"/>
                </a:lnTo>
                <a:lnTo>
                  <a:pt x="3812988" y="2498164"/>
                </a:lnTo>
                <a:lnTo>
                  <a:pt x="4207435" y="2510117"/>
                </a:lnTo>
                <a:lnTo>
                  <a:pt x="4601882" y="1016000"/>
                </a:lnTo>
                <a:lnTo>
                  <a:pt x="4990353" y="1649505"/>
                </a:lnTo>
                <a:lnTo>
                  <a:pt x="5366871" y="1769035"/>
                </a:lnTo>
                <a:lnTo>
                  <a:pt x="5731435" y="812800"/>
                </a:lnTo>
                <a:lnTo>
                  <a:pt x="6113929" y="0"/>
                </a:lnTo>
                <a:lnTo>
                  <a:pt x="6490447" y="2151529"/>
                </a:lnTo>
                <a:lnTo>
                  <a:pt x="6866965" y="2103717"/>
                </a:lnTo>
                <a:lnTo>
                  <a:pt x="7273365" y="2641600"/>
                </a:lnTo>
                <a:lnTo>
                  <a:pt x="7667812" y="2492188"/>
                </a:lnTo>
                <a:lnTo>
                  <a:pt x="8044329" y="2348753"/>
                </a:lnTo>
              </a:path>
            </a:pathLst>
          </a:custGeom>
          <a:noFill/>
          <a:ln w="571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448D9DA-4A10-98B4-6EE9-7B4996DA6C42}"/>
              </a:ext>
            </a:extLst>
          </p:cNvPr>
          <p:cNvSpPr txBox="1"/>
          <p:nvPr/>
        </p:nvSpPr>
        <p:spPr>
          <a:xfrm>
            <a:off x="1308154" y="4245085"/>
            <a:ext cx="5389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20000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E0D184C-029C-F500-D6B9-790A96ED58AD}"/>
              </a:ext>
            </a:extLst>
          </p:cNvPr>
          <p:cNvSpPr txBox="1"/>
          <p:nvPr/>
        </p:nvSpPr>
        <p:spPr>
          <a:xfrm>
            <a:off x="1308154" y="3869000"/>
            <a:ext cx="5421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40000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8EDBDA1-7222-F6C1-985C-C5A7B1585061}"/>
              </a:ext>
            </a:extLst>
          </p:cNvPr>
          <p:cNvSpPr txBox="1"/>
          <p:nvPr/>
        </p:nvSpPr>
        <p:spPr>
          <a:xfrm>
            <a:off x="1308154" y="3492915"/>
            <a:ext cx="5389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60000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2C99A13-9DD4-8F6B-0EB7-3E335DBB7090}"/>
              </a:ext>
            </a:extLst>
          </p:cNvPr>
          <p:cNvSpPr txBox="1"/>
          <p:nvPr/>
        </p:nvSpPr>
        <p:spPr>
          <a:xfrm>
            <a:off x="1308154" y="3114366"/>
            <a:ext cx="5389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80000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4F584AD-9DB8-62FA-9369-6583EC24C8D6}"/>
              </a:ext>
            </a:extLst>
          </p:cNvPr>
          <p:cNvSpPr txBox="1"/>
          <p:nvPr/>
        </p:nvSpPr>
        <p:spPr>
          <a:xfrm>
            <a:off x="6620212" y="1398761"/>
            <a:ext cx="1822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Pico sazonal</a:t>
            </a:r>
          </a:p>
          <a:p>
            <a:r>
              <a:rPr lang="pt-BR" sz="800" dirty="0">
                <a:latin typeface="Area Normal ExtraBold" pitchFamily="50" charset="0"/>
              </a:rPr>
              <a:t>(Black Friday – Natal - Carnaval)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C78610E-EBB5-85E4-F782-DEBE9040A63D}"/>
              </a:ext>
            </a:extLst>
          </p:cNvPr>
          <p:cNvSpPr txBox="1"/>
          <p:nvPr/>
        </p:nvSpPr>
        <p:spPr>
          <a:xfrm>
            <a:off x="1263270" y="2355081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120000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916240C-05E6-5559-E0CB-EE26AB60C79D}"/>
              </a:ext>
            </a:extLst>
          </p:cNvPr>
          <p:cNvSpPr txBox="1"/>
          <p:nvPr/>
        </p:nvSpPr>
        <p:spPr>
          <a:xfrm>
            <a:off x="1260064" y="1987407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140000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9EEC241C-F618-3B65-5633-C13D5514B523}"/>
              </a:ext>
            </a:extLst>
          </p:cNvPr>
          <p:cNvSpPr txBox="1"/>
          <p:nvPr/>
        </p:nvSpPr>
        <p:spPr>
          <a:xfrm rot="18900000">
            <a:off x="1916713" y="5028894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2016-09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2458C02-7146-CB4A-F205-36DC3A0B7459}"/>
              </a:ext>
            </a:extLst>
          </p:cNvPr>
          <p:cNvSpPr txBox="1"/>
          <p:nvPr/>
        </p:nvSpPr>
        <p:spPr>
          <a:xfrm rot="18900000">
            <a:off x="2321631" y="5028894"/>
            <a:ext cx="5934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2016-10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EE4B1B7-6052-2F73-7A4D-AE603C76BEFE}"/>
              </a:ext>
            </a:extLst>
          </p:cNvPr>
          <p:cNvSpPr txBox="1"/>
          <p:nvPr/>
        </p:nvSpPr>
        <p:spPr>
          <a:xfrm rot="18900000">
            <a:off x="2704869" y="5028894"/>
            <a:ext cx="583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2017-01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DC6F6F4-4D9A-6708-2166-3BA55C2A3C4B}"/>
              </a:ext>
            </a:extLst>
          </p:cNvPr>
          <p:cNvSpPr txBox="1"/>
          <p:nvPr/>
        </p:nvSpPr>
        <p:spPr>
          <a:xfrm rot="18900000">
            <a:off x="3076619" y="5028893"/>
            <a:ext cx="6078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2017-02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B11C5E0-139B-2E64-9C26-746AAD7AB89C}"/>
              </a:ext>
            </a:extLst>
          </p:cNvPr>
          <p:cNvSpPr txBox="1"/>
          <p:nvPr/>
        </p:nvSpPr>
        <p:spPr>
          <a:xfrm rot="18900000">
            <a:off x="3448496" y="5028893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2017-03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F49CD4D-A6F8-D3B4-E8B9-FF67A5EF1F4B}"/>
              </a:ext>
            </a:extLst>
          </p:cNvPr>
          <p:cNvSpPr txBox="1"/>
          <p:nvPr/>
        </p:nvSpPr>
        <p:spPr>
          <a:xfrm rot="18900000">
            <a:off x="3832268" y="5028892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2017-04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22AD962-710C-DF42-009D-A84B12009AD3}"/>
              </a:ext>
            </a:extLst>
          </p:cNvPr>
          <p:cNvSpPr txBox="1"/>
          <p:nvPr/>
        </p:nvSpPr>
        <p:spPr>
          <a:xfrm rot="18900000">
            <a:off x="4220414" y="5028892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2017-05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47FBB34-9E78-ACF1-AFDF-4180B3E4B7E1}"/>
              </a:ext>
            </a:extLst>
          </p:cNvPr>
          <p:cNvSpPr txBox="1"/>
          <p:nvPr/>
        </p:nvSpPr>
        <p:spPr>
          <a:xfrm rot="18900000">
            <a:off x="4609302" y="5028892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2017-06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0BCCD5A8-E74A-4179-680E-F3631FBDCE75}"/>
              </a:ext>
            </a:extLst>
          </p:cNvPr>
          <p:cNvSpPr txBox="1"/>
          <p:nvPr/>
        </p:nvSpPr>
        <p:spPr>
          <a:xfrm rot="18900000">
            <a:off x="4979507" y="5028892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2017-07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2450B6C-9135-5F0B-680F-23B5FCFC15CA}"/>
              </a:ext>
            </a:extLst>
          </p:cNvPr>
          <p:cNvSpPr txBox="1"/>
          <p:nvPr/>
        </p:nvSpPr>
        <p:spPr>
          <a:xfrm rot="18900000">
            <a:off x="5372304" y="5028891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2017-08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D3CCC920-420C-CC7A-AFA9-111EA6CA1826}"/>
              </a:ext>
            </a:extLst>
          </p:cNvPr>
          <p:cNvSpPr txBox="1"/>
          <p:nvPr/>
        </p:nvSpPr>
        <p:spPr>
          <a:xfrm rot="18900000">
            <a:off x="5753309" y="5028890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2017-09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226AFDB-0B87-F14D-9309-D5D5D7E14ECE}"/>
              </a:ext>
            </a:extLst>
          </p:cNvPr>
          <p:cNvSpPr txBox="1"/>
          <p:nvPr/>
        </p:nvSpPr>
        <p:spPr>
          <a:xfrm rot="18900000">
            <a:off x="6139947" y="5028890"/>
            <a:ext cx="583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2017-10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7A89102B-B811-97A5-986B-A9A2854F941F}"/>
              </a:ext>
            </a:extLst>
          </p:cNvPr>
          <p:cNvSpPr txBox="1"/>
          <p:nvPr/>
        </p:nvSpPr>
        <p:spPr>
          <a:xfrm rot="18900000">
            <a:off x="6545162" y="5028889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2017-11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D37FF24-8DB2-A693-F5A6-902F3AAF0BA9}"/>
              </a:ext>
            </a:extLst>
          </p:cNvPr>
          <p:cNvSpPr txBox="1"/>
          <p:nvPr/>
        </p:nvSpPr>
        <p:spPr>
          <a:xfrm rot="18900000">
            <a:off x="6915570" y="5028889"/>
            <a:ext cx="577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2017-12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AA255E53-5A7C-F31A-2758-C9130A44BEBC}"/>
              </a:ext>
            </a:extLst>
          </p:cNvPr>
          <p:cNvSpPr txBox="1"/>
          <p:nvPr/>
        </p:nvSpPr>
        <p:spPr>
          <a:xfrm rot="18900000">
            <a:off x="7288126" y="5028888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2018-01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E2B1A17-5CB0-B63D-D4BF-C590FA63F46F}"/>
              </a:ext>
            </a:extLst>
          </p:cNvPr>
          <p:cNvSpPr txBox="1"/>
          <p:nvPr/>
        </p:nvSpPr>
        <p:spPr>
          <a:xfrm rot="18900000">
            <a:off x="7659721" y="5028888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2018-02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BC7166C-DCA0-B85F-FFFF-B627F37027E2}"/>
              </a:ext>
            </a:extLst>
          </p:cNvPr>
          <p:cNvSpPr txBox="1"/>
          <p:nvPr/>
        </p:nvSpPr>
        <p:spPr>
          <a:xfrm rot="18900000">
            <a:off x="8040133" y="5028888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EE4E767-C205-3BF6-71C8-1FC9BE8AD15F}"/>
              </a:ext>
            </a:extLst>
          </p:cNvPr>
          <p:cNvSpPr txBox="1"/>
          <p:nvPr/>
        </p:nvSpPr>
        <p:spPr>
          <a:xfrm rot="18900000">
            <a:off x="8414140" y="5028888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2018-04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EAA2FCB1-BC37-594D-E4D9-4EA32FE93DEE}"/>
              </a:ext>
            </a:extLst>
          </p:cNvPr>
          <p:cNvSpPr txBox="1"/>
          <p:nvPr/>
        </p:nvSpPr>
        <p:spPr>
          <a:xfrm rot="18900000">
            <a:off x="8796154" y="5028887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2018-05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34F017F-57B4-73CC-B7E1-4DEAF4A678AF}"/>
              </a:ext>
            </a:extLst>
          </p:cNvPr>
          <p:cNvSpPr txBox="1"/>
          <p:nvPr/>
        </p:nvSpPr>
        <p:spPr>
          <a:xfrm rot="18900000">
            <a:off x="9181065" y="5028887"/>
            <a:ext cx="6206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2018-06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620C397-7347-9171-8468-2D875070F4EE}"/>
              </a:ext>
            </a:extLst>
          </p:cNvPr>
          <p:cNvSpPr txBox="1"/>
          <p:nvPr/>
        </p:nvSpPr>
        <p:spPr>
          <a:xfrm rot="18900000">
            <a:off x="9572389" y="5028886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2018-07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2A1972AB-AFDA-2BF0-59FF-2B03F252DF04}"/>
              </a:ext>
            </a:extLst>
          </p:cNvPr>
          <p:cNvSpPr txBox="1"/>
          <p:nvPr/>
        </p:nvSpPr>
        <p:spPr>
          <a:xfrm rot="18900000">
            <a:off x="9943190" y="5028886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2018-08</a:t>
            </a:r>
          </a:p>
        </p:txBody>
      </p: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8FE3BE25-47DE-8CD4-C5E2-350B29A24673}"/>
              </a:ext>
            </a:extLst>
          </p:cNvPr>
          <p:cNvCxnSpPr>
            <a:cxnSpLocks/>
          </p:cNvCxnSpPr>
          <p:nvPr/>
        </p:nvCxnSpPr>
        <p:spPr>
          <a:xfrm>
            <a:off x="1847084" y="4352807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855C31C0-A036-2B48-0BC6-A666D710E289}"/>
              </a:ext>
            </a:extLst>
          </p:cNvPr>
          <p:cNvCxnSpPr>
            <a:cxnSpLocks/>
          </p:cNvCxnSpPr>
          <p:nvPr/>
        </p:nvCxnSpPr>
        <p:spPr>
          <a:xfrm>
            <a:off x="1847084" y="4727270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1C354ED1-8335-F7BC-9CEF-A60165C45CA7}"/>
              </a:ext>
            </a:extLst>
          </p:cNvPr>
          <p:cNvCxnSpPr>
            <a:cxnSpLocks/>
          </p:cNvCxnSpPr>
          <p:nvPr/>
        </p:nvCxnSpPr>
        <p:spPr>
          <a:xfrm>
            <a:off x="1847084" y="3600637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96899D56-2D47-B807-80D1-D544FC4E3FFD}"/>
              </a:ext>
            </a:extLst>
          </p:cNvPr>
          <p:cNvCxnSpPr>
            <a:cxnSpLocks/>
          </p:cNvCxnSpPr>
          <p:nvPr/>
        </p:nvCxnSpPr>
        <p:spPr>
          <a:xfrm>
            <a:off x="1847084" y="3975100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CFE2288B-6FE7-C9E5-29BC-56B8F70EA84A}"/>
              </a:ext>
            </a:extLst>
          </p:cNvPr>
          <p:cNvCxnSpPr>
            <a:cxnSpLocks/>
          </p:cNvCxnSpPr>
          <p:nvPr/>
        </p:nvCxnSpPr>
        <p:spPr>
          <a:xfrm>
            <a:off x="1847084" y="2843539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6C6A8134-76F0-D7E5-4E8A-F44523B22B8B}"/>
              </a:ext>
            </a:extLst>
          </p:cNvPr>
          <p:cNvCxnSpPr>
            <a:cxnSpLocks/>
          </p:cNvCxnSpPr>
          <p:nvPr/>
        </p:nvCxnSpPr>
        <p:spPr>
          <a:xfrm>
            <a:off x="1847084" y="3218002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16087B29-A3CA-7871-EDF4-289CAE461B8A}"/>
              </a:ext>
            </a:extLst>
          </p:cNvPr>
          <p:cNvCxnSpPr>
            <a:cxnSpLocks/>
          </p:cNvCxnSpPr>
          <p:nvPr/>
        </p:nvCxnSpPr>
        <p:spPr>
          <a:xfrm>
            <a:off x="1847084" y="2093763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155AA9FC-E34D-ADA8-D0E0-6333EF63BAB6}"/>
              </a:ext>
            </a:extLst>
          </p:cNvPr>
          <p:cNvCxnSpPr>
            <a:cxnSpLocks/>
          </p:cNvCxnSpPr>
          <p:nvPr/>
        </p:nvCxnSpPr>
        <p:spPr>
          <a:xfrm>
            <a:off x="1847084" y="2468226"/>
            <a:ext cx="8806629" cy="0"/>
          </a:xfrm>
          <a:prstGeom prst="line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49A1682C-F406-0129-8C9F-B856E76FA587}"/>
              </a:ext>
            </a:extLst>
          </p:cNvPr>
          <p:cNvSpPr txBox="1"/>
          <p:nvPr/>
        </p:nvSpPr>
        <p:spPr>
          <a:xfrm>
            <a:off x="1263270" y="2729544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Area Normal ExtraBold" pitchFamily="50" charset="0"/>
              </a:rPr>
              <a:t>100000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11981E6-A6B3-6B72-CCBA-C2FB4AD0347D}"/>
              </a:ext>
            </a:extLst>
          </p:cNvPr>
          <p:cNvSpPr/>
          <p:nvPr/>
        </p:nvSpPr>
        <p:spPr>
          <a:xfrm>
            <a:off x="-304800" y="-294322"/>
            <a:ext cx="12685776" cy="7590971"/>
          </a:xfrm>
          <a:prstGeom prst="roundRect">
            <a:avLst>
              <a:gd name="adj" fmla="val 2926"/>
            </a:avLst>
          </a:prstGeom>
          <a:solidFill>
            <a:srgbClr val="22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/>
          <p:cNvSpPr txBox="1"/>
          <p:nvPr/>
        </p:nvSpPr>
        <p:spPr>
          <a:xfrm>
            <a:off x="1638026" y="2093763"/>
            <a:ext cx="46005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000" b="0" i="0" u="none" noProof="0" dirty="0">
                <a:solidFill>
                  <a:srgbClr val="CBD5ED"/>
                </a:solidFill>
                <a:latin typeface="Area Normal ExtraBold" pitchFamily="50" charset="0"/>
              </a:rPr>
              <a:t>O Mito do Peso 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132" y="2663964"/>
            <a:ext cx="7289284" cy="211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pt-BR" sz="1200" b="0" i="0" u="none" noProof="0" dirty="0">
                <a:solidFill>
                  <a:srgbClr val="D5DBE3"/>
                </a:solidFill>
                <a:latin typeface="Area Normal SemiBold" pitchFamily="50" charset="0"/>
              </a:rPr>
              <a:t>A correlação entre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Black" pitchFamily="50" charset="0"/>
              </a:rPr>
              <a:t>peso do produto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SemiBold" pitchFamily="50" charset="0"/>
              </a:rPr>
              <a:t>e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Black" pitchFamily="50" charset="0"/>
              </a:rPr>
              <a:t>atraso (0,02)</a:t>
            </a:r>
            <a:r>
              <a:rPr lang="pt-BR" sz="1200" b="0" i="0" u="none" noProof="0" dirty="0">
                <a:solidFill>
                  <a:srgbClr val="D5DBE3"/>
                </a:solidFill>
                <a:latin typeface="Area Normal SemiBold" pitchFamily="50" charset="0"/>
              </a:rPr>
              <a:t> e entre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Black" pitchFamily="50" charset="0"/>
              </a:rPr>
              <a:t>valor do frete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SemiBold" pitchFamily="50" charset="0"/>
              </a:rPr>
              <a:t> e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Black" pitchFamily="50" charset="0"/>
              </a:rPr>
              <a:t>atraso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SemiBold" pitchFamily="50" charset="0"/>
              </a:rPr>
              <a:t> </a:t>
            </a:r>
            <a:r>
              <a:rPr lang="pt-BR" sz="1200" b="1" i="0" u="none" noProof="0" dirty="0">
                <a:solidFill>
                  <a:srgbClr val="D5DBE3"/>
                </a:solidFill>
                <a:latin typeface="Area Normal Black" pitchFamily="50" charset="0"/>
              </a:rPr>
              <a:t>(0,03)</a:t>
            </a:r>
            <a:endParaRPr lang="pt-BR" sz="1200" b="0" i="0" u="none" noProof="0" dirty="0">
              <a:solidFill>
                <a:srgbClr val="D5DBE3"/>
              </a:solidFill>
              <a:latin typeface="Area Normal Black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chemeClr val="bg1"/>
                </a:solidFill>
                <a:latin typeface="Area Normal Black" pitchFamily="50" charset="0"/>
              </a:rPr>
              <a:t>Análise de Peso e</a:t>
            </a:r>
            <a:r>
              <a:rPr lang="pt-BR" sz="3200" b="1" dirty="0">
                <a:solidFill>
                  <a:schemeClr val="bg1"/>
                </a:solidFill>
                <a:latin typeface="Area Normal Black" pitchFamily="50" charset="0"/>
              </a:rPr>
              <a:t> </a:t>
            </a:r>
            <a:r>
              <a:rPr lang="pt-BR" sz="3200" b="1" i="0" u="none" noProof="0" dirty="0">
                <a:solidFill>
                  <a:schemeClr val="bg1"/>
                </a:solidFill>
                <a:latin typeface="Area Normal Black" pitchFamily="50" charset="0"/>
              </a:rPr>
              <a:t>Frete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D5D037-EA14-42F1-4422-3E1E1E81E9EA}"/>
              </a:ext>
            </a:extLst>
          </p:cNvPr>
          <p:cNvGrpSpPr/>
          <p:nvPr/>
        </p:nvGrpSpPr>
        <p:grpSpPr>
          <a:xfrm>
            <a:off x="2359132" y="3034040"/>
            <a:ext cx="3447791" cy="936169"/>
            <a:chOff x="866775" y="1869930"/>
            <a:chExt cx="3857625" cy="77166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B2DFE3F-77E9-A7F7-C06F-0283E99904C3}"/>
                </a:ext>
              </a:extLst>
            </p:cNvPr>
            <p:cNvSpPr/>
            <p:nvPr/>
          </p:nvSpPr>
          <p:spPr>
            <a:xfrm>
              <a:off x="866775" y="1869930"/>
              <a:ext cx="3857625" cy="771669"/>
            </a:xfrm>
            <a:prstGeom prst="roundRect">
              <a:avLst>
                <a:gd name="adj" fmla="val 12292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375FD9-53AB-E1CF-9706-A589AD1EBDFB}"/>
                </a:ext>
              </a:extLst>
            </p:cNvPr>
            <p:cNvSpPr txBox="1"/>
            <p:nvPr/>
          </p:nvSpPr>
          <p:spPr>
            <a:xfrm>
              <a:off x="938213" y="1963263"/>
              <a:ext cx="2751665" cy="2536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Area Normal SemiBold" pitchFamily="50" charset="0"/>
                </a:rPr>
                <a:t>Peso do produto → atraso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A09010-03BE-685E-A1C4-B59CEB496812}"/>
                </a:ext>
              </a:extLst>
            </p:cNvPr>
            <p:cNvSpPr txBox="1"/>
            <p:nvPr/>
          </p:nvSpPr>
          <p:spPr>
            <a:xfrm>
              <a:off x="4045021" y="1944470"/>
              <a:ext cx="665766" cy="2536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Area Normal ExtraBold" pitchFamily="50" charset="0"/>
                </a:rPr>
                <a:t>0,02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39582C-1655-C4C2-32C5-95D60FA8E753}"/>
                </a:ext>
              </a:extLst>
            </p:cNvPr>
            <p:cNvSpPr/>
            <p:nvPr/>
          </p:nvSpPr>
          <p:spPr>
            <a:xfrm>
              <a:off x="1035049" y="2401934"/>
              <a:ext cx="3521075" cy="70200"/>
            </a:xfrm>
            <a:prstGeom prst="roundRect">
              <a:avLst>
                <a:gd name="adj" fmla="val 50000"/>
              </a:avLst>
            </a:prstGeom>
            <a:solidFill>
              <a:srgbClr val="E1E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D3AE85E-3A06-EC1E-B9C7-D9CC55E29E47}"/>
                </a:ext>
              </a:extLst>
            </p:cNvPr>
            <p:cNvSpPr/>
            <p:nvPr/>
          </p:nvSpPr>
          <p:spPr>
            <a:xfrm>
              <a:off x="1035047" y="2401934"/>
              <a:ext cx="98428" cy="70200"/>
            </a:xfrm>
            <a:prstGeom prst="roundRect">
              <a:avLst>
                <a:gd name="adj" fmla="val 50000"/>
              </a:avLst>
            </a:prstGeom>
            <a:solidFill>
              <a:srgbClr val="8987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280BAB9-056D-0301-7855-7D09647092AE}"/>
              </a:ext>
            </a:extLst>
          </p:cNvPr>
          <p:cNvGrpSpPr/>
          <p:nvPr/>
        </p:nvGrpSpPr>
        <p:grpSpPr>
          <a:xfrm>
            <a:off x="6200624" y="3018537"/>
            <a:ext cx="3507256" cy="936169"/>
            <a:chOff x="866775" y="2670896"/>
            <a:chExt cx="3924157" cy="7716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C7310CF-F738-A3E2-A92B-C111FC495768}"/>
                </a:ext>
              </a:extLst>
            </p:cNvPr>
            <p:cNvSpPr/>
            <p:nvPr/>
          </p:nvSpPr>
          <p:spPr>
            <a:xfrm>
              <a:off x="866775" y="2670896"/>
              <a:ext cx="3857625" cy="771669"/>
            </a:xfrm>
            <a:prstGeom prst="roundRect">
              <a:avLst>
                <a:gd name="adj" fmla="val 12292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745ED7-1676-DD61-27BC-5299C74E5A7C}"/>
                </a:ext>
              </a:extLst>
            </p:cNvPr>
            <p:cNvSpPr txBox="1"/>
            <p:nvPr/>
          </p:nvSpPr>
          <p:spPr>
            <a:xfrm>
              <a:off x="938212" y="2764229"/>
              <a:ext cx="3040278" cy="253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latin typeface="Area Normal SemiBold" pitchFamily="50" charset="0"/>
                </a:rPr>
                <a:t>Peso do produto → atraso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D7B4B4-1658-7F37-0D79-30EF3BD42846}"/>
                </a:ext>
              </a:extLst>
            </p:cNvPr>
            <p:cNvSpPr txBox="1"/>
            <p:nvPr/>
          </p:nvSpPr>
          <p:spPr>
            <a:xfrm>
              <a:off x="4045023" y="2755538"/>
              <a:ext cx="745909" cy="253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latin typeface="Area Normal ExtraBold" pitchFamily="50" charset="0"/>
                </a:rPr>
                <a:t>0,03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0423479-EE76-BD89-DEEA-1856024003FE}"/>
                </a:ext>
              </a:extLst>
            </p:cNvPr>
            <p:cNvSpPr/>
            <p:nvPr/>
          </p:nvSpPr>
          <p:spPr>
            <a:xfrm>
              <a:off x="1035049" y="3202900"/>
              <a:ext cx="3521075" cy="70200"/>
            </a:xfrm>
            <a:prstGeom prst="roundRect">
              <a:avLst>
                <a:gd name="adj" fmla="val 50000"/>
              </a:avLst>
            </a:prstGeom>
            <a:solidFill>
              <a:srgbClr val="E1E0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D547BB2-6FDE-2865-40D5-6CF53A024A01}"/>
                </a:ext>
              </a:extLst>
            </p:cNvPr>
            <p:cNvSpPr/>
            <p:nvPr/>
          </p:nvSpPr>
          <p:spPr>
            <a:xfrm>
              <a:off x="1035048" y="3202900"/>
              <a:ext cx="120664" cy="70200"/>
            </a:xfrm>
            <a:prstGeom prst="roundRect">
              <a:avLst>
                <a:gd name="adj" fmla="val 50000"/>
              </a:avLst>
            </a:prstGeom>
            <a:solidFill>
              <a:srgbClr val="8987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C2C8340-B428-7FE8-D49E-0C1B74AEA529}"/>
              </a:ext>
            </a:extLst>
          </p:cNvPr>
          <p:cNvSpPr txBox="1"/>
          <p:nvPr/>
        </p:nvSpPr>
        <p:spPr>
          <a:xfrm>
            <a:off x="2553512" y="4273016"/>
            <a:ext cx="769648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pt-BR" sz="1500" b="1" i="0" u="none" noProof="0" dirty="0">
                <a:solidFill>
                  <a:srgbClr val="D5DBE3"/>
                </a:solidFill>
                <a:latin typeface="Area Normal ExtraBold" pitchFamily="50" charset="0"/>
              </a:rPr>
              <a:t>Correlações </a:t>
            </a:r>
            <a:r>
              <a:rPr lang="pt-BR" sz="1500" b="1" dirty="0">
                <a:solidFill>
                  <a:srgbClr val="D5DBE3"/>
                </a:solidFill>
                <a:latin typeface="Area Normal ExtraBold" pitchFamily="50" charset="0"/>
              </a:rPr>
              <a:t>praticamente nulas: </a:t>
            </a:r>
            <a:r>
              <a:rPr lang="pt-BR" sz="1500" b="1" dirty="0">
                <a:solidFill>
                  <a:srgbClr val="D5DBE3"/>
                </a:solidFill>
                <a:latin typeface="Area Normal" pitchFamily="50" charset="0"/>
              </a:rPr>
              <a:t>o</a:t>
            </a:r>
            <a:r>
              <a:rPr lang="pt-BR" sz="1500" dirty="0">
                <a:solidFill>
                  <a:srgbClr val="D5DBE3"/>
                </a:solidFill>
                <a:latin typeface="Area Normal" pitchFamily="50" charset="0"/>
              </a:rPr>
              <a:t> atraso é um problema estrutural do fluxo logístico e não das características físicas da carga.</a:t>
            </a:r>
            <a:endParaRPr lang="pt-BR" sz="1500" b="0" i="0" u="none" noProof="0" dirty="0">
              <a:solidFill>
                <a:srgbClr val="D5DBE3"/>
              </a:solidFill>
              <a:latin typeface="Area Normal" pitchFamily="50" charset="0"/>
            </a:endParaRPr>
          </a:p>
        </p:txBody>
      </p:sp>
      <p:grpSp>
        <p:nvGrpSpPr>
          <p:cNvPr id="42" name="Group 16">
            <a:extLst>
              <a:ext uri="{FF2B5EF4-FFF2-40B4-BE49-F238E27FC236}">
                <a16:creationId xmlns:a16="http://schemas.microsoft.com/office/drawing/2014/main" id="{92D72790-BDB2-F12D-76FC-E2A575F768E8}"/>
              </a:ext>
            </a:extLst>
          </p:cNvPr>
          <p:cNvGrpSpPr/>
          <p:nvPr/>
        </p:nvGrpSpPr>
        <p:grpSpPr>
          <a:xfrm>
            <a:off x="3276911" y="7409878"/>
            <a:ext cx="2609850" cy="2429883"/>
            <a:chOff x="1209675" y="1800033"/>
            <a:chExt cx="2609850" cy="2429883"/>
          </a:xfrm>
        </p:grpSpPr>
        <p:sp>
          <p:nvSpPr>
            <p:cNvPr id="43" name="Rectangle: Rounded Corners 3">
              <a:extLst>
                <a:ext uri="{FF2B5EF4-FFF2-40B4-BE49-F238E27FC236}">
                  <a16:creationId xmlns:a16="http://schemas.microsoft.com/office/drawing/2014/main" id="{9401D853-4141-BF60-A43A-29F554904580}"/>
                </a:ext>
              </a:extLst>
            </p:cNvPr>
            <p:cNvSpPr/>
            <p:nvPr/>
          </p:nvSpPr>
          <p:spPr>
            <a:xfrm>
              <a:off x="1209675" y="1800033"/>
              <a:ext cx="2609850" cy="2429883"/>
            </a:xfrm>
            <a:prstGeom prst="roundRect">
              <a:avLst>
                <a:gd name="adj" fmla="val 3772"/>
              </a:avLst>
            </a:prstGeom>
            <a:solidFill>
              <a:srgbClr val="2228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D6033DC1-57EA-8DEA-8A9B-71C397A29E83}"/>
                </a:ext>
              </a:extLst>
            </p:cNvPr>
            <p:cNvSpPr txBox="1"/>
            <p:nvPr/>
          </p:nvSpPr>
          <p:spPr>
            <a:xfrm>
              <a:off x="1365669" y="2454253"/>
              <a:ext cx="2097837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600" b="0" i="0" u="none" noProof="0" dirty="0">
                  <a:solidFill>
                    <a:schemeClr val="bg1"/>
                  </a:solidFill>
                  <a:latin typeface="Area Normal ExtraBold" pitchFamily="50" charset="0"/>
                </a:rPr>
                <a:t>SLA de Transportadoras</a:t>
              </a:r>
            </a:p>
          </p:txBody>
        </p:sp>
        <p:pic>
          <p:nvPicPr>
            <p:cNvPr id="45" name="Graphic 15">
              <a:extLst>
                <a:ext uri="{FF2B5EF4-FFF2-40B4-BE49-F238E27FC236}">
                  <a16:creationId xmlns:a16="http://schemas.microsoft.com/office/drawing/2014/main" id="{7F8D3FE1-C8D5-C2F2-9F20-4A65630D9E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2327" y="1925330"/>
              <a:ext cx="398361" cy="398361"/>
            </a:xfrm>
            <a:prstGeom prst="rect">
              <a:avLst/>
            </a:prstGeom>
          </p:spPr>
        </p:pic>
        <p:sp>
          <p:nvSpPr>
            <p:cNvPr id="46" name="TextBox 6">
              <a:extLst>
                <a:ext uri="{FF2B5EF4-FFF2-40B4-BE49-F238E27FC236}">
                  <a16:creationId xmlns:a16="http://schemas.microsoft.com/office/drawing/2014/main" id="{AC86A2C5-1242-DF60-CC4C-2D7C8F8330D1}"/>
                </a:ext>
              </a:extLst>
            </p:cNvPr>
            <p:cNvSpPr txBox="1"/>
            <p:nvPr/>
          </p:nvSpPr>
          <p:spPr>
            <a:xfrm>
              <a:off x="1365669" y="3310207"/>
              <a:ext cx="2305266" cy="6771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100" dirty="0">
                  <a:solidFill>
                    <a:srgbClr val="E0E0E0"/>
                  </a:solidFill>
                  <a:latin typeface="Area Normal" pitchFamily="50" charset="0"/>
                </a:rPr>
                <a:t>Diversificar parceiros e impor cláusulas contratuais de penalização para atrasos ao transportador. </a:t>
              </a: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3A9DC67E-6DC8-DEE5-64AD-5C2C6CFB0B3C}"/>
              </a:ext>
            </a:extLst>
          </p:cNvPr>
          <p:cNvGrpSpPr/>
          <p:nvPr/>
        </p:nvGrpSpPr>
        <p:grpSpPr>
          <a:xfrm>
            <a:off x="3268032" y="7555701"/>
            <a:ext cx="5655936" cy="1879841"/>
            <a:chOff x="1215596" y="2091825"/>
            <a:chExt cx="5655936" cy="1879841"/>
          </a:xfrm>
        </p:grpSpPr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4D422059-0298-5D6D-DCF8-95D083EE7C3E}"/>
                </a:ext>
              </a:extLst>
            </p:cNvPr>
            <p:cNvGrpSpPr/>
            <p:nvPr/>
          </p:nvGrpSpPr>
          <p:grpSpPr>
            <a:xfrm>
              <a:off x="1215596" y="2091825"/>
              <a:ext cx="5655936" cy="1879841"/>
              <a:chOff x="1183369" y="1961827"/>
              <a:chExt cx="5655936" cy="1879841"/>
            </a:xfrm>
          </p:grpSpPr>
          <p:grpSp>
            <p:nvGrpSpPr>
              <p:cNvPr id="50" name="Group 17">
                <a:extLst>
                  <a:ext uri="{FF2B5EF4-FFF2-40B4-BE49-F238E27FC236}">
                    <a16:creationId xmlns:a16="http://schemas.microsoft.com/office/drawing/2014/main" id="{AC53E64F-6DA2-0B81-B9CE-5FA7E93F573E}"/>
                  </a:ext>
                </a:extLst>
              </p:cNvPr>
              <p:cNvGrpSpPr/>
              <p:nvPr/>
            </p:nvGrpSpPr>
            <p:grpSpPr>
              <a:xfrm>
                <a:off x="1183369" y="1961827"/>
                <a:ext cx="5655936" cy="1879841"/>
                <a:chOff x="1209675" y="1800033"/>
                <a:chExt cx="5655936" cy="1961823"/>
              </a:xfrm>
            </p:grpSpPr>
            <p:sp>
              <p:nvSpPr>
                <p:cNvPr id="53" name="Rectangle: Rounded Corners 18">
                  <a:extLst>
                    <a:ext uri="{FF2B5EF4-FFF2-40B4-BE49-F238E27FC236}">
                      <a16:creationId xmlns:a16="http://schemas.microsoft.com/office/drawing/2014/main" id="{A2941EAE-5A59-E028-4C55-B609C7A1CC43}"/>
                    </a:ext>
                  </a:extLst>
                </p:cNvPr>
                <p:cNvSpPr/>
                <p:nvPr/>
              </p:nvSpPr>
              <p:spPr>
                <a:xfrm>
                  <a:off x="1209675" y="1800033"/>
                  <a:ext cx="5655936" cy="1961823"/>
                </a:xfrm>
                <a:prstGeom prst="roundRect">
                  <a:avLst>
                    <a:gd name="adj" fmla="val 3772"/>
                  </a:avLst>
                </a:prstGeom>
                <a:solidFill>
                  <a:srgbClr val="22283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54" name="TextBox 19">
                  <a:extLst>
                    <a:ext uri="{FF2B5EF4-FFF2-40B4-BE49-F238E27FC236}">
                      <a16:creationId xmlns:a16="http://schemas.microsoft.com/office/drawing/2014/main" id="{A3651FC3-AD3F-7545-DAE6-6E2D0952A21D}"/>
                    </a:ext>
                  </a:extLst>
                </p:cNvPr>
                <p:cNvSpPr txBox="1"/>
                <p:nvPr/>
              </p:nvSpPr>
              <p:spPr>
                <a:xfrm>
                  <a:off x="1365669" y="2454253"/>
                  <a:ext cx="2097837" cy="2569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endParaRPr lang="pt-BR" sz="1600" b="0" i="0" u="none" noProof="0" dirty="0">
                    <a:solidFill>
                      <a:schemeClr val="bg1"/>
                    </a:solidFill>
                    <a:latin typeface="Area Normal ExtraBold" pitchFamily="50" charset="0"/>
                  </a:endParaRPr>
                </a:p>
              </p:txBody>
            </p:sp>
            <p:sp>
              <p:nvSpPr>
                <p:cNvPr id="55" name="TextBox 20">
                  <a:extLst>
                    <a:ext uri="{FF2B5EF4-FFF2-40B4-BE49-F238E27FC236}">
                      <a16:creationId xmlns:a16="http://schemas.microsoft.com/office/drawing/2014/main" id="{C51A8068-53E9-96EF-B2F2-C43A7C3538C0}"/>
                    </a:ext>
                  </a:extLst>
                </p:cNvPr>
                <p:cNvSpPr txBox="1"/>
                <p:nvPr/>
              </p:nvSpPr>
              <p:spPr>
                <a:xfrm>
                  <a:off x="1294178" y="3239407"/>
                  <a:ext cx="3738682" cy="35331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pt-BR" sz="1100" dirty="0">
                      <a:solidFill>
                        <a:srgbClr val="E0E0E0"/>
                      </a:solidFill>
                      <a:latin typeface="Area Normal" pitchFamily="50" charset="0"/>
                    </a:rPr>
                    <a:t>O grupo combina uma falha operacional com uma experiencia negativa do cliente.</a:t>
                  </a:r>
                  <a:endParaRPr lang="pt-BR" sz="1100" b="0" i="0" u="none" noProof="0" dirty="0">
                    <a:solidFill>
                      <a:srgbClr val="E0E0E0"/>
                    </a:solidFill>
                    <a:latin typeface="Area Normal" pitchFamily="50" charset="0"/>
                  </a:endParaRPr>
                </a:p>
              </p:txBody>
            </p:sp>
          </p:grpSp>
          <p:sp>
            <p:nvSpPr>
              <p:cNvPr id="51" name="TextBox 5">
                <a:extLst>
                  <a:ext uri="{FF2B5EF4-FFF2-40B4-BE49-F238E27FC236}">
                    <a16:creationId xmlns:a16="http://schemas.microsoft.com/office/drawing/2014/main" id="{E91258FA-991E-C963-BBE4-AE0F26449F9C}"/>
                  </a:ext>
                </a:extLst>
              </p:cNvPr>
              <p:cNvSpPr txBox="1"/>
              <p:nvPr/>
            </p:nvSpPr>
            <p:spPr>
              <a:xfrm>
                <a:off x="1267872" y="2499825"/>
                <a:ext cx="54017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b="0" i="0" u="none" noProof="0" dirty="0">
                    <a:solidFill>
                      <a:schemeClr val="bg1"/>
                    </a:solidFill>
                    <a:latin typeface="Area Normal Black" pitchFamily="50" charset="0"/>
                  </a:rPr>
                  <a:t>Prioridade:</a:t>
                </a:r>
                <a:endParaRPr lang="pt-BR" b="0" i="0" u="none" noProof="0" dirty="0">
                  <a:solidFill>
                    <a:schemeClr val="bg1"/>
                  </a:solidFill>
                  <a:latin typeface="Area Normal ExtraBold" pitchFamily="50" charset="0"/>
                </a:endParaRPr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4E4E1EAB-B1FF-8EDB-1B4C-50F4189711CE}"/>
                  </a:ext>
                </a:extLst>
              </p:cNvPr>
              <p:cNvSpPr txBox="1"/>
              <p:nvPr/>
            </p:nvSpPr>
            <p:spPr>
              <a:xfrm>
                <a:off x="1267872" y="2867591"/>
                <a:ext cx="540175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  <a:latin typeface="Area Normal ExtraBold" pitchFamily="50" charset="0"/>
                  </a:rPr>
                  <a:t>Investigar pedidos atrasados com notas baixas</a:t>
                </a:r>
                <a:endParaRPr lang="pt-BR" sz="1500" b="0" i="0" u="none" noProof="0" dirty="0">
                  <a:solidFill>
                    <a:schemeClr val="bg1"/>
                  </a:solidFill>
                  <a:latin typeface="Area Normal ExtraBold" pitchFamily="50" charset="0"/>
                </a:endParaRPr>
              </a:p>
            </p:txBody>
          </p:sp>
        </p:grpSp>
        <p:pic>
          <p:nvPicPr>
            <p:cNvPr id="49" name="Gráfico 48">
              <a:extLst>
                <a:ext uri="{FF2B5EF4-FFF2-40B4-BE49-F238E27FC236}">
                  <a16:creationId xmlns:a16="http://schemas.microsoft.com/office/drawing/2014/main" id="{B73E984A-0D45-F0E6-D1DE-754816795F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1778" y="2204950"/>
              <a:ext cx="288904" cy="288902"/>
            </a:xfrm>
            <a:prstGeom prst="rect">
              <a:avLst/>
            </a:prstGeom>
          </p:spPr>
        </p:pic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E8599DDD-DF6B-0292-5F65-7D9FC3C98B15}"/>
              </a:ext>
            </a:extLst>
          </p:cNvPr>
          <p:cNvGrpSpPr/>
          <p:nvPr/>
        </p:nvGrpSpPr>
        <p:grpSpPr>
          <a:xfrm>
            <a:off x="6314118" y="7409878"/>
            <a:ext cx="2609850" cy="2429883"/>
            <a:chOff x="6314118" y="3754101"/>
            <a:chExt cx="2609850" cy="2429883"/>
          </a:xfrm>
        </p:grpSpPr>
        <p:grpSp>
          <p:nvGrpSpPr>
            <p:cNvPr id="57" name="Group 29">
              <a:extLst>
                <a:ext uri="{FF2B5EF4-FFF2-40B4-BE49-F238E27FC236}">
                  <a16:creationId xmlns:a16="http://schemas.microsoft.com/office/drawing/2014/main" id="{08FA64B5-CAE3-B5A8-6B01-03DD9D47C31C}"/>
                </a:ext>
              </a:extLst>
            </p:cNvPr>
            <p:cNvGrpSpPr/>
            <p:nvPr/>
          </p:nvGrpSpPr>
          <p:grpSpPr>
            <a:xfrm>
              <a:off x="6314118" y="3754101"/>
              <a:ext cx="2609850" cy="2429883"/>
              <a:chOff x="1209675" y="1775445"/>
              <a:chExt cx="2609850" cy="2429883"/>
            </a:xfrm>
          </p:grpSpPr>
          <p:sp>
            <p:nvSpPr>
              <p:cNvPr id="61" name="Rectangle: Rounded Corners 30">
                <a:extLst>
                  <a:ext uri="{FF2B5EF4-FFF2-40B4-BE49-F238E27FC236}">
                    <a16:creationId xmlns:a16="http://schemas.microsoft.com/office/drawing/2014/main" id="{40596E34-E327-1915-0365-BD382B4BD320}"/>
                  </a:ext>
                </a:extLst>
              </p:cNvPr>
              <p:cNvSpPr/>
              <p:nvPr/>
            </p:nvSpPr>
            <p:spPr>
              <a:xfrm>
                <a:off x="1209675" y="1775445"/>
                <a:ext cx="2609850" cy="2429883"/>
              </a:xfrm>
              <a:prstGeom prst="roundRect">
                <a:avLst>
                  <a:gd name="adj" fmla="val 3772"/>
                </a:avLst>
              </a:prstGeom>
              <a:solidFill>
                <a:srgbClr val="2228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2" name="TextBox 31">
                <a:extLst>
                  <a:ext uri="{FF2B5EF4-FFF2-40B4-BE49-F238E27FC236}">
                    <a16:creationId xmlns:a16="http://schemas.microsoft.com/office/drawing/2014/main" id="{17208DF5-023B-DC8A-54A8-1F22F97D67A5}"/>
                  </a:ext>
                </a:extLst>
              </p:cNvPr>
              <p:cNvSpPr txBox="1"/>
              <p:nvPr/>
            </p:nvSpPr>
            <p:spPr>
              <a:xfrm>
                <a:off x="1365669" y="2380333"/>
                <a:ext cx="209783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600" b="0" i="0" u="none" noProof="0" dirty="0">
                    <a:solidFill>
                      <a:schemeClr val="bg1"/>
                    </a:solidFill>
                    <a:latin typeface="Area Normal ExtraBold" pitchFamily="50" charset="0"/>
                  </a:rPr>
                  <a:t>Separar risco absoluto de risco relativo por estado</a:t>
                </a:r>
              </a:p>
            </p:txBody>
          </p:sp>
          <p:sp>
            <p:nvSpPr>
              <p:cNvPr id="63" name="TextBox 32">
                <a:extLst>
                  <a:ext uri="{FF2B5EF4-FFF2-40B4-BE49-F238E27FC236}">
                    <a16:creationId xmlns:a16="http://schemas.microsoft.com/office/drawing/2014/main" id="{8B7206AB-7159-7DE0-BE4E-23C80E3CFEB2}"/>
                  </a:ext>
                </a:extLst>
              </p:cNvPr>
              <p:cNvSpPr txBox="1"/>
              <p:nvPr/>
            </p:nvSpPr>
            <p:spPr>
              <a:xfrm>
                <a:off x="1365670" y="3285619"/>
                <a:ext cx="2305266" cy="6771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pt-BR" sz="1100" b="0" i="0" u="none" noProof="0" dirty="0">
                    <a:solidFill>
                      <a:srgbClr val="E0E0E0"/>
                    </a:solidFill>
                    <a:latin typeface="Area Normal" pitchFamily="50" charset="0"/>
                  </a:rPr>
                  <a:t>Estados com maior faturamento podem apresentar maior risco de receita apenas por terem maior volume de pedidos</a:t>
                </a:r>
              </a:p>
            </p:txBody>
          </p:sp>
        </p:grpSp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165DBD46-59EB-C8DD-678D-165660C51A39}"/>
                </a:ext>
              </a:extLst>
            </p:cNvPr>
            <p:cNvGrpSpPr/>
            <p:nvPr/>
          </p:nvGrpSpPr>
          <p:grpSpPr>
            <a:xfrm>
              <a:off x="6523791" y="3930364"/>
              <a:ext cx="202348" cy="296427"/>
              <a:chOff x="6719578" y="1104723"/>
              <a:chExt cx="3429000" cy="5023263"/>
            </a:xfrm>
          </p:grpSpPr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D71A4BB3-AF4F-4B16-B1B2-87C3FECCD69D}"/>
                  </a:ext>
                </a:extLst>
              </p:cNvPr>
              <p:cNvSpPr/>
              <p:nvPr/>
            </p:nvSpPr>
            <p:spPr>
              <a:xfrm>
                <a:off x="6719578" y="1104723"/>
                <a:ext cx="3429000" cy="5023263"/>
              </a:xfrm>
              <a:custGeom>
                <a:avLst/>
                <a:gdLst>
                  <a:gd name="csX0" fmla="*/ 3429000 w 3429000"/>
                  <a:gd name="csY0" fmla="*/ 1714500 h 5023263"/>
                  <a:gd name="csX1" fmla="*/ 1907810 w 3429000"/>
                  <a:gd name="csY1" fmla="*/ 4934560 h 5023263"/>
                  <a:gd name="csX2" fmla="*/ 1521190 w 3429000"/>
                  <a:gd name="csY2" fmla="*/ 4934560 h 5023263"/>
                  <a:gd name="csX3" fmla="*/ 0 w 3429000"/>
                  <a:gd name="csY3" fmla="*/ 1714500 h 5023263"/>
                  <a:gd name="csX4" fmla="*/ 1714500 w 3429000"/>
                  <a:gd name="csY4" fmla="*/ 0 h 5023263"/>
                  <a:gd name="csX5" fmla="*/ 3429000 w 3429000"/>
                  <a:gd name="csY5" fmla="*/ 1714500 h 50232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429000" h="5023263">
                    <a:moveTo>
                      <a:pt x="3429000" y="1714500"/>
                    </a:moveTo>
                    <a:cubicBezTo>
                      <a:pt x="3429000" y="3070727"/>
                      <a:pt x="2356180" y="4426953"/>
                      <a:pt x="1907810" y="4934560"/>
                    </a:cubicBezTo>
                    <a:cubicBezTo>
                      <a:pt x="1803340" y="5052832"/>
                      <a:pt x="1625660" y="5052832"/>
                      <a:pt x="1521190" y="4934560"/>
                    </a:cubicBezTo>
                    <a:cubicBezTo>
                      <a:pt x="1072831" y="4426953"/>
                      <a:pt x="0" y="3070727"/>
                      <a:pt x="0" y="1714500"/>
                    </a:cubicBezTo>
                    <a:cubicBezTo>
                      <a:pt x="0" y="1143000"/>
                      <a:pt x="428625" y="0"/>
                      <a:pt x="1714500" y="0"/>
                    </a:cubicBezTo>
                    <a:cubicBezTo>
                      <a:pt x="3000375" y="0"/>
                      <a:pt x="3429000" y="1143000"/>
                      <a:pt x="3429000" y="1714500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C3D0DF"/>
                </a:solidFill>
                <a:prstDash val="solid"/>
                <a:round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60" name="Elipse 59">
                <a:extLst>
                  <a:ext uri="{FF2B5EF4-FFF2-40B4-BE49-F238E27FC236}">
                    <a16:creationId xmlns:a16="http://schemas.microsoft.com/office/drawing/2014/main" id="{9A49113E-8CF4-B037-0FB6-484B2857961B}"/>
                  </a:ext>
                </a:extLst>
              </p:cNvPr>
              <p:cNvSpPr/>
              <p:nvPr/>
            </p:nvSpPr>
            <p:spPr>
              <a:xfrm>
                <a:off x="7862578" y="2247723"/>
                <a:ext cx="1143000" cy="1143000"/>
              </a:xfrm>
              <a:prstGeom prst="ellipse">
                <a:avLst/>
              </a:prstGeom>
              <a:noFill/>
              <a:ln w="19050" cap="flat">
                <a:solidFill>
                  <a:srgbClr val="C3D0DF"/>
                </a:solidFill>
                <a:prstDash val="solid"/>
                <a:round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12DB889-B8EF-57C8-0DF7-73E15932D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64998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i="0" u="none" noProof="0" dirty="0">
                <a:solidFill>
                  <a:srgbClr val="0F172A"/>
                </a:solidFill>
                <a:latin typeface="Area Normal Black" pitchFamily="50" charset="0"/>
              </a:rPr>
              <a:t>Recomendações Estratégicas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50F01A-0490-DAE8-D727-3DD1F278BBCE}"/>
              </a:ext>
            </a:extLst>
          </p:cNvPr>
          <p:cNvGrpSpPr/>
          <p:nvPr/>
        </p:nvGrpSpPr>
        <p:grpSpPr>
          <a:xfrm>
            <a:off x="3276911" y="3754101"/>
            <a:ext cx="2609850" cy="2429883"/>
            <a:chOff x="1209675" y="1800033"/>
            <a:chExt cx="2609850" cy="242988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E06B9DB-C7FD-4279-BC2D-84431645D196}"/>
                </a:ext>
              </a:extLst>
            </p:cNvPr>
            <p:cNvSpPr/>
            <p:nvPr/>
          </p:nvSpPr>
          <p:spPr>
            <a:xfrm>
              <a:off x="1209675" y="1800033"/>
              <a:ext cx="2609850" cy="2429883"/>
            </a:xfrm>
            <a:prstGeom prst="roundRect">
              <a:avLst>
                <a:gd name="adj" fmla="val 3772"/>
              </a:avLst>
            </a:prstGeom>
            <a:solidFill>
              <a:srgbClr val="2228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65669" y="2454253"/>
              <a:ext cx="2097837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600" b="0" i="0" u="none" noProof="0" dirty="0">
                  <a:solidFill>
                    <a:schemeClr val="bg1"/>
                  </a:solidFill>
                  <a:latin typeface="Area Normal ExtraBold" pitchFamily="50" charset="0"/>
                </a:rPr>
                <a:t>SLA de Transportadoras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6FEAA74-5F14-3AB5-FC4C-3CE2838E48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2327" y="1925330"/>
              <a:ext cx="398361" cy="398361"/>
            </a:xfrm>
            <a:prstGeom prst="rect">
              <a:avLst/>
            </a:prstGeom>
          </p:spPr>
        </p:pic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C95FCFD7-70B6-03EE-8363-C55FC5A46D14}"/>
                </a:ext>
              </a:extLst>
            </p:cNvPr>
            <p:cNvSpPr txBox="1"/>
            <p:nvPr/>
          </p:nvSpPr>
          <p:spPr>
            <a:xfrm>
              <a:off x="1365669" y="3310207"/>
              <a:ext cx="2305266" cy="6771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100" dirty="0">
                  <a:solidFill>
                    <a:srgbClr val="E0E0E0"/>
                  </a:solidFill>
                  <a:latin typeface="Area Normal" pitchFamily="50" charset="0"/>
                </a:rPr>
                <a:t>Diversificar parceiros e impor cláusulas contratuais de penalização para atrasos ao transportador. </a:t>
              </a:r>
            </a:p>
          </p:txBody>
        </p:sp>
      </p:grpSp>
      <p:grpSp>
        <p:nvGrpSpPr>
          <p:cNvPr id="23" name="Group 10">
            <a:extLst>
              <a:ext uri="{FF2B5EF4-FFF2-40B4-BE49-F238E27FC236}">
                <a16:creationId xmlns:a16="http://schemas.microsoft.com/office/drawing/2014/main" id="{C3B50D0D-8164-C6CE-6616-86B48771FFF6}"/>
              </a:ext>
            </a:extLst>
          </p:cNvPr>
          <p:cNvGrpSpPr/>
          <p:nvPr/>
        </p:nvGrpSpPr>
        <p:grpSpPr>
          <a:xfrm>
            <a:off x="-2580174" y="1971131"/>
            <a:ext cx="2371726" cy="1337521"/>
            <a:chOff x="8696324" y="1383371"/>
            <a:chExt cx="2371726" cy="1337521"/>
          </a:xfrm>
        </p:grpSpPr>
        <p:sp>
          <p:nvSpPr>
            <p:cNvPr id="24" name="Rectangle: Rounded Corners 1">
              <a:extLst>
                <a:ext uri="{FF2B5EF4-FFF2-40B4-BE49-F238E27FC236}">
                  <a16:creationId xmlns:a16="http://schemas.microsoft.com/office/drawing/2014/main" id="{F4A98450-6DAA-329C-596C-5B480FDAA19F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8C2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1FA05B1E-9138-C915-003F-54BD31450EEE}"/>
                </a:ext>
              </a:extLst>
            </p:cNvPr>
            <p:cNvSpPr txBox="1"/>
            <p:nvPr/>
          </p:nvSpPr>
          <p:spPr>
            <a:xfrm>
              <a:off x="8912568" y="1586947"/>
              <a:ext cx="1330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F6C2C2"/>
                  </a:solidFill>
                  <a:latin typeface="Area Normal SemiBold" pitchFamily="50" charset="0"/>
                </a:rPr>
                <a:t>Risco mitigado</a:t>
              </a:r>
            </a:p>
          </p:txBody>
        </p:sp>
        <p:sp>
          <p:nvSpPr>
            <p:cNvPr id="26" name="TextBox 8">
              <a:extLst>
                <a:ext uri="{FF2B5EF4-FFF2-40B4-BE49-F238E27FC236}">
                  <a16:creationId xmlns:a16="http://schemas.microsoft.com/office/drawing/2014/main" id="{A31C95BC-E1A9-8AD1-D7F7-054B34325A48}"/>
                </a:ext>
              </a:extLst>
            </p:cNvPr>
            <p:cNvSpPr txBox="1"/>
            <p:nvPr/>
          </p:nvSpPr>
          <p:spPr>
            <a:xfrm>
              <a:off x="8866243" y="1805911"/>
              <a:ext cx="187102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F6C2C2"/>
                  </a:solidFill>
                  <a:latin typeface="Area Normal Black" pitchFamily="50" charset="0"/>
                </a:rPr>
                <a:t>R$720 mil</a:t>
              </a:r>
            </a:p>
          </p:txBody>
        </p:sp>
        <p:sp>
          <p:nvSpPr>
            <p:cNvPr id="27" name="TextBox 9">
              <a:extLst>
                <a:ext uri="{FF2B5EF4-FFF2-40B4-BE49-F238E27FC236}">
                  <a16:creationId xmlns:a16="http://schemas.microsoft.com/office/drawing/2014/main" id="{2A828D09-DAD0-D7ED-59D7-10A192DCB427}"/>
                </a:ext>
              </a:extLst>
            </p:cNvPr>
            <p:cNvSpPr txBox="1"/>
            <p:nvPr/>
          </p:nvSpPr>
          <p:spPr>
            <a:xfrm>
              <a:off x="8866243" y="2240319"/>
              <a:ext cx="20794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F6C2C2"/>
                  </a:solidFill>
                  <a:latin typeface="Area Normal SemiBold" pitchFamily="50" charset="0"/>
                </a:rPr>
                <a:t>Protegidos da exposição</a:t>
              </a:r>
            </a:p>
          </p:txBody>
        </p:sp>
      </p:grpSp>
      <p:grpSp>
        <p:nvGrpSpPr>
          <p:cNvPr id="28" name="Group 11">
            <a:extLst>
              <a:ext uri="{FF2B5EF4-FFF2-40B4-BE49-F238E27FC236}">
                <a16:creationId xmlns:a16="http://schemas.microsoft.com/office/drawing/2014/main" id="{C36B228E-48A9-CC6B-8806-8A893C4D407D}"/>
              </a:ext>
            </a:extLst>
          </p:cNvPr>
          <p:cNvGrpSpPr/>
          <p:nvPr/>
        </p:nvGrpSpPr>
        <p:grpSpPr>
          <a:xfrm>
            <a:off x="-2569596" y="1971130"/>
            <a:ext cx="2371726" cy="1337521"/>
            <a:chOff x="8696324" y="1383371"/>
            <a:chExt cx="2371726" cy="1337521"/>
          </a:xfrm>
        </p:grpSpPr>
        <p:sp>
          <p:nvSpPr>
            <p:cNvPr id="29" name="Rectangle: Rounded Corners 12">
              <a:extLst>
                <a:ext uri="{FF2B5EF4-FFF2-40B4-BE49-F238E27FC236}">
                  <a16:creationId xmlns:a16="http://schemas.microsoft.com/office/drawing/2014/main" id="{0122F9E2-4C38-D110-0429-2DAAAD83AA3E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Box 13">
              <a:extLst>
                <a:ext uri="{FF2B5EF4-FFF2-40B4-BE49-F238E27FC236}">
                  <a16:creationId xmlns:a16="http://schemas.microsoft.com/office/drawing/2014/main" id="{87A2E8F5-6916-C3E3-AAD8-4C8209E17A74}"/>
                </a:ext>
              </a:extLst>
            </p:cNvPr>
            <p:cNvSpPr txBox="1"/>
            <p:nvPr/>
          </p:nvSpPr>
          <p:spPr>
            <a:xfrm>
              <a:off x="8866243" y="1601957"/>
              <a:ext cx="17251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EFEEEB"/>
                  </a:solidFill>
                  <a:latin typeface="Area Normal SemiBold" pitchFamily="50" charset="0"/>
                </a:rPr>
                <a:t>Retenção do cliente</a:t>
              </a: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F8EE9317-1274-1553-8CAA-59811D5C84DA}"/>
                </a:ext>
              </a:extLst>
            </p:cNvPr>
            <p:cNvSpPr txBox="1"/>
            <p:nvPr/>
          </p:nvSpPr>
          <p:spPr>
            <a:xfrm>
              <a:off x="8819918" y="1820921"/>
              <a:ext cx="190308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EFEEEB"/>
                  </a:solidFill>
                  <a:latin typeface="Area Normal Black" pitchFamily="50" charset="0"/>
                </a:rPr>
                <a:t>Nota &gt; 4,0</a:t>
              </a: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830063B5-251B-F76A-1B5B-44F7417DC035}"/>
                </a:ext>
              </a:extLst>
            </p:cNvPr>
            <p:cNvSpPr txBox="1"/>
            <p:nvPr/>
          </p:nvSpPr>
          <p:spPr>
            <a:xfrm>
              <a:off x="8819918" y="2255329"/>
              <a:ext cx="20826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rgbClr val="EFEEEB"/>
                  </a:solidFill>
                  <a:latin typeface="Area Normal SemiBold" pitchFamily="50" charset="0"/>
                </a:rPr>
                <a:t>reduz CAC e custo de SAC</a:t>
              </a:r>
            </a:p>
          </p:txBody>
        </p:sp>
      </p:grpSp>
      <p:grpSp>
        <p:nvGrpSpPr>
          <p:cNvPr id="38" name="Group 16">
            <a:extLst>
              <a:ext uri="{FF2B5EF4-FFF2-40B4-BE49-F238E27FC236}">
                <a16:creationId xmlns:a16="http://schemas.microsoft.com/office/drawing/2014/main" id="{D114C931-0B63-8DD5-A78C-FD413D08CA31}"/>
              </a:ext>
            </a:extLst>
          </p:cNvPr>
          <p:cNvGrpSpPr/>
          <p:nvPr/>
        </p:nvGrpSpPr>
        <p:grpSpPr>
          <a:xfrm>
            <a:off x="-2576432" y="1971129"/>
            <a:ext cx="2371726" cy="1337521"/>
            <a:chOff x="8696324" y="1383371"/>
            <a:chExt cx="2371726" cy="1337521"/>
          </a:xfrm>
        </p:grpSpPr>
        <p:sp>
          <p:nvSpPr>
            <p:cNvPr id="40" name="Rectangle: Rounded Corners 17">
              <a:extLst>
                <a:ext uri="{FF2B5EF4-FFF2-40B4-BE49-F238E27FC236}">
                  <a16:creationId xmlns:a16="http://schemas.microsoft.com/office/drawing/2014/main" id="{7284342F-DFA6-2EB1-36EC-3DAE53EE3DF5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2A5D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TextBox 18">
              <a:extLst>
                <a:ext uri="{FF2B5EF4-FFF2-40B4-BE49-F238E27FC236}">
                  <a16:creationId xmlns:a16="http://schemas.microsoft.com/office/drawing/2014/main" id="{AAA6F0DE-9C50-3D84-A16A-DDDE8255A534}"/>
                </a:ext>
              </a:extLst>
            </p:cNvPr>
            <p:cNvSpPr txBox="1"/>
            <p:nvPr/>
          </p:nvSpPr>
          <p:spPr>
            <a:xfrm>
              <a:off x="8835299" y="1586947"/>
              <a:ext cx="915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FC70F"/>
                  </a:solidFill>
                  <a:latin typeface="Area Normal SemiBold" pitchFamily="50" charset="0"/>
                </a:rPr>
                <a:t>Valuation</a:t>
              </a:r>
            </a:p>
          </p:txBody>
        </p: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3DE44AD0-F67E-D49C-D57D-9F631B5A9A1C}"/>
                </a:ext>
              </a:extLst>
            </p:cNvPr>
            <p:cNvSpPr txBox="1"/>
            <p:nvPr/>
          </p:nvSpPr>
          <p:spPr>
            <a:xfrm>
              <a:off x="8788974" y="1805911"/>
              <a:ext cx="162736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0FC70F"/>
                  </a:solidFill>
                  <a:latin typeface="Area Normal Black" pitchFamily="50" charset="0"/>
                </a:rPr>
                <a:t>Margem</a:t>
              </a:r>
            </a:p>
          </p:txBody>
        </p:sp>
        <p:sp>
          <p:nvSpPr>
            <p:cNvPr id="44" name="TextBox 20">
              <a:extLst>
                <a:ext uri="{FF2B5EF4-FFF2-40B4-BE49-F238E27FC236}">
                  <a16:creationId xmlns:a16="http://schemas.microsoft.com/office/drawing/2014/main" id="{03F20A2B-6417-6D9C-66EB-9ED19C1E9ADA}"/>
                </a:ext>
              </a:extLst>
            </p:cNvPr>
            <p:cNvSpPr txBox="1"/>
            <p:nvPr/>
          </p:nvSpPr>
          <p:spPr>
            <a:xfrm>
              <a:off x="8788974" y="2240319"/>
              <a:ext cx="2039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FC70F"/>
                  </a:solidFill>
                  <a:latin typeface="Area Normal SemiBold" pitchFamily="50" charset="0"/>
                </a:rPr>
                <a:t>Operacional alavancada</a:t>
              </a:r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0F48A541-533E-6A5D-0A80-0AC66E7B56B6}"/>
              </a:ext>
            </a:extLst>
          </p:cNvPr>
          <p:cNvGrpSpPr/>
          <p:nvPr/>
        </p:nvGrpSpPr>
        <p:grpSpPr>
          <a:xfrm>
            <a:off x="3268032" y="1461417"/>
            <a:ext cx="5655936" cy="1879841"/>
            <a:chOff x="1215596" y="2091825"/>
            <a:chExt cx="5655936" cy="1879841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EED67B85-2FA9-7D33-5A76-FAE9FE3F85D6}"/>
                </a:ext>
              </a:extLst>
            </p:cNvPr>
            <p:cNvGrpSpPr/>
            <p:nvPr/>
          </p:nvGrpSpPr>
          <p:grpSpPr>
            <a:xfrm>
              <a:off x="1215596" y="2091825"/>
              <a:ext cx="5655936" cy="1879841"/>
              <a:chOff x="1183369" y="1961827"/>
              <a:chExt cx="5655936" cy="187984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293DF97-7A95-84B3-E3DC-2E29916904BC}"/>
                  </a:ext>
                </a:extLst>
              </p:cNvPr>
              <p:cNvGrpSpPr/>
              <p:nvPr/>
            </p:nvGrpSpPr>
            <p:grpSpPr>
              <a:xfrm>
                <a:off x="1183369" y="1961827"/>
                <a:ext cx="5655936" cy="1879841"/>
                <a:chOff x="1209675" y="1800033"/>
                <a:chExt cx="5655936" cy="1961823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E67BB0C-CC0B-F275-E0F3-A7C92A8C91BC}"/>
                    </a:ext>
                  </a:extLst>
                </p:cNvPr>
                <p:cNvSpPr/>
                <p:nvPr/>
              </p:nvSpPr>
              <p:spPr>
                <a:xfrm>
                  <a:off x="1209675" y="1800033"/>
                  <a:ext cx="5655936" cy="1961823"/>
                </a:xfrm>
                <a:prstGeom prst="roundRect">
                  <a:avLst>
                    <a:gd name="adj" fmla="val 3772"/>
                  </a:avLst>
                </a:prstGeom>
                <a:solidFill>
                  <a:srgbClr val="22283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F95977B-C52F-6082-7143-3AC19D759E56}"/>
                    </a:ext>
                  </a:extLst>
                </p:cNvPr>
                <p:cNvSpPr txBox="1"/>
                <p:nvPr/>
              </p:nvSpPr>
              <p:spPr>
                <a:xfrm>
                  <a:off x="1365669" y="2454253"/>
                  <a:ext cx="2097837" cy="2569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endParaRPr lang="pt-BR" sz="1600" b="0" i="0" u="none" noProof="0" dirty="0">
                    <a:solidFill>
                      <a:schemeClr val="bg1"/>
                    </a:solidFill>
                    <a:latin typeface="Area Normal ExtraBold" pitchFamily="50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A6EA04-BC84-3BCB-0D29-A67D420C7FA6}"/>
                    </a:ext>
                  </a:extLst>
                </p:cNvPr>
                <p:cNvSpPr txBox="1"/>
                <p:nvPr/>
              </p:nvSpPr>
              <p:spPr>
                <a:xfrm>
                  <a:off x="1294178" y="3239407"/>
                  <a:ext cx="3738682" cy="35331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pt-BR" sz="1100" dirty="0">
                      <a:solidFill>
                        <a:srgbClr val="E0E0E0"/>
                      </a:solidFill>
                      <a:latin typeface="Area Normal" pitchFamily="50" charset="0"/>
                    </a:rPr>
                    <a:t>O grupo combina uma falha operacional com uma experiencia negativa do cliente.</a:t>
                  </a:r>
                  <a:endParaRPr lang="pt-BR" sz="1100" b="0" i="0" u="none" noProof="0" dirty="0">
                    <a:solidFill>
                      <a:srgbClr val="E0E0E0"/>
                    </a:solidFill>
                    <a:latin typeface="Area Normal" pitchFamily="50" charset="0"/>
                  </a:endParaRPr>
                </a:p>
              </p:txBody>
            </p:sp>
          </p:grp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5D26D07-40DF-1501-D569-2C7A6AA7E2A8}"/>
                  </a:ext>
                </a:extLst>
              </p:cNvPr>
              <p:cNvSpPr txBox="1"/>
              <p:nvPr/>
            </p:nvSpPr>
            <p:spPr>
              <a:xfrm>
                <a:off x="1267872" y="2499825"/>
                <a:ext cx="54017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b="0" i="0" u="none" noProof="0" dirty="0">
                    <a:solidFill>
                      <a:schemeClr val="bg1"/>
                    </a:solidFill>
                    <a:latin typeface="Area Normal Black" pitchFamily="50" charset="0"/>
                  </a:rPr>
                  <a:t>Prioridade:</a:t>
                </a:r>
                <a:endParaRPr lang="pt-BR" b="0" i="0" u="none" noProof="0" dirty="0">
                  <a:solidFill>
                    <a:schemeClr val="bg1"/>
                  </a:solidFill>
                  <a:latin typeface="Area Normal ExtraBold" pitchFamily="50" charset="0"/>
                </a:endParaRPr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06AE3675-656D-00C3-DA75-DFC1EE562424}"/>
                  </a:ext>
                </a:extLst>
              </p:cNvPr>
              <p:cNvSpPr txBox="1"/>
              <p:nvPr/>
            </p:nvSpPr>
            <p:spPr>
              <a:xfrm>
                <a:off x="1267872" y="2867591"/>
                <a:ext cx="540175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  <a:latin typeface="Area Normal ExtraBold" pitchFamily="50" charset="0"/>
                  </a:rPr>
                  <a:t>Investigar pedidos atrasados com notas baixas</a:t>
                </a:r>
                <a:endParaRPr lang="pt-BR" sz="1500" b="0" i="0" u="none" noProof="0" dirty="0">
                  <a:solidFill>
                    <a:schemeClr val="bg1"/>
                  </a:solidFill>
                  <a:latin typeface="Area Normal ExtraBold" pitchFamily="50" charset="0"/>
                </a:endParaRPr>
              </a:p>
            </p:txBody>
          </p:sp>
        </p:grp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E32020FE-4616-E57C-0724-727B8E09BB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1778" y="2204950"/>
              <a:ext cx="288904" cy="288902"/>
            </a:xfrm>
            <a:prstGeom prst="rect">
              <a:avLst/>
            </a:prstGeom>
          </p:spPr>
        </p:pic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DFEA9F6D-D4D2-B572-6A47-BFE9A80C35FC}"/>
              </a:ext>
            </a:extLst>
          </p:cNvPr>
          <p:cNvGrpSpPr/>
          <p:nvPr/>
        </p:nvGrpSpPr>
        <p:grpSpPr>
          <a:xfrm>
            <a:off x="6314118" y="3754101"/>
            <a:ext cx="2609850" cy="2429883"/>
            <a:chOff x="6314118" y="3754101"/>
            <a:chExt cx="2609850" cy="242988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5B66E3B-A040-03C0-D518-53A6B4B6C291}"/>
                </a:ext>
              </a:extLst>
            </p:cNvPr>
            <p:cNvGrpSpPr/>
            <p:nvPr/>
          </p:nvGrpSpPr>
          <p:grpSpPr>
            <a:xfrm>
              <a:off x="6314118" y="3754101"/>
              <a:ext cx="2609850" cy="2429883"/>
              <a:chOff x="1209675" y="1775445"/>
              <a:chExt cx="2609850" cy="2429883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15E2F3F-90B8-2B50-6F40-A1BA87E4D121}"/>
                  </a:ext>
                </a:extLst>
              </p:cNvPr>
              <p:cNvSpPr/>
              <p:nvPr/>
            </p:nvSpPr>
            <p:spPr>
              <a:xfrm>
                <a:off x="1209675" y="1775445"/>
                <a:ext cx="2609850" cy="2429883"/>
              </a:xfrm>
              <a:prstGeom prst="roundRect">
                <a:avLst>
                  <a:gd name="adj" fmla="val 3772"/>
                </a:avLst>
              </a:prstGeom>
              <a:solidFill>
                <a:srgbClr val="2228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E7B73C-F546-7BE1-AD0D-3BCA72C2D81E}"/>
                  </a:ext>
                </a:extLst>
              </p:cNvPr>
              <p:cNvSpPr txBox="1"/>
              <p:nvPr/>
            </p:nvSpPr>
            <p:spPr>
              <a:xfrm>
                <a:off x="1365669" y="2380333"/>
                <a:ext cx="209783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600" b="0" i="0" u="none" noProof="0" dirty="0">
                    <a:solidFill>
                      <a:schemeClr val="bg1"/>
                    </a:solidFill>
                    <a:latin typeface="Area Normal ExtraBold" pitchFamily="50" charset="0"/>
                  </a:rPr>
                  <a:t>Separar risco absoluto de risco relativo por estado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C6EB47-AE65-B086-CD49-AA50119631D0}"/>
                  </a:ext>
                </a:extLst>
              </p:cNvPr>
              <p:cNvSpPr txBox="1"/>
              <p:nvPr/>
            </p:nvSpPr>
            <p:spPr>
              <a:xfrm>
                <a:off x="1365670" y="3285619"/>
                <a:ext cx="2305266" cy="6771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pt-BR" sz="1100" b="0" i="0" u="none" noProof="0" dirty="0">
                    <a:solidFill>
                      <a:srgbClr val="E0E0E0"/>
                    </a:solidFill>
                    <a:latin typeface="Area Normal" pitchFamily="50" charset="0"/>
                  </a:rPr>
                  <a:t>Estados com maior faturamento podem apresentar maior risco de receita apenas por terem maior volume de pedidos</a:t>
                </a:r>
              </a:p>
            </p:txBody>
          </p:sp>
        </p:grp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CCC5D5FD-E960-75D1-73C4-E46CEDD26984}"/>
                </a:ext>
              </a:extLst>
            </p:cNvPr>
            <p:cNvGrpSpPr/>
            <p:nvPr/>
          </p:nvGrpSpPr>
          <p:grpSpPr>
            <a:xfrm>
              <a:off x="6523791" y="3930364"/>
              <a:ext cx="202348" cy="296427"/>
              <a:chOff x="6719578" y="1104723"/>
              <a:chExt cx="3429000" cy="5023263"/>
            </a:xfrm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EE45E75C-A34E-0392-035F-0C1D58A55FDB}"/>
                  </a:ext>
                </a:extLst>
              </p:cNvPr>
              <p:cNvSpPr/>
              <p:nvPr/>
            </p:nvSpPr>
            <p:spPr>
              <a:xfrm>
                <a:off x="6719578" y="1104723"/>
                <a:ext cx="3429000" cy="5023263"/>
              </a:xfrm>
              <a:custGeom>
                <a:avLst/>
                <a:gdLst>
                  <a:gd name="csX0" fmla="*/ 3429000 w 3429000"/>
                  <a:gd name="csY0" fmla="*/ 1714500 h 5023263"/>
                  <a:gd name="csX1" fmla="*/ 1907810 w 3429000"/>
                  <a:gd name="csY1" fmla="*/ 4934560 h 5023263"/>
                  <a:gd name="csX2" fmla="*/ 1521190 w 3429000"/>
                  <a:gd name="csY2" fmla="*/ 4934560 h 5023263"/>
                  <a:gd name="csX3" fmla="*/ 0 w 3429000"/>
                  <a:gd name="csY3" fmla="*/ 1714500 h 5023263"/>
                  <a:gd name="csX4" fmla="*/ 1714500 w 3429000"/>
                  <a:gd name="csY4" fmla="*/ 0 h 5023263"/>
                  <a:gd name="csX5" fmla="*/ 3429000 w 3429000"/>
                  <a:gd name="csY5" fmla="*/ 1714500 h 50232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429000" h="5023263">
                    <a:moveTo>
                      <a:pt x="3429000" y="1714500"/>
                    </a:moveTo>
                    <a:cubicBezTo>
                      <a:pt x="3429000" y="3070727"/>
                      <a:pt x="2356180" y="4426953"/>
                      <a:pt x="1907810" y="4934560"/>
                    </a:cubicBezTo>
                    <a:cubicBezTo>
                      <a:pt x="1803340" y="5052832"/>
                      <a:pt x="1625660" y="5052832"/>
                      <a:pt x="1521190" y="4934560"/>
                    </a:cubicBezTo>
                    <a:cubicBezTo>
                      <a:pt x="1072831" y="4426953"/>
                      <a:pt x="0" y="3070727"/>
                      <a:pt x="0" y="1714500"/>
                    </a:cubicBezTo>
                    <a:cubicBezTo>
                      <a:pt x="0" y="1143000"/>
                      <a:pt x="428625" y="0"/>
                      <a:pt x="1714500" y="0"/>
                    </a:cubicBezTo>
                    <a:cubicBezTo>
                      <a:pt x="3000375" y="0"/>
                      <a:pt x="3429000" y="1143000"/>
                      <a:pt x="3429000" y="1714500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C3D0DF"/>
                </a:solidFill>
                <a:prstDash val="solid"/>
                <a:round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  <p:sp>
            <p:nvSpPr>
              <p:cNvPr id="58" name="Elipse 57">
                <a:extLst>
                  <a:ext uri="{FF2B5EF4-FFF2-40B4-BE49-F238E27FC236}">
                    <a16:creationId xmlns:a16="http://schemas.microsoft.com/office/drawing/2014/main" id="{FA5EF3C1-5AB2-2961-5776-DED36934F04D}"/>
                  </a:ext>
                </a:extLst>
              </p:cNvPr>
              <p:cNvSpPr/>
              <p:nvPr/>
            </p:nvSpPr>
            <p:spPr>
              <a:xfrm>
                <a:off x="7862578" y="2247723"/>
                <a:ext cx="1143000" cy="1143000"/>
              </a:xfrm>
              <a:prstGeom prst="ellipse">
                <a:avLst/>
              </a:prstGeom>
              <a:noFill/>
              <a:ln w="19050" cap="flat">
                <a:solidFill>
                  <a:srgbClr val="C3D0DF"/>
                </a:solidFill>
                <a:prstDash val="solid"/>
                <a:round/>
              </a:ln>
            </p:spPr>
            <p:txBody>
              <a:bodyPr/>
              <a:lstStyle/>
              <a:p>
                <a:pPr algn="r"/>
                <a:endParaRPr lang="pt-B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2">
            <a:extLst>
              <a:ext uri="{FF2B5EF4-FFF2-40B4-BE49-F238E27FC236}">
                <a16:creationId xmlns:a16="http://schemas.microsoft.com/office/drawing/2014/main" id="{0F3B539A-966C-37D0-97F2-C3A68F5DF399}"/>
              </a:ext>
            </a:extLst>
          </p:cNvPr>
          <p:cNvSpPr/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TextBox 2"/>
          <p:cNvSpPr txBox="1"/>
          <p:nvPr/>
        </p:nvSpPr>
        <p:spPr>
          <a:xfrm>
            <a:off x="571499" y="476250"/>
            <a:ext cx="81248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200" b="1" dirty="0">
                <a:latin typeface="Area Normal Black" pitchFamily="50" charset="0"/>
              </a:rPr>
              <a:t>Conclusão</a:t>
            </a:r>
            <a:endParaRPr lang="pt-BR" sz="3200" b="1" i="0" u="none" noProof="0" dirty="0">
              <a:latin typeface="Area Normal Black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59112" y="3589169"/>
            <a:ext cx="740943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600" b="1" i="0" u="none" noProof="0" dirty="0">
                <a:solidFill>
                  <a:srgbClr val="383838"/>
                </a:solidFill>
                <a:latin typeface="Area Normal SemiBold" pitchFamily="50" charset="0"/>
              </a:rPr>
              <a:t>Mitigar Risco para Gerar Retorno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103EE8-03D5-7B2A-B650-C32D6BB6745E}"/>
              </a:ext>
            </a:extLst>
          </p:cNvPr>
          <p:cNvSpPr/>
          <p:nvPr/>
        </p:nvSpPr>
        <p:spPr>
          <a:xfrm>
            <a:off x="2026491" y="4447900"/>
            <a:ext cx="7723036" cy="1481226"/>
          </a:xfrm>
          <a:prstGeom prst="roundRect">
            <a:avLst>
              <a:gd name="adj" fmla="val 8093"/>
            </a:avLst>
          </a:prstGeom>
          <a:solidFill>
            <a:srgbClr val="EBF0F5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AED61D-34F0-DFC8-C9C2-F85F47246554}"/>
              </a:ext>
            </a:extLst>
          </p:cNvPr>
          <p:cNvGrpSpPr/>
          <p:nvPr/>
        </p:nvGrpSpPr>
        <p:grpSpPr>
          <a:xfrm>
            <a:off x="2089193" y="1971131"/>
            <a:ext cx="2371726" cy="1337521"/>
            <a:chOff x="8696324" y="1383371"/>
            <a:chExt cx="2371726" cy="133752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FBBF2D1-AF34-76B9-F531-0961073DEF77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8C2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7DB8AC-5B86-6500-6878-080CE5C88FEA}"/>
                </a:ext>
              </a:extLst>
            </p:cNvPr>
            <p:cNvSpPr txBox="1"/>
            <p:nvPr/>
          </p:nvSpPr>
          <p:spPr>
            <a:xfrm>
              <a:off x="8912568" y="1534846"/>
              <a:ext cx="1356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rgbClr val="F6C2C2"/>
                  </a:solidFill>
                  <a:latin typeface="Area Normal Black" pitchFamily="50" charset="0"/>
                </a:rPr>
                <a:t>Risco mitigado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C0E20C-AD72-4428-0ED9-D1E50C18CE6F}"/>
                </a:ext>
              </a:extLst>
            </p:cNvPr>
            <p:cNvSpPr txBox="1"/>
            <p:nvPr/>
          </p:nvSpPr>
          <p:spPr>
            <a:xfrm>
              <a:off x="8866243" y="1805911"/>
              <a:ext cx="187102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F6C2C2"/>
                  </a:solidFill>
                  <a:latin typeface="Area Normal Black" pitchFamily="50" charset="0"/>
                </a:rPr>
                <a:t>R$720 mil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95C410-938E-BA9B-B6B3-B92C82FD11EB}"/>
                </a:ext>
              </a:extLst>
            </p:cNvPr>
            <p:cNvSpPr txBox="1"/>
            <p:nvPr/>
          </p:nvSpPr>
          <p:spPr>
            <a:xfrm>
              <a:off x="8866243" y="2240319"/>
              <a:ext cx="20794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F6C2C2"/>
                  </a:solidFill>
                  <a:latin typeface="Area Normal SemiBold" pitchFamily="50" charset="0"/>
                </a:rPr>
                <a:t>Protegidos da exposição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A89B60-E995-5AF7-231D-B269A915A2A5}"/>
              </a:ext>
            </a:extLst>
          </p:cNvPr>
          <p:cNvGrpSpPr/>
          <p:nvPr/>
        </p:nvGrpSpPr>
        <p:grpSpPr>
          <a:xfrm>
            <a:off x="4812873" y="1971130"/>
            <a:ext cx="2371726" cy="1337521"/>
            <a:chOff x="8696324" y="1383371"/>
            <a:chExt cx="2371726" cy="133752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EA75A30-EE72-57E8-4636-D343F8ACC342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2086EA-3145-B2E4-D6C3-099625AC8D7C}"/>
                </a:ext>
              </a:extLst>
            </p:cNvPr>
            <p:cNvSpPr txBox="1"/>
            <p:nvPr/>
          </p:nvSpPr>
          <p:spPr>
            <a:xfrm>
              <a:off x="8866243" y="1532588"/>
              <a:ext cx="17572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EFEEEB"/>
                  </a:solidFill>
                  <a:latin typeface="Area Normal Black" pitchFamily="50" charset="0"/>
                </a:rPr>
                <a:t>Retenção do cliente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46C5EB-6F2C-56F3-2494-36B08E79E3D6}"/>
                </a:ext>
              </a:extLst>
            </p:cNvPr>
            <p:cNvSpPr txBox="1"/>
            <p:nvPr/>
          </p:nvSpPr>
          <p:spPr>
            <a:xfrm>
              <a:off x="8819918" y="1820921"/>
              <a:ext cx="190308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EFEEEB"/>
                  </a:solidFill>
                  <a:latin typeface="Area Normal Black" pitchFamily="50" charset="0"/>
                </a:rPr>
                <a:t>Nota &gt; 4,0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EF27A8-E46A-7668-3271-410908E9E57C}"/>
                </a:ext>
              </a:extLst>
            </p:cNvPr>
            <p:cNvSpPr txBox="1"/>
            <p:nvPr/>
          </p:nvSpPr>
          <p:spPr>
            <a:xfrm>
              <a:off x="8819918" y="2255329"/>
              <a:ext cx="20826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rgbClr val="EFEEEB"/>
                  </a:solidFill>
                  <a:latin typeface="Area Normal SemiBold" pitchFamily="50" charset="0"/>
                </a:rPr>
                <a:t>reduz CAC e custo de SAC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A0B6C-57B2-4C75-E950-64B4A9458876}"/>
              </a:ext>
            </a:extLst>
          </p:cNvPr>
          <p:cNvGrpSpPr/>
          <p:nvPr/>
        </p:nvGrpSpPr>
        <p:grpSpPr>
          <a:xfrm>
            <a:off x="7536553" y="1971129"/>
            <a:ext cx="2371726" cy="1337521"/>
            <a:chOff x="8696324" y="1383371"/>
            <a:chExt cx="2371726" cy="133752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78A6527-E89C-C173-4F38-4A56F35C3866}"/>
                </a:ext>
              </a:extLst>
            </p:cNvPr>
            <p:cNvSpPr/>
            <p:nvPr/>
          </p:nvSpPr>
          <p:spPr>
            <a:xfrm>
              <a:off x="8696324" y="1383371"/>
              <a:ext cx="2371726" cy="1337521"/>
            </a:xfrm>
            <a:prstGeom prst="roundRect">
              <a:avLst>
                <a:gd name="adj" fmla="val 14531"/>
              </a:avLst>
            </a:prstGeom>
            <a:solidFill>
              <a:srgbClr val="2A5D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47BB9A-588E-6131-DB9D-BD7EA35CFB1F}"/>
                </a:ext>
              </a:extLst>
            </p:cNvPr>
            <p:cNvSpPr txBox="1"/>
            <p:nvPr/>
          </p:nvSpPr>
          <p:spPr>
            <a:xfrm>
              <a:off x="8835299" y="1532589"/>
              <a:ext cx="9460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FC70F"/>
                  </a:solidFill>
                  <a:latin typeface="Area Normal Black" pitchFamily="50" charset="0"/>
                </a:rPr>
                <a:t>Valuation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3B8F60-B3DB-270B-8753-ECF348BDD83C}"/>
                </a:ext>
              </a:extLst>
            </p:cNvPr>
            <p:cNvSpPr txBox="1"/>
            <p:nvPr/>
          </p:nvSpPr>
          <p:spPr>
            <a:xfrm>
              <a:off x="8788974" y="1805911"/>
              <a:ext cx="162736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600" dirty="0">
                  <a:solidFill>
                    <a:srgbClr val="0FC70F"/>
                  </a:solidFill>
                  <a:latin typeface="Area Normal Black" pitchFamily="50" charset="0"/>
                </a:rPr>
                <a:t>Margem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EC153B-9064-BEB4-6527-CE3586B2876A}"/>
                </a:ext>
              </a:extLst>
            </p:cNvPr>
            <p:cNvSpPr txBox="1"/>
            <p:nvPr/>
          </p:nvSpPr>
          <p:spPr>
            <a:xfrm>
              <a:off x="8788974" y="2240319"/>
              <a:ext cx="2039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FC70F"/>
                  </a:solidFill>
                  <a:latin typeface="Area Normal SemiBold" pitchFamily="50" charset="0"/>
                </a:rPr>
                <a:t>Operacional alavancada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570C88-46BF-C4C6-5784-8894E52540F3}"/>
              </a:ext>
            </a:extLst>
          </p:cNvPr>
          <p:cNvCxnSpPr/>
          <p:nvPr/>
        </p:nvCxnSpPr>
        <p:spPr>
          <a:xfrm>
            <a:off x="4533900" y="2651092"/>
            <a:ext cx="213360" cy="0"/>
          </a:xfrm>
          <a:prstGeom prst="straightConnector1">
            <a:avLst/>
          </a:prstGeom>
          <a:ln w="34925" cap="rnd" cmpd="sng">
            <a:solidFill>
              <a:schemeClr val="tx1"/>
            </a:solidFill>
            <a:round/>
            <a:headEnd w="med" len="med"/>
            <a:tailEnd type="arrow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C2C0DA-E5C1-B100-0B5F-A20CDB3A473C}"/>
              </a:ext>
            </a:extLst>
          </p:cNvPr>
          <p:cNvCxnSpPr/>
          <p:nvPr/>
        </p:nvCxnSpPr>
        <p:spPr>
          <a:xfrm>
            <a:off x="7262812" y="2651092"/>
            <a:ext cx="213360" cy="0"/>
          </a:xfrm>
          <a:prstGeom prst="straightConnector1">
            <a:avLst/>
          </a:prstGeom>
          <a:ln w="34925" cap="rnd" cmpd="sng">
            <a:solidFill>
              <a:schemeClr val="tx1"/>
            </a:solidFill>
            <a:round/>
            <a:headEnd w="med" len="med"/>
            <a:tailEnd type="arrow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05437" y="4538574"/>
            <a:ext cx="7117438" cy="541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pt-BR" sz="1500" b="0" i="0" u="none" noProof="0" dirty="0">
                <a:latin typeface="Area Normal" pitchFamily="50" charset="0"/>
              </a:rPr>
              <a:t>Para investidores, eliminar essa exposição não é apenas conter perdas, é preservar o LTV, reduzir o CAC e alavancar a valorização da empresa.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0882" y="5299333"/>
            <a:ext cx="7115646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500" dirty="0">
                <a:latin typeface="Area Normal" pitchFamily="50" charset="0"/>
              </a:rPr>
              <a:t>N</a:t>
            </a:r>
            <a:r>
              <a:rPr lang="pt-BR" sz="1500" b="0" i="0" u="none" noProof="0" dirty="0">
                <a:latin typeface="Area Normal" pitchFamily="50" charset="0"/>
              </a:rPr>
              <a:t>o </a:t>
            </a:r>
            <a:r>
              <a:rPr lang="pt-BR" sz="1500" i="0" u="none" noProof="0" dirty="0">
                <a:latin typeface="Area Normal" pitchFamily="50" charset="0"/>
              </a:rPr>
              <a:t>e-commerce</a:t>
            </a:r>
            <a:r>
              <a:rPr lang="pt-BR" sz="1500" b="0" i="0" u="none" noProof="0" dirty="0">
                <a:latin typeface="Area Normal" pitchFamily="50" charset="0"/>
              </a:rPr>
              <a:t> brasileiro, a eficiência logística é a ponte entre a promessa de vendas e o faturamento real do negócio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C17CE9-362C-DF2C-C484-BBA6C10E7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701" y="46182"/>
            <a:ext cx="12050598" cy="6765636"/>
          </a:xfrm>
          <a:prstGeom prst="roundRect">
            <a:avLst>
              <a:gd name="adj" fmla="val 6119"/>
            </a:avLst>
          </a:prstGeom>
          <a:solidFill>
            <a:srgbClr val="C3D0DF"/>
          </a:solidFill>
          <a:ln w="282575">
            <a:solidFill>
              <a:srgbClr val="222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668274" y="4981986"/>
            <a:ext cx="6170676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8800" dirty="0">
                <a:solidFill>
                  <a:srgbClr val="0F172A"/>
                </a:solidFill>
                <a:latin typeface="Area Normal Black" pitchFamily="50" charset="0"/>
              </a:rPr>
              <a:t>Obrigado</a:t>
            </a:r>
            <a:endParaRPr lang="pt-BR" sz="6600" i="0" u="none" noProof="0" dirty="0">
              <a:solidFill>
                <a:srgbClr val="0F172A"/>
              </a:solidFill>
              <a:latin typeface="Area Normal Black" pitchFamily="50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E4AAA18-0E16-F04B-5400-694F76BAA1EC}"/>
              </a:ext>
            </a:extLst>
          </p:cNvPr>
          <p:cNvSpPr txBox="1"/>
          <p:nvPr/>
        </p:nvSpPr>
        <p:spPr>
          <a:xfrm>
            <a:off x="668274" y="388368"/>
            <a:ext cx="3227070" cy="1673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 Black" pitchFamily="50" charset="0"/>
              </a:rPr>
              <a:t>Analistas responsáveis:</a:t>
            </a:r>
          </a:p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Julia </a:t>
            </a:r>
            <a:r>
              <a:rPr lang="pt-BR" sz="1500" dirty="0" err="1">
                <a:solidFill>
                  <a:srgbClr val="334155"/>
                </a:solidFill>
                <a:latin typeface="Area Normal" pitchFamily="50" charset="0"/>
              </a:rPr>
              <a:t>Ayumi</a:t>
            </a: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 Suzuki</a:t>
            </a:r>
          </a:p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Pâmela Cristina Da Silva</a:t>
            </a:r>
          </a:p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Larissa Nicoli Rodrigues</a:t>
            </a:r>
          </a:p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Matheus Silva De Jesus</a:t>
            </a:r>
          </a:p>
          <a:p>
            <a:pPr>
              <a:lnSpc>
                <a:spcPts val="2160"/>
              </a:lnSpc>
            </a:pPr>
            <a:r>
              <a:rPr lang="pt-BR" sz="1500" dirty="0">
                <a:solidFill>
                  <a:srgbClr val="334155"/>
                </a:solidFill>
                <a:latin typeface="Area Normal" pitchFamily="50" charset="0"/>
              </a:rPr>
              <a:t>Paulo Jean Alves Da Silva</a:t>
            </a:r>
            <a:endParaRPr lang="pt-BR" sz="1500" i="0" u="none" noProof="0" dirty="0">
              <a:solidFill>
                <a:srgbClr val="334155"/>
              </a:solidFill>
              <a:latin typeface="Area Normal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</TotalTime>
  <Words>928</Words>
  <Application>Microsoft Office PowerPoint</Application>
  <PresentationFormat>Widescreen</PresentationFormat>
  <Paragraphs>189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Aptos</vt:lpstr>
      <vt:lpstr>Area Normal</vt:lpstr>
      <vt:lpstr>Area Normal Black</vt:lpstr>
      <vt:lpstr>Area Normal ExtraBold</vt:lpstr>
      <vt:lpstr>Area Normal SemiBold</vt:lpstr>
      <vt:lpstr>Area Variable Regular Black</vt:lpstr>
      <vt:lpstr>Arial</vt:lpstr>
      <vt:lpstr>Calibri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João Pereti</dc:creator>
  <cp:keywords/>
  <dc:description>generated using python-pptx</dc:description>
  <cp:lastModifiedBy>Larissa Rodrigues</cp:lastModifiedBy>
  <cp:revision>58</cp:revision>
  <dcterms:created xsi:type="dcterms:W3CDTF">2013-01-27T09:14:16Z</dcterms:created>
  <dcterms:modified xsi:type="dcterms:W3CDTF">2026-08-31T03:16:03Z</dcterms:modified>
  <cp:category/>
</cp:coreProperties>
</file>